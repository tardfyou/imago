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40218fbe73444f" /><Relationship Type="http://schemas.openxmlformats.org/officeDocument/2006/relationships/extended-properties" Target="/docProps/app.xml" Id="Rae9412f4d97f4980" /><Relationship Type="http://schemas.openxmlformats.org/officeDocument/2006/relationships/officeDocument" Target="/ppt/presentation.xml" Id="R5e74b064208441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d92def2279489b"/>
  </p:sldMasterIdLst>
  <p:notesMasterIdLst>
    <p:notesMasterId xmlns:r="http://schemas.openxmlformats.org/officeDocument/2006/relationships" r:id="R519882658de64fde"/>
  </p:notesMasterIdLst>
  <p:sldIdLst>
    <p:sldId xmlns:r="http://schemas.openxmlformats.org/officeDocument/2006/relationships" id="256" r:id="Ra4ca1665df454f31"/>
  </p:sldIdLst>
  <p:sldSz cx="7086600" cy="7572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802d67ab13410e" /><Relationship Type="http://schemas.openxmlformats.org/officeDocument/2006/relationships/slideMaster" Target="/ppt/slideMasters/slideMaster1.xml" Id="Rb9d92def2279489b" /><Relationship Type="http://schemas.openxmlformats.org/officeDocument/2006/relationships/notesMaster" Target="/ppt/notesMasters/notesMaster1.xml" Id="R519882658de64fde" /><Relationship Type="http://schemas.openxmlformats.org/officeDocument/2006/relationships/presProps" Target="/ppt/presProps.xml" Id="R3286141734104946" /><Relationship Type="http://schemas.openxmlformats.org/officeDocument/2006/relationships/tableStyles" Target="/ppt/tableStyles.xml" Id="R3c606f0b9ad54b27" /><Relationship Type="http://schemas.openxmlformats.org/officeDocument/2006/relationships/slide" Target="/ppt/slides/slide1.xml" Id="Ra4ca1665df454f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cdd4ac52a41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6ef60d7fa149cd" /><Relationship Type="http://schemas.openxmlformats.org/officeDocument/2006/relationships/notesMaster" Target="/ppt/notesMasters/notesMaster1.xml" Id="Rb560d2e62aff4d0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素材ID：SEC-033</ns1:t>
            </ns1:r>
          </ns1:p>
          <ns1:p>
            <ns1:r>
              <ns1:t>论文：ReDAN: An Empirical Study on Remote DoS Attacks against NAT Networks</ns1:t>
            </ns1:r>
          </ns1:p>
          <ns1:p>
            <ns1:r>
              <ns1:t>会议：NDSS 2025</ns1:t>
            </ns1:r>
          </ns1:p>
          <ns1:p>
            <ns1:r>
              <ns1:t>奖项：Distinguished Paper Award</ns1:t>
            </ns1:r>
          </ns1:p>
          <ns1:p>
            <ns1:r>
              <ns1:t>图号：Figure 5，PDF第7页</ns1:t>
            </ns1:r>
          </ns1:p>
          <ns1:p>
            <ns1:r>
              <ns1:t>类型：威胁与攻击</ns1:t>
            </ns1:r>
          </ns1:p>
          <ns1:p>
            <ns1:r>
              <ns1:t>借鉴点：长时序同时展示四角色、NAT状态表、服务端socket状态以及三个攻击阶段，适合有状态协议失步与生命周期攻击。</ns1:t>
            </ns1:r>
          </ns1:p>
          <ns1:p>
            <ns1:r>
              <ns1:t>论文URL：https://www.ndss-symposium.org/wp-content/uploads/2025-972-paper.pdf</ns1:t>
            </ns1:r>
          </ns1:p>
          <ns1:p>
            <ns1:r>
              <ns1:t>官方获奖URL：https://www.ndss-symposium.org/ndss2025/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82915a58d4f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0d97096fd84c2c" /><Relationship Type="http://schemas.openxmlformats.org/officeDocument/2006/relationships/slideLayout" Target="/ppt/slideLayouts/slideLayout1.xml" Id="R4434ede3287949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34ede3287949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17e8b04b240a7" /><Relationship Type="http://schemas.openxmlformats.org/officeDocument/2006/relationships/image" Target="/ppt/media/image.png" Id="Racbcfa0d9ba54a8c" /><Relationship Type="http://schemas.openxmlformats.org/officeDocument/2006/relationships/image" Target="/ppt/media/image2.png" Id="Rdfade8664598485e" /><Relationship Type="http://schemas.openxmlformats.org/officeDocument/2006/relationships/image" Target="/ppt/media/image3.png" Id="R4966aad4b3544eca" /><Relationship Type="http://schemas.openxmlformats.org/officeDocument/2006/relationships/image" Target="/ppt/media/image4.png" Id="R8c3cf45297dc4f89" /><Relationship Type="http://schemas.openxmlformats.org/officeDocument/2006/relationships/image" Target="/ppt/media/image5.png" Id="R7175359eeacc4dcc" /><Relationship Type="http://schemas.openxmlformats.org/officeDocument/2006/relationships/image" Target="/ppt/media/image6.png" Id="R8404ed12c7af4c0a" /><Relationship Type="http://schemas.openxmlformats.org/officeDocument/2006/relationships/image" Target="/ppt/media/image7.png" Id="Rab19ebb501464ed9" /><Relationship Type="http://schemas.openxmlformats.org/officeDocument/2006/relationships/image" Target="/ppt/media/image8.png" Id="Rd13728f10fc44bb6" /><Relationship Type="http://schemas.openxmlformats.org/officeDocument/2006/relationships/image" Target="/ppt/media/image9.png" Id="R855cd663c2a74c13" /><Relationship Type="http://schemas.openxmlformats.org/officeDocument/2006/relationships/image" Target="/ppt/media/image10.png" Id="Rf08c2a6a60f546d5" /><Relationship Type="http://schemas.openxmlformats.org/officeDocument/2006/relationships/image" Target="/ppt/media/image11.png" Id="R299cd6f29d5b4c02" /><Relationship Type="http://schemas.openxmlformats.org/officeDocument/2006/relationships/image" Target="/ppt/media/image12.png" Id="R0ab4e5595464492a" /><Relationship Type="http://schemas.openxmlformats.org/officeDocument/2006/relationships/notesSlide" Target="/ppt/notesSlides/notesSlide1.xml" Id="R6e975348c7fa47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9ACAF-54CB-4F31-BDC6-E66E8CE3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041"/>
            <a:ext cx="7025568" cy="7220218"/>
          </a:xfrm>
          <a:custGeom xmlns:a="http://schemas.openxmlformats.org/drawingml/2006/main">
            <a:pathLst>
              <a:path w="7025568" h="7220218">
                <a:moveTo>
                  <a:pt x="7025568" y="7220218"/>
                </a:moveTo>
                <a:lnTo>
                  <a:pt x="7025568" y="0"/>
                </a:lnTo>
                <a:lnTo>
                  <a:pt x="0" y="0"/>
                </a:lnTo>
                <a:lnTo>
                  <a:pt x="0" y="7220218"/>
                </a:lnTo>
                <a:lnTo>
                  <a:pt x="7025568" y="722021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DF7B5-EC4C-4E35-933C-642CA7CA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57" y="832035"/>
            <a:ext cx="6585111" cy="1647693"/>
          </a:xfrm>
          <a:custGeom xmlns:a="http://schemas.openxmlformats.org/drawingml/2006/main">
            <a:pathLst>
              <a:path w="6585111" h="1647693">
                <a:moveTo>
                  <a:pt x="6585111" y="1647693"/>
                </a:moveTo>
                <a:lnTo>
                  <a:pt x="0" y="1647693"/>
                </a:lnTo>
                <a:lnTo>
                  <a:pt x="0" y="0"/>
                </a:lnTo>
                <a:lnTo>
                  <a:pt x="6585111" y="0"/>
                </a:lnTo>
                <a:lnTo>
                  <a:pt x="6585111" y="16476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A6039-455C-4889-9674-2B327255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20" y="5725140"/>
            <a:ext cx="6642848" cy="1526882"/>
          </a:xfrm>
          <a:custGeom xmlns:a="http://schemas.openxmlformats.org/drawingml/2006/main">
            <a:pathLst>
              <a:path w="6642848" h="1526882">
                <a:moveTo>
                  <a:pt x="6642848" y="1526882"/>
                </a:moveTo>
                <a:lnTo>
                  <a:pt x="0" y="1526882"/>
                </a:lnTo>
                <a:lnTo>
                  <a:pt x="0" y="0"/>
                </a:lnTo>
                <a:lnTo>
                  <a:pt x="6642848" y="0"/>
                </a:lnTo>
                <a:lnTo>
                  <a:pt x="6642848" y="15268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34ADD-5D22-4D83-A1AF-08235051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20" y="2517573"/>
            <a:ext cx="6642848" cy="3178456"/>
          </a:xfrm>
          <a:custGeom xmlns:a="http://schemas.openxmlformats.org/drawingml/2006/main">
            <a:pathLst>
              <a:path w="6642848" h="3178456">
                <a:moveTo>
                  <a:pt x="6642848" y="3178456"/>
                </a:moveTo>
                <a:lnTo>
                  <a:pt x="0" y="3178456"/>
                </a:lnTo>
                <a:lnTo>
                  <a:pt x="0" y="0"/>
                </a:lnTo>
                <a:lnTo>
                  <a:pt x="6642848" y="0"/>
                </a:lnTo>
                <a:lnTo>
                  <a:pt x="6642848" y="3178456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0DF14-35F8-43A2-8870-69760D2C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53" y="344910"/>
            <a:ext cx="3021741" cy="399794"/>
          </a:xfrm>
          <a:custGeom xmlns:a="http://schemas.openxmlformats.org/drawingml/2006/main">
            <a:pathLst>
              <a:path w="3021741" h="399794">
                <a:moveTo>
                  <a:pt x="0" y="66632"/>
                </a:moveTo>
                <a:cubicBezTo>
                  <a:pt x="0" y="29831"/>
                  <a:pt x="29831" y="0"/>
                  <a:pt x="66632" y="0"/>
                </a:cubicBezTo>
                <a:lnTo>
                  <a:pt x="2955108" y="0"/>
                </a:lnTo>
                <a:cubicBezTo>
                  <a:pt x="2991910" y="0"/>
                  <a:pt x="3021741" y="29831"/>
                  <a:pt x="3021741" y="66632"/>
                </a:cubicBezTo>
                <a:lnTo>
                  <a:pt x="3021741" y="333153"/>
                </a:lnTo>
                <a:cubicBezTo>
                  <a:pt x="3021741" y="369955"/>
                  <a:pt x="2991910" y="399794"/>
                  <a:pt x="2955108" y="399794"/>
                </a:cubicBezTo>
                <a:lnTo>
                  <a:pt x="66632" y="399794"/>
                </a:lnTo>
                <a:cubicBezTo>
                  <a:pt x="29831" y="399794"/>
                  <a:pt x="0" y="369955"/>
                  <a:pt x="0" y="333153"/>
                </a:cubicBezTo>
                <a:lnTo>
                  <a:pt x="0" y="66632"/>
                </a:lnTo>
                <a:close/>
              </a:path>
            </a:pathLst>
          </a:custGeom>
          <a:solidFill xmlns:a="http://schemas.openxmlformats.org/drawingml/2006/main">
            <a:srgbClr val="C47A79">
              <a:alpha val="38039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cfa0d9ba54a8c"/>
          <a:stretch xmlns:a="http://schemas.openxmlformats.org/drawingml/2006/main"/>
        </p:blipFill>
        <p:spPr>
          <a:xfrm xmlns:a="http://schemas.openxmlformats.org/drawingml/2006/main">
            <a:off x="417654" y="358012"/>
            <a:ext cx="365823" cy="365823"/>
          </a:xfrm>
          <a:prstGeom xmlns:a="http://schemas.openxmlformats.org/drawingml/2006/main" prst="rect">
            <a:avLst/>
          </a:prstGeom>
        </p:spPr>
      </p:pic>
      <p:pic>
        <p:nvPicPr>
          <p:cNvPr id="3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de8664598485e"/>
          <a:stretch xmlns:a="http://schemas.openxmlformats.org/drawingml/2006/main"/>
        </p:blipFill>
        <p:spPr>
          <a:xfrm xmlns:a="http://schemas.openxmlformats.org/drawingml/2006/main">
            <a:off x="4472113" y="355098"/>
            <a:ext cx="376504" cy="376504"/>
          </a:xfrm>
          <a:prstGeom xmlns:a="http://schemas.openxmlformats.org/drawingml/2006/main" prst="rect">
            <a:avLst/>
          </a:prstGeom>
        </p:spPr>
      </p:pic>
      <p:pic>
        <p:nvPicPr>
          <p:cNvPr id="3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6aad4b3544eca"/>
          <a:stretch xmlns:a="http://schemas.openxmlformats.org/drawingml/2006/main"/>
        </p:blipFill>
        <p:spPr>
          <a:xfrm xmlns:a="http://schemas.openxmlformats.org/drawingml/2006/main">
            <a:off x="6406794" y="361872"/>
            <a:ext cx="397367" cy="391580"/>
          </a:xfrm>
          <a:prstGeom xmlns:a="http://schemas.openxmlformats.org/drawingml/2006/main" prst="rect">
            <a:avLst/>
          </a:prstGeom>
        </p:spPr>
      </p:pic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cf45297dc4f89"/>
          <a:stretch xmlns:a="http://schemas.openxmlformats.org/drawingml/2006/main"/>
        </p:blipFill>
        <p:spPr>
          <a:xfrm xmlns:a="http://schemas.openxmlformats.org/drawingml/2006/main">
            <a:off x="6252999" y="270675"/>
            <a:ext cx="324572" cy="320708"/>
          </a:xfrm>
          <a:prstGeom xmlns:a="http://schemas.openxmlformats.org/drawingml/2006/main" prst="rect">
            <a:avLst/>
          </a:prstGeom>
        </p:spPr>
      </p:pic>
      <p:sp>
        <p:nvSpPr>
          <p:cNvPr id="10" name="Text Victimclients">
            <a:extLst xmlns:a="http://schemas.openxmlformats.org/drawingml/2006/main">
              <a:ext uri="{FF2B5EF4-FFF2-40B4-BE49-F238E27FC236}">
                <a16:creationId xmlns:a16="http://schemas.microsoft.com/office/drawing/2014/main" id="{8CD68486-52FB-4702-B0BF-E5422448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20" y="162355"/>
            <a:ext cx="1072789" cy="137596"/>
          </a:xfrm>
          <a:custGeom xmlns:a="http://schemas.openxmlformats.org/drawingml/2006/main">
            <a:pathLst>
              <a:path w="1072789" h="137596">
                <a:moveTo>
                  <a:pt x="136080" y="6254"/>
                </a:moveTo>
                <a:lnTo>
                  <a:pt x="136080" y="9761"/>
                </a:lnTo>
                <a:cubicBezTo>
                  <a:pt x="131531" y="10582"/>
                  <a:pt x="128088" y="12034"/>
                  <a:pt x="125750" y="14117"/>
                </a:cubicBezTo>
                <a:cubicBezTo>
                  <a:pt x="122402" y="17210"/>
                  <a:pt x="119433" y="21945"/>
                  <a:pt x="116843" y="28319"/>
                </a:cubicBezTo>
                <a:lnTo>
                  <a:pt x="72020" y="137596"/>
                </a:lnTo>
                <a:lnTo>
                  <a:pt x="68514" y="137596"/>
                </a:lnTo>
                <a:lnTo>
                  <a:pt x="20374" y="26901"/>
                </a:lnTo>
                <a:cubicBezTo>
                  <a:pt x="17910" y="21219"/>
                  <a:pt x="16173" y="17746"/>
                  <a:pt x="15162" y="16483"/>
                </a:cubicBezTo>
                <a:cubicBezTo>
                  <a:pt x="13583" y="14526"/>
                  <a:pt x="11640" y="12996"/>
                  <a:pt x="9334" y="11893"/>
                </a:cubicBezTo>
                <a:cubicBezTo>
                  <a:pt x="7028" y="10787"/>
                  <a:pt x="3917" y="10076"/>
                  <a:pt x="0" y="9761"/>
                </a:cubicBezTo>
                <a:lnTo>
                  <a:pt x="0" y="6254"/>
                </a:lnTo>
                <a:lnTo>
                  <a:pt x="52499" y="6254"/>
                </a:lnTo>
                <a:lnTo>
                  <a:pt x="52499" y="9761"/>
                </a:lnTo>
                <a:cubicBezTo>
                  <a:pt x="46560" y="10329"/>
                  <a:pt x="42707" y="11340"/>
                  <a:pt x="40938" y="12793"/>
                </a:cubicBezTo>
                <a:cubicBezTo>
                  <a:pt x="39169" y="14244"/>
                  <a:pt x="38284" y="16106"/>
                  <a:pt x="38284" y="18378"/>
                </a:cubicBezTo>
                <a:cubicBezTo>
                  <a:pt x="38284" y="21535"/>
                  <a:pt x="39737" y="26459"/>
                  <a:pt x="42643" y="33149"/>
                </a:cubicBezTo>
                <a:lnTo>
                  <a:pt x="75337" y="108430"/>
                </a:lnTo>
                <a:lnTo>
                  <a:pt x="105661" y="34097"/>
                </a:lnTo>
                <a:cubicBezTo>
                  <a:pt x="108630" y="26774"/>
                  <a:pt x="110115" y="21693"/>
                  <a:pt x="110115" y="18852"/>
                </a:cubicBezTo>
                <a:cubicBezTo>
                  <a:pt x="110115" y="17020"/>
                  <a:pt x="109199" y="15268"/>
                  <a:pt x="107366" y="13596"/>
                </a:cubicBezTo>
                <a:cubicBezTo>
                  <a:pt x="105534" y="11923"/>
                  <a:pt x="102439" y="10740"/>
                  <a:pt x="98080" y="10045"/>
                </a:cubicBezTo>
                <a:cubicBezTo>
                  <a:pt x="97764" y="9982"/>
                  <a:pt x="97227" y="9887"/>
                  <a:pt x="96469" y="9761"/>
                </a:cubicBezTo>
                <a:lnTo>
                  <a:pt x="96469" y="6254"/>
                </a:lnTo>
                <a:lnTo>
                  <a:pt x="136080" y="6254"/>
                </a:lnTo>
                <a:close/>
                <a:moveTo>
                  <a:pt x="155013" y="0"/>
                </a:moveTo>
                <a:cubicBezTo>
                  <a:pt x="157667" y="0"/>
                  <a:pt x="159925" y="937"/>
                  <a:pt x="161789" y="2810"/>
                </a:cubicBezTo>
                <a:cubicBezTo>
                  <a:pt x="163653" y="4682"/>
                  <a:pt x="164584" y="6951"/>
                  <a:pt x="164584" y="9618"/>
                </a:cubicBezTo>
                <a:cubicBezTo>
                  <a:pt x="164584" y="12286"/>
                  <a:pt x="163653" y="14572"/>
                  <a:pt x="161789" y="16477"/>
                </a:cubicBezTo>
                <a:cubicBezTo>
                  <a:pt x="159925" y="18380"/>
                  <a:pt x="157667" y="19332"/>
                  <a:pt x="155013" y="19332"/>
                </a:cubicBezTo>
                <a:cubicBezTo>
                  <a:pt x="152360" y="19332"/>
                  <a:pt x="150086" y="18380"/>
                  <a:pt x="148190" y="16477"/>
                </a:cubicBezTo>
                <a:cubicBezTo>
                  <a:pt x="146295" y="14572"/>
                  <a:pt x="145348" y="12286"/>
                  <a:pt x="145348" y="9618"/>
                </a:cubicBezTo>
                <a:cubicBezTo>
                  <a:pt x="145348" y="6951"/>
                  <a:pt x="146279" y="4682"/>
                  <a:pt x="148143" y="2810"/>
                </a:cubicBezTo>
                <a:cubicBezTo>
                  <a:pt x="150007" y="937"/>
                  <a:pt x="152297" y="0"/>
                  <a:pt x="155013" y="0"/>
                </a:cubicBezTo>
                <a:moveTo>
                  <a:pt x="162879" y="45486"/>
                </a:moveTo>
                <a:lnTo>
                  <a:pt x="162879" y="115078"/>
                </a:lnTo>
                <a:cubicBezTo>
                  <a:pt x="162879" y="120499"/>
                  <a:pt x="163274" y="124108"/>
                  <a:pt x="164063" y="125904"/>
                </a:cubicBezTo>
                <a:cubicBezTo>
                  <a:pt x="164853" y="127701"/>
                  <a:pt x="166022" y="129041"/>
                  <a:pt x="167570" y="129923"/>
                </a:cubicBezTo>
                <a:cubicBezTo>
                  <a:pt x="169117" y="130805"/>
                  <a:pt x="171944" y="131247"/>
                  <a:pt x="176051" y="131247"/>
                </a:cubicBezTo>
                <a:lnTo>
                  <a:pt x="176051" y="134753"/>
                </a:lnTo>
                <a:lnTo>
                  <a:pt x="133881" y="134753"/>
                </a:lnTo>
                <a:lnTo>
                  <a:pt x="133881" y="131247"/>
                </a:lnTo>
                <a:cubicBezTo>
                  <a:pt x="138114" y="131247"/>
                  <a:pt x="140957" y="130837"/>
                  <a:pt x="142410" y="130018"/>
                </a:cubicBezTo>
                <a:cubicBezTo>
                  <a:pt x="143863" y="129198"/>
                  <a:pt x="145016" y="127843"/>
                  <a:pt x="145869" y="125952"/>
                </a:cubicBezTo>
                <a:cubicBezTo>
                  <a:pt x="146722" y="124061"/>
                  <a:pt x="147148" y="120436"/>
                  <a:pt x="147148" y="115078"/>
                </a:cubicBezTo>
                <a:lnTo>
                  <a:pt x="147148" y="81700"/>
                </a:lnTo>
                <a:cubicBezTo>
                  <a:pt x="147148" y="72307"/>
                  <a:pt x="146864" y="66225"/>
                  <a:pt x="146295" y="63453"/>
                </a:cubicBezTo>
                <a:cubicBezTo>
                  <a:pt x="145853" y="61435"/>
                  <a:pt x="145158" y="60032"/>
                  <a:pt x="144210" y="59245"/>
                </a:cubicBezTo>
                <a:cubicBezTo>
                  <a:pt x="143263" y="58457"/>
                  <a:pt x="141968" y="58063"/>
                  <a:pt x="140325" y="58063"/>
                </a:cubicBezTo>
                <a:cubicBezTo>
                  <a:pt x="138556" y="58063"/>
                  <a:pt x="136408" y="58536"/>
                  <a:pt x="133881" y="59482"/>
                </a:cubicBezTo>
                <a:lnTo>
                  <a:pt x="132555" y="56076"/>
                </a:lnTo>
                <a:lnTo>
                  <a:pt x="158709" y="45486"/>
                </a:lnTo>
                <a:lnTo>
                  <a:pt x="162879" y="45486"/>
                </a:lnTo>
                <a:close/>
                <a:moveTo>
                  <a:pt x="260515" y="101775"/>
                </a:moveTo>
                <a:cubicBezTo>
                  <a:pt x="258177" y="113210"/>
                  <a:pt x="253597" y="122007"/>
                  <a:pt x="246774" y="128167"/>
                </a:cubicBezTo>
                <a:cubicBezTo>
                  <a:pt x="239951" y="134327"/>
                  <a:pt x="232402" y="137406"/>
                  <a:pt x="224126" y="137406"/>
                </a:cubicBezTo>
                <a:cubicBezTo>
                  <a:pt x="214271" y="137406"/>
                  <a:pt x="205679" y="133273"/>
                  <a:pt x="198350" y="125007"/>
                </a:cubicBezTo>
                <a:cubicBezTo>
                  <a:pt x="191022" y="116739"/>
                  <a:pt x="187358" y="105568"/>
                  <a:pt x="187358" y="91494"/>
                </a:cubicBezTo>
                <a:cubicBezTo>
                  <a:pt x="187358" y="77862"/>
                  <a:pt x="191417" y="66786"/>
                  <a:pt x="199535" y="58267"/>
                </a:cubicBezTo>
                <a:cubicBezTo>
                  <a:pt x="207653" y="49747"/>
                  <a:pt x="217398" y="45486"/>
                  <a:pt x="228769" y="45486"/>
                </a:cubicBezTo>
                <a:cubicBezTo>
                  <a:pt x="237298" y="45486"/>
                  <a:pt x="244310" y="47738"/>
                  <a:pt x="249807" y="52241"/>
                </a:cubicBezTo>
                <a:cubicBezTo>
                  <a:pt x="255303" y="56742"/>
                  <a:pt x="258051" y="61417"/>
                  <a:pt x="258051" y="66266"/>
                </a:cubicBezTo>
                <a:cubicBezTo>
                  <a:pt x="258051" y="68659"/>
                  <a:pt x="257277" y="70595"/>
                  <a:pt x="255729" y="72076"/>
                </a:cubicBezTo>
                <a:cubicBezTo>
                  <a:pt x="254182" y="73555"/>
                  <a:pt x="252018" y="74294"/>
                  <a:pt x="249238" y="74294"/>
                </a:cubicBezTo>
                <a:cubicBezTo>
                  <a:pt x="245511" y="74294"/>
                  <a:pt x="242699" y="73094"/>
                  <a:pt x="240804" y="70693"/>
                </a:cubicBezTo>
                <a:cubicBezTo>
                  <a:pt x="239730" y="69366"/>
                  <a:pt x="239019" y="66839"/>
                  <a:pt x="238672" y="63112"/>
                </a:cubicBezTo>
                <a:cubicBezTo>
                  <a:pt x="238325" y="59385"/>
                  <a:pt x="237045" y="56542"/>
                  <a:pt x="234834" y="54583"/>
                </a:cubicBezTo>
                <a:cubicBezTo>
                  <a:pt x="232623" y="52688"/>
                  <a:pt x="229559" y="51741"/>
                  <a:pt x="225642" y="51741"/>
                </a:cubicBezTo>
                <a:cubicBezTo>
                  <a:pt x="219325" y="51741"/>
                  <a:pt x="214239" y="54078"/>
                  <a:pt x="210385" y="58753"/>
                </a:cubicBezTo>
                <a:cubicBezTo>
                  <a:pt x="205268" y="64944"/>
                  <a:pt x="202709" y="73125"/>
                  <a:pt x="202709" y="83297"/>
                </a:cubicBezTo>
                <a:cubicBezTo>
                  <a:pt x="202709" y="93657"/>
                  <a:pt x="205252" y="102802"/>
                  <a:pt x="210338" y="110731"/>
                </a:cubicBezTo>
                <a:cubicBezTo>
                  <a:pt x="215424" y="118659"/>
                  <a:pt x="222294" y="122623"/>
                  <a:pt x="230949" y="122623"/>
                </a:cubicBezTo>
                <a:cubicBezTo>
                  <a:pt x="237140" y="122623"/>
                  <a:pt x="242699" y="120507"/>
                  <a:pt x="247627" y="116274"/>
                </a:cubicBezTo>
                <a:cubicBezTo>
                  <a:pt x="251102" y="113368"/>
                  <a:pt x="254482" y="108093"/>
                  <a:pt x="257767" y="100449"/>
                </a:cubicBezTo>
                <a:lnTo>
                  <a:pt x="260515" y="101775"/>
                </a:lnTo>
                <a:close/>
                <a:moveTo>
                  <a:pt x="298359" y="19332"/>
                </a:moveTo>
                <a:lnTo>
                  <a:pt x="298359" y="47950"/>
                </a:lnTo>
                <a:lnTo>
                  <a:pt x="318639" y="47950"/>
                </a:lnTo>
                <a:lnTo>
                  <a:pt x="318639" y="54583"/>
                </a:lnTo>
                <a:lnTo>
                  <a:pt x="298359" y="54583"/>
                </a:lnTo>
                <a:lnTo>
                  <a:pt x="298359" y="110796"/>
                </a:lnTo>
                <a:cubicBezTo>
                  <a:pt x="298359" y="116412"/>
                  <a:pt x="299165" y="120199"/>
                  <a:pt x="300776" y="122155"/>
                </a:cubicBezTo>
                <a:cubicBezTo>
                  <a:pt x="302387" y="124110"/>
                  <a:pt x="304456" y="125087"/>
                  <a:pt x="306983" y="125087"/>
                </a:cubicBezTo>
                <a:cubicBezTo>
                  <a:pt x="309068" y="125087"/>
                  <a:pt x="311089" y="124440"/>
                  <a:pt x="313048" y="123144"/>
                </a:cubicBezTo>
                <a:cubicBezTo>
                  <a:pt x="315006" y="121849"/>
                  <a:pt x="316522" y="119938"/>
                  <a:pt x="317596" y="117411"/>
                </a:cubicBezTo>
                <a:lnTo>
                  <a:pt x="321292" y="117411"/>
                </a:lnTo>
                <a:cubicBezTo>
                  <a:pt x="319081" y="123620"/>
                  <a:pt x="315954" y="128316"/>
                  <a:pt x="311910" y="131498"/>
                </a:cubicBezTo>
                <a:cubicBezTo>
                  <a:pt x="307867" y="134679"/>
                  <a:pt x="303698" y="136269"/>
                  <a:pt x="299402" y="136269"/>
                </a:cubicBezTo>
                <a:cubicBezTo>
                  <a:pt x="296496" y="136269"/>
                  <a:pt x="293653" y="135463"/>
                  <a:pt x="290873" y="133850"/>
                </a:cubicBezTo>
                <a:cubicBezTo>
                  <a:pt x="288093" y="132237"/>
                  <a:pt x="286040" y="129929"/>
                  <a:pt x="284713" y="126926"/>
                </a:cubicBezTo>
                <a:cubicBezTo>
                  <a:pt x="283387" y="123921"/>
                  <a:pt x="282723" y="119288"/>
                  <a:pt x="282723" y="113026"/>
                </a:cubicBezTo>
                <a:lnTo>
                  <a:pt x="282723" y="54583"/>
                </a:lnTo>
                <a:lnTo>
                  <a:pt x="268983" y="54583"/>
                </a:lnTo>
                <a:lnTo>
                  <a:pt x="268983" y="51456"/>
                </a:lnTo>
                <a:cubicBezTo>
                  <a:pt x="272457" y="50062"/>
                  <a:pt x="276011" y="47702"/>
                  <a:pt x="279644" y="44376"/>
                </a:cubicBezTo>
                <a:cubicBezTo>
                  <a:pt x="283276" y="41049"/>
                  <a:pt x="286514" y="37105"/>
                  <a:pt x="289357" y="32542"/>
                </a:cubicBezTo>
                <a:cubicBezTo>
                  <a:pt x="290810" y="30136"/>
                  <a:pt x="292832" y="25732"/>
                  <a:pt x="295422" y="19332"/>
                </a:cubicBezTo>
                <a:lnTo>
                  <a:pt x="298359" y="19332"/>
                </a:lnTo>
                <a:close/>
                <a:moveTo>
                  <a:pt x="349088" y="0"/>
                </a:moveTo>
                <a:cubicBezTo>
                  <a:pt x="351741" y="0"/>
                  <a:pt x="354000" y="937"/>
                  <a:pt x="355864" y="2810"/>
                </a:cubicBezTo>
                <a:cubicBezTo>
                  <a:pt x="357727" y="4682"/>
                  <a:pt x="358659" y="6951"/>
                  <a:pt x="358659" y="9618"/>
                </a:cubicBezTo>
                <a:cubicBezTo>
                  <a:pt x="358659" y="12286"/>
                  <a:pt x="357727" y="14572"/>
                  <a:pt x="355864" y="16477"/>
                </a:cubicBezTo>
                <a:cubicBezTo>
                  <a:pt x="354000" y="18380"/>
                  <a:pt x="351741" y="19332"/>
                  <a:pt x="349088" y="19332"/>
                </a:cubicBezTo>
                <a:cubicBezTo>
                  <a:pt x="346435" y="19332"/>
                  <a:pt x="344160" y="18380"/>
                  <a:pt x="342265" y="16477"/>
                </a:cubicBezTo>
                <a:cubicBezTo>
                  <a:pt x="340370" y="14572"/>
                  <a:pt x="339422" y="12286"/>
                  <a:pt x="339422" y="9618"/>
                </a:cubicBezTo>
                <a:cubicBezTo>
                  <a:pt x="339422" y="6951"/>
                  <a:pt x="340354" y="4682"/>
                  <a:pt x="342218" y="2810"/>
                </a:cubicBezTo>
                <a:cubicBezTo>
                  <a:pt x="344081" y="937"/>
                  <a:pt x="346372" y="0"/>
                  <a:pt x="349088" y="0"/>
                </a:cubicBezTo>
                <a:moveTo>
                  <a:pt x="356953" y="45486"/>
                </a:moveTo>
                <a:lnTo>
                  <a:pt x="356953" y="115078"/>
                </a:lnTo>
                <a:cubicBezTo>
                  <a:pt x="356953" y="120499"/>
                  <a:pt x="357348" y="124108"/>
                  <a:pt x="358138" y="125904"/>
                </a:cubicBezTo>
                <a:cubicBezTo>
                  <a:pt x="358928" y="127701"/>
                  <a:pt x="360096" y="129041"/>
                  <a:pt x="361644" y="129923"/>
                </a:cubicBezTo>
                <a:cubicBezTo>
                  <a:pt x="363192" y="130805"/>
                  <a:pt x="366019" y="131247"/>
                  <a:pt x="370125" y="131247"/>
                </a:cubicBezTo>
                <a:lnTo>
                  <a:pt x="370125" y="134753"/>
                </a:lnTo>
                <a:lnTo>
                  <a:pt x="327956" y="134753"/>
                </a:lnTo>
                <a:lnTo>
                  <a:pt x="327956" y="131247"/>
                </a:lnTo>
                <a:cubicBezTo>
                  <a:pt x="332189" y="131247"/>
                  <a:pt x="335032" y="130837"/>
                  <a:pt x="336485" y="130018"/>
                </a:cubicBezTo>
                <a:cubicBezTo>
                  <a:pt x="337938" y="129198"/>
                  <a:pt x="339091" y="127843"/>
                  <a:pt x="339943" y="125952"/>
                </a:cubicBezTo>
                <a:cubicBezTo>
                  <a:pt x="340796" y="124061"/>
                  <a:pt x="341223" y="120436"/>
                  <a:pt x="341223" y="115078"/>
                </a:cubicBezTo>
                <a:lnTo>
                  <a:pt x="341223" y="81700"/>
                </a:lnTo>
                <a:cubicBezTo>
                  <a:pt x="341223" y="72307"/>
                  <a:pt x="340938" y="66225"/>
                  <a:pt x="340370" y="63453"/>
                </a:cubicBezTo>
                <a:cubicBezTo>
                  <a:pt x="339928" y="61435"/>
                  <a:pt x="339233" y="60032"/>
                  <a:pt x="338285" y="59245"/>
                </a:cubicBezTo>
                <a:cubicBezTo>
                  <a:pt x="337337" y="58457"/>
                  <a:pt x="336042" y="58063"/>
                  <a:pt x="334400" y="58063"/>
                </a:cubicBezTo>
                <a:cubicBezTo>
                  <a:pt x="332631" y="58063"/>
                  <a:pt x="330483" y="58536"/>
                  <a:pt x="327956" y="59482"/>
                </a:cubicBezTo>
                <a:lnTo>
                  <a:pt x="326629" y="56076"/>
                </a:lnTo>
                <a:lnTo>
                  <a:pt x="352784" y="45486"/>
                </a:lnTo>
                <a:lnTo>
                  <a:pt x="356953" y="45486"/>
                </a:lnTo>
                <a:close/>
                <a:moveTo>
                  <a:pt x="406639" y="63965"/>
                </a:moveTo>
                <a:cubicBezTo>
                  <a:pt x="412957" y="57647"/>
                  <a:pt x="416684" y="54015"/>
                  <a:pt x="417821" y="53067"/>
                </a:cubicBezTo>
                <a:cubicBezTo>
                  <a:pt x="420664" y="50667"/>
                  <a:pt x="423728" y="48803"/>
                  <a:pt x="427013" y="47476"/>
                </a:cubicBezTo>
                <a:cubicBezTo>
                  <a:pt x="430299" y="46150"/>
                  <a:pt x="433552" y="45486"/>
                  <a:pt x="436774" y="45486"/>
                </a:cubicBezTo>
                <a:cubicBezTo>
                  <a:pt x="442207" y="45486"/>
                  <a:pt x="446882" y="47066"/>
                  <a:pt x="450799" y="50224"/>
                </a:cubicBezTo>
                <a:cubicBezTo>
                  <a:pt x="454716" y="53383"/>
                  <a:pt x="457338" y="57963"/>
                  <a:pt x="458664" y="63965"/>
                </a:cubicBezTo>
                <a:cubicBezTo>
                  <a:pt x="465171" y="56384"/>
                  <a:pt x="470668" y="51409"/>
                  <a:pt x="475153" y="49040"/>
                </a:cubicBezTo>
                <a:cubicBezTo>
                  <a:pt x="479639" y="46671"/>
                  <a:pt x="484250" y="45486"/>
                  <a:pt x="488988" y="45486"/>
                </a:cubicBezTo>
                <a:cubicBezTo>
                  <a:pt x="493600" y="45486"/>
                  <a:pt x="497691" y="46669"/>
                  <a:pt x="501260" y="49034"/>
                </a:cubicBezTo>
                <a:cubicBezTo>
                  <a:pt x="504830" y="51397"/>
                  <a:pt x="507657" y="55258"/>
                  <a:pt x="509742" y="60616"/>
                </a:cubicBezTo>
                <a:cubicBezTo>
                  <a:pt x="511131" y="64272"/>
                  <a:pt x="511826" y="70008"/>
                  <a:pt x="511826" y="77824"/>
                </a:cubicBezTo>
                <a:lnTo>
                  <a:pt x="511826" y="115078"/>
                </a:lnTo>
                <a:cubicBezTo>
                  <a:pt x="511826" y="120499"/>
                  <a:pt x="512237" y="124218"/>
                  <a:pt x="513058" y="126236"/>
                </a:cubicBezTo>
                <a:cubicBezTo>
                  <a:pt x="513690" y="127622"/>
                  <a:pt x="514859" y="128804"/>
                  <a:pt x="516564" y="129781"/>
                </a:cubicBezTo>
                <a:cubicBezTo>
                  <a:pt x="518270" y="130758"/>
                  <a:pt x="521050" y="131247"/>
                  <a:pt x="524904" y="131247"/>
                </a:cubicBezTo>
                <a:lnTo>
                  <a:pt x="524904" y="134753"/>
                </a:lnTo>
                <a:lnTo>
                  <a:pt x="482071" y="134753"/>
                </a:lnTo>
                <a:lnTo>
                  <a:pt x="482071" y="131247"/>
                </a:lnTo>
                <a:lnTo>
                  <a:pt x="483871" y="131247"/>
                </a:lnTo>
                <a:cubicBezTo>
                  <a:pt x="487599" y="131247"/>
                  <a:pt x="490505" y="130524"/>
                  <a:pt x="492589" y="129079"/>
                </a:cubicBezTo>
                <a:cubicBezTo>
                  <a:pt x="494042" y="128072"/>
                  <a:pt x="495085" y="126469"/>
                  <a:pt x="495717" y="124270"/>
                </a:cubicBezTo>
                <a:cubicBezTo>
                  <a:pt x="495969" y="123202"/>
                  <a:pt x="496096" y="120154"/>
                  <a:pt x="496096" y="115125"/>
                </a:cubicBezTo>
                <a:lnTo>
                  <a:pt x="496096" y="77978"/>
                </a:lnTo>
                <a:cubicBezTo>
                  <a:pt x="496096" y="70938"/>
                  <a:pt x="495243" y="65973"/>
                  <a:pt x="493537" y="63083"/>
                </a:cubicBezTo>
                <a:cubicBezTo>
                  <a:pt x="491073" y="59059"/>
                  <a:pt x="487125" y="57047"/>
                  <a:pt x="481692" y="57047"/>
                </a:cubicBezTo>
                <a:cubicBezTo>
                  <a:pt x="478343" y="57047"/>
                  <a:pt x="474979" y="57880"/>
                  <a:pt x="471599" y="59547"/>
                </a:cubicBezTo>
                <a:cubicBezTo>
                  <a:pt x="468220" y="61211"/>
                  <a:pt x="464129" y="64307"/>
                  <a:pt x="459328" y="68833"/>
                </a:cubicBezTo>
                <a:lnTo>
                  <a:pt x="459138" y="69870"/>
                </a:lnTo>
                <a:lnTo>
                  <a:pt x="459328" y="73924"/>
                </a:lnTo>
                <a:lnTo>
                  <a:pt x="459328" y="115125"/>
                </a:lnTo>
                <a:cubicBezTo>
                  <a:pt x="459328" y="121034"/>
                  <a:pt x="459659" y="124711"/>
                  <a:pt x="460323" y="126156"/>
                </a:cubicBezTo>
                <a:cubicBezTo>
                  <a:pt x="460986" y="127601"/>
                  <a:pt x="462234" y="128812"/>
                  <a:pt x="464066" y="129787"/>
                </a:cubicBezTo>
                <a:cubicBezTo>
                  <a:pt x="465898" y="130760"/>
                  <a:pt x="469025" y="131247"/>
                  <a:pt x="473447" y="131247"/>
                </a:cubicBezTo>
                <a:lnTo>
                  <a:pt x="473447" y="134753"/>
                </a:lnTo>
                <a:lnTo>
                  <a:pt x="429572" y="134753"/>
                </a:lnTo>
                <a:lnTo>
                  <a:pt x="429572" y="131247"/>
                </a:lnTo>
                <a:cubicBezTo>
                  <a:pt x="434373" y="131247"/>
                  <a:pt x="437674" y="130681"/>
                  <a:pt x="439475" y="129550"/>
                </a:cubicBezTo>
                <a:cubicBezTo>
                  <a:pt x="441275" y="128419"/>
                  <a:pt x="442523" y="126722"/>
                  <a:pt x="443218" y="124459"/>
                </a:cubicBezTo>
                <a:cubicBezTo>
                  <a:pt x="443534" y="123389"/>
                  <a:pt x="443692" y="120278"/>
                  <a:pt x="443692" y="115125"/>
                </a:cubicBezTo>
                <a:lnTo>
                  <a:pt x="443692" y="77978"/>
                </a:lnTo>
                <a:cubicBezTo>
                  <a:pt x="443692" y="70938"/>
                  <a:pt x="442649" y="65878"/>
                  <a:pt x="440565" y="62798"/>
                </a:cubicBezTo>
                <a:cubicBezTo>
                  <a:pt x="437785" y="58775"/>
                  <a:pt x="433900" y="56763"/>
                  <a:pt x="428909" y="56763"/>
                </a:cubicBezTo>
                <a:cubicBezTo>
                  <a:pt x="425497" y="56763"/>
                  <a:pt x="422117" y="57674"/>
                  <a:pt x="418769" y="59496"/>
                </a:cubicBezTo>
                <a:cubicBezTo>
                  <a:pt x="413526" y="62262"/>
                  <a:pt x="409482" y="65374"/>
                  <a:pt x="406639" y="68830"/>
                </a:cubicBezTo>
                <a:lnTo>
                  <a:pt x="406639" y="115125"/>
                </a:lnTo>
                <a:cubicBezTo>
                  <a:pt x="406639" y="120781"/>
                  <a:pt x="407034" y="124458"/>
                  <a:pt x="407824" y="126156"/>
                </a:cubicBezTo>
                <a:cubicBezTo>
                  <a:pt x="408614" y="127852"/>
                  <a:pt x="409782" y="129124"/>
                  <a:pt x="411330" y="129973"/>
                </a:cubicBezTo>
                <a:cubicBezTo>
                  <a:pt x="412878" y="130822"/>
                  <a:pt x="416021" y="131247"/>
                  <a:pt x="420759" y="131247"/>
                </a:cubicBezTo>
                <a:lnTo>
                  <a:pt x="420759" y="134753"/>
                </a:lnTo>
                <a:lnTo>
                  <a:pt x="377831" y="134753"/>
                </a:lnTo>
                <a:lnTo>
                  <a:pt x="377831" y="131247"/>
                </a:lnTo>
                <a:cubicBezTo>
                  <a:pt x="381812" y="131247"/>
                  <a:pt x="384591" y="130821"/>
                  <a:pt x="386171" y="129970"/>
                </a:cubicBezTo>
                <a:cubicBezTo>
                  <a:pt x="387750" y="129119"/>
                  <a:pt x="388950" y="127764"/>
                  <a:pt x="389772" y="125904"/>
                </a:cubicBezTo>
                <a:cubicBezTo>
                  <a:pt x="390593" y="124045"/>
                  <a:pt x="391004" y="120436"/>
                  <a:pt x="391004" y="115078"/>
                </a:cubicBezTo>
                <a:lnTo>
                  <a:pt x="391004" y="81985"/>
                </a:lnTo>
                <a:cubicBezTo>
                  <a:pt x="391004" y="72465"/>
                  <a:pt x="390719" y="66319"/>
                  <a:pt x="390151" y="63547"/>
                </a:cubicBezTo>
                <a:cubicBezTo>
                  <a:pt x="389708" y="61467"/>
                  <a:pt x="389014" y="60032"/>
                  <a:pt x="388066" y="59245"/>
                </a:cubicBezTo>
                <a:cubicBezTo>
                  <a:pt x="387118" y="58457"/>
                  <a:pt x="385823" y="58063"/>
                  <a:pt x="384181" y="58063"/>
                </a:cubicBezTo>
                <a:cubicBezTo>
                  <a:pt x="382412" y="58063"/>
                  <a:pt x="380295" y="58536"/>
                  <a:pt x="377831" y="59482"/>
                </a:cubicBezTo>
                <a:lnTo>
                  <a:pt x="376410" y="56076"/>
                </a:lnTo>
                <a:lnTo>
                  <a:pt x="402565" y="45486"/>
                </a:lnTo>
                <a:lnTo>
                  <a:pt x="406639" y="45486"/>
                </a:lnTo>
                <a:lnTo>
                  <a:pt x="406639" y="63965"/>
                </a:lnTo>
                <a:close/>
                <a:moveTo>
                  <a:pt x="652546" y="101775"/>
                </a:moveTo>
                <a:cubicBezTo>
                  <a:pt x="650208" y="113210"/>
                  <a:pt x="645628" y="122007"/>
                  <a:pt x="638805" y="128167"/>
                </a:cubicBezTo>
                <a:cubicBezTo>
                  <a:pt x="631982" y="134327"/>
                  <a:pt x="624433" y="137406"/>
                  <a:pt x="616157" y="137406"/>
                </a:cubicBezTo>
                <a:cubicBezTo>
                  <a:pt x="606301" y="137406"/>
                  <a:pt x="597709" y="133273"/>
                  <a:pt x="590381" y="125007"/>
                </a:cubicBezTo>
                <a:cubicBezTo>
                  <a:pt x="583053" y="116739"/>
                  <a:pt x="579389" y="105568"/>
                  <a:pt x="579389" y="91494"/>
                </a:cubicBezTo>
                <a:cubicBezTo>
                  <a:pt x="579389" y="77862"/>
                  <a:pt x="583448" y="66786"/>
                  <a:pt x="591566" y="58267"/>
                </a:cubicBezTo>
                <a:cubicBezTo>
                  <a:pt x="599684" y="49747"/>
                  <a:pt x="609428" y="45486"/>
                  <a:pt x="620800" y="45486"/>
                </a:cubicBezTo>
                <a:cubicBezTo>
                  <a:pt x="629329" y="45486"/>
                  <a:pt x="636341" y="47738"/>
                  <a:pt x="641837" y="52241"/>
                </a:cubicBezTo>
                <a:cubicBezTo>
                  <a:pt x="647334" y="56742"/>
                  <a:pt x="650082" y="61417"/>
                  <a:pt x="650082" y="66266"/>
                </a:cubicBezTo>
                <a:cubicBezTo>
                  <a:pt x="650082" y="68659"/>
                  <a:pt x="649308" y="70595"/>
                  <a:pt x="647760" y="72076"/>
                </a:cubicBezTo>
                <a:cubicBezTo>
                  <a:pt x="646212" y="73555"/>
                  <a:pt x="644049" y="74294"/>
                  <a:pt x="641269" y="74294"/>
                </a:cubicBezTo>
                <a:cubicBezTo>
                  <a:pt x="637541" y="74294"/>
                  <a:pt x="634730" y="73094"/>
                  <a:pt x="632835" y="70693"/>
                </a:cubicBezTo>
                <a:cubicBezTo>
                  <a:pt x="631761" y="69366"/>
                  <a:pt x="631050" y="66839"/>
                  <a:pt x="630703" y="63112"/>
                </a:cubicBezTo>
                <a:cubicBezTo>
                  <a:pt x="630355" y="59385"/>
                  <a:pt x="629076" y="56542"/>
                  <a:pt x="626865" y="54583"/>
                </a:cubicBezTo>
                <a:cubicBezTo>
                  <a:pt x="624654" y="52688"/>
                  <a:pt x="621590" y="51741"/>
                  <a:pt x="617673" y="51741"/>
                </a:cubicBezTo>
                <a:cubicBezTo>
                  <a:pt x="611355" y="51741"/>
                  <a:pt x="606270" y="54078"/>
                  <a:pt x="602416" y="58753"/>
                </a:cubicBezTo>
                <a:cubicBezTo>
                  <a:pt x="597299" y="64944"/>
                  <a:pt x="594740" y="73125"/>
                  <a:pt x="594740" y="83297"/>
                </a:cubicBezTo>
                <a:cubicBezTo>
                  <a:pt x="594740" y="93657"/>
                  <a:pt x="597283" y="102802"/>
                  <a:pt x="602369" y="110731"/>
                </a:cubicBezTo>
                <a:cubicBezTo>
                  <a:pt x="607454" y="118659"/>
                  <a:pt x="614325" y="122623"/>
                  <a:pt x="622980" y="122623"/>
                </a:cubicBezTo>
                <a:cubicBezTo>
                  <a:pt x="629171" y="122623"/>
                  <a:pt x="634730" y="120507"/>
                  <a:pt x="639658" y="116274"/>
                </a:cubicBezTo>
                <a:cubicBezTo>
                  <a:pt x="643133" y="113368"/>
                  <a:pt x="646512" y="108093"/>
                  <a:pt x="649798" y="100449"/>
                </a:cubicBezTo>
                <a:lnTo>
                  <a:pt x="652546" y="101775"/>
                </a:lnTo>
                <a:close/>
                <a:moveTo>
                  <a:pt x="695033" y="0"/>
                </a:moveTo>
                <a:lnTo>
                  <a:pt x="695033" y="115054"/>
                </a:lnTo>
                <a:cubicBezTo>
                  <a:pt x="695033" y="120483"/>
                  <a:pt x="695428" y="124082"/>
                  <a:pt x="696218" y="125851"/>
                </a:cubicBezTo>
                <a:cubicBezTo>
                  <a:pt x="697008" y="127618"/>
                  <a:pt x="698224" y="128960"/>
                  <a:pt x="699866" y="129876"/>
                </a:cubicBezTo>
                <a:cubicBezTo>
                  <a:pt x="701509" y="130790"/>
                  <a:pt x="704573" y="131247"/>
                  <a:pt x="709058" y="131247"/>
                </a:cubicBezTo>
                <a:lnTo>
                  <a:pt x="709058" y="134753"/>
                </a:lnTo>
                <a:lnTo>
                  <a:pt x="666510" y="134753"/>
                </a:lnTo>
                <a:lnTo>
                  <a:pt x="666510" y="131247"/>
                </a:lnTo>
                <a:cubicBezTo>
                  <a:pt x="670490" y="131247"/>
                  <a:pt x="673206" y="130837"/>
                  <a:pt x="674659" y="130018"/>
                </a:cubicBezTo>
                <a:cubicBezTo>
                  <a:pt x="676112" y="129196"/>
                  <a:pt x="677250" y="127839"/>
                  <a:pt x="678071" y="125946"/>
                </a:cubicBezTo>
                <a:cubicBezTo>
                  <a:pt x="678892" y="124051"/>
                  <a:pt x="679303" y="120420"/>
                  <a:pt x="679303" y="115054"/>
                </a:cubicBezTo>
                <a:lnTo>
                  <a:pt x="679303" y="36268"/>
                </a:lnTo>
                <a:cubicBezTo>
                  <a:pt x="679303" y="26483"/>
                  <a:pt x="679082" y="20471"/>
                  <a:pt x="678639" y="18230"/>
                </a:cubicBezTo>
                <a:cubicBezTo>
                  <a:pt x="678197" y="15987"/>
                  <a:pt x="677487" y="14456"/>
                  <a:pt x="676507" y="13637"/>
                </a:cubicBezTo>
                <a:cubicBezTo>
                  <a:pt x="675528" y="12816"/>
                  <a:pt x="674280" y="12405"/>
                  <a:pt x="672764" y="12405"/>
                </a:cubicBezTo>
                <a:cubicBezTo>
                  <a:pt x="671122" y="12405"/>
                  <a:pt x="669037" y="12910"/>
                  <a:pt x="666510" y="13921"/>
                </a:cubicBezTo>
                <a:lnTo>
                  <a:pt x="664899" y="10605"/>
                </a:lnTo>
                <a:lnTo>
                  <a:pt x="690769" y="0"/>
                </a:lnTo>
                <a:lnTo>
                  <a:pt x="695033" y="0"/>
                </a:lnTo>
                <a:close/>
                <a:moveTo>
                  <a:pt x="741119" y="0"/>
                </a:moveTo>
                <a:cubicBezTo>
                  <a:pt x="743772" y="0"/>
                  <a:pt x="746030" y="937"/>
                  <a:pt x="747894" y="2810"/>
                </a:cubicBezTo>
                <a:cubicBezTo>
                  <a:pt x="749758" y="4682"/>
                  <a:pt x="750690" y="6951"/>
                  <a:pt x="750690" y="9618"/>
                </a:cubicBezTo>
                <a:cubicBezTo>
                  <a:pt x="750690" y="12286"/>
                  <a:pt x="749758" y="14572"/>
                  <a:pt x="747894" y="16477"/>
                </a:cubicBezTo>
                <a:cubicBezTo>
                  <a:pt x="746030" y="18380"/>
                  <a:pt x="743772" y="19332"/>
                  <a:pt x="741119" y="19332"/>
                </a:cubicBezTo>
                <a:cubicBezTo>
                  <a:pt x="738465" y="19332"/>
                  <a:pt x="736191" y="18380"/>
                  <a:pt x="734296" y="16477"/>
                </a:cubicBezTo>
                <a:cubicBezTo>
                  <a:pt x="732400" y="14572"/>
                  <a:pt x="731453" y="12286"/>
                  <a:pt x="731453" y="9618"/>
                </a:cubicBezTo>
                <a:cubicBezTo>
                  <a:pt x="731453" y="6951"/>
                  <a:pt x="732385" y="4682"/>
                  <a:pt x="734248" y="2810"/>
                </a:cubicBezTo>
                <a:cubicBezTo>
                  <a:pt x="736112" y="937"/>
                  <a:pt x="738402" y="0"/>
                  <a:pt x="741119" y="0"/>
                </a:cubicBezTo>
                <a:moveTo>
                  <a:pt x="748984" y="45486"/>
                </a:moveTo>
                <a:lnTo>
                  <a:pt x="748984" y="115078"/>
                </a:lnTo>
                <a:cubicBezTo>
                  <a:pt x="748984" y="120499"/>
                  <a:pt x="749379" y="124108"/>
                  <a:pt x="750168" y="125904"/>
                </a:cubicBezTo>
                <a:cubicBezTo>
                  <a:pt x="750958" y="127701"/>
                  <a:pt x="752127" y="129041"/>
                  <a:pt x="753675" y="129923"/>
                </a:cubicBezTo>
                <a:cubicBezTo>
                  <a:pt x="755222" y="130805"/>
                  <a:pt x="758049" y="131247"/>
                  <a:pt x="762156" y="131247"/>
                </a:cubicBezTo>
                <a:lnTo>
                  <a:pt x="762156" y="134753"/>
                </a:lnTo>
                <a:lnTo>
                  <a:pt x="719986" y="134753"/>
                </a:lnTo>
                <a:lnTo>
                  <a:pt x="719986" y="131247"/>
                </a:lnTo>
                <a:cubicBezTo>
                  <a:pt x="724219" y="131247"/>
                  <a:pt x="727062" y="130837"/>
                  <a:pt x="728515" y="130018"/>
                </a:cubicBezTo>
                <a:cubicBezTo>
                  <a:pt x="729968" y="129198"/>
                  <a:pt x="731121" y="127843"/>
                  <a:pt x="731974" y="125952"/>
                </a:cubicBezTo>
                <a:cubicBezTo>
                  <a:pt x="732827" y="124061"/>
                  <a:pt x="733253" y="120436"/>
                  <a:pt x="733253" y="115078"/>
                </a:cubicBezTo>
                <a:lnTo>
                  <a:pt x="733253" y="81700"/>
                </a:lnTo>
                <a:cubicBezTo>
                  <a:pt x="733253" y="72307"/>
                  <a:pt x="732969" y="66225"/>
                  <a:pt x="732400" y="63453"/>
                </a:cubicBezTo>
                <a:cubicBezTo>
                  <a:pt x="731958" y="61435"/>
                  <a:pt x="731263" y="60032"/>
                  <a:pt x="730316" y="59245"/>
                </a:cubicBezTo>
                <a:cubicBezTo>
                  <a:pt x="729368" y="58457"/>
                  <a:pt x="728073" y="58063"/>
                  <a:pt x="726430" y="58063"/>
                </a:cubicBezTo>
                <a:cubicBezTo>
                  <a:pt x="724661" y="58063"/>
                  <a:pt x="722513" y="58536"/>
                  <a:pt x="719986" y="59482"/>
                </a:cubicBezTo>
                <a:lnTo>
                  <a:pt x="718660" y="56076"/>
                </a:lnTo>
                <a:lnTo>
                  <a:pt x="744814" y="45486"/>
                </a:lnTo>
                <a:lnTo>
                  <a:pt x="748984" y="45486"/>
                </a:lnTo>
                <a:close/>
                <a:moveTo>
                  <a:pt x="787488" y="80738"/>
                </a:moveTo>
                <a:cubicBezTo>
                  <a:pt x="787425" y="93596"/>
                  <a:pt x="790552" y="103682"/>
                  <a:pt x="796870" y="110994"/>
                </a:cubicBezTo>
                <a:cubicBezTo>
                  <a:pt x="803187" y="118305"/>
                  <a:pt x="810610" y="121960"/>
                  <a:pt x="819139" y="121960"/>
                </a:cubicBezTo>
                <a:cubicBezTo>
                  <a:pt x="824825" y="121960"/>
                  <a:pt x="829768" y="120396"/>
                  <a:pt x="833969" y="117269"/>
                </a:cubicBezTo>
                <a:cubicBezTo>
                  <a:pt x="838170" y="114142"/>
                  <a:pt x="841693" y="108788"/>
                  <a:pt x="844535" y="101207"/>
                </a:cubicBezTo>
                <a:lnTo>
                  <a:pt x="847473" y="103102"/>
                </a:lnTo>
                <a:cubicBezTo>
                  <a:pt x="846146" y="111757"/>
                  <a:pt x="842293" y="119638"/>
                  <a:pt x="835912" y="126745"/>
                </a:cubicBezTo>
                <a:cubicBezTo>
                  <a:pt x="829531" y="133853"/>
                  <a:pt x="821540" y="137406"/>
                  <a:pt x="811937" y="137406"/>
                </a:cubicBezTo>
                <a:cubicBezTo>
                  <a:pt x="801513" y="137406"/>
                  <a:pt x="792590" y="133356"/>
                  <a:pt x="785166" y="125256"/>
                </a:cubicBezTo>
                <a:cubicBezTo>
                  <a:pt x="777743" y="117154"/>
                  <a:pt x="774032" y="106262"/>
                  <a:pt x="774032" y="92580"/>
                </a:cubicBezTo>
                <a:cubicBezTo>
                  <a:pt x="774032" y="77766"/>
                  <a:pt x="777838" y="66214"/>
                  <a:pt x="785451" y="57924"/>
                </a:cubicBezTo>
                <a:cubicBezTo>
                  <a:pt x="793063" y="49632"/>
                  <a:pt x="802619" y="45486"/>
                  <a:pt x="814117" y="45486"/>
                </a:cubicBezTo>
                <a:cubicBezTo>
                  <a:pt x="823846" y="45486"/>
                  <a:pt x="831837" y="48684"/>
                  <a:pt x="838092" y="55081"/>
                </a:cubicBezTo>
                <a:cubicBezTo>
                  <a:pt x="844346" y="61476"/>
                  <a:pt x="847473" y="70028"/>
                  <a:pt x="847473" y="80738"/>
                </a:cubicBezTo>
                <a:lnTo>
                  <a:pt x="787488" y="80738"/>
                </a:lnTo>
                <a:moveTo>
                  <a:pt x="787488" y="75242"/>
                </a:moveTo>
                <a:lnTo>
                  <a:pt x="827668" y="75242"/>
                </a:lnTo>
                <a:cubicBezTo>
                  <a:pt x="827352" y="69682"/>
                  <a:pt x="826688" y="65766"/>
                  <a:pt x="825678" y="63491"/>
                </a:cubicBezTo>
                <a:cubicBezTo>
                  <a:pt x="824098" y="59953"/>
                  <a:pt x="821745" y="57174"/>
                  <a:pt x="818618" y="55152"/>
                </a:cubicBezTo>
                <a:cubicBezTo>
                  <a:pt x="815491" y="53130"/>
                  <a:pt x="812221" y="52120"/>
                  <a:pt x="808810" y="52120"/>
                </a:cubicBezTo>
                <a:cubicBezTo>
                  <a:pt x="803566" y="52120"/>
                  <a:pt x="798875" y="54157"/>
                  <a:pt x="794737" y="58232"/>
                </a:cubicBezTo>
                <a:cubicBezTo>
                  <a:pt x="790599" y="62307"/>
                  <a:pt x="788183" y="67977"/>
                  <a:pt x="787488" y="75242"/>
                </a:cubicBezTo>
                <a:close/>
                <a:moveTo>
                  <a:pt x="884560" y="63870"/>
                </a:moveTo>
                <a:cubicBezTo>
                  <a:pt x="894731" y="51614"/>
                  <a:pt x="904428" y="45486"/>
                  <a:pt x="913652" y="45486"/>
                </a:cubicBezTo>
                <a:cubicBezTo>
                  <a:pt x="918390" y="45486"/>
                  <a:pt x="922465" y="46669"/>
                  <a:pt x="925876" y="49034"/>
                </a:cubicBezTo>
                <a:cubicBezTo>
                  <a:pt x="929288" y="51397"/>
                  <a:pt x="932004" y="55289"/>
                  <a:pt x="934026" y="60710"/>
                </a:cubicBezTo>
                <a:cubicBezTo>
                  <a:pt x="935416" y="64491"/>
                  <a:pt x="936111" y="70290"/>
                  <a:pt x="936111" y="78108"/>
                </a:cubicBezTo>
                <a:lnTo>
                  <a:pt x="936111" y="115078"/>
                </a:lnTo>
                <a:cubicBezTo>
                  <a:pt x="936111" y="120562"/>
                  <a:pt x="936553" y="124282"/>
                  <a:pt x="937437" y="126236"/>
                </a:cubicBezTo>
                <a:cubicBezTo>
                  <a:pt x="938132" y="127812"/>
                  <a:pt x="939254" y="129041"/>
                  <a:pt x="940801" y="129923"/>
                </a:cubicBezTo>
                <a:cubicBezTo>
                  <a:pt x="942349" y="130805"/>
                  <a:pt x="945208" y="131247"/>
                  <a:pt x="949377" y="131247"/>
                </a:cubicBezTo>
                <a:lnTo>
                  <a:pt x="949377" y="134753"/>
                </a:lnTo>
                <a:lnTo>
                  <a:pt x="906450" y="134753"/>
                </a:lnTo>
                <a:lnTo>
                  <a:pt x="906450" y="131247"/>
                </a:lnTo>
                <a:lnTo>
                  <a:pt x="908250" y="131247"/>
                </a:lnTo>
                <a:cubicBezTo>
                  <a:pt x="912293" y="131247"/>
                  <a:pt x="915121" y="130634"/>
                  <a:pt x="916732" y="129408"/>
                </a:cubicBezTo>
                <a:cubicBezTo>
                  <a:pt x="918343" y="128182"/>
                  <a:pt x="919464" y="126375"/>
                  <a:pt x="920096" y="123988"/>
                </a:cubicBezTo>
                <a:cubicBezTo>
                  <a:pt x="920348" y="123045"/>
                  <a:pt x="920475" y="120090"/>
                  <a:pt x="920475" y="115125"/>
                </a:cubicBezTo>
                <a:lnTo>
                  <a:pt x="920475" y="79770"/>
                </a:lnTo>
                <a:cubicBezTo>
                  <a:pt x="920475" y="71914"/>
                  <a:pt x="919448" y="66211"/>
                  <a:pt x="917395" y="62659"/>
                </a:cubicBezTo>
                <a:cubicBezTo>
                  <a:pt x="915342" y="59107"/>
                  <a:pt x="911883" y="57332"/>
                  <a:pt x="907018" y="57332"/>
                </a:cubicBezTo>
                <a:cubicBezTo>
                  <a:pt x="899500" y="57332"/>
                  <a:pt x="892014" y="61417"/>
                  <a:pt x="884560" y="69589"/>
                </a:cubicBezTo>
                <a:lnTo>
                  <a:pt x="884560" y="115125"/>
                </a:lnTo>
                <a:cubicBezTo>
                  <a:pt x="884560" y="120971"/>
                  <a:pt x="884907" y="124585"/>
                  <a:pt x="885602" y="125967"/>
                </a:cubicBezTo>
                <a:cubicBezTo>
                  <a:pt x="886486" y="127789"/>
                  <a:pt x="887702" y="129124"/>
                  <a:pt x="889250" y="129973"/>
                </a:cubicBezTo>
                <a:cubicBezTo>
                  <a:pt x="890798" y="130822"/>
                  <a:pt x="893941" y="131247"/>
                  <a:pt x="898679" y="131247"/>
                </a:cubicBezTo>
                <a:lnTo>
                  <a:pt x="898679" y="134753"/>
                </a:lnTo>
                <a:lnTo>
                  <a:pt x="855752" y="134753"/>
                </a:lnTo>
                <a:lnTo>
                  <a:pt x="855752" y="131247"/>
                </a:lnTo>
                <a:lnTo>
                  <a:pt x="857647" y="131247"/>
                </a:lnTo>
                <a:cubicBezTo>
                  <a:pt x="862069" y="131247"/>
                  <a:pt x="865054" y="130128"/>
                  <a:pt x="866602" y="127892"/>
                </a:cubicBezTo>
                <a:cubicBezTo>
                  <a:pt x="868150" y="125653"/>
                  <a:pt x="868924" y="121381"/>
                  <a:pt x="868924" y="115078"/>
                </a:cubicBezTo>
                <a:lnTo>
                  <a:pt x="868924" y="82929"/>
                </a:lnTo>
                <a:cubicBezTo>
                  <a:pt x="868924" y="72529"/>
                  <a:pt x="868687" y="66195"/>
                  <a:pt x="868213" y="63927"/>
                </a:cubicBezTo>
                <a:cubicBezTo>
                  <a:pt x="867739" y="61656"/>
                  <a:pt x="867013" y="60111"/>
                  <a:pt x="866033" y="59292"/>
                </a:cubicBezTo>
                <a:cubicBezTo>
                  <a:pt x="865054" y="58473"/>
                  <a:pt x="863743" y="58063"/>
                  <a:pt x="862101" y="58063"/>
                </a:cubicBezTo>
                <a:cubicBezTo>
                  <a:pt x="860332" y="58063"/>
                  <a:pt x="858215" y="58536"/>
                  <a:pt x="855752" y="59482"/>
                </a:cubicBezTo>
                <a:lnTo>
                  <a:pt x="854330" y="56076"/>
                </a:lnTo>
                <a:lnTo>
                  <a:pt x="880485" y="45486"/>
                </a:lnTo>
                <a:lnTo>
                  <a:pt x="884560" y="45486"/>
                </a:lnTo>
                <a:lnTo>
                  <a:pt x="884560" y="63870"/>
                </a:lnTo>
                <a:close/>
                <a:moveTo>
                  <a:pt x="981502" y="19332"/>
                </a:moveTo>
                <a:lnTo>
                  <a:pt x="981502" y="47950"/>
                </a:lnTo>
                <a:lnTo>
                  <a:pt x="1001781" y="47950"/>
                </a:lnTo>
                <a:lnTo>
                  <a:pt x="1001781" y="54583"/>
                </a:lnTo>
                <a:lnTo>
                  <a:pt x="981502" y="54583"/>
                </a:lnTo>
                <a:lnTo>
                  <a:pt x="981502" y="110796"/>
                </a:lnTo>
                <a:cubicBezTo>
                  <a:pt x="981502" y="116412"/>
                  <a:pt x="982308" y="120199"/>
                  <a:pt x="983919" y="122155"/>
                </a:cubicBezTo>
                <a:cubicBezTo>
                  <a:pt x="985529" y="124110"/>
                  <a:pt x="987598" y="125087"/>
                  <a:pt x="990125" y="125087"/>
                </a:cubicBezTo>
                <a:cubicBezTo>
                  <a:pt x="992210" y="125087"/>
                  <a:pt x="994232" y="124440"/>
                  <a:pt x="996190" y="123144"/>
                </a:cubicBezTo>
                <a:cubicBezTo>
                  <a:pt x="998149" y="121849"/>
                  <a:pt x="999665" y="119938"/>
                  <a:pt x="1000739" y="117411"/>
                </a:cubicBezTo>
                <a:lnTo>
                  <a:pt x="1004435" y="117411"/>
                </a:lnTo>
                <a:cubicBezTo>
                  <a:pt x="1002224" y="123620"/>
                  <a:pt x="999096" y="128316"/>
                  <a:pt x="995053" y="131498"/>
                </a:cubicBezTo>
                <a:cubicBezTo>
                  <a:pt x="991010" y="134679"/>
                  <a:pt x="986840" y="136269"/>
                  <a:pt x="982544" y="136269"/>
                </a:cubicBezTo>
                <a:cubicBezTo>
                  <a:pt x="979638" y="136269"/>
                  <a:pt x="976795" y="135463"/>
                  <a:pt x="974016" y="133850"/>
                </a:cubicBezTo>
                <a:cubicBezTo>
                  <a:pt x="971236" y="132237"/>
                  <a:pt x="969183" y="129929"/>
                  <a:pt x="967856" y="126926"/>
                </a:cubicBezTo>
                <a:cubicBezTo>
                  <a:pt x="966530" y="123921"/>
                  <a:pt x="965866" y="119288"/>
                  <a:pt x="965866" y="113026"/>
                </a:cubicBezTo>
                <a:lnTo>
                  <a:pt x="965866" y="54583"/>
                </a:lnTo>
                <a:lnTo>
                  <a:pt x="952126" y="54583"/>
                </a:lnTo>
                <a:lnTo>
                  <a:pt x="952126" y="51456"/>
                </a:lnTo>
                <a:cubicBezTo>
                  <a:pt x="955600" y="50062"/>
                  <a:pt x="959154" y="47702"/>
                  <a:pt x="962786" y="44376"/>
                </a:cubicBezTo>
                <a:cubicBezTo>
                  <a:pt x="966419" y="41049"/>
                  <a:pt x="969657" y="37105"/>
                  <a:pt x="972500" y="32542"/>
                </a:cubicBezTo>
                <a:cubicBezTo>
                  <a:pt x="973953" y="30136"/>
                  <a:pt x="975974" y="25732"/>
                  <a:pt x="978564" y="19332"/>
                </a:cubicBezTo>
                <a:lnTo>
                  <a:pt x="981502" y="19332"/>
                </a:lnTo>
                <a:close/>
                <a:moveTo>
                  <a:pt x="1066250" y="45486"/>
                </a:moveTo>
                <a:lnTo>
                  <a:pt x="1066250" y="74863"/>
                </a:lnTo>
                <a:lnTo>
                  <a:pt x="1063123" y="74863"/>
                </a:lnTo>
                <a:cubicBezTo>
                  <a:pt x="1060723" y="65649"/>
                  <a:pt x="1057643" y="59382"/>
                  <a:pt x="1053884" y="56061"/>
                </a:cubicBezTo>
                <a:cubicBezTo>
                  <a:pt x="1050125" y="52739"/>
                  <a:pt x="1045339" y="51077"/>
                  <a:pt x="1039527" y="51077"/>
                </a:cubicBezTo>
                <a:cubicBezTo>
                  <a:pt x="1035105" y="51077"/>
                  <a:pt x="1031536" y="52245"/>
                  <a:pt x="1028819" y="54581"/>
                </a:cubicBezTo>
                <a:cubicBezTo>
                  <a:pt x="1026103" y="56914"/>
                  <a:pt x="1024744" y="59501"/>
                  <a:pt x="1024744" y="62342"/>
                </a:cubicBezTo>
                <a:cubicBezTo>
                  <a:pt x="1024744" y="65876"/>
                  <a:pt x="1025755" y="68905"/>
                  <a:pt x="1027777" y="71428"/>
                </a:cubicBezTo>
                <a:cubicBezTo>
                  <a:pt x="1029735" y="74016"/>
                  <a:pt x="1033715" y="76761"/>
                  <a:pt x="1039717" y="79663"/>
                </a:cubicBezTo>
                <a:lnTo>
                  <a:pt x="1053552" y="86385"/>
                </a:lnTo>
                <a:cubicBezTo>
                  <a:pt x="1066377" y="92632"/>
                  <a:pt x="1072789" y="100867"/>
                  <a:pt x="1072789" y="111092"/>
                </a:cubicBezTo>
                <a:cubicBezTo>
                  <a:pt x="1072789" y="118979"/>
                  <a:pt x="1069804" y="125337"/>
                  <a:pt x="1063834" y="130166"/>
                </a:cubicBezTo>
                <a:cubicBezTo>
                  <a:pt x="1057864" y="134993"/>
                  <a:pt x="1051183" y="137406"/>
                  <a:pt x="1043792" y="137406"/>
                </a:cubicBezTo>
                <a:cubicBezTo>
                  <a:pt x="1038485" y="137406"/>
                  <a:pt x="1032420" y="136459"/>
                  <a:pt x="1025597" y="134563"/>
                </a:cubicBezTo>
                <a:cubicBezTo>
                  <a:pt x="1023512" y="133932"/>
                  <a:pt x="1021807" y="133616"/>
                  <a:pt x="1020480" y="133616"/>
                </a:cubicBezTo>
                <a:cubicBezTo>
                  <a:pt x="1019027" y="133616"/>
                  <a:pt x="1017890" y="134437"/>
                  <a:pt x="1017068" y="136080"/>
                </a:cubicBezTo>
                <a:lnTo>
                  <a:pt x="1013941" y="136080"/>
                </a:lnTo>
                <a:lnTo>
                  <a:pt x="1013941" y="104997"/>
                </a:lnTo>
                <a:lnTo>
                  <a:pt x="1017068" y="104997"/>
                </a:lnTo>
                <a:cubicBezTo>
                  <a:pt x="1018837" y="113874"/>
                  <a:pt x="1022217" y="120562"/>
                  <a:pt x="1027208" y="125063"/>
                </a:cubicBezTo>
                <a:cubicBezTo>
                  <a:pt x="1032199" y="129565"/>
                  <a:pt x="1037790" y="131815"/>
                  <a:pt x="1043981" y="131815"/>
                </a:cubicBezTo>
                <a:cubicBezTo>
                  <a:pt x="1048340" y="131815"/>
                  <a:pt x="1051894" y="130538"/>
                  <a:pt x="1054642" y="127983"/>
                </a:cubicBezTo>
                <a:cubicBezTo>
                  <a:pt x="1057390" y="125427"/>
                  <a:pt x="1058764" y="122350"/>
                  <a:pt x="1058764" y="118753"/>
                </a:cubicBezTo>
                <a:cubicBezTo>
                  <a:pt x="1058764" y="114398"/>
                  <a:pt x="1057232" y="110737"/>
                  <a:pt x="1054168" y="107772"/>
                </a:cubicBezTo>
                <a:cubicBezTo>
                  <a:pt x="1051104" y="104807"/>
                  <a:pt x="1044992" y="101053"/>
                  <a:pt x="1035832" y="96510"/>
                </a:cubicBezTo>
                <a:cubicBezTo>
                  <a:pt x="1026671" y="91965"/>
                  <a:pt x="1020669" y="87863"/>
                  <a:pt x="1017827" y="84203"/>
                </a:cubicBezTo>
                <a:cubicBezTo>
                  <a:pt x="1014984" y="80606"/>
                  <a:pt x="1013562" y="76062"/>
                  <a:pt x="1013562" y="70572"/>
                </a:cubicBezTo>
                <a:cubicBezTo>
                  <a:pt x="1013562" y="63441"/>
                  <a:pt x="1016010" y="57478"/>
                  <a:pt x="1020906" y="52682"/>
                </a:cubicBezTo>
                <a:cubicBezTo>
                  <a:pt x="1025802" y="47885"/>
                  <a:pt x="1032136" y="45486"/>
                  <a:pt x="1039906" y="45486"/>
                </a:cubicBezTo>
                <a:cubicBezTo>
                  <a:pt x="1043318" y="45486"/>
                  <a:pt x="1047456" y="46213"/>
                  <a:pt x="1052320" y="47666"/>
                </a:cubicBezTo>
                <a:cubicBezTo>
                  <a:pt x="1055542" y="48613"/>
                  <a:pt x="1057690" y="49087"/>
                  <a:pt x="1058764" y="49087"/>
                </a:cubicBezTo>
                <a:cubicBezTo>
                  <a:pt x="1059775" y="49087"/>
                  <a:pt x="1060565" y="48866"/>
                  <a:pt x="1061133" y="48424"/>
                </a:cubicBezTo>
                <a:cubicBezTo>
                  <a:pt x="1061702" y="47982"/>
                  <a:pt x="1062365" y="47002"/>
                  <a:pt x="1063123" y="45486"/>
                </a:cubicBezTo>
                <a:lnTo>
                  <a:pt x="1066250" y="45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……">
            <a:extLst xmlns:a="http://schemas.openxmlformats.org/drawingml/2006/main">
              <a:ext uri="{FF2B5EF4-FFF2-40B4-BE49-F238E27FC236}">
                <a16:creationId xmlns:a16="http://schemas.microsoft.com/office/drawing/2014/main" id="{67390D63-7491-4E5A-BA24-2B87D7DF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13" y="575344"/>
            <a:ext cx="197015" cy="17671"/>
          </a:xfrm>
          <a:custGeom xmlns:a="http://schemas.openxmlformats.org/drawingml/2006/main">
            <a:pathLst>
              <a:path w="197015" h="17671">
                <a:moveTo>
                  <a:pt x="8731" y="0"/>
                </a:moveTo>
                <a:cubicBezTo>
                  <a:pt x="11185" y="0"/>
                  <a:pt x="13262" y="862"/>
                  <a:pt x="14963" y="2585"/>
                </a:cubicBezTo>
                <a:cubicBezTo>
                  <a:pt x="16663" y="4308"/>
                  <a:pt x="17514" y="6382"/>
                  <a:pt x="17514" y="8809"/>
                </a:cubicBezTo>
                <a:cubicBezTo>
                  <a:pt x="17514" y="11236"/>
                  <a:pt x="16655" y="13303"/>
                  <a:pt x="14937" y="15009"/>
                </a:cubicBezTo>
                <a:cubicBezTo>
                  <a:pt x="13218" y="16714"/>
                  <a:pt x="11150" y="17566"/>
                  <a:pt x="8731" y="17566"/>
                </a:cubicBezTo>
                <a:cubicBezTo>
                  <a:pt x="6311" y="17566"/>
                  <a:pt x="4251" y="16714"/>
                  <a:pt x="2551" y="15009"/>
                </a:cubicBezTo>
                <a:cubicBezTo>
                  <a:pt x="850" y="13303"/>
                  <a:pt x="0" y="11236"/>
                  <a:pt x="0" y="8809"/>
                </a:cubicBezTo>
                <a:cubicBezTo>
                  <a:pt x="0" y="6382"/>
                  <a:pt x="850" y="4308"/>
                  <a:pt x="2551" y="2585"/>
                </a:cubicBezTo>
                <a:cubicBezTo>
                  <a:pt x="4251" y="862"/>
                  <a:pt x="6311" y="0"/>
                  <a:pt x="8731" y="0"/>
                </a:cubicBezTo>
                <a:moveTo>
                  <a:pt x="44652" y="105"/>
                </a:moveTo>
                <a:cubicBezTo>
                  <a:pt x="47071" y="105"/>
                  <a:pt x="49131" y="955"/>
                  <a:pt x="50832" y="2656"/>
                </a:cubicBezTo>
                <a:cubicBezTo>
                  <a:pt x="52532" y="4356"/>
                  <a:pt x="53382" y="6416"/>
                  <a:pt x="53382" y="8836"/>
                </a:cubicBezTo>
                <a:cubicBezTo>
                  <a:pt x="53382" y="11255"/>
                  <a:pt x="52532" y="13315"/>
                  <a:pt x="50832" y="15015"/>
                </a:cubicBezTo>
                <a:cubicBezTo>
                  <a:pt x="49131" y="16716"/>
                  <a:pt x="47071" y="17566"/>
                  <a:pt x="44652" y="17566"/>
                </a:cubicBezTo>
                <a:cubicBezTo>
                  <a:pt x="42233" y="17566"/>
                  <a:pt x="40173" y="16716"/>
                  <a:pt x="38472" y="15015"/>
                </a:cubicBezTo>
                <a:cubicBezTo>
                  <a:pt x="36772" y="13315"/>
                  <a:pt x="35921" y="11255"/>
                  <a:pt x="35921" y="8836"/>
                </a:cubicBezTo>
                <a:cubicBezTo>
                  <a:pt x="35921" y="6416"/>
                  <a:pt x="36772" y="4356"/>
                  <a:pt x="38472" y="2656"/>
                </a:cubicBezTo>
                <a:cubicBezTo>
                  <a:pt x="40173" y="955"/>
                  <a:pt x="42233" y="105"/>
                  <a:pt x="44652" y="105"/>
                </a:cubicBezTo>
                <a:moveTo>
                  <a:pt x="80573" y="210"/>
                </a:moveTo>
                <a:cubicBezTo>
                  <a:pt x="83028" y="210"/>
                  <a:pt x="85096" y="1061"/>
                  <a:pt x="86779" y="2761"/>
                </a:cubicBezTo>
                <a:cubicBezTo>
                  <a:pt x="88462" y="4462"/>
                  <a:pt x="89304" y="6522"/>
                  <a:pt x="89304" y="8941"/>
                </a:cubicBezTo>
                <a:cubicBezTo>
                  <a:pt x="89304" y="11360"/>
                  <a:pt x="88453" y="13420"/>
                  <a:pt x="86753" y="15121"/>
                </a:cubicBezTo>
                <a:cubicBezTo>
                  <a:pt x="85052" y="16821"/>
                  <a:pt x="82992" y="17671"/>
                  <a:pt x="80573" y="17671"/>
                </a:cubicBezTo>
                <a:cubicBezTo>
                  <a:pt x="78154" y="17671"/>
                  <a:pt x="76094" y="16821"/>
                  <a:pt x="74393" y="15121"/>
                </a:cubicBezTo>
                <a:cubicBezTo>
                  <a:pt x="72693" y="13420"/>
                  <a:pt x="71843" y="11360"/>
                  <a:pt x="71843" y="8941"/>
                </a:cubicBezTo>
                <a:cubicBezTo>
                  <a:pt x="71843" y="6522"/>
                  <a:pt x="72693" y="4462"/>
                  <a:pt x="74393" y="2761"/>
                </a:cubicBezTo>
                <a:cubicBezTo>
                  <a:pt x="76094" y="1061"/>
                  <a:pt x="78154" y="210"/>
                  <a:pt x="80573" y="210"/>
                </a:cubicBezTo>
                <a:close/>
                <a:moveTo>
                  <a:pt x="116442" y="0"/>
                </a:moveTo>
                <a:cubicBezTo>
                  <a:pt x="118896" y="0"/>
                  <a:pt x="120974" y="862"/>
                  <a:pt x="122674" y="2585"/>
                </a:cubicBezTo>
                <a:cubicBezTo>
                  <a:pt x="124375" y="4308"/>
                  <a:pt x="125225" y="6382"/>
                  <a:pt x="125225" y="8809"/>
                </a:cubicBezTo>
                <a:cubicBezTo>
                  <a:pt x="125225" y="11236"/>
                  <a:pt x="124366" y="13303"/>
                  <a:pt x="122648" y="15009"/>
                </a:cubicBezTo>
                <a:cubicBezTo>
                  <a:pt x="120930" y="16714"/>
                  <a:pt x="118861" y="17566"/>
                  <a:pt x="116442" y="17566"/>
                </a:cubicBezTo>
                <a:cubicBezTo>
                  <a:pt x="114023" y="17566"/>
                  <a:pt x="111963" y="16714"/>
                  <a:pt x="110262" y="15009"/>
                </a:cubicBezTo>
                <a:cubicBezTo>
                  <a:pt x="108562" y="13303"/>
                  <a:pt x="107712" y="11236"/>
                  <a:pt x="107712" y="8809"/>
                </a:cubicBezTo>
                <a:cubicBezTo>
                  <a:pt x="107712" y="6382"/>
                  <a:pt x="108562" y="4308"/>
                  <a:pt x="110262" y="2585"/>
                </a:cubicBezTo>
                <a:cubicBezTo>
                  <a:pt x="111963" y="862"/>
                  <a:pt x="114023" y="0"/>
                  <a:pt x="116442" y="0"/>
                </a:cubicBezTo>
                <a:moveTo>
                  <a:pt x="152363" y="105"/>
                </a:moveTo>
                <a:cubicBezTo>
                  <a:pt x="154783" y="105"/>
                  <a:pt x="156843" y="955"/>
                  <a:pt x="158543" y="2656"/>
                </a:cubicBezTo>
                <a:cubicBezTo>
                  <a:pt x="160244" y="4356"/>
                  <a:pt x="161094" y="6416"/>
                  <a:pt x="161094" y="8836"/>
                </a:cubicBezTo>
                <a:cubicBezTo>
                  <a:pt x="161094" y="11255"/>
                  <a:pt x="160244" y="13315"/>
                  <a:pt x="158543" y="15015"/>
                </a:cubicBezTo>
                <a:cubicBezTo>
                  <a:pt x="156843" y="16716"/>
                  <a:pt x="154783" y="17566"/>
                  <a:pt x="152363" y="17566"/>
                </a:cubicBezTo>
                <a:cubicBezTo>
                  <a:pt x="149944" y="17566"/>
                  <a:pt x="147884" y="16716"/>
                  <a:pt x="146184" y="15015"/>
                </a:cubicBezTo>
                <a:cubicBezTo>
                  <a:pt x="144483" y="13315"/>
                  <a:pt x="143633" y="11255"/>
                  <a:pt x="143633" y="8836"/>
                </a:cubicBezTo>
                <a:cubicBezTo>
                  <a:pt x="143633" y="6416"/>
                  <a:pt x="144483" y="4356"/>
                  <a:pt x="146184" y="2656"/>
                </a:cubicBezTo>
                <a:cubicBezTo>
                  <a:pt x="147884" y="955"/>
                  <a:pt x="149944" y="105"/>
                  <a:pt x="152363" y="105"/>
                </a:cubicBezTo>
                <a:moveTo>
                  <a:pt x="188285" y="210"/>
                </a:moveTo>
                <a:cubicBezTo>
                  <a:pt x="190739" y="210"/>
                  <a:pt x="192808" y="1061"/>
                  <a:pt x="194491" y="2761"/>
                </a:cubicBezTo>
                <a:cubicBezTo>
                  <a:pt x="196174" y="4462"/>
                  <a:pt x="197015" y="6522"/>
                  <a:pt x="197015" y="8941"/>
                </a:cubicBezTo>
                <a:cubicBezTo>
                  <a:pt x="197015" y="11360"/>
                  <a:pt x="196165" y="13420"/>
                  <a:pt x="194464" y="15121"/>
                </a:cubicBezTo>
                <a:cubicBezTo>
                  <a:pt x="192764" y="16821"/>
                  <a:pt x="190704" y="17671"/>
                  <a:pt x="188285" y="17671"/>
                </a:cubicBezTo>
                <a:cubicBezTo>
                  <a:pt x="185865" y="17671"/>
                  <a:pt x="183805" y="16821"/>
                  <a:pt x="182105" y="15121"/>
                </a:cubicBezTo>
                <a:cubicBezTo>
                  <a:pt x="180404" y="13420"/>
                  <a:pt x="179554" y="11360"/>
                  <a:pt x="179554" y="8941"/>
                </a:cubicBezTo>
                <a:cubicBezTo>
                  <a:pt x="179554" y="6522"/>
                  <a:pt x="180404" y="4462"/>
                  <a:pt x="182105" y="2761"/>
                </a:cubicBezTo>
                <a:cubicBezTo>
                  <a:pt x="183805" y="1061"/>
                  <a:pt x="185865" y="210"/>
                  <a:pt x="188285" y="2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5359eeacc4dcc"/>
          <a:stretch xmlns:a="http://schemas.openxmlformats.org/drawingml/2006/main"/>
        </p:blipFill>
        <p:spPr>
          <a:xfrm xmlns:a="http://schemas.openxmlformats.org/drawingml/2006/main">
            <a:off x="1102737" y="391001"/>
            <a:ext cx="316827" cy="316827"/>
          </a:xfrm>
          <a:prstGeom xmlns:a="http://schemas.openxmlformats.org/drawingml/2006/main" prst="rect">
            <a:avLst/>
          </a:prstGeom>
        </p:spPr>
      </p:pic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F682C-4C97-4E51-9786-F934B6A9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35" y="794433"/>
            <a:ext cx="10" cy="6548826"/>
          </a:xfrm>
          <a:custGeom xmlns:a="http://schemas.openxmlformats.org/drawingml/2006/main">
            <a:pathLst>
              <a:path w="1" h="6548826" fill="none">
                <a:moveTo>
                  <a:pt x="0" y="0"/>
                </a:moveTo>
                <a:lnTo>
                  <a:pt x="0" y="6548826"/>
                </a:lnTo>
              </a:path>
            </a:pathLst>
          </a:custGeom>
          <a:noFill xmlns:a="http://schemas.openxmlformats.org/drawingml/2006/main"/>
          <a:ln xmlns:a="http://schemas.openxmlformats.org/drawingml/2006/main" w="16173" cap="flat">
            <a:solidFill>
              <a:srgbClr val="000000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424BC-3D10-426C-AD23-6CA846A2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987" y="1354338"/>
            <a:ext cx="3595045" cy="14394"/>
          </a:xfrm>
          <a:custGeom xmlns:a="http://schemas.openxmlformats.org/drawingml/2006/main">
            <a:pathLst>
              <a:path w="3595045" h="14394" fill="none">
                <a:moveTo>
                  <a:pt x="0" y="0"/>
                </a:moveTo>
                <a:lnTo>
                  <a:pt x="3595045" y="14394"/>
                </a:lnTo>
              </a:path>
            </a:pathLst>
          </a:custGeom>
          <a:noFill xmlns:a="http://schemas.openxmlformats.org/drawingml/2006/main"/>
          <a:ln xmlns:a="http://schemas.openxmlformats.org/drawingml/2006/main" w="113210" cap="flat">
            <a:solidFill>
              <a:srgbClr val="00000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16365-4C5D-421C-A9E8-842CD8CE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975" y="1255286"/>
            <a:ext cx="226873" cy="226420"/>
          </a:xfrm>
          <a:custGeom xmlns:a="http://schemas.openxmlformats.org/drawingml/2006/main">
            <a:pathLst>
              <a:path w="226873" h="226420">
                <a:moveTo>
                  <a:pt x="914" y="0"/>
                </a:moveTo>
                <a:lnTo>
                  <a:pt x="226873" y="114124"/>
                </a:lnTo>
                <a:lnTo>
                  <a:pt x="0" y="226420"/>
                </a:lnTo>
                <a:lnTo>
                  <a:pt x="91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TCPconnections">
            <a:extLst xmlns:a="http://schemas.openxmlformats.org/drawingml/2006/main">
              <a:ext uri="{FF2B5EF4-FFF2-40B4-BE49-F238E27FC236}">
                <a16:creationId xmlns:a16="http://schemas.microsoft.com/office/drawing/2014/main" id="{7AB6FC6C-E109-4DE1-8DD7-F0BC594E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259" y="1316071"/>
            <a:ext cx="921916" cy="89568"/>
          </a:xfrm>
          <a:custGeom xmlns:a="http://schemas.openxmlformats.org/drawingml/2006/main">
            <a:pathLst>
              <a:path w="921916" h="89568">
                <a:moveTo>
                  <a:pt x="77044" y="1898"/>
                </a:moveTo>
                <a:lnTo>
                  <a:pt x="77044" y="25175"/>
                </a:lnTo>
                <a:lnTo>
                  <a:pt x="74767" y="25175"/>
                </a:lnTo>
                <a:cubicBezTo>
                  <a:pt x="73417" y="19801"/>
                  <a:pt x="71920" y="15940"/>
                  <a:pt x="70276" y="13592"/>
                </a:cubicBezTo>
                <a:cubicBezTo>
                  <a:pt x="68631" y="11243"/>
                  <a:pt x="66375" y="9371"/>
                  <a:pt x="63507" y="7974"/>
                </a:cubicBezTo>
                <a:cubicBezTo>
                  <a:pt x="61905" y="7212"/>
                  <a:pt x="59101" y="6831"/>
                  <a:pt x="55094" y="6831"/>
                </a:cubicBezTo>
                <a:lnTo>
                  <a:pt x="48706" y="6831"/>
                </a:lnTo>
                <a:lnTo>
                  <a:pt x="48706" y="72995"/>
                </a:lnTo>
                <a:cubicBezTo>
                  <a:pt x="48706" y="77403"/>
                  <a:pt x="48948" y="80159"/>
                  <a:pt x="49433" y="81262"/>
                </a:cubicBezTo>
                <a:cubicBezTo>
                  <a:pt x="49918" y="82364"/>
                  <a:pt x="50867" y="83328"/>
                  <a:pt x="52280" y="84154"/>
                </a:cubicBezTo>
                <a:cubicBezTo>
                  <a:pt x="53692" y="84980"/>
                  <a:pt x="55622" y="85393"/>
                  <a:pt x="58067" y="85393"/>
                </a:cubicBezTo>
                <a:lnTo>
                  <a:pt x="60914" y="85393"/>
                </a:lnTo>
                <a:lnTo>
                  <a:pt x="60914" y="87670"/>
                </a:lnTo>
                <a:lnTo>
                  <a:pt x="16003" y="87670"/>
                </a:lnTo>
                <a:lnTo>
                  <a:pt x="16003" y="85393"/>
                </a:lnTo>
                <a:lnTo>
                  <a:pt x="18850" y="85393"/>
                </a:lnTo>
                <a:cubicBezTo>
                  <a:pt x="21338" y="85393"/>
                  <a:pt x="23341" y="84949"/>
                  <a:pt x="24859" y="84059"/>
                </a:cubicBezTo>
                <a:cubicBezTo>
                  <a:pt x="25955" y="83465"/>
                  <a:pt x="26820" y="82447"/>
                  <a:pt x="27452" y="81007"/>
                </a:cubicBezTo>
                <a:cubicBezTo>
                  <a:pt x="27916" y="79990"/>
                  <a:pt x="28148" y="77319"/>
                  <a:pt x="28148" y="72995"/>
                </a:cubicBezTo>
                <a:lnTo>
                  <a:pt x="28148" y="6831"/>
                </a:lnTo>
                <a:lnTo>
                  <a:pt x="21949" y="6831"/>
                </a:lnTo>
                <a:cubicBezTo>
                  <a:pt x="16172" y="6831"/>
                  <a:pt x="11976" y="8058"/>
                  <a:pt x="9362" y="10512"/>
                </a:cubicBezTo>
                <a:cubicBezTo>
                  <a:pt x="5693" y="13940"/>
                  <a:pt x="3374" y="18827"/>
                  <a:pt x="2404" y="25175"/>
                </a:cubicBezTo>
                <a:lnTo>
                  <a:pt x="0" y="25175"/>
                </a:lnTo>
                <a:lnTo>
                  <a:pt x="0" y="1898"/>
                </a:lnTo>
                <a:lnTo>
                  <a:pt x="77044" y="1898"/>
                </a:lnTo>
                <a:close/>
                <a:moveTo>
                  <a:pt x="168155" y="0"/>
                </a:moveTo>
                <a:lnTo>
                  <a:pt x="168155" y="29730"/>
                </a:lnTo>
                <a:lnTo>
                  <a:pt x="165689" y="29730"/>
                </a:lnTo>
                <a:cubicBezTo>
                  <a:pt x="163833" y="21929"/>
                  <a:pt x="160375" y="15953"/>
                  <a:pt x="155315" y="11799"/>
                </a:cubicBezTo>
                <a:cubicBezTo>
                  <a:pt x="150254" y="7644"/>
                  <a:pt x="144519" y="5566"/>
                  <a:pt x="138110" y="5566"/>
                </a:cubicBezTo>
                <a:cubicBezTo>
                  <a:pt x="132754" y="5566"/>
                  <a:pt x="127841" y="7106"/>
                  <a:pt x="123371" y="10184"/>
                </a:cubicBezTo>
                <a:cubicBezTo>
                  <a:pt x="118901" y="13262"/>
                  <a:pt x="115633" y="17290"/>
                  <a:pt x="113567" y="22266"/>
                </a:cubicBezTo>
                <a:cubicBezTo>
                  <a:pt x="110910" y="28633"/>
                  <a:pt x="109582" y="35718"/>
                  <a:pt x="109582" y="43519"/>
                </a:cubicBezTo>
                <a:cubicBezTo>
                  <a:pt x="109582" y="51194"/>
                  <a:pt x="110552" y="58183"/>
                  <a:pt x="112492" y="64488"/>
                </a:cubicBezTo>
                <a:cubicBezTo>
                  <a:pt x="114431" y="70792"/>
                  <a:pt x="117468" y="75557"/>
                  <a:pt x="121600" y="78783"/>
                </a:cubicBezTo>
                <a:cubicBezTo>
                  <a:pt x="125733" y="82009"/>
                  <a:pt x="131088" y="83622"/>
                  <a:pt x="137667" y="83622"/>
                </a:cubicBezTo>
                <a:cubicBezTo>
                  <a:pt x="143065" y="83622"/>
                  <a:pt x="148009" y="82441"/>
                  <a:pt x="152500" y="80080"/>
                </a:cubicBezTo>
                <a:cubicBezTo>
                  <a:pt x="156991" y="77718"/>
                  <a:pt x="161725" y="73649"/>
                  <a:pt x="166701" y="67872"/>
                </a:cubicBezTo>
                <a:lnTo>
                  <a:pt x="166701" y="75273"/>
                </a:lnTo>
                <a:cubicBezTo>
                  <a:pt x="161893" y="80291"/>
                  <a:pt x="156886" y="83928"/>
                  <a:pt x="151678" y="86184"/>
                </a:cubicBezTo>
                <a:cubicBezTo>
                  <a:pt x="146470" y="88440"/>
                  <a:pt x="140387" y="89568"/>
                  <a:pt x="133429" y="89568"/>
                </a:cubicBezTo>
                <a:cubicBezTo>
                  <a:pt x="124278" y="89568"/>
                  <a:pt x="116150" y="87736"/>
                  <a:pt x="109044" y="84073"/>
                </a:cubicBezTo>
                <a:cubicBezTo>
                  <a:pt x="101939" y="80409"/>
                  <a:pt x="96457" y="75146"/>
                  <a:pt x="92598" y="68283"/>
                </a:cubicBezTo>
                <a:cubicBezTo>
                  <a:pt x="88740" y="61419"/>
                  <a:pt x="86810" y="54112"/>
                  <a:pt x="86810" y="46363"/>
                </a:cubicBezTo>
                <a:cubicBezTo>
                  <a:pt x="86810" y="38194"/>
                  <a:pt x="88951" y="30446"/>
                  <a:pt x="93231" y="23119"/>
                </a:cubicBezTo>
                <a:cubicBezTo>
                  <a:pt x="97511" y="15791"/>
                  <a:pt x="103288" y="10106"/>
                  <a:pt x="110562" y="6064"/>
                </a:cubicBezTo>
                <a:cubicBezTo>
                  <a:pt x="117837" y="2021"/>
                  <a:pt x="125564" y="0"/>
                  <a:pt x="133745" y="0"/>
                </a:cubicBezTo>
                <a:cubicBezTo>
                  <a:pt x="139775" y="0"/>
                  <a:pt x="146143" y="1307"/>
                  <a:pt x="152848" y="3922"/>
                </a:cubicBezTo>
                <a:cubicBezTo>
                  <a:pt x="156728" y="5440"/>
                  <a:pt x="159194" y="6199"/>
                  <a:pt x="160249" y="6199"/>
                </a:cubicBezTo>
                <a:cubicBezTo>
                  <a:pt x="161598" y="6199"/>
                  <a:pt x="162768" y="5703"/>
                  <a:pt x="163759" y="4712"/>
                </a:cubicBezTo>
                <a:cubicBezTo>
                  <a:pt x="164750" y="3721"/>
                  <a:pt x="165393" y="2151"/>
                  <a:pt x="165689" y="0"/>
                </a:cubicBezTo>
                <a:lnTo>
                  <a:pt x="168155" y="0"/>
                </a:lnTo>
                <a:close/>
                <a:moveTo>
                  <a:pt x="210302" y="48832"/>
                </a:moveTo>
                <a:lnTo>
                  <a:pt x="210302" y="72616"/>
                </a:lnTo>
                <a:cubicBezTo>
                  <a:pt x="210302" y="77278"/>
                  <a:pt x="210586" y="80214"/>
                  <a:pt x="211156" y="81422"/>
                </a:cubicBezTo>
                <a:cubicBezTo>
                  <a:pt x="211725" y="82629"/>
                  <a:pt x="212737" y="83593"/>
                  <a:pt x="214192" y="84314"/>
                </a:cubicBezTo>
                <a:cubicBezTo>
                  <a:pt x="215647" y="85034"/>
                  <a:pt x="218314" y="85393"/>
                  <a:pt x="222193" y="85393"/>
                </a:cubicBezTo>
                <a:lnTo>
                  <a:pt x="222193" y="87670"/>
                </a:lnTo>
                <a:lnTo>
                  <a:pt x="178611" y="87670"/>
                </a:lnTo>
                <a:lnTo>
                  <a:pt x="178611" y="85393"/>
                </a:lnTo>
                <a:cubicBezTo>
                  <a:pt x="182575" y="85393"/>
                  <a:pt x="185263" y="85022"/>
                  <a:pt x="186676" y="84280"/>
                </a:cubicBezTo>
                <a:cubicBezTo>
                  <a:pt x="188089" y="83538"/>
                  <a:pt x="189080" y="82575"/>
                  <a:pt x="189649" y="81388"/>
                </a:cubicBezTo>
                <a:cubicBezTo>
                  <a:pt x="190218" y="80202"/>
                  <a:pt x="190503" y="77278"/>
                  <a:pt x="190503" y="72616"/>
                </a:cubicBezTo>
                <a:lnTo>
                  <a:pt x="190503" y="16952"/>
                </a:lnTo>
                <a:cubicBezTo>
                  <a:pt x="190503" y="12290"/>
                  <a:pt x="190218" y="9355"/>
                  <a:pt x="189649" y="8148"/>
                </a:cubicBezTo>
                <a:cubicBezTo>
                  <a:pt x="189080" y="6940"/>
                  <a:pt x="188078" y="5976"/>
                  <a:pt x="186644" y="5256"/>
                </a:cubicBezTo>
                <a:cubicBezTo>
                  <a:pt x="185211" y="4535"/>
                  <a:pt x="182533" y="4175"/>
                  <a:pt x="178611" y="4175"/>
                </a:cubicBezTo>
                <a:lnTo>
                  <a:pt x="178611" y="1898"/>
                </a:lnTo>
                <a:lnTo>
                  <a:pt x="215994" y="1898"/>
                </a:lnTo>
                <a:cubicBezTo>
                  <a:pt x="228308" y="1898"/>
                  <a:pt x="237142" y="4090"/>
                  <a:pt x="242498" y="8476"/>
                </a:cubicBezTo>
                <a:cubicBezTo>
                  <a:pt x="247854" y="12862"/>
                  <a:pt x="250531" y="18344"/>
                  <a:pt x="250531" y="24922"/>
                </a:cubicBezTo>
                <a:cubicBezTo>
                  <a:pt x="250531" y="30489"/>
                  <a:pt x="248802" y="35254"/>
                  <a:pt x="245344" y="39218"/>
                </a:cubicBezTo>
                <a:cubicBezTo>
                  <a:pt x="241887" y="43182"/>
                  <a:pt x="237121" y="45880"/>
                  <a:pt x="231049" y="47314"/>
                </a:cubicBezTo>
                <a:cubicBezTo>
                  <a:pt x="226959" y="48326"/>
                  <a:pt x="220043" y="48832"/>
                  <a:pt x="210302" y="48832"/>
                </a:cubicBezTo>
                <a:moveTo>
                  <a:pt x="210302" y="6831"/>
                </a:moveTo>
                <a:lnTo>
                  <a:pt x="210302" y="43898"/>
                </a:lnTo>
                <a:cubicBezTo>
                  <a:pt x="211693" y="43983"/>
                  <a:pt x="212747" y="44025"/>
                  <a:pt x="213464" y="44025"/>
                </a:cubicBezTo>
                <a:cubicBezTo>
                  <a:pt x="218609" y="44025"/>
                  <a:pt x="222573" y="42496"/>
                  <a:pt x="225356" y="39439"/>
                </a:cubicBezTo>
                <a:cubicBezTo>
                  <a:pt x="228139" y="36382"/>
                  <a:pt x="229531" y="31648"/>
                  <a:pt x="229531" y="25238"/>
                </a:cubicBezTo>
                <a:cubicBezTo>
                  <a:pt x="229531" y="18871"/>
                  <a:pt x="228139" y="14211"/>
                  <a:pt x="225356" y="11259"/>
                </a:cubicBezTo>
                <a:cubicBezTo>
                  <a:pt x="222573" y="8307"/>
                  <a:pt x="218419" y="6831"/>
                  <a:pt x="212895" y="6831"/>
                </a:cubicBezTo>
                <a:lnTo>
                  <a:pt x="210302" y="6831"/>
                </a:lnTo>
                <a:close/>
                <a:moveTo>
                  <a:pt x="330847" y="72377"/>
                </a:moveTo>
                <a:lnTo>
                  <a:pt x="332808" y="73893"/>
                </a:lnTo>
                <a:cubicBezTo>
                  <a:pt x="330024" y="79139"/>
                  <a:pt x="326556" y="83042"/>
                  <a:pt x="322402" y="85603"/>
                </a:cubicBezTo>
                <a:cubicBezTo>
                  <a:pt x="318249" y="88162"/>
                  <a:pt x="313831" y="89442"/>
                  <a:pt x="309150" y="89442"/>
                </a:cubicBezTo>
                <a:cubicBezTo>
                  <a:pt x="301265" y="89442"/>
                  <a:pt x="294960" y="86466"/>
                  <a:pt x="290237" y="80515"/>
                </a:cubicBezTo>
                <a:cubicBezTo>
                  <a:pt x="285514" y="74562"/>
                  <a:pt x="283153" y="67407"/>
                  <a:pt x="283153" y="59050"/>
                </a:cubicBezTo>
                <a:cubicBezTo>
                  <a:pt x="283153" y="50986"/>
                  <a:pt x="285304" y="43895"/>
                  <a:pt x="289605" y="37775"/>
                </a:cubicBezTo>
                <a:cubicBezTo>
                  <a:pt x="294792" y="30387"/>
                  <a:pt x="301939" y="26693"/>
                  <a:pt x="311048" y="26693"/>
                </a:cubicBezTo>
                <a:cubicBezTo>
                  <a:pt x="317163" y="26693"/>
                  <a:pt x="322023" y="28237"/>
                  <a:pt x="325628" y="31325"/>
                </a:cubicBezTo>
                <a:cubicBezTo>
                  <a:pt x="329234" y="34411"/>
                  <a:pt x="331036" y="37857"/>
                  <a:pt x="331036" y="41663"/>
                </a:cubicBezTo>
                <a:cubicBezTo>
                  <a:pt x="331036" y="44073"/>
                  <a:pt x="330309" y="45997"/>
                  <a:pt x="328854" y="47435"/>
                </a:cubicBezTo>
                <a:cubicBezTo>
                  <a:pt x="327399" y="48872"/>
                  <a:pt x="325491" y="49591"/>
                  <a:pt x="323130" y="49591"/>
                </a:cubicBezTo>
                <a:cubicBezTo>
                  <a:pt x="320642" y="49591"/>
                  <a:pt x="318586" y="48766"/>
                  <a:pt x="316962" y="47117"/>
                </a:cubicBezTo>
                <a:cubicBezTo>
                  <a:pt x="315339" y="45465"/>
                  <a:pt x="314337" y="42524"/>
                  <a:pt x="313958" y="38293"/>
                </a:cubicBezTo>
                <a:cubicBezTo>
                  <a:pt x="313705" y="35627"/>
                  <a:pt x="313093" y="33765"/>
                  <a:pt x="312123" y="32706"/>
                </a:cubicBezTo>
                <a:cubicBezTo>
                  <a:pt x="311154" y="31650"/>
                  <a:pt x="310015" y="31121"/>
                  <a:pt x="308708" y="31121"/>
                </a:cubicBezTo>
                <a:cubicBezTo>
                  <a:pt x="306684" y="31121"/>
                  <a:pt x="304955" y="32196"/>
                  <a:pt x="303521" y="34347"/>
                </a:cubicBezTo>
                <a:cubicBezTo>
                  <a:pt x="301328" y="37594"/>
                  <a:pt x="300232" y="42570"/>
                  <a:pt x="300232" y="49275"/>
                </a:cubicBezTo>
                <a:cubicBezTo>
                  <a:pt x="300232" y="54841"/>
                  <a:pt x="301117" y="60165"/>
                  <a:pt x="302888" y="65247"/>
                </a:cubicBezTo>
                <a:cubicBezTo>
                  <a:pt x="304659" y="70328"/>
                  <a:pt x="307084" y="74113"/>
                  <a:pt x="310163" y="76601"/>
                </a:cubicBezTo>
                <a:cubicBezTo>
                  <a:pt x="312482" y="78414"/>
                  <a:pt x="315223" y="79321"/>
                  <a:pt x="318386" y="79321"/>
                </a:cubicBezTo>
                <a:cubicBezTo>
                  <a:pt x="320452" y="79321"/>
                  <a:pt x="322413" y="78837"/>
                  <a:pt x="324268" y="77870"/>
                </a:cubicBezTo>
                <a:cubicBezTo>
                  <a:pt x="326124" y="76901"/>
                  <a:pt x="328317" y="75070"/>
                  <a:pt x="330847" y="72377"/>
                </a:cubicBezTo>
                <a:close/>
                <a:moveTo>
                  <a:pt x="368256" y="26693"/>
                </a:moveTo>
                <a:cubicBezTo>
                  <a:pt x="373400" y="26693"/>
                  <a:pt x="378187" y="28023"/>
                  <a:pt x="382614" y="30682"/>
                </a:cubicBezTo>
                <a:cubicBezTo>
                  <a:pt x="387042" y="33342"/>
                  <a:pt x="390405" y="37120"/>
                  <a:pt x="392704" y="42017"/>
                </a:cubicBezTo>
                <a:cubicBezTo>
                  <a:pt x="395002" y="46914"/>
                  <a:pt x="396151" y="52274"/>
                  <a:pt x="396151" y="58099"/>
                </a:cubicBezTo>
                <a:cubicBezTo>
                  <a:pt x="396151" y="66499"/>
                  <a:pt x="394021" y="73527"/>
                  <a:pt x="389762" y="79184"/>
                </a:cubicBezTo>
                <a:cubicBezTo>
                  <a:pt x="384618" y="86023"/>
                  <a:pt x="377512" y="89442"/>
                  <a:pt x="368445" y="89442"/>
                </a:cubicBezTo>
                <a:cubicBezTo>
                  <a:pt x="359548" y="89442"/>
                  <a:pt x="352695" y="86318"/>
                  <a:pt x="347888" y="80070"/>
                </a:cubicBezTo>
                <a:cubicBezTo>
                  <a:pt x="343081" y="73822"/>
                  <a:pt x="340677" y="66583"/>
                  <a:pt x="340677" y="58352"/>
                </a:cubicBezTo>
                <a:cubicBezTo>
                  <a:pt x="340677" y="49868"/>
                  <a:pt x="343133" y="42471"/>
                  <a:pt x="348046" y="36160"/>
                </a:cubicBezTo>
                <a:cubicBezTo>
                  <a:pt x="352959" y="29849"/>
                  <a:pt x="359695" y="26693"/>
                  <a:pt x="368256" y="26693"/>
                </a:cubicBezTo>
                <a:moveTo>
                  <a:pt x="368509" y="31121"/>
                </a:moveTo>
                <a:cubicBezTo>
                  <a:pt x="366358" y="31121"/>
                  <a:pt x="364513" y="31934"/>
                  <a:pt x="362974" y="33560"/>
                </a:cubicBezTo>
                <a:cubicBezTo>
                  <a:pt x="361435" y="35185"/>
                  <a:pt x="360423" y="38393"/>
                  <a:pt x="359938" y="43185"/>
                </a:cubicBezTo>
                <a:cubicBezTo>
                  <a:pt x="359453" y="47976"/>
                  <a:pt x="359210" y="54637"/>
                  <a:pt x="359210" y="63165"/>
                </a:cubicBezTo>
                <a:cubicBezTo>
                  <a:pt x="359210" y="67683"/>
                  <a:pt x="359506" y="71905"/>
                  <a:pt x="360096" y="75832"/>
                </a:cubicBezTo>
                <a:cubicBezTo>
                  <a:pt x="360560" y="78829"/>
                  <a:pt x="361551" y="81108"/>
                  <a:pt x="363069" y="82671"/>
                </a:cubicBezTo>
                <a:cubicBezTo>
                  <a:pt x="364587" y="84233"/>
                  <a:pt x="366316" y="85014"/>
                  <a:pt x="368256" y="85014"/>
                </a:cubicBezTo>
                <a:cubicBezTo>
                  <a:pt x="370153" y="85014"/>
                  <a:pt x="371735" y="84486"/>
                  <a:pt x="373000" y="83430"/>
                </a:cubicBezTo>
                <a:cubicBezTo>
                  <a:pt x="374644" y="81995"/>
                  <a:pt x="375741" y="79990"/>
                  <a:pt x="376289" y="77413"/>
                </a:cubicBezTo>
                <a:cubicBezTo>
                  <a:pt x="377132" y="73403"/>
                  <a:pt x="377554" y="65298"/>
                  <a:pt x="377554" y="53096"/>
                </a:cubicBezTo>
                <a:cubicBezTo>
                  <a:pt x="377554" y="45919"/>
                  <a:pt x="377154" y="40991"/>
                  <a:pt x="376352" y="38310"/>
                </a:cubicBezTo>
                <a:cubicBezTo>
                  <a:pt x="375551" y="35629"/>
                  <a:pt x="374370" y="33676"/>
                  <a:pt x="372810" y="32451"/>
                </a:cubicBezTo>
                <a:cubicBezTo>
                  <a:pt x="371714" y="31565"/>
                  <a:pt x="370280" y="31121"/>
                  <a:pt x="368509" y="31121"/>
                </a:cubicBezTo>
                <a:close/>
                <a:moveTo>
                  <a:pt x="429555" y="28464"/>
                </a:moveTo>
                <a:lnTo>
                  <a:pt x="429555" y="36181"/>
                </a:lnTo>
                <a:cubicBezTo>
                  <a:pt x="432591" y="32870"/>
                  <a:pt x="435501" y="30461"/>
                  <a:pt x="438284" y="28955"/>
                </a:cubicBezTo>
                <a:cubicBezTo>
                  <a:pt x="441068" y="27447"/>
                  <a:pt x="444062" y="26693"/>
                  <a:pt x="447266" y="26693"/>
                </a:cubicBezTo>
                <a:cubicBezTo>
                  <a:pt x="451104" y="26693"/>
                  <a:pt x="454288" y="27759"/>
                  <a:pt x="456818" y="29892"/>
                </a:cubicBezTo>
                <a:cubicBezTo>
                  <a:pt x="459348" y="32024"/>
                  <a:pt x="461035" y="34673"/>
                  <a:pt x="461878" y="37840"/>
                </a:cubicBezTo>
                <a:cubicBezTo>
                  <a:pt x="462553" y="40248"/>
                  <a:pt x="462890" y="44872"/>
                  <a:pt x="462890" y="51712"/>
                </a:cubicBezTo>
                <a:lnTo>
                  <a:pt x="462890" y="74767"/>
                </a:lnTo>
                <a:cubicBezTo>
                  <a:pt x="462890" y="79321"/>
                  <a:pt x="463301" y="82157"/>
                  <a:pt x="464124" y="83274"/>
                </a:cubicBezTo>
                <a:cubicBezTo>
                  <a:pt x="464946" y="84392"/>
                  <a:pt x="466664" y="85098"/>
                  <a:pt x="469279" y="85393"/>
                </a:cubicBezTo>
                <a:lnTo>
                  <a:pt x="469279" y="87670"/>
                </a:lnTo>
                <a:lnTo>
                  <a:pt x="439360" y="87670"/>
                </a:lnTo>
                <a:lnTo>
                  <a:pt x="439360" y="85393"/>
                </a:lnTo>
                <a:cubicBezTo>
                  <a:pt x="441595" y="85098"/>
                  <a:pt x="443197" y="84170"/>
                  <a:pt x="444167" y="82610"/>
                </a:cubicBezTo>
                <a:cubicBezTo>
                  <a:pt x="444842" y="81556"/>
                  <a:pt x="445179" y="78941"/>
                  <a:pt x="445179" y="74767"/>
                </a:cubicBezTo>
                <a:lnTo>
                  <a:pt x="445179" y="48453"/>
                </a:lnTo>
                <a:cubicBezTo>
                  <a:pt x="445179" y="43603"/>
                  <a:pt x="444989" y="40546"/>
                  <a:pt x="444610" y="39281"/>
                </a:cubicBezTo>
                <a:cubicBezTo>
                  <a:pt x="444230" y="38016"/>
                  <a:pt x="443587" y="37035"/>
                  <a:pt x="442681" y="36340"/>
                </a:cubicBezTo>
                <a:cubicBezTo>
                  <a:pt x="441774" y="35644"/>
                  <a:pt x="440772" y="35296"/>
                  <a:pt x="439676" y="35296"/>
                </a:cubicBezTo>
                <a:cubicBezTo>
                  <a:pt x="436049" y="35296"/>
                  <a:pt x="432676" y="37910"/>
                  <a:pt x="429555" y="43139"/>
                </a:cubicBezTo>
                <a:lnTo>
                  <a:pt x="429555" y="74767"/>
                </a:lnTo>
                <a:cubicBezTo>
                  <a:pt x="429555" y="79194"/>
                  <a:pt x="429966" y="81999"/>
                  <a:pt x="430789" y="83179"/>
                </a:cubicBezTo>
                <a:cubicBezTo>
                  <a:pt x="431611" y="84360"/>
                  <a:pt x="433140" y="85098"/>
                  <a:pt x="435375" y="85393"/>
                </a:cubicBezTo>
                <a:lnTo>
                  <a:pt x="435375" y="87670"/>
                </a:lnTo>
                <a:lnTo>
                  <a:pt x="405455" y="87670"/>
                </a:lnTo>
                <a:lnTo>
                  <a:pt x="405455" y="85393"/>
                </a:lnTo>
                <a:cubicBezTo>
                  <a:pt x="407943" y="85140"/>
                  <a:pt x="409715" y="84339"/>
                  <a:pt x="410769" y="82990"/>
                </a:cubicBezTo>
                <a:cubicBezTo>
                  <a:pt x="411486" y="82062"/>
                  <a:pt x="411844" y="79321"/>
                  <a:pt x="411844" y="74767"/>
                </a:cubicBezTo>
                <a:lnTo>
                  <a:pt x="411844" y="41368"/>
                </a:lnTo>
                <a:cubicBezTo>
                  <a:pt x="411844" y="36844"/>
                  <a:pt x="411433" y="34028"/>
                  <a:pt x="410611" y="32918"/>
                </a:cubicBezTo>
                <a:cubicBezTo>
                  <a:pt x="409788" y="31808"/>
                  <a:pt x="408070" y="31083"/>
                  <a:pt x="405455" y="30742"/>
                </a:cubicBezTo>
                <a:lnTo>
                  <a:pt x="405455" y="28464"/>
                </a:lnTo>
                <a:lnTo>
                  <a:pt x="429555" y="28464"/>
                </a:lnTo>
                <a:close/>
                <a:moveTo>
                  <a:pt x="501362" y="28464"/>
                </a:moveTo>
                <a:lnTo>
                  <a:pt x="501362" y="36181"/>
                </a:lnTo>
                <a:cubicBezTo>
                  <a:pt x="504398" y="32870"/>
                  <a:pt x="507308" y="30461"/>
                  <a:pt x="510091" y="28955"/>
                </a:cubicBezTo>
                <a:cubicBezTo>
                  <a:pt x="512874" y="27447"/>
                  <a:pt x="515868" y="26693"/>
                  <a:pt x="519073" y="26693"/>
                </a:cubicBezTo>
                <a:cubicBezTo>
                  <a:pt x="522910" y="26693"/>
                  <a:pt x="526094" y="27759"/>
                  <a:pt x="528624" y="29892"/>
                </a:cubicBezTo>
                <a:cubicBezTo>
                  <a:pt x="531154" y="32024"/>
                  <a:pt x="532841" y="34673"/>
                  <a:pt x="533685" y="37840"/>
                </a:cubicBezTo>
                <a:cubicBezTo>
                  <a:pt x="534359" y="40248"/>
                  <a:pt x="534697" y="44872"/>
                  <a:pt x="534697" y="51712"/>
                </a:cubicBezTo>
                <a:lnTo>
                  <a:pt x="534697" y="74767"/>
                </a:lnTo>
                <a:cubicBezTo>
                  <a:pt x="534697" y="79321"/>
                  <a:pt x="535108" y="82157"/>
                  <a:pt x="535930" y="83274"/>
                </a:cubicBezTo>
                <a:cubicBezTo>
                  <a:pt x="536752" y="84392"/>
                  <a:pt x="538471" y="85098"/>
                  <a:pt x="541085" y="85393"/>
                </a:cubicBezTo>
                <a:lnTo>
                  <a:pt x="541085" y="87670"/>
                </a:lnTo>
                <a:lnTo>
                  <a:pt x="511166" y="87670"/>
                </a:lnTo>
                <a:lnTo>
                  <a:pt x="511166" y="85393"/>
                </a:lnTo>
                <a:cubicBezTo>
                  <a:pt x="513401" y="85098"/>
                  <a:pt x="515004" y="84170"/>
                  <a:pt x="515973" y="82610"/>
                </a:cubicBezTo>
                <a:cubicBezTo>
                  <a:pt x="516648" y="81556"/>
                  <a:pt x="516985" y="78941"/>
                  <a:pt x="516985" y="74767"/>
                </a:cubicBezTo>
                <a:lnTo>
                  <a:pt x="516985" y="48453"/>
                </a:lnTo>
                <a:cubicBezTo>
                  <a:pt x="516985" y="43603"/>
                  <a:pt x="516796" y="40546"/>
                  <a:pt x="516416" y="39281"/>
                </a:cubicBezTo>
                <a:cubicBezTo>
                  <a:pt x="516037" y="38016"/>
                  <a:pt x="515394" y="37035"/>
                  <a:pt x="514487" y="36340"/>
                </a:cubicBezTo>
                <a:cubicBezTo>
                  <a:pt x="513580" y="35644"/>
                  <a:pt x="512579" y="35296"/>
                  <a:pt x="511482" y="35296"/>
                </a:cubicBezTo>
                <a:cubicBezTo>
                  <a:pt x="507856" y="35296"/>
                  <a:pt x="504482" y="37910"/>
                  <a:pt x="501362" y="43139"/>
                </a:cubicBezTo>
                <a:lnTo>
                  <a:pt x="501362" y="74767"/>
                </a:lnTo>
                <a:cubicBezTo>
                  <a:pt x="501362" y="79194"/>
                  <a:pt x="501773" y="81999"/>
                  <a:pt x="502595" y="83179"/>
                </a:cubicBezTo>
                <a:cubicBezTo>
                  <a:pt x="503417" y="84360"/>
                  <a:pt x="504946" y="85098"/>
                  <a:pt x="507181" y="85393"/>
                </a:cubicBezTo>
                <a:lnTo>
                  <a:pt x="507181" y="87670"/>
                </a:lnTo>
                <a:lnTo>
                  <a:pt x="477262" y="87670"/>
                </a:lnTo>
                <a:lnTo>
                  <a:pt x="477262" y="85393"/>
                </a:lnTo>
                <a:cubicBezTo>
                  <a:pt x="479750" y="85140"/>
                  <a:pt x="481521" y="84339"/>
                  <a:pt x="482575" y="82990"/>
                </a:cubicBezTo>
                <a:cubicBezTo>
                  <a:pt x="483292" y="82062"/>
                  <a:pt x="483650" y="79321"/>
                  <a:pt x="483650" y="74767"/>
                </a:cubicBezTo>
                <a:lnTo>
                  <a:pt x="483650" y="41368"/>
                </a:lnTo>
                <a:cubicBezTo>
                  <a:pt x="483650" y="36844"/>
                  <a:pt x="483239" y="34028"/>
                  <a:pt x="482417" y="32918"/>
                </a:cubicBezTo>
                <a:cubicBezTo>
                  <a:pt x="481595" y="31808"/>
                  <a:pt x="479876" y="31083"/>
                  <a:pt x="477262" y="30742"/>
                </a:cubicBezTo>
                <a:lnTo>
                  <a:pt x="477262" y="28464"/>
                </a:lnTo>
                <a:lnTo>
                  <a:pt x="501362" y="28464"/>
                </a:lnTo>
                <a:close/>
                <a:moveTo>
                  <a:pt x="599103" y="55917"/>
                </a:moveTo>
                <a:lnTo>
                  <a:pt x="566654" y="55917"/>
                </a:lnTo>
                <a:cubicBezTo>
                  <a:pt x="567033" y="63781"/>
                  <a:pt x="569121" y="69997"/>
                  <a:pt x="572916" y="74563"/>
                </a:cubicBezTo>
                <a:cubicBezTo>
                  <a:pt x="575826" y="78072"/>
                  <a:pt x="579326" y="79827"/>
                  <a:pt x="583416" y="79827"/>
                </a:cubicBezTo>
                <a:cubicBezTo>
                  <a:pt x="585946" y="79827"/>
                  <a:pt x="588245" y="79121"/>
                  <a:pt x="590311" y="77708"/>
                </a:cubicBezTo>
                <a:cubicBezTo>
                  <a:pt x="592377" y="76295"/>
                  <a:pt x="594591" y="73754"/>
                  <a:pt x="596953" y="70086"/>
                </a:cubicBezTo>
                <a:lnTo>
                  <a:pt x="599103" y="71477"/>
                </a:lnTo>
                <a:cubicBezTo>
                  <a:pt x="595898" y="78014"/>
                  <a:pt x="592356" y="82642"/>
                  <a:pt x="588476" y="85362"/>
                </a:cubicBezTo>
                <a:cubicBezTo>
                  <a:pt x="584597" y="88082"/>
                  <a:pt x="580106" y="89442"/>
                  <a:pt x="575003" y="89442"/>
                </a:cubicBezTo>
                <a:cubicBezTo>
                  <a:pt x="566232" y="89442"/>
                  <a:pt x="559590" y="86065"/>
                  <a:pt x="555078" y="79311"/>
                </a:cubicBezTo>
                <a:cubicBezTo>
                  <a:pt x="551452" y="73866"/>
                  <a:pt x="549638" y="67112"/>
                  <a:pt x="549638" y="59050"/>
                </a:cubicBezTo>
                <a:cubicBezTo>
                  <a:pt x="549638" y="49172"/>
                  <a:pt x="552306" y="41310"/>
                  <a:pt x="557640" y="35464"/>
                </a:cubicBezTo>
                <a:cubicBezTo>
                  <a:pt x="562974" y="29617"/>
                  <a:pt x="569226" y="26693"/>
                  <a:pt x="576395" y="26693"/>
                </a:cubicBezTo>
                <a:cubicBezTo>
                  <a:pt x="582383" y="26693"/>
                  <a:pt x="587580" y="29150"/>
                  <a:pt x="591987" y="34062"/>
                </a:cubicBezTo>
                <a:cubicBezTo>
                  <a:pt x="596394" y="38975"/>
                  <a:pt x="598766" y="46260"/>
                  <a:pt x="599103" y="55917"/>
                </a:cubicBezTo>
                <a:moveTo>
                  <a:pt x="583543" y="51742"/>
                </a:moveTo>
                <a:cubicBezTo>
                  <a:pt x="583543" y="44953"/>
                  <a:pt x="583174" y="40293"/>
                  <a:pt x="582436" y="37763"/>
                </a:cubicBezTo>
                <a:cubicBezTo>
                  <a:pt x="581698" y="35233"/>
                  <a:pt x="580549" y="33314"/>
                  <a:pt x="578988" y="32007"/>
                </a:cubicBezTo>
                <a:cubicBezTo>
                  <a:pt x="578103" y="31248"/>
                  <a:pt x="576922" y="30868"/>
                  <a:pt x="575446" y="30868"/>
                </a:cubicBezTo>
                <a:cubicBezTo>
                  <a:pt x="573253" y="30868"/>
                  <a:pt x="571461" y="31943"/>
                  <a:pt x="570069" y="34094"/>
                </a:cubicBezTo>
                <a:cubicBezTo>
                  <a:pt x="567581" y="37847"/>
                  <a:pt x="566337" y="42992"/>
                  <a:pt x="566337" y="49528"/>
                </a:cubicBezTo>
                <a:lnTo>
                  <a:pt x="566337" y="51742"/>
                </a:lnTo>
                <a:lnTo>
                  <a:pt x="583543" y="51742"/>
                </a:lnTo>
                <a:close/>
                <a:moveTo>
                  <a:pt x="655045" y="72377"/>
                </a:moveTo>
                <a:lnTo>
                  <a:pt x="657006" y="73893"/>
                </a:lnTo>
                <a:cubicBezTo>
                  <a:pt x="654223" y="79139"/>
                  <a:pt x="650754" y="83042"/>
                  <a:pt x="646600" y="85603"/>
                </a:cubicBezTo>
                <a:cubicBezTo>
                  <a:pt x="642447" y="88162"/>
                  <a:pt x="638030" y="89442"/>
                  <a:pt x="633349" y="89442"/>
                </a:cubicBezTo>
                <a:cubicBezTo>
                  <a:pt x="625463" y="89442"/>
                  <a:pt x="619159" y="86466"/>
                  <a:pt x="614436" y="80515"/>
                </a:cubicBezTo>
                <a:cubicBezTo>
                  <a:pt x="609713" y="74562"/>
                  <a:pt x="607351" y="67407"/>
                  <a:pt x="607351" y="59050"/>
                </a:cubicBezTo>
                <a:cubicBezTo>
                  <a:pt x="607351" y="50986"/>
                  <a:pt x="609502" y="43895"/>
                  <a:pt x="613803" y="37775"/>
                </a:cubicBezTo>
                <a:cubicBezTo>
                  <a:pt x="618990" y="30387"/>
                  <a:pt x="626138" y="26693"/>
                  <a:pt x="635246" y="26693"/>
                </a:cubicBezTo>
                <a:cubicBezTo>
                  <a:pt x="641361" y="26693"/>
                  <a:pt x="646221" y="28237"/>
                  <a:pt x="649826" y="31325"/>
                </a:cubicBezTo>
                <a:cubicBezTo>
                  <a:pt x="653432" y="34411"/>
                  <a:pt x="655235" y="37857"/>
                  <a:pt x="655235" y="41663"/>
                </a:cubicBezTo>
                <a:cubicBezTo>
                  <a:pt x="655235" y="44073"/>
                  <a:pt x="654507" y="45997"/>
                  <a:pt x="653052" y="47435"/>
                </a:cubicBezTo>
                <a:cubicBezTo>
                  <a:pt x="651598" y="48872"/>
                  <a:pt x="649689" y="49591"/>
                  <a:pt x="647328" y="49591"/>
                </a:cubicBezTo>
                <a:cubicBezTo>
                  <a:pt x="644840" y="49591"/>
                  <a:pt x="642784" y="48766"/>
                  <a:pt x="641161" y="47117"/>
                </a:cubicBezTo>
                <a:cubicBezTo>
                  <a:pt x="639537" y="45465"/>
                  <a:pt x="638536" y="42524"/>
                  <a:pt x="638156" y="38293"/>
                </a:cubicBezTo>
                <a:cubicBezTo>
                  <a:pt x="637903" y="35627"/>
                  <a:pt x="637292" y="33765"/>
                  <a:pt x="636322" y="32706"/>
                </a:cubicBezTo>
                <a:cubicBezTo>
                  <a:pt x="635352" y="31650"/>
                  <a:pt x="634213" y="31121"/>
                  <a:pt x="632906" y="31121"/>
                </a:cubicBezTo>
                <a:cubicBezTo>
                  <a:pt x="630882" y="31121"/>
                  <a:pt x="629153" y="32196"/>
                  <a:pt x="627719" y="34347"/>
                </a:cubicBezTo>
                <a:cubicBezTo>
                  <a:pt x="625526" y="37594"/>
                  <a:pt x="624430" y="42570"/>
                  <a:pt x="624430" y="49275"/>
                </a:cubicBezTo>
                <a:cubicBezTo>
                  <a:pt x="624430" y="54841"/>
                  <a:pt x="625315" y="60165"/>
                  <a:pt x="627087" y="65247"/>
                </a:cubicBezTo>
                <a:cubicBezTo>
                  <a:pt x="628858" y="70328"/>
                  <a:pt x="631282" y="74113"/>
                  <a:pt x="634361" y="76601"/>
                </a:cubicBezTo>
                <a:cubicBezTo>
                  <a:pt x="636680" y="78414"/>
                  <a:pt x="639421" y="79321"/>
                  <a:pt x="642584" y="79321"/>
                </a:cubicBezTo>
                <a:cubicBezTo>
                  <a:pt x="644650" y="79321"/>
                  <a:pt x="646611" y="78837"/>
                  <a:pt x="648466" y="77870"/>
                </a:cubicBezTo>
                <a:cubicBezTo>
                  <a:pt x="650322" y="76901"/>
                  <a:pt x="652515" y="75070"/>
                  <a:pt x="655045" y="72377"/>
                </a:cubicBezTo>
                <a:close/>
                <a:moveTo>
                  <a:pt x="688026" y="6705"/>
                </a:moveTo>
                <a:lnTo>
                  <a:pt x="688026" y="28464"/>
                </a:lnTo>
                <a:lnTo>
                  <a:pt x="702069" y="28464"/>
                </a:lnTo>
                <a:lnTo>
                  <a:pt x="702069" y="34663"/>
                </a:lnTo>
                <a:lnTo>
                  <a:pt x="688026" y="34663"/>
                </a:lnTo>
                <a:lnTo>
                  <a:pt x="688026" y="71260"/>
                </a:lnTo>
                <a:cubicBezTo>
                  <a:pt x="688026" y="74685"/>
                  <a:pt x="688184" y="76894"/>
                  <a:pt x="688501" y="77888"/>
                </a:cubicBezTo>
                <a:cubicBezTo>
                  <a:pt x="688817" y="78881"/>
                  <a:pt x="689376" y="79685"/>
                  <a:pt x="690177" y="80299"/>
                </a:cubicBezTo>
                <a:cubicBezTo>
                  <a:pt x="690978" y="80912"/>
                  <a:pt x="691716" y="81218"/>
                  <a:pt x="692391" y="81218"/>
                </a:cubicBezTo>
                <a:cubicBezTo>
                  <a:pt x="695132" y="81218"/>
                  <a:pt x="697725" y="79110"/>
                  <a:pt x="700171" y="74893"/>
                </a:cubicBezTo>
                <a:lnTo>
                  <a:pt x="702069" y="76298"/>
                </a:lnTo>
                <a:cubicBezTo>
                  <a:pt x="698653" y="84470"/>
                  <a:pt x="693108" y="88556"/>
                  <a:pt x="685433" y="88556"/>
                </a:cubicBezTo>
                <a:cubicBezTo>
                  <a:pt x="681680" y="88556"/>
                  <a:pt x="678506" y="87509"/>
                  <a:pt x="675913" y="85415"/>
                </a:cubicBezTo>
                <a:cubicBezTo>
                  <a:pt x="673320" y="83320"/>
                  <a:pt x="671664" y="80981"/>
                  <a:pt x="670948" y="78400"/>
                </a:cubicBezTo>
                <a:cubicBezTo>
                  <a:pt x="670526" y="76961"/>
                  <a:pt x="670315" y="73067"/>
                  <a:pt x="670315" y="66719"/>
                </a:cubicBezTo>
                <a:lnTo>
                  <a:pt x="670315" y="34663"/>
                </a:lnTo>
                <a:lnTo>
                  <a:pt x="662598" y="34663"/>
                </a:lnTo>
                <a:lnTo>
                  <a:pt x="662598" y="32444"/>
                </a:lnTo>
                <a:cubicBezTo>
                  <a:pt x="667911" y="28683"/>
                  <a:pt x="672434" y="24731"/>
                  <a:pt x="676166" y="20589"/>
                </a:cubicBezTo>
                <a:cubicBezTo>
                  <a:pt x="679898" y="16447"/>
                  <a:pt x="683156" y="11819"/>
                  <a:pt x="685939" y="6705"/>
                </a:cubicBezTo>
                <a:lnTo>
                  <a:pt x="688026" y="6705"/>
                </a:lnTo>
                <a:close/>
                <a:moveTo>
                  <a:pt x="721968" y="0"/>
                </a:moveTo>
                <a:cubicBezTo>
                  <a:pt x="724709" y="0"/>
                  <a:pt x="727029" y="963"/>
                  <a:pt x="728926" y="2888"/>
                </a:cubicBezTo>
                <a:cubicBezTo>
                  <a:pt x="730824" y="4812"/>
                  <a:pt x="731773" y="7128"/>
                  <a:pt x="731773" y="9836"/>
                </a:cubicBezTo>
                <a:cubicBezTo>
                  <a:pt x="731773" y="12544"/>
                  <a:pt x="730813" y="14850"/>
                  <a:pt x="728895" y="16754"/>
                </a:cubicBezTo>
                <a:cubicBezTo>
                  <a:pt x="726976" y="18657"/>
                  <a:pt x="724667" y="19609"/>
                  <a:pt x="721968" y="19609"/>
                </a:cubicBezTo>
                <a:cubicBezTo>
                  <a:pt x="719270" y="19609"/>
                  <a:pt x="716971" y="18657"/>
                  <a:pt x="715074" y="16754"/>
                </a:cubicBezTo>
                <a:cubicBezTo>
                  <a:pt x="713176" y="14850"/>
                  <a:pt x="712227" y="12544"/>
                  <a:pt x="712227" y="9836"/>
                </a:cubicBezTo>
                <a:cubicBezTo>
                  <a:pt x="712227" y="7128"/>
                  <a:pt x="713176" y="4812"/>
                  <a:pt x="715074" y="2888"/>
                </a:cubicBezTo>
                <a:cubicBezTo>
                  <a:pt x="716971" y="963"/>
                  <a:pt x="719270" y="0"/>
                  <a:pt x="721968" y="0"/>
                </a:cubicBezTo>
                <a:moveTo>
                  <a:pt x="730824" y="28464"/>
                </a:moveTo>
                <a:lnTo>
                  <a:pt x="730824" y="75399"/>
                </a:lnTo>
                <a:cubicBezTo>
                  <a:pt x="730824" y="79574"/>
                  <a:pt x="731309" y="82241"/>
                  <a:pt x="732279" y="83401"/>
                </a:cubicBezTo>
                <a:cubicBezTo>
                  <a:pt x="733249" y="84560"/>
                  <a:pt x="735146" y="85225"/>
                  <a:pt x="737972" y="85393"/>
                </a:cubicBezTo>
                <a:lnTo>
                  <a:pt x="737972" y="87670"/>
                </a:lnTo>
                <a:lnTo>
                  <a:pt x="706028" y="87670"/>
                </a:lnTo>
                <a:lnTo>
                  <a:pt x="706028" y="85393"/>
                </a:lnTo>
                <a:cubicBezTo>
                  <a:pt x="708643" y="85309"/>
                  <a:pt x="710583" y="84550"/>
                  <a:pt x="711848" y="83116"/>
                </a:cubicBezTo>
                <a:cubicBezTo>
                  <a:pt x="712691" y="82146"/>
                  <a:pt x="713113" y="79574"/>
                  <a:pt x="713113" y="75399"/>
                </a:cubicBezTo>
                <a:lnTo>
                  <a:pt x="713113" y="40862"/>
                </a:lnTo>
                <a:cubicBezTo>
                  <a:pt x="713113" y="36635"/>
                  <a:pt x="712628" y="33934"/>
                  <a:pt x="711658" y="32760"/>
                </a:cubicBezTo>
                <a:cubicBezTo>
                  <a:pt x="710688" y="31586"/>
                  <a:pt x="708812" y="30913"/>
                  <a:pt x="706028" y="30742"/>
                </a:cubicBezTo>
                <a:lnTo>
                  <a:pt x="706028" y="28464"/>
                </a:lnTo>
                <a:lnTo>
                  <a:pt x="730824" y="28464"/>
                </a:lnTo>
                <a:close/>
                <a:moveTo>
                  <a:pt x="771541" y="26693"/>
                </a:moveTo>
                <a:cubicBezTo>
                  <a:pt x="776686" y="26693"/>
                  <a:pt x="781472" y="28023"/>
                  <a:pt x="785900" y="30682"/>
                </a:cubicBezTo>
                <a:cubicBezTo>
                  <a:pt x="790328" y="33342"/>
                  <a:pt x="793691" y="37120"/>
                  <a:pt x="795989" y="42017"/>
                </a:cubicBezTo>
                <a:cubicBezTo>
                  <a:pt x="798287" y="46914"/>
                  <a:pt x="799436" y="52274"/>
                  <a:pt x="799436" y="58099"/>
                </a:cubicBezTo>
                <a:cubicBezTo>
                  <a:pt x="799436" y="66499"/>
                  <a:pt x="797307" y="73527"/>
                  <a:pt x="793047" y="79184"/>
                </a:cubicBezTo>
                <a:cubicBezTo>
                  <a:pt x="787903" y="86023"/>
                  <a:pt x="780797" y="89442"/>
                  <a:pt x="771731" y="89442"/>
                </a:cubicBezTo>
                <a:cubicBezTo>
                  <a:pt x="762833" y="89442"/>
                  <a:pt x="755980" y="86318"/>
                  <a:pt x="751173" y="80070"/>
                </a:cubicBezTo>
                <a:cubicBezTo>
                  <a:pt x="746366" y="73822"/>
                  <a:pt x="743962" y="66583"/>
                  <a:pt x="743962" y="58352"/>
                </a:cubicBezTo>
                <a:cubicBezTo>
                  <a:pt x="743962" y="49868"/>
                  <a:pt x="746419" y="42471"/>
                  <a:pt x="751331" y="36160"/>
                </a:cubicBezTo>
                <a:cubicBezTo>
                  <a:pt x="756244" y="29849"/>
                  <a:pt x="762981" y="26693"/>
                  <a:pt x="771541" y="26693"/>
                </a:cubicBezTo>
                <a:moveTo>
                  <a:pt x="771794" y="31121"/>
                </a:moveTo>
                <a:cubicBezTo>
                  <a:pt x="769643" y="31121"/>
                  <a:pt x="767798" y="31934"/>
                  <a:pt x="766259" y="33560"/>
                </a:cubicBezTo>
                <a:cubicBezTo>
                  <a:pt x="764720" y="35185"/>
                  <a:pt x="763708" y="38393"/>
                  <a:pt x="763223" y="43185"/>
                </a:cubicBezTo>
                <a:cubicBezTo>
                  <a:pt x="762738" y="47976"/>
                  <a:pt x="762496" y="54637"/>
                  <a:pt x="762496" y="63165"/>
                </a:cubicBezTo>
                <a:cubicBezTo>
                  <a:pt x="762496" y="67683"/>
                  <a:pt x="762791" y="71905"/>
                  <a:pt x="763381" y="75832"/>
                </a:cubicBezTo>
                <a:cubicBezTo>
                  <a:pt x="763845" y="78829"/>
                  <a:pt x="764836" y="81108"/>
                  <a:pt x="766354" y="82671"/>
                </a:cubicBezTo>
                <a:cubicBezTo>
                  <a:pt x="767872" y="84233"/>
                  <a:pt x="769601" y="85014"/>
                  <a:pt x="771541" y="85014"/>
                </a:cubicBezTo>
                <a:cubicBezTo>
                  <a:pt x="773439" y="85014"/>
                  <a:pt x="775020" y="84486"/>
                  <a:pt x="776285" y="83430"/>
                </a:cubicBezTo>
                <a:cubicBezTo>
                  <a:pt x="777930" y="81995"/>
                  <a:pt x="779026" y="79990"/>
                  <a:pt x="779574" y="77413"/>
                </a:cubicBezTo>
                <a:cubicBezTo>
                  <a:pt x="780418" y="73403"/>
                  <a:pt x="780839" y="65298"/>
                  <a:pt x="780839" y="53096"/>
                </a:cubicBezTo>
                <a:cubicBezTo>
                  <a:pt x="780839" y="45919"/>
                  <a:pt x="780439" y="40991"/>
                  <a:pt x="779638" y="38310"/>
                </a:cubicBezTo>
                <a:cubicBezTo>
                  <a:pt x="778836" y="35629"/>
                  <a:pt x="777656" y="33676"/>
                  <a:pt x="776095" y="32451"/>
                </a:cubicBezTo>
                <a:cubicBezTo>
                  <a:pt x="774999" y="31565"/>
                  <a:pt x="773565" y="31121"/>
                  <a:pt x="771794" y="31121"/>
                </a:cubicBezTo>
                <a:close/>
                <a:moveTo>
                  <a:pt x="832841" y="28464"/>
                </a:moveTo>
                <a:lnTo>
                  <a:pt x="832841" y="36181"/>
                </a:lnTo>
                <a:cubicBezTo>
                  <a:pt x="835877" y="32870"/>
                  <a:pt x="838786" y="30461"/>
                  <a:pt x="841570" y="28955"/>
                </a:cubicBezTo>
                <a:cubicBezTo>
                  <a:pt x="844353" y="27447"/>
                  <a:pt x="847347" y="26693"/>
                  <a:pt x="850552" y="26693"/>
                </a:cubicBezTo>
                <a:cubicBezTo>
                  <a:pt x="854389" y="26693"/>
                  <a:pt x="857573" y="27759"/>
                  <a:pt x="860103" y="29892"/>
                </a:cubicBezTo>
                <a:cubicBezTo>
                  <a:pt x="862633" y="32024"/>
                  <a:pt x="864320" y="34673"/>
                  <a:pt x="865163" y="37840"/>
                </a:cubicBezTo>
                <a:cubicBezTo>
                  <a:pt x="865838" y="40248"/>
                  <a:pt x="866176" y="44872"/>
                  <a:pt x="866176" y="51712"/>
                </a:cubicBezTo>
                <a:lnTo>
                  <a:pt x="866176" y="74767"/>
                </a:lnTo>
                <a:cubicBezTo>
                  <a:pt x="866176" y="79321"/>
                  <a:pt x="866587" y="82157"/>
                  <a:pt x="867409" y="83274"/>
                </a:cubicBezTo>
                <a:cubicBezTo>
                  <a:pt x="868231" y="84392"/>
                  <a:pt x="869950" y="85098"/>
                  <a:pt x="872564" y="85393"/>
                </a:cubicBezTo>
                <a:lnTo>
                  <a:pt x="872564" y="87670"/>
                </a:lnTo>
                <a:lnTo>
                  <a:pt x="842645" y="87670"/>
                </a:lnTo>
                <a:lnTo>
                  <a:pt x="842645" y="85393"/>
                </a:lnTo>
                <a:cubicBezTo>
                  <a:pt x="844880" y="85098"/>
                  <a:pt x="846482" y="84170"/>
                  <a:pt x="847452" y="82610"/>
                </a:cubicBezTo>
                <a:cubicBezTo>
                  <a:pt x="848127" y="81556"/>
                  <a:pt x="848464" y="78941"/>
                  <a:pt x="848464" y="74767"/>
                </a:cubicBezTo>
                <a:lnTo>
                  <a:pt x="848464" y="48453"/>
                </a:lnTo>
                <a:cubicBezTo>
                  <a:pt x="848464" y="43603"/>
                  <a:pt x="848275" y="40546"/>
                  <a:pt x="847895" y="39281"/>
                </a:cubicBezTo>
                <a:cubicBezTo>
                  <a:pt x="847516" y="38016"/>
                  <a:pt x="846872" y="37035"/>
                  <a:pt x="845966" y="36340"/>
                </a:cubicBezTo>
                <a:cubicBezTo>
                  <a:pt x="845059" y="35644"/>
                  <a:pt x="844058" y="35296"/>
                  <a:pt x="842961" y="35296"/>
                </a:cubicBezTo>
                <a:cubicBezTo>
                  <a:pt x="839335" y="35296"/>
                  <a:pt x="835961" y="37910"/>
                  <a:pt x="832841" y="43139"/>
                </a:cubicBezTo>
                <a:lnTo>
                  <a:pt x="832841" y="74767"/>
                </a:lnTo>
                <a:cubicBezTo>
                  <a:pt x="832841" y="79194"/>
                  <a:pt x="833252" y="81999"/>
                  <a:pt x="834074" y="83179"/>
                </a:cubicBezTo>
                <a:cubicBezTo>
                  <a:pt x="834896" y="84360"/>
                  <a:pt x="836425" y="85098"/>
                  <a:pt x="838660" y="85393"/>
                </a:cubicBezTo>
                <a:lnTo>
                  <a:pt x="838660" y="87670"/>
                </a:lnTo>
                <a:lnTo>
                  <a:pt x="808741" y="87670"/>
                </a:lnTo>
                <a:lnTo>
                  <a:pt x="808741" y="85393"/>
                </a:lnTo>
                <a:cubicBezTo>
                  <a:pt x="811229" y="85140"/>
                  <a:pt x="813000" y="84339"/>
                  <a:pt x="814054" y="82990"/>
                </a:cubicBezTo>
                <a:cubicBezTo>
                  <a:pt x="814771" y="82062"/>
                  <a:pt x="815129" y="79321"/>
                  <a:pt x="815129" y="74767"/>
                </a:cubicBezTo>
                <a:lnTo>
                  <a:pt x="815129" y="41368"/>
                </a:lnTo>
                <a:cubicBezTo>
                  <a:pt x="815129" y="36844"/>
                  <a:pt x="814718" y="34028"/>
                  <a:pt x="813896" y="32918"/>
                </a:cubicBezTo>
                <a:cubicBezTo>
                  <a:pt x="813074" y="31808"/>
                  <a:pt x="811355" y="31083"/>
                  <a:pt x="808741" y="30742"/>
                </a:cubicBezTo>
                <a:lnTo>
                  <a:pt x="808741" y="28464"/>
                </a:lnTo>
                <a:lnTo>
                  <a:pt x="832841" y="28464"/>
                </a:lnTo>
                <a:close/>
                <a:moveTo>
                  <a:pt x="917868" y="26946"/>
                </a:moveTo>
                <a:lnTo>
                  <a:pt x="918817" y="47188"/>
                </a:lnTo>
                <a:lnTo>
                  <a:pt x="916666" y="47188"/>
                </a:lnTo>
                <a:cubicBezTo>
                  <a:pt x="914094" y="41151"/>
                  <a:pt x="911427" y="37027"/>
                  <a:pt x="908664" y="34818"/>
                </a:cubicBezTo>
                <a:cubicBezTo>
                  <a:pt x="905902" y="32606"/>
                  <a:pt x="903151" y="31501"/>
                  <a:pt x="900410" y="31501"/>
                </a:cubicBezTo>
                <a:cubicBezTo>
                  <a:pt x="898681" y="31501"/>
                  <a:pt x="897205" y="32080"/>
                  <a:pt x="895982" y="33240"/>
                </a:cubicBezTo>
                <a:cubicBezTo>
                  <a:pt x="894759" y="34400"/>
                  <a:pt x="894148" y="35739"/>
                  <a:pt x="894148" y="37257"/>
                </a:cubicBezTo>
                <a:cubicBezTo>
                  <a:pt x="894148" y="38395"/>
                  <a:pt x="894569" y="39492"/>
                  <a:pt x="895413" y="40546"/>
                </a:cubicBezTo>
                <a:cubicBezTo>
                  <a:pt x="896762" y="42275"/>
                  <a:pt x="900536" y="45237"/>
                  <a:pt x="906735" y="49433"/>
                </a:cubicBezTo>
                <a:cubicBezTo>
                  <a:pt x="912934" y="53629"/>
                  <a:pt x="917014" y="57192"/>
                  <a:pt x="918975" y="60123"/>
                </a:cubicBezTo>
                <a:cubicBezTo>
                  <a:pt x="920936" y="63054"/>
                  <a:pt x="921916" y="66333"/>
                  <a:pt x="921916" y="69959"/>
                </a:cubicBezTo>
                <a:cubicBezTo>
                  <a:pt x="921916" y="73248"/>
                  <a:pt x="921094" y="76474"/>
                  <a:pt x="919449" y="79637"/>
                </a:cubicBezTo>
                <a:cubicBezTo>
                  <a:pt x="917805" y="82800"/>
                  <a:pt x="915485" y="85225"/>
                  <a:pt x="912491" y="86911"/>
                </a:cubicBezTo>
                <a:cubicBezTo>
                  <a:pt x="909497" y="88598"/>
                  <a:pt x="906187" y="89442"/>
                  <a:pt x="902560" y="89442"/>
                </a:cubicBezTo>
                <a:cubicBezTo>
                  <a:pt x="899735" y="89442"/>
                  <a:pt x="895961" y="88540"/>
                  <a:pt x="891238" y="86735"/>
                </a:cubicBezTo>
                <a:cubicBezTo>
                  <a:pt x="889973" y="86262"/>
                  <a:pt x="889108" y="86026"/>
                  <a:pt x="888644" y="86026"/>
                </a:cubicBezTo>
                <a:cubicBezTo>
                  <a:pt x="887253" y="86026"/>
                  <a:pt x="886093" y="87080"/>
                  <a:pt x="885165" y="89189"/>
                </a:cubicBezTo>
                <a:lnTo>
                  <a:pt x="883078" y="89189"/>
                </a:lnTo>
                <a:lnTo>
                  <a:pt x="882066" y="67935"/>
                </a:lnTo>
                <a:lnTo>
                  <a:pt x="884217" y="67935"/>
                </a:lnTo>
                <a:cubicBezTo>
                  <a:pt x="886114" y="73501"/>
                  <a:pt x="888718" y="77676"/>
                  <a:pt x="892029" y="80459"/>
                </a:cubicBezTo>
                <a:cubicBezTo>
                  <a:pt x="895339" y="83243"/>
                  <a:pt x="898470" y="84634"/>
                  <a:pt x="901422" y="84634"/>
                </a:cubicBezTo>
                <a:cubicBezTo>
                  <a:pt x="903446" y="84634"/>
                  <a:pt x="905101" y="84012"/>
                  <a:pt x="906387" y="82768"/>
                </a:cubicBezTo>
                <a:cubicBezTo>
                  <a:pt x="907673" y="81524"/>
                  <a:pt x="908317" y="80017"/>
                  <a:pt x="908317" y="78246"/>
                </a:cubicBezTo>
                <a:cubicBezTo>
                  <a:pt x="908317" y="76221"/>
                  <a:pt x="907684" y="74471"/>
                  <a:pt x="906419" y="72995"/>
                </a:cubicBezTo>
                <a:cubicBezTo>
                  <a:pt x="905154" y="71520"/>
                  <a:pt x="902328" y="69285"/>
                  <a:pt x="897943" y="66290"/>
                </a:cubicBezTo>
                <a:cubicBezTo>
                  <a:pt x="891491" y="61821"/>
                  <a:pt x="887316" y="58405"/>
                  <a:pt x="885419" y="56043"/>
                </a:cubicBezTo>
                <a:cubicBezTo>
                  <a:pt x="882635" y="52585"/>
                  <a:pt x="881244" y="48769"/>
                  <a:pt x="881244" y="44594"/>
                </a:cubicBezTo>
                <a:cubicBezTo>
                  <a:pt x="881244" y="40040"/>
                  <a:pt x="882815" y="35918"/>
                  <a:pt x="885956" y="32228"/>
                </a:cubicBezTo>
                <a:cubicBezTo>
                  <a:pt x="889098" y="28538"/>
                  <a:pt x="893642" y="26693"/>
                  <a:pt x="899587" y="26693"/>
                </a:cubicBezTo>
                <a:cubicBezTo>
                  <a:pt x="902792" y="26693"/>
                  <a:pt x="905892" y="27504"/>
                  <a:pt x="908886" y="29125"/>
                </a:cubicBezTo>
                <a:cubicBezTo>
                  <a:pt x="910024" y="29781"/>
                  <a:pt x="910952" y="30109"/>
                  <a:pt x="911669" y="30109"/>
                </a:cubicBezTo>
                <a:cubicBezTo>
                  <a:pt x="912428" y="30109"/>
                  <a:pt x="913040" y="29951"/>
                  <a:pt x="913503" y="29635"/>
                </a:cubicBezTo>
                <a:cubicBezTo>
                  <a:pt x="913967" y="29318"/>
                  <a:pt x="914705" y="28422"/>
                  <a:pt x="915717" y="26946"/>
                </a:cubicBezTo>
                <a:lnTo>
                  <a:pt x="917868" y="269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d_port=x">
            <a:extLst xmlns:a="http://schemas.openxmlformats.org/drawingml/2006/main">
              <a:ext uri="{FF2B5EF4-FFF2-40B4-BE49-F238E27FC236}">
                <a16:creationId xmlns:a16="http://schemas.microsoft.com/office/drawing/2014/main" id="{7569DA7A-860D-49CF-9D78-B800ECCB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130" y="1639064"/>
            <a:ext cx="520697" cy="132479"/>
          </a:xfrm>
          <a:custGeom xmlns:a="http://schemas.openxmlformats.org/drawingml/2006/main">
            <a:pathLst>
              <a:path w="520697" h="132479">
                <a:moveTo>
                  <a:pt x="454385" y="38237"/>
                </a:moveTo>
                <a:lnTo>
                  <a:pt x="377698" y="38237"/>
                </a:lnTo>
                <a:lnTo>
                  <a:pt x="377698" y="44136"/>
                </a:lnTo>
                <a:lnTo>
                  <a:pt x="454385" y="44136"/>
                </a:lnTo>
                <a:lnTo>
                  <a:pt x="454385" y="38237"/>
                </a:lnTo>
                <a:close/>
                <a:moveTo>
                  <a:pt x="68300" y="95024"/>
                </a:moveTo>
                <a:lnTo>
                  <a:pt x="67519" y="92536"/>
                </a:lnTo>
                <a:lnTo>
                  <a:pt x="67254" y="92635"/>
                </a:lnTo>
                <a:lnTo>
                  <a:pt x="66994" y="92729"/>
                </a:lnTo>
                <a:lnTo>
                  <a:pt x="66739" y="92819"/>
                </a:lnTo>
                <a:lnTo>
                  <a:pt x="66488" y="92905"/>
                </a:lnTo>
                <a:lnTo>
                  <a:pt x="66242" y="92987"/>
                </a:lnTo>
                <a:lnTo>
                  <a:pt x="65999" y="93065"/>
                </a:lnTo>
                <a:lnTo>
                  <a:pt x="65762" y="93138"/>
                </a:lnTo>
                <a:lnTo>
                  <a:pt x="65529" y="93207"/>
                </a:lnTo>
                <a:lnTo>
                  <a:pt x="65300" y="93272"/>
                </a:lnTo>
                <a:lnTo>
                  <a:pt x="65076" y="93333"/>
                </a:lnTo>
                <a:lnTo>
                  <a:pt x="64856" y="93390"/>
                </a:lnTo>
                <a:lnTo>
                  <a:pt x="64640" y="93442"/>
                </a:lnTo>
                <a:lnTo>
                  <a:pt x="64429" y="93490"/>
                </a:lnTo>
                <a:lnTo>
                  <a:pt x="64223" y="93534"/>
                </a:lnTo>
                <a:lnTo>
                  <a:pt x="64021" y="93574"/>
                </a:lnTo>
                <a:lnTo>
                  <a:pt x="63823" y="93610"/>
                </a:lnTo>
                <a:lnTo>
                  <a:pt x="63630" y="93641"/>
                </a:lnTo>
                <a:lnTo>
                  <a:pt x="63441" y="93669"/>
                </a:lnTo>
                <a:lnTo>
                  <a:pt x="63256" y="93692"/>
                </a:lnTo>
                <a:lnTo>
                  <a:pt x="63077" y="93711"/>
                </a:lnTo>
                <a:lnTo>
                  <a:pt x="62901" y="93725"/>
                </a:lnTo>
                <a:lnTo>
                  <a:pt x="62730" y="93736"/>
                </a:lnTo>
                <a:lnTo>
                  <a:pt x="62564" y="93742"/>
                </a:lnTo>
                <a:lnTo>
                  <a:pt x="62401" y="93744"/>
                </a:lnTo>
                <a:lnTo>
                  <a:pt x="62272" y="93743"/>
                </a:lnTo>
                <a:lnTo>
                  <a:pt x="62144" y="93737"/>
                </a:lnTo>
                <a:lnTo>
                  <a:pt x="62017" y="93729"/>
                </a:lnTo>
                <a:lnTo>
                  <a:pt x="61891" y="93717"/>
                </a:lnTo>
                <a:lnTo>
                  <a:pt x="61767" y="93701"/>
                </a:lnTo>
                <a:lnTo>
                  <a:pt x="61644" y="93682"/>
                </a:lnTo>
                <a:lnTo>
                  <a:pt x="61523" y="93660"/>
                </a:lnTo>
                <a:lnTo>
                  <a:pt x="61402" y="93634"/>
                </a:lnTo>
                <a:lnTo>
                  <a:pt x="61284" y="93604"/>
                </a:lnTo>
                <a:lnTo>
                  <a:pt x="61166" y="93572"/>
                </a:lnTo>
                <a:lnTo>
                  <a:pt x="61050" y="93535"/>
                </a:lnTo>
                <a:lnTo>
                  <a:pt x="60936" y="93496"/>
                </a:lnTo>
                <a:lnTo>
                  <a:pt x="60822" y="93452"/>
                </a:lnTo>
                <a:lnTo>
                  <a:pt x="60710" y="93406"/>
                </a:lnTo>
                <a:lnTo>
                  <a:pt x="60600" y="93356"/>
                </a:lnTo>
                <a:lnTo>
                  <a:pt x="60490" y="93302"/>
                </a:lnTo>
                <a:lnTo>
                  <a:pt x="60382" y="93245"/>
                </a:lnTo>
                <a:lnTo>
                  <a:pt x="60276" y="93185"/>
                </a:lnTo>
                <a:lnTo>
                  <a:pt x="60171" y="93121"/>
                </a:lnTo>
                <a:lnTo>
                  <a:pt x="60067" y="93053"/>
                </a:lnTo>
                <a:lnTo>
                  <a:pt x="59964" y="92982"/>
                </a:lnTo>
                <a:lnTo>
                  <a:pt x="59863" y="92908"/>
                </a:lnTo>
                <a:lnTo>
                  <a:pt x="59764" y="92830"/>
                </a:lnTo>
                <a:lnTo>
                  <a:pt x="59665" y="92749"/>
                </a:lnTo>
                <a:lnTo>
                  <a:pt x="59569" y="92664"/>
                </a:lnTo>
                <a:lnTo>
                  <a:pt x="59474" y="92573"/>
                </a:lnTo>
                <a:lnTo>
                  <a:pt x="59382" y="92477"/>
                </a:lnTo>
                <a:lnTo>
                  <a:pt x="59292" y="92375"/>
                </a:lnTo>
                <a:lnTo>
                  <a:pt x="59204" y="92268"/>
                </a:lnTo>
                <a:lnTo>
                  <a:pt x="59119" y="92156"/>
                </a:lnTo>
                <a:lnTo>
                  <a:pt x="59035" y="92039"/>
                </a:lnTo>
                <a:lnTo>
                  <a:pt x="58954" y="91916"/>
                </a:lnTo>
                <a:lnTo>
                  <a:pt x="58876" y="91788"/>
                </a:lnTo>
                <a:lnTo>
                  <a:pt x="58799" y="91655"/>
                </a:lnTo>
                <a:lnTo>
                  <a:pt x="58725" y="91516"/>
                </a:lnTo>
                <a:lnTo>
                  <a:pt x="58652" y="91372"/>
                </a:lnTo>
                <a:lnTo>
                  <a:pt x="58582" y="91223"/>
                </a:lnTo>
                <a:lnTo>
                  <a:pt x="58515" y="91068"/>
                </a:lnTo>
                <a:lnTo>
                  <a:pt x="58449" y="90909"/>
                </a:lnTo>
                <a:lnTo>
                  <a:pt x="58386" y="90743"/>
                </a:lnTo>
                <a:lnTo>
                  <a:pt x="58325" y="90573"/>
                </a:lnTo>
                <a:lnTo>
                  <a:pt x="58266" y="90397"/>
                </a:lnTo>
                <a:lnTo>
                  <a:pt x="58209" y="90216"/>
                </a:lnTo>
                <a:lnTo>
                  <a:pt x="58155" y="90030"/>
                </a:lnTo>
                <a:lnTo>
                  <a:pt x="58103" y="89838"/>
                </a:lnTo>
                <a:lnTo>
                  <a:pt x="58053" y="89641"/>
                </a:lnTo>
                <a:lnTo>
                  <a:pt x="58005" y="89439"/>
                </a:lnTo>
                <a:lnTo>
                  <a:pt x="57959" y="89231"/>
                </a:lnTo>
                <a:lnTo>
                  <a:pt x="57916" y="89005"/>
                </a:lnTo>
                <a:lnTo>
                  <a:pt x="57874" y="88749"/>
                </a:lnTo>
                <a:lnTo>
                  <a:pt x="57834" y="88461"/>
                </a:lnTo>
                <a:lnTo>
                  <a:pt x="57797" y="88142"/>
                </a:lnTo>
                <a:lnTo>
                  <a:pt x="57760" y="87793"/>
                </a:lnTo>
                <a:lnTo>
                  <a:pt x="57726" y="87412"/>
                </a:lnTo>
                <a:lnTo>
                  <a:pt x="57694" y="87001"/>
                </a:lnTo>
                <a:lnTo>
                  <a:pt x="57663" y="86558"/>
                </a:lnTo>
                <a:lnTo>
                  <a:pt x="57635" y="86085"/>
                </a:lnTo>
                <a:lnTo>
                  <a:pt x="57608" y="85580"/>
                </a:lnTo>
                <a:lnTo>
                  <a:pt x="57583" y="85045"/>
                </a:lnTo>
                <a:lnTo>
                  <a:pt x="57560" y="84478"/>
                </a:lnTo>
                <a:lnTo>
                  <a:pt x="57538" y="83881"/>
                </a:lnTo>
                <a:lnTo>
                  <a:pt x="57519" y="83252"/>
                </a:lnTo>
                <a:lnTo>
                  <a:pt x="57501" y="82593"/>
                </a:lnTo>
                <a:lnTo>
                  <a:pt x="57486" y="81903"/>
                </a:lnTo>
                <a:lnTo>
                  <a:pt x="57472" y="81182"/>
                </a:lnTo>
                <a:lnTo>
                  <a:pt x="57460" y="80429"/>
                </a:lnTo>
                <a:lnTo>
                  <a:pt x="57449" y="79646"/>
                </a:lnTo>
                <a:lnTo>
                  <a:pt x="57441" y="78832"/>
                </a:lnTo>
                <a:lnTo>
                  <a:pt x="57435" y="77987"/>
                </a:lnTo>
                <a:lnTo>
                  <a:pt x="57430" y="77111"/>
                </a:lnTo>
                <a:lnTo>
                  <a:pt x="57427" y="76204"/>
                </a:lnTo>
                <a:lnTo>
                  <a:pt x="57426" y="75265"/>
                </a:lnTo>
                <a:lnTo>
                  <a:pt x="57426" y="0"/>
                </a:lnTo>
                <a:lnTo>
                  <a:pt x="54228" y="0"/>
                </a:lnTo>
                <a:lnTo>
                  <a:pt x="34825" y="7993"/>
                </a:lnTo>
                <a:lnTo>
                  <a:pt x="35749" y="10492"/>
                </a:lnTo>
                <a:lnTo>
                  <a:pt x="36002" y="10399"/>
                </a:lnTo>
                <a:lnTo>
                  <a:pt x="36250" y="10310"/>
                </a:lnTo>
                <a:lnTo>
                  <a:pt x="36494" y="10224"/>
                </a:lnTo>
                <a:lnTo>
                  <a:pt x="36734" y="10143"/>
                </a:lnTo>
                <a:lnTo>
                  <a:pt x="36970" y="10066"/>
                </a:lnTo>
                <a:lnTo>
                  <a:pt x="37202" y="9993"/>
                </a:lnTo>
                <a:lnTo>
                  <a:pt x="37429" y="9923"/>
                </a:lnTo>
                <a:lnTo>
                  <a:pt x="37652" y="9858"/>
                </a:lnTo>
                <a:lnTo>
                  <a:pt x="37872" y="9796"/>
                </a:lnTo>
                <a:lnTo>
                  <a:pt x="38086" y="9739"/>
                </a:lnTo>
                <a:lnTo>
                  <a:pt x="38297" y="9685"/>
                </a:lnTo>
                <a:lnTo>
                  <a:pt x="38503" y="9636"/>
                </a:lnTo>
                <a:lnTo>
                  <a:pt x="38706" y="9590"/>
                </a:lnTo>
                <a:lnTo>
                  <a:pt x="38904" y="9549"/>
                </a:lnTo>
                <a:lnTo>
                  <a:pt x="39097" y="9511"/>
                </a:lnTo>
                <a:lnTo>
                  <a:pt x="39287" y="9477"/>
                </a:lnTo>
                <a:lnTo>
                  <a:pt x="39473" y="9448"/>
                </a:lnTo>
                <a:lnTo>
                  <a:pt x="39654" y="9422"/>
                </a:lnTo>
                <a:lnTo>
                  <a:pt x="39831" y="9400"/>
                </a:lnTo>
                <a:lnTo>
                  <a:pt x="40004" y="9382"/>
                </a:lnTo>
                <a:lnTo>
                  <a:pt x="40172" y="9368"/>
                </a:lnTo>
                <a:lnTo>
                  <a:pt x="40337" y="9358"/>
                </a:lnTo>
                <a:lnTo>
                  <a:pt x="40497" y="9352"/>
                </a:lnTo>
                <a:lnTo>
                  <a:pt x="40653" y="9350"/>
                </a:lnTo>
                <a:lnTo>
                  <a:pt x="40794" y="9352"/>
                </a:lnTo>
                <a:lnTo>
                  <a:pt x="40934" y="9357"/>
                </a:lnTo>
                <a:lnTo>
                  <a:pt x="41071" y="9365"/>
                </a:lnTo>
                <a:lnTo>
                  <a:pt x="41206" y="9376"/>
                </a:lnTo>
                <a:lnTo>
                  <a:pt x="41339" y="9391"/>
                </a:lnTo>
                <a:lnTo>
                  <a:pt x="41471" y="9408"/>
                </a:lnTo>
                <a:lnTo>
                  <a:pt x="41600" y="9429"/>
                </a:lnTo>
                <a:lnTo>
                  <a:pt x="41727" y="9454"/>
                </a:lnTo>
                <a:lnTo>
                  <a:pt x="41853" y="9481"/>
                </a:lnTo>
                <a:lnTo>
                  <a:pt x="41976" y="9512"/>
                </a:lnTo>
                <a:lnTo>
                  <a:pt x="42097" y="9545"/>
                </a:lnTo>
                <a:lnTo>
                  <a:pt x="42217" y="9583"/>
                </a:lnTo>
                <a:lnTo>
                  <a:pt x="42334" y="9623"/>
                </a:lnTo>
                <a:lnTo>
                  <a:pt x="42450" y="9666"/>
                </a:lnTo>
                <a:lnTo>
                  <a:pt x="42563" y="9713"/>
                </a:lnTo>
                <a:lnTo>
                  <a:pt x="42675" y="9763"/>
                </a:lnTo>
                <a:lnTo>
                  <a:pt x="42784" y="9816"/>
                </a:lnTo>
                <a:lnTo>
                  <a:pt x="42892" y="9873"/>
                </a:lnTo>
                <a:lnTo>
                  <a:pt x="42998" y="9932"/>
                </a:lnTo>
                <a:lnTo>
                  <a:pt x="43101" y="9995"/>
                </a:lnTo>
                <a:lnTo>
                  <a:pt x="43203" y="10061"/>
                </a:lnTo>
                <a:lnTo>
                  <a:pt x="43303" y="10131"/>
                </a:lnTo>
                <a:lnTo>
                  <a:pt x="43400" y="10203"/>
                </a:lnTo>
                <a:lnTo>
                  <a:pt x="43496" y="10279"/>
                </a:lnTo>
                <a:lnTo>
                  <a:pt x="43590" y="10359"/>
                </a:lnTo>
                <a:lnTo>
                  <a:pt x="43682" y="10445"/>
                </a:lnTo>
                <a:lnTo>
                  <a:pt x="43771" y="10536"/>
                </a:lnTo>
                <a:lnTo>
                  <a:pt x="43858" y="10633"/>
                </a:lnTo>
                <a:lnTo>
                  <a:pt x="43944" y="10736"/>
                </a:lnTo>
                <a:lnTo>
                  <a:pt x="44027" y="10845"/>
                </a:lnTo>
                <a:lnTo>
                  <a:pt x="44108" y="10959"/>
                </a:lnTo>
                <a:lnTo>
                  <a:pt x="44187" y="11079"/>
                </a:lnTo>
                <a:lnTo>
                  <a:pt x="44264" y="11205"/>
                </a:lnTo>
                <a:lnTo>
                  <a:pt x="44339" y="11336"/>
                </a:lnTo>
                <a:lnTo>
                  <a:pt x="44412" y="11473"/>
                </a:lnTo>
                <a:lnTo>
                  <a:pt x="44482" y="11616"/>
                </a:lnTo>
                <a:lnTo>
                  <a:pt x="44551" y="11764"/>
                </a:lnTo>
                <a:lnTo>
                  <a:pt x="44617" y="11919"/>
                </a:lnTo>
                <a:lnTo>
                  <a:pt x="44682" y="12079"/>
                </a:lnTo>
                <a:lnTo>
                  <a:pt x="44744" y="12244"/>
                </a:lnTo>
                <a:lnTo>
                  <a:pt x="44804" y="12416"/>
                </a:lnTo>
                <a:lnTo>
                  <a:pt x="44862" y="12593"/>
                </a:lnTo>
                <a:lnTo>
                  <a:pt x="44918" y="12775"/>
                </a:lnTo>
                <a:lnTo>
                  <a:pt x="44972" y="12964"/>
                </a:lnTo>
                <a:lnTo>
                  <a:pt x="45024" y="13158"/>
                </a:lnTo>
                <a:lnTo>
                  <a:pt x="45073" y="13358"/>
                </a:lnTo>
                <a:lnTo>
                  <a:pt x="45121" y="13563"/>
                </a:lnTo>
                <a:lnTo>
                  <a:pt x="45166" y="13775"/>
                </a:lnTo>
                <a:lnTo>
                  <a:pt x="45210" y="14004"/>
                </a:lnTo>
                <a:lnTo>
                  <a:pt x="45252" y="14263"/>
                </a:lnTo>
                <a:lnTo>
                  <a:pt x="45291" y="14552"/>
                </a:lnTo>
                <a:lnTo>
                  <a:pt x="45329" y="14871"/>
                </a:lnTo>
                <a:lnTo>
                  <a:pt x="45365" y="15220"/>
                </a:lnTo>
                <a:lnTo>
                  <a:pt x="45400" y="15599"/>
                </a:lnTo>
                <a:lnTo>
                  <a:pt x="45432" y="16008"/>
                </a:lnTo>
                <a:lnTo>
                  <a:pt x="45463" y="16447"/>
                </a:lnTo>
                <a:lnTo>
                  <a:pt x="45491" y="16916"/>
                </a:lnTo>
                <a:lnTo>
                  <a:pt x="45518" y="17415"/>
                </a:lnTo>
                <a:lnTo>
                  <a:pt x="45543" y="17944"/>
                </a:lnTo>
                <a:lnTo>
                  <a:pt x="45566" y="18503"/>
                </a:lnTo>
                <a:lnTo>
                  <a:pt x="45587" y="19092"/>
                </a:lnTo>
                <a:lnTo>
                  <a:pt x="45607" y="19711"/>
                </a:lnTo>
                <a:lnTo>
                  <a:pt x="45624" y="20360"/>
                </a:lnTo>
                <a:lnTo>
                  <a:pt x="45640" y="21039"/>
                </a:lnTo>
                <a:lnTo>
                  <a:pt x="45654" y="21748"/>
                </a:lnTo>
                <a:lnTo>
                  <a:pt x="45666" y="22487"/>
                </a:lnTo>
                <a:lnTo>
                  <a:pt x="45676" y="23255"/>
                </a:lnTo>
                <a:lnTo>
                  <a:pt x="45685" y="24054"/>
                </a:lnTo>
                <a:lnTo>
                  <a:pt x="45691" y="24883"/>
                </a:lnTo>
                <a:lnTo>
                  <a:pt x="45696" y="25742"/>
                </a:lnTo>
                <a:lnTo>
                  <a:pt x="45699" y="26631"/>
                </a:lnTo>
                <a:lnTo>
                  <a:pt x="45699" y="27549"/>
                </a:lnTo>
                <a:lnTo>
                  <a:pt x="45699" y="39587"/>
                </a:lnTo>
                <a:lnTo>
                  <a:pt x="45226" y="39141"/>
                </a:lnTo>
                <a:lnTo>
                  <a:pt x="44743" y="38713"/>
                </a:lnTo>
                <a:lnTo>
                  <a:pt x="44249" y="38305"/>
                </a:lnTo>
                <a:lnTo>
                  <a:pt x="43745" y="37915"/>
                </a:lnTo>
                <a:lnTo>
                  <a:pt x="43230" y="37545"/>
                </a:lnTo>
                <a:lnTo>
                  <a:pt x="42706" y="37193"/>
                </a:lnTo>
                <a:lnTo>
                  <a:pt x="42170" y="36860"/>
                </a:lnTo>
                <a:lnTo>
                  <a:pt x="41625" y="36547"/>
                </a:lnTo>
                <a:lnTo>
                  <a:pt x="41069" y="36252"/>
                </a:lnTo>
                <a:lnTo>
                  <a:pt x="40502" y="35977"/>
                </a:lnTo>
                <a:lnTo>
                  <a:pt x="39926" y="35720"/>
                </a:lnTo>
                <a:lnTo>
                  <a:pt x="39338" y="35483"/>
                </a:lnTo>
                <a:lnTo>
                  <a:pt x="38741" y="35264"/>
                </a:lnTo>
                <a:lnTo>
                  <a:pt x="38133" y="35065"/>
                </a:lnTo>
                <a:lnTo>
                  <a:pt x="37515" y="34884"/>
                </a:lnTo>
                <a:lnTo>
                  <a:pt x="36886" y="34723"/>
                </a:lnTo>
                <a:lnTo>
                  <a:pt x="36248" y="34580"/>
                </a:lnTo>
                <a:lnTo>
                  <a:pt x="35598" y="34457"/>
                </a:lnTo>
                <a:lnTo>
                  <a:pt x="34939" y="34352"/>
                </a:lnTo>
                <a:lnTo>
                  <a:pt x="34269" y="34267"/>
                </a:lnTo>
                <a:lnTo>
                  <a:pt x="33588" y="34200"/>
                </a:lnTo>
                <a:lnTo>
                  <a:pt x="32898" y="34153"/>
                </a:lnTo>
                <a:lnTo>
                  <a:pt x="32196" y="34124"/>
                </a:lnTo>
                <a:lnTo>
                  <a:pt x="31485" y="34115"/>
                </a:lnTo>
                <a:lnTo>
                  <a:pt x="30339" y="34135"/>
                </a:lnTo>
                <a:lnTo>
                  <a:pt x="29210" y="34195"/>
                </a:lnTo>
                <a:lnTo>
                  <a:pt x="28099" y="34296"/>
                </a:lnTo>
                <a:lnTo>
                  <a:pt x="27005" y="34437"/>
                </a:lnTo>
                <a:lnTo>
                  <a:pt x="25929" y="34618"/>
                </a:lnTo>
                <a:lnTo>
                  <a:pt x="24871" y="34839"/>
                </a:lnTo>
                <a:lnTo>
                  <a:pt x="23830" y="35101"/>
                </a:lnTo>
                <a:lnTo>
                  <a:pt x="22806" y="35403"/>
                </a:lnTo>
                <a:lnTo>
                  <a:pt x="21800" y="35745"/>
                </a:lnTo>
                <a:lnTo>
                  <a:pt x="20812" y="36128"/>
                </a:lnTo>
                <a:lnTo>
                  <a:pt x="19841" y="36551"/>
                </a:lnTo>
                <a:lnTo>
                  <a:pt x="18887" y="37014"/>
                </a:lnTo>
                <a:lnTo>
                  <a:pt x="17952" y="37517"/>
                </a:lnTo>
                <a:lnTo>
                  <a:pt x="17033" y="38060"/>
                </a:lnTo>
                <a:lnTo>
                  <a:pt x="16132" y="38644"/>
                </a:lnTo>
                <a:lnTo>
                  <a:pt x="15249" y="39268"/>
                </a:lnTo>
                <a:lnTo>
                  <a:pt x="14383" y="39933"/>
                </a:lnTo>
                <a:lnTo>
                  <a:pt x="13535" y="40637"/>
                </a:lnTo>
                <a:lnTo>
                  <a:pt x="12704" y="41382"/>
                </a:lnTo>
                <a:lnTo>
                  <a:pt x="11891" y="42167"/>
                </a:lnTo>
                <a:lnTo>
                  <a:pt x="11095" y="42993"/>
                </a:lnTo>
                <a:lnTo>
                  <a:pt x="10317" y="43858"/>
                </a:lnTo>
                <a:lnTo>
                  <a:pt x="9556" y="44764"/>
                </a:lnTo>
                <a:lnTo>
                  <a:pt x="8813" y="45711"/>
                </a:lnTo>
                <a:lnTo>
                  <a:pt x="8094" y="46681"/>
                </a:lnTo>
                <a:lnTo>
                  <a:pt x="7405" y="47660"/>
                </a:lnTo>
                <a:lnTo>
                  <a:pt x="6747" y="48647"/>
                </a:lnTo>
                <a:lnTo>
                  <a:pt x="6120" y="49642"/>
                </a:lnTo>
                <a:lnTo>
                  <a:pt x="5523" y="50645"/>
                </a:lnTo>
                <a:lnTo>
                  <a:pt x="4957" y="51657"/>
                </a:lnTo>
                <a:lnTo>
                  <a:pt x="4422" y="52677"/>
                </a:lnTo>
                <a:lnTo>
                  <a:pt x="3917" y="53705"/>
                </a:lnTo>
                <a:lnTo>
                  <a:pt x="3443" y="54742"/>
                </a:lnTo>
                <a:lnTo>
                  <a:pt x="2999" y="55786"/>
                </a:lnTo>
                <a:lnTo>
                  <a:pt x="2586" y="56839"/>
                </a:lnTo>
                <a:lnTo>
                  <a:pt x="2203" y="57901"/>
                </a:lnTo>
                <a:lnTo>
                  <a:pt x="1851" y="58970"/>
                </a:lnTo>
                <a:lnTo>
                  <a:pt x="1530" y="60048"/>
                </a:lnTo>
                <a:lnTo>
                  <a:pt x="1239" y="61134"/>
                </a:lnTo>
                <a:lnTo>
                  <a:pt x="979" y="62228"/>
                </a:lnTo>
                <a:lnTo>
                  <a:pt x="750" y="63330"/>
                </a:lnTo>
                <a:lnTo>
                  <a:pt x="551" y="64441"/>
                </a:lnTo>
                <a:lnTo>
                  <a:pt x="383" y="65560"/>
                </a:lnTo>
                <a:lnTo>
                  <a:pt x="245" y="66687"/>
                </a:lnTo>
                <a:lnTo>
                  <a:pt x="138" y="67823"/>
                </a:lnTo>
                <a:lnTo>
                  <a:pt x="61" y="68967"/>
                </a:lnTo>
                <a:lnTo>
                  <a:pt x="15" y="70119"/>
                </a:lnTo>
                <a:lnTo>
                  <a:pt x="0" y="71279"/>
                </a:lnTo>
                <a:lnTo>
                  <a:pt x="14" y="72435"/>
                </a:lnTo>
                <a:lnTo>
                  <a:pt x="55" y="73573"/>
                </a:lnTo>
                <a:lnTo>
                  <a:pt x="124" y="74693"/>
                </a:lnTo>
                <a:lnTo>
                  <a:pt x="221" y="75796"/>
                </a:lnTo>
                <a:lnTo>
                  <a:pt x="345" y="76881"/>
                </a:lnTo>
                <a:lnTo>
                  <a:pt x="498" y="77949"/>
                </a:lnTo>
                <a:lnTo>
                  <a:pt x="677" y="78999"/>
                </a:lnTo>
                <a:lnTo>
                  <a:pt x="884" y="80032"/>
                </a:lnTo>
                <a:lnTo>
                  <a:pt x="1119" y="81046"/>
                </a:lnTo>
                <a:lnTo>
                  <a:pt x="1382" y="82044"/>
                </a:lnTo>
                <a:lnTo>
                  <a:pt x="1672" y="83023"/>
                </a:lnTo>
                <a:lnTo>
                  <a:pt x="1990" y="83985"/>
                </a:lnTo>
                <a:lnTo>
                  <a:pt x="2336" y="84930"/>
                </a:lnTo>
                <a:lnTo>
                  <a:pt x="2709" y="85856"/>
                </a:lnTo>
                <a:lnTo>
                  <a:pt x="3109" y="86765"/>
                </a:lnTo>
                <a:lnTo>
                  <a:pt x="3538" y="87657"/>
                </a:lnTo>
                <a:lnTo>
                  <a:pt x="3994" y="88531"/>
                </a:lnTo>
                <a:lnTo>
                  <a:pt x="4478" y="89387"/>
                </a:lnTo>
                <a:lnTo>
                  <a:pt x="4989" y="90226"/>
                </a:lnTo>
                <a:lnTo>
                  <a:pt x="5528" y="91047"/>
                </a:lnTo>
                <a:lnTo>
                  <a:pt x="6094" y="91850"/>
                </a:lnTo>
                <a:lnTo>
                  <a:pt x="6689" y="92636"/>
                </a:lnTo>
                <a:lnTo>
                  <a:pt x="7311" y="93405"/>
                </a:lnTo>
                <a:lnTo>
                  <a:pt x="7960" y="94155"/>
                </a:lnTo>
                <a:lnTo>
                  <a:pt x="8628" y="94881"/>
                </a:lnTo>
                <a:lnTo>
                  <a:pt x="9306" y="95577"/>
                </a:lnTo>
                <a:lnTo>
                  <a:pt x="9992" y="96241"/>
                </a:lnTo>
                <a:lnTo>
                  <a:pt x="10688" y="96874"/>
                </a:lnTo>
                <a:lnTo>
                  <a:pt x="11394" y="97477"/>
                </a:lnTo>
                <a:lnTo>
                  <a:pt x="12109" y="98049"/>
                </a:lnTo>
                <a:lnTo>
                  <a:pt x="12833" y="98589"/>
                </a:lnTo>
                <a:lnTo>
                  <a:pt x="13567" y="99099"/>
                </a:lnTo>
                <a:lnTo>
                  <a:pt x="14310" y="99578"/>
                </a:lnTo>
                <a:lnTo>
                  <a:pt x="15062" y="100026"/>
                </a:lnTo>
                <a:lnTo>
                  <a:pt x="15824" y="100444"/>
                </a:lnTo>
                <a:lnTo>
                  <a:pt x="16595" y="100830"/>
                </a:lnTo>
                <a:lnTo>
                  <a:pt x="17376" y="101185"/>
                </a:lnTo>
                <a:lnTo>
                  <a:pt x="18166" y="101510"/>
                </a:lnTo>
                <a:lnTo>
                  <a:pt x="18965" y="101803"/>
                </a:lnTo>
                <a:lnTo>
                  <a:pt x="19774" y="102066"/>
                </a:lnTo>
                <a:lnTo>
                  <a:pt x="20592" y="102298"/>
                </a:lnTo>
                <a:lnTo>
                  <a:pt x="21419" y="102498"/>
                </a:lnTo>
                <a:lnTo>
                  <a:pt x="22256" y="102668"/>
                </a:lnTo>
                <a:lnTo>
                  <a:pt x="23102" y="102808"/>
                </a:lnTo>
                <a:lnTo>
                  <a:pt x="23958" y="102916"/>
                </a:lnTo>
                <a:lnTo>
                  <a:pt x="24823" y="102993"/>
                </a:lnTo>
                <a:lnTo>
                  <a:pt x="25697" y="103039"/>
                </a:lnTo>
                <a:lnTo>
                  <a:pt x="26581" y="103055"/>
                </a:lnTo>
                <a:lnTo>
                  <a:pt x="27018" y="103051"/>
                </a:lnTo>
                <a:lnTo>
                  <a:pt x="27453" y="103040"/>
                </a:lnTo>
                <a:lnTo>
                  <a:pt x="27885" y="103021"/>
                </a:lnTo>
                <a:lnTo>
                  <a:pt x="28314" y="102995"/>
                </a:lnTo>
                <a:lnTo>
                  <a:pt x="28742" y="102961"/>
                </a:lnTo>
                <a:lnTo>
                  <a:pt x="29166" y="102919"/>
                </a:lnTo>
                <a:lnTo>
                  <a:pt x="29589" y="102870"/>
                </a:lnTo>
                <a:lnTo>
                  <a:pt x="30008" y="102814"/>
                </a:lnTo>
                <a:lnTo>
                  <a:pt x="30426" y="102750"/>
                </a:lnTo>
                <a:lnTo>
                  <a:pt x="30840" y="102678"/>
                </a:lnTo>
                <a:lnTo>
                  <a:pt x="31253" y="102599"/>
                </a:lnTo>
                <a:lnTo>
                  <a:pt x="31663" y="102513"/>
                </a:lnTo>
                <a:lnTo>
                  <a:pt x="32070" y="102419"/>
                </a:lnTo>
                <a:lnTo>
                  <a:pt x="32475" y="102317"/>
                </a:lnTo>
                <a:lnTo>
                  <a:pt x="32878" y="102208"/>
                </a:lnTo>
                <a:lnTo>
                  <a:pt x="33278" y="102091"/>
                </a:lnTo>
                <a:lnTo>
                  <a:pt x="33675" y="101967"/>
                </a:lnTo>
                <a:lnTo>
                  <a:pt x="34070" y="101835"/>
                </a:lnTo>
                <a:lnTo>
                  <a:pt x="34463" y="101696"/>
                </a:lnTo>
                <a:lnTo>
                  <a:pt x="34853" y="101549"/>
                </a:lnTo>
                <a:lnTo>
                  <a:pt x="35241" y="101395"/>
                </a:lnTo>
                <a:lnTo>
                  <a:pt x="35626" y="101233"/>
                </a:lnTo>
                <a:lnTo>
                  <a:pt x="36009" y="101064"/>
                </a:lnTo>
                <a:lnTo>
                  <a:pt x="36389" y="100887"/>
                </a:lnTo>
                <a:lnTo>
                  <a:pt x="36768" y="100702"/>
                </a:lnTo>
                <a:lnTo>
                  <a:pt x="37149" y="100506"/>
                </a:lnTo>
                <a:lnTo>
                  <a:pt x="37529" y="100301"/>
                </a:lnTo>
                <a:lnTo>
                  <a:pt x="37911" y="100086"/>
                </a:lnTo>
                <a:lnTo>
                  <a:pt x="38293" y="99862"/>
                </a:lnTo>
                <a:lnTo>
                  <a:pt x="38677" y="99628"/>
                </a:lnTo>
                <a:lnTo>
                  <a:pt x="39060" y="99384"/>
                </a:lnTo>
                <a:lnTo>
                  <a:pt x="39445" y="99130"/>
                </a:lnTo>
                <a:lnTo>
                  <a:pt x="39830" y="98866"/>
                </a:lnTo>
                <a:lnTo>
                  <a:pt x="40217" y="98593"/>
                </a:lnTo>
                <a:lnTo>
                  <a:pt x="40603" y="98310"/>
                </a:lnTo>
                <a:lnTo>
                  <a:pt x="40991" y="98017"/>
                </a:lnTo>
                <a:lnTo>
                  <a:pt x="41379" y="97715"/>
                </a:lnTo>
                <a:lnTo>
                  <a:pt x="41768" y="97403"/>
                </a:lnTo>
                <a:lnTo>
                  <a:pt x="42158" y="97081"/>
                </a:lnTo>
                <a:lnTo>
                  <a:pt x="42549" y="96749"/>
                </a:lnTo>
                <a:lnTo>
                  <a:pt x="42940" y="96408"/>
                </a:lnTo>
                <a:lnTo>
                  <a:pt x="43332" y="96056"/>
                </a:lnTo>
                <a:lnTo>
                  <a:pt x="43725" y="95695"/>
                </a:lnTo>
                <a:lnTo>
                  <a:pt x="44118" y="95325"/>
                </a:lnTo>
                <a:lnTo>
                  <a:pt x="44512" y="94944"/>
                </a:lnTo>
                <a:lnTo>
                  <a:pt x="44907" y="94554"/>
                </a:lnTo>
                <a:lnTo>
                  <a:pt x="45303" y="94154"/>
                </a:lnTo>
                <a:lnTo>
                  <a:pt x="45699" y="93744"/>
                </a:lnTo>
                <a:lnTo>
                  <a:pt x="45699" y="103055"/>
                </a:lnTo>
                <a:lnTo>
                  <a:pt x="48969" y="103055"/>
                </a:lnTo>
                <a:lnTo>
                  <a:pt x="68300" y="95024"/>
                </a:lnTo>
                <a:close/>
                <a:moveTo>
                  <a:pt x="44182" y="90297"/>
                </a:moveTo>
                <a:lnTo>
                  <a:pt x="43674" y="90756"/>
                </a:lnTo>
                <a:lnTo>
                  <a:pt x="43164" y="91193"/>
                </a:lnTo>
                <a:lnTo>
                  <a:pt x="42652" y="91608"/>
                </a:lnTo>
                <a:lnTo>
                  <a:pt x="42139" y="92000"/>
                </a:lnTo>
                <a:lnTo>
                  <a:pt x="41625" y="92369"/>
                </a:lnTo>
                <a:lnTo>
                  <a:pt x="41109" y="92716"/>
                </a:lnTo>
                <a:lnTo>
                  <a:pt x="40591" y="93041"/>
                </a:lnTo>
                <a:lnTo>
                  <a:pt x="40072" y="93344"/>
                </a:lnTo>
                <a:lnTo>
                  <a:pt x="39552" y="93624"/>
                </a:lnTo>
                <a:lnTo>
                  <a:pt x="39030" y="93881"/>
                </a:lnTo>
                <a:lnTo>
                  <a:pt x="38506" y="94117"/>
                </a:lnTo>
                <a:lnTo>
                  <a:pt x="37981" y="94329"/>
                </a:lnTo>
                <a:lnTo>
                  <a:pt x="37455" y="94520"/>
                </a:lnTo>
                <a:lnTo>
                  <a:pt x="36927" y="94688"/>
                </a:lnTo>
                <a:lnTo>
                  <a:pt x="36398" y="94834"/>
                </a:lnTo>
                <a:lnTo>
                  <a:pt x="35867" y="94957"/>
                </a:lnTo>
                <a:lnTo>
                  <a:pt x="35335" y="95058"/>
                </a:lnTo>
                <a:lnTo>
                  <a:pt x="34801" y="95136"/>
                </a:lnTo>
                <a:lnTo>
                  <a:pt x="34266" y="95192"/>
                </a:lnTo>
                <a:lnTo>
                  <a:pt x="33729" y="95226"/>
                </a:lnTo>
                <a:lnTo>
                  <a:pt x="33191" y="95237"/>
                </a:lnTo>
                <a:lnTo>
                  <a:pt x="32554" y="95224"/>
                </a:lnTo>
                <a:lnTo>
                  <a:pt x="31921" y="95184"/>
                </a:lnTo>
                <a:lnTo>
                  <a:pt x="31294" y="95118"/>
                </a:lnTo>
                <a:lnTo>
                  <a:pt x="30672" y="95025"/>
                </a:lnTo>
                <a:lnTo>
                  <a:pt x="30054" y="94906"/>
                </a:lnTo>
                <a:lnTo>
                  <a:pt x="29442" y="94761"/>
                </a:lnTo>
                <a:lnTo>
                  <a:pt x="28834" y="94589"/>
                </a:lnTo>
                <a:lnTo>
                  <a:pt x="28231" y="94390"/>
                </a:lnTo>
                <a:lnTo>
                  <a:pt x="27634" y="94165"/>
                </a:lnTo>
                <a:lnTo>
                  <a:pt x="27041" y="93914"/>
                </a:lnTo>
                <a:lnTo>
                  <a:pt x="26453" y="93636"/>
                </a:lnTo>
                <a:lnTo>
                  <a:pt x="25870" y="93332"/>
                </a:lnTo>
                <a:lnTo>
                  <a:pt x="25292" y="93001"/>
                </a:lnTo>
                <a:lnTo>
                  <a:pt x="24719" y="92644"/>
                </a:lnTo>
                <a:lnTo>
                  <a:pt x="24151" y="92260"/>
                </a:lnTo>
                <a:lnTo>
                  <a:pt x="23588" y="91850"/>
                </a:lnTo>
                <a:lnTo>
                  <a:pt x="23030" y="91413"/>
                </a:lnTo>
                <a:lnTo>
                  <a:pt x="22477" y="90950"/>
                </a:lnTo>
                <a:lnTo>
                  <a:pt x="21928" y="90461"/>
                </a:lnTo>
                <a:lnTo>
                  <a:pt x="21385" y="89945"/>
                </a:lnTo>
                <a:lnTo>
                  <a:pt x="20846" y="89403"/>
                </a:lnTo>
                <a:lnTo>
                  <a:pt x="20313" y="88834"/>
                </a:lnTo>
                <a:lnTo>
                  <a:pt x="19784" y="88238"/>
                </a:lnTo>
                <a:lnTo>
                  <a:pt x="19261" y="87617"/>
                </a:lnTo>
                <a:lnTo>
                  <a:pt x="18750" y="86970"/>
                </a:lnTo>
                <a:lnTo>
                  <a:pt x="18262" y="86300"/>
                </a:lnTo>
                <a:lnTo>
                  <a:pt x="17795" y="85606"/>
                </a:lnTo>
                <a:lnTo>
                  <a:pt x="17350" y="84890"/>
                </a:lnTo>
                <a:lnTo>
                  <a:pt x="16926" y="84150"/>
                </a:lnTo>
                <a:lnTo>
                  <a:pt x="16524" y="83387"/>
                </a:lnTo>
                <a:lnTo>
                  <a:pt x="16144" y="82600"/>
                </a:lnTo>
                <a:lnTo>
                  <a:pt x="15786" y="81791"/>
                </a:lnTo>
                <a:lnTo>
                  <a:pt x="15449" y="80958"/>
                </a:lnTo>
                <a:lnTo>
                  <a:pt x="15134" y="80101"/>
                </a:lnTo>
                <a:lnTo>
                  <a:pt x="14841" y="79222"/>
                </a:lnTo>
                <a:lnTo>
                  <a:pt x="14570" y="78319"/>
                </a:lnTo>
                <a:lnTo>
                  <a:pt x="14320" y="77393"/>
                </a:lnTo>
                <a:lnTo>
                  <a:pt x="14092" y="76444"/>
                </a:lnTo>
                <a:lnTo>
                  <a:pt x="13886" y="75472"/>
                </a:lnTo>
                <a:lnTo>
                  <a:pt x="13701" y="74476"/>
                </a:lnTo>
                <a:lnTo>
                  <a:pt x="13538" y="73457"/>
                </a:lnTo>
                <a:lnTo>
                  <a:pt x="13397" y="72415"/>
                </a:lnTo>
                <a:lnTo>
                  <a:pt x="13278" y="71349"/>
                </a:lnTo>
                <a:lnTo>
                  <a:pt x="13180" y="70261"/>
                </a:lnTo>
                <a:lnTo>
                  <a:pt x="13104" y="69149"/>
                </a:lnTo>
                <a:lnTo>
                  <a:pt x="13050" y="68013"/>
                </a:lnTo>
                <a:lnTo>
                  <a:pt x="13017" y="66855"/>
                </a:lnTo>
                <a:lnTo>
                  <a:pt x="13006" y="65673"/>
                </a:lnTo>
                <a:lnTo>
                  <a:pt x="13017" y="64503"/>
                </a:lnTo>
                <a:lnTo>
                  <a:pt x="13051" y="63357"/>
                </a:lnTo>
                <a:lnTo>
                  <a:pt x="13107" y="62235"/>
                </a:lnTo>
                <a:lnTo>
                  <a:pt x="13186" y="61136"/>
                </a:lnTo>
                <a:lnTo>
                  <a:pt x="13287" y="60061"/>
                </a:lnTo>
                <a:lnTo>
                  <a:pt x="13410" y="59009"/>
                </a:lnTo>
                <a:lnTo>
                  <a:pt x="13556" y="57981"/>
                </a:lnTo>
                <a:lnTo>
                  <a:pt x="13725" y="56977"/>
                </a:lnTo>
                <a:lnTo>
                  <a:pt x="13916" y="55996"/>
                </a:lnTo>
                <a:lnTo>
                  <a:pt x="14129" y="55039"/>
                </a:lnTo>
                <a:lnTo>
                  <a:pt x="14365" y="54106"/>
                </a:lnTo>
                <a:lnTo>
                  <a:pt x="14623" y="53196"/>
                </a:lnTo>
                <a:lnTo>
                  <a:pt x="14904" y="52310"/>
                </a:lnTo>
                <a:lnTo>
                  <a:pt x="15207" y="51447"/>
                </a:lnTo>
                <a:lnTo>
                  <a:pt x="15533" y="50608"/>
                </a:lnTo>
                <a:lnTo>
                  <a:pt x="15881" y="49793"/>
                </a:lnTo>
                <a:lnTo>
                  <a:pt x="16251" y="49002"/>
                </a:lnTo>
                <a:lnTo>
                  <a:pt x="16644" y="48234"/>
                </a:lnTo>
                <a:lnTo>
                  <a:pt x="17060" y="47489"/>
                </a:lnTo>
                <a:lnTo>
                  <a:pt x="17498" y="46769"/>
                </a:lnTo>
                <a:lnTo>
                  <a:pt x="17958" y="46072"/>
                </a:lnTo>
                <a:lnTo>
                  <a:pt x="18441" y="45398"/>
                </a:lnTo>
                <a:lnTo>
                  <a:pt x="18946" y="44749"/>
                </a:lnTo>
                <a:lnTo>
                  <a:pt x="19474" y="44123"/>
                </a:lnTo>
                <a:lnTo>
                  <a:pt x="19885" y="43665"/>
                </a:lnTo>
                <a:lnTo>
                  <a:pt x="20300" y="43228"/>
                </a:lnTo>
                <a:lnTo>
                  <a:pt x="20721" y="42810"/>
                </a:lnTo>
                <a:lnTo>
                  <a:pt x="21146" y="42411"/>
                </a:lnTo>
                <a:lnTo>
                  <a:pt x="21576" y="42032"/>
                </a:lnTo>
                <a:lnTo>
                  <a:pt x="22010" y="41672"/>
                </a:lnTo>
                <a:lnTo>
                  <a:pt x="22449" y="41332"/>
                </a:lnTo>
                <a:lnTo>
                  <a:pt x="22893" y="41011"/>
                </a:lnTo>
                <a:lnTo>
                  <a:pt x="23342" y="40709"/>
                </a:lnTo>
                <a:lnTo>
                  <a:pt x="23795" y="40427"/>
                </a:lnTo>
                <a:lnTo>
                  <a:pt x="24253" y="40165"/>
                </a:lnTo>
                <a:lnTo>
                  <a:pt x="24715" y="39921"/>
                </a:lnTo>
                <a:lnTo>
                  <a:pt x="25183" y="39698"/>
                </a:lnTo>
                <a:lnTo>
                  <a:pt x="25655" y="39494"/>
                </a:lnTo>
                <a:lnTo>
                  <a:pt x="26131" y="39309"/>
                </a:lnTo>
                <a:lnTo>
                  <a:pt x="26613" y="39144"/>
                </a:lnTo>
                <a:lnTo>
                  <a:pt x="27099" y="38998"/>
                </a:lnTo>
                <a:lnTo>
                  <a:pt x="27589" y="38871"/>
                </a:lnTo>
                <a:lnTo>
                  <a:pt x="28085" y="38764"/>
                </a:lnTo>
                <a:lnTo>
                  <a:pt x="28585" y="38677"/>
                </a:lnTo>
                <a:lnTo>
                  <a:pt x="29090" y="38609"/>
                </a:lnTo>
                <a:lnTo>
                  <a:pt x="29599" y="38560"/>
                </a:lnTo>
                <a:lnTo>
                  <a:pt x="30113" y="38531"/>
                </a:lnTo>
                <a:lnTo>
                  <a:pt x="30632" y="38521"/>
                </a:lnTo>
                <a:lnTo>
                  <a:pt x="30911" y="38525"/>
                </a:lnTo>
                <a:lnTo>
                  <a:pt x="31190" y="38535"/>
                </a:lnTo>
                <a:lnTo>
                  <a:pt x="31470" y="38553"/>
                </a:lnTo>
                <a:lnTo>
                  <a:pt x="31751" y="38577"/>
                </a:lnTo>
                <a:lnTo>
                  <a:pt x="32032" y="38609"/>
                </a:lnTo>
                <a:lnTo>
                  <a:pt x="32313" y="38647"/>
                </a:lnTo>
                <a:lnTo>
                  <a:pt x="32596" y="38693"/>
                </a:lnTo>
                <a:lnTo>
                  <a:pt x="32879" y="38746"/>
                </a:lnTo>
                <a:lnTo>
                  <a:pt x="33162" y="38805"/>
                </a:lnTo>
                <a:lnTo>
                  <a:pt x="33447" y="38872"/>
                </a:lnTo>
                <a:lnTo>
                  <a:pt x="33731" y="38946"/>
                </a:lnTo>
                <a:lnTo>
                  <a:pt x="34017" y="39026"/>
                </a:lnTo>
                <a:lnTo>
                  <a:pt x="34303" y="39114"/>
                </a:lnTo>
                <a:lnTo>
                  <a:pt x="34590" y="39209"/>
                </a:lnTo>
                <a:lnTo>
                  <a:pt x="34877" y="39311"/>
                </a:lnTo>
                <a:lnTo>
                  <a:pt x="35165" y="39419"/>
                </a:lnTo>
                <a:lnTo>
                  <a:pt x="35454" y="39535"/>
                </a:lnTo>
                <a:lnTo>
                  <a:pt x="35743" y="39658"/>
                </a:lnTo>
                <a:lnTo>
                  <a:pt x="36032" y="39788"/>
                </a:lnTo>
                <a:lnTo>
                  <a:pt x="36323" y="39925"/>
                </a:lnTo>
                <a:lnTo>
                  <a:pt x="36614" y="40069"/>
                </a:lnTo>
                <a:lnTo>
                  <a:pt x="36905" y="40219"/>
                </a:lnTo>
                <a:lnTo>
                  <a:pt x="37198" y="40377"/>
                </a:lnTo>
                <a:lnTo>
                  <a:pt x="37491" y="40542"/>
                </a:lnTo>
                <a:lnTo>
                  <a:pt x="37781" y="40714"/>
                </a:lnTo>
                <a:lnTo>
                  <a:pt x="38067" y="40892"/>
                </a:lnTo>
                <a:lnTo>
                  <a:pt x="38348" y="41077"/>
                </a:lnTo>
                <a:lnTo>
                  <a:pt x="38625" y="41269"/>
                </a:lnTo>
                <a:lnTo>
                  <a:pt x="38896" y="41468"/>
                </a:lnTo>
                <a:lnTo>
                  <a:pt x="39163" y="41674"/>
                </a:lnTo>
                <a:lnTo>
                  <a:pt x="39425" y="41886"/>
                </a:lnTo>
                <a:lnTo>
                  <a:pt x="39682" y="42105"/>
                </a:lnTo>
                <a:lnTo>
                  <a:pt x="39934" y="42331"/>
                </a:lnTo>
                <a:lnTo>
                  <a:pt x="40182" y="42564"/>
                </a:lnTo>
                <a:lnTo>
                  <a:pt x="40424" y="42803"/>
                </a:lnTo>
                <a:lnTo>
                  <a:pt x="40662" y="43049"/>
                </a:lnTo>
                <a:lnTo>
                  <a:pt x="40895" y="43302"/>
                </a:lnTo>
                <a:lnTo>
                  <a:pt x="41123" y="43562"/>
                </a:lnTo>
                <a:lnTo>
                  <a:pt x="41347" y="43828"/>
                </a:lnTo>
                <a:lnTo>
                  <a:pt x="41565" y="44102"/>
                </a:lnTo>
                <a:lnTo>
                  <a:pt x="41779" y="44382"/>
                </a:lnTo>
                <a:lnTo>
                  <a:pt x="41988" y="44669"/>
                </a:lnTo>
                <a:lnTo>
                  <a:pt x="42192" y="44962"/>
                </a:lnTo>
                <a:lnTo>
                  <a:pt x="42392" y="45263"/>
                </a:lnTo>
                <a:lnTo>
                  <a:pt x="42586" y="45570"/>
                </a:lnTo>
                <a:lnTo>
                  <a:pt x="42776" y="45884"/>
                </a:lnTo>
                <a:lnTo>
                  <a:pt x="42961" y="46205"/>
                </a:lnTo>
                <a:lnTo>
                  <a:pt x="43141" y="46532"/>
                </a:lnTo>
                <a:lnTo>
                  <a:pt x="43316" y="46865"/>
                </a:lnTo>
                <a:lnTo>
                  <a:pt x="43484" y="47200"/>
                </a:lnTo>
                <a:lnTo>
                  <a:pt x="43647" y="47538"/>
                </a:lnTo>
                <a:lnTo>
                  <a:pt x="43804" y="47879"/>
                </a:lnTo>
                <a:lnTo>
                  <a:pt x="43955" y="48223"/>
                </a:lnTo>
                <a:lnTo>
                  <a:pt x="44100" y="48570"/>
                </a:lnTo>
                <a:lnTo>
                  <a:pt x="44239" y="48920"/>
                </a:lnTo>
                <a:lnTo>
                  <a:pt x="44373" y="49273"/>
                </a:lnTo>
                <a:lnTo>
                  <a:pt x="44500" y="49629"/>
                </a:lnTo>
                <a:lnTo>
                  <a:pt x="44622" y="49988"/>
                </a:lnTo>
                <a:lnTo>
                  <a:pt x="44737" y="50350"/>
                </a:lnTo>
                <a:lnTo>
                  <a:pt x="44847" y="50714"/>
                </a:lnTo>
                <a:lnTo>
                  <a:pt x="44950" y="51082"/>
                </a:lnTo>
                <a:lnTo>
                  <a:pt x="45048" y="51453"/>
                </a:lnTo>
                <a:lnTo>
                  <a:pt x="45140" y="51827"/>
                </a:lnTo>
                <a:lnTo>
                  <a:pt x="45226" y="52203"/>
                </a:lnTo>
                <a:lnTo>
                  <a:pt x="45306" y="52583"/>
                </a:lnTo>
                <a:lnTo>
                  <a:pt x="45380" y="52965"/>
                </a:lnTo>
                <a:lnTo>
                  <a:pt x="45448" y="53351"/>
                </a:lnTo>
                <a:lnTo>
                  <a:pt x="45510" y="53739"/>
                </a:lnTo>
                <a:lnTo>
                  <a:pt x="45566" y="54131"/>
                </a:lnTo>
                <a:lnTo>
                  <a:pt x="45617" y="54525"/>
                </a:lnTo>
                <a:lnTo>
                  <a:pt x="45661" y="54923"/>
                </a:lnTo>
                <a:lnTo>
                  <a:pt x="45699" y="55323"/>
                </a:lnTo>
                <a:lnTo>
                  <a:pt x="45699" y="88785"/>
                </a:lnTo>
                <a:lnTo>
                  <a:pt x="45195" y="89311"/>
                </a:lnTo>
                <a:lnTo>
                  <a:pt x="44690" y="89815"/>
                </a:lnTo>
                <a:lnTo>
                  <a:pt x="44182" y="90297"/>
                </a:lnTo>
                <a:close/>
                <a:moveTo>
                  <a:pt x="355524" y="15668"/>
                </a:moveTo>
                <a:lnTo>
                  <a:pt x="355292" y="16229"/>
                </a:lnTo>
                <a:lnTo>
                  <a:pt x="355065" y="16774"/>
                </a:lnTo>
                <a:lnTo>
                  <a:pt x="354842" y="17304"/>
                </a:lnTo>
                <a:lnTo>
                  <a:pt x="354623" y="17818"/>
                </a:lnTo>
                <a:lnTo>
                  <a:pt x="354409" y="18317"/>
                </a:lnTo>
                <a:lnTo>
                  <a:pt x="354200" y="18800"/>
                </a:lnTo>
                <a:lnTo>
                  <a:pt x="353995" y="19267"/>
                </a:lnTo>
                <a:lnTo>
                  <a:pt x="353794" y="19719"/>
                </a:lnTo>
                <a:lnTo>
                  <a:pt x="353598" y="20155"/>
                </a:lnTo>
                <a:lnTo>
                  <a:pt x="353406" y="20576"/>
                </a:lnTo>
                <a:lnTo>
                  <a:pt x="353219" y="20981"/>
                </a:lnTo>
                <a:lnTo>
                  <a:pt x="353036" y="21370"/>
                </a:lnTo>
                <a:lnTo>
                  <a:pt x="352858" y="21744"/>
                </a:lnTo>
                <a:lnTo>
                  <a:pt x="352684" y="22102"/>
                </a:lnTo>
                <a:lnTo>
                  <a:pt x="352514" y="22445"/>
                </a:lnTo>
                <a:lnTo>
                  <a:pt x="352349" y="22772"/>
                </a:lnTo>
                <a:lnTo>
                  <a:pt x="352188" y="23084"/>
                </a:lnTo>
                <a:lnTo>
                  <a:pt x="352032" y="23379"/>
                </a:lnTo>
                <a:lnTo>
                  <a:pt x="351880" y="23660"/>
                </a:lnTo>
                <a:lnTo>
                  <a:pt x="351733" y="23924"/>
                </a:lnTo>
                <a:lnTo>
                  <a:pt x="351590" y="24173"/>
                </a:lnTo>
                <a:lnTo>
                  <a:pt x="351452" y="24407"/>
                </a:lnTo>
                <a:lnTo>
                  <a:pt x="351184" y="24832"/>
                </a:lnTo>
                <a:lnTo>
                  <a:pt x="350913" y="25252"/>
                </a:lnTo>
                <a:lnTo>
                  <a:pt x="350638" y="25668"/>
                </a:lnTo>
                <a:lnTo>
                  <a:pt x="350361" y="26079"/>
                </a:lnTo>
                <a:lnTo>
                  <a:pt x="350081" y="26485"/>
                </a:lnTo>
                <a:lnTo>
                  <a:pt x="349797" y="26886"/>
                </a:lnTo>
                <a:lnTo>
                  <a:pt x="349511" y="27282"/>
                </a:lnTo>
                <a:lnTo>
                  <a:pt x="349221" y="27674"/>
                </a:lnTo>
                <a:lnTo>
                  <a:pt x="348928" y="28061"/>
                </a:lnTo>
                <a:lnTo>
                  <a:pt x="348632" y="28443"/>
                </a:lnTo>
                <a:lnTo>
                  <a:pt x="348333" y="28820"/>
                </a:lnTo>
                <a:lnTo>
                  <a:pt x="348031" y="29192"/>
                </a:lnTo>
                <a:lnTo>
                  <a:pt x="347726" y="29559"/>
                </a:lnTo>
                <a:lnTo>
                  <a:pt x="347418" y="29922"/>
                </a:lnTo>
                <a:lnTo>
                  <a:pt x="347107" y="30279"/>
                </a:lnTo>
                <a:lnTo>
                  <a:pt x="346793" y="30632"/>
                </a:lnTo>
                <a:lnTo>
                  <a:pt x="346475" y="30980"/>
                </a:lnTo>
                <a:lnTo>
                  <a:pt x="346155" y="31324"/>
                </a:lnTo>
                <a:lnTo>
                  <a:pt x="345831" y="31662"/>
                </a:lnTo>
                <a:lnTo>
                  <a:pt x="345504" y="31996"/>
                </a:lnTo>
                <a:lnTo>
                  <a:pt x="345175" y="32324"/>
                </a:lnTo>
                <a:lnTo>
                  <a:pt x="344842" y="32648"/>
                </a:lnTo>
                <a:lnTo>
                  <a:pt x="344506" y="32968"/>
                </a:lnTo>
                <a:lnTo>
                  <a:pt x="344167" y="33282"/>
                </a:lnTo>
                <a:lnTo>
                  <a:pt x="343827" y="33590"/>
                </a:lnTo>
                <a:lnTo>
                  <a:pt x="343487" y="33890"/>
                </a:lnTo>
                <a:lnTo>
                  <a:pt x="343148" y="34183"/>
                </a:lnTo>
                <a:lnTo>
                  <a:pt x="342810" y="34469"/>
                </a:lnTo>
                <a:lnTo>
                  <a:pt x="342472" y="34747"/>
                </a:lnTo>
                <a:lnTo>
                  <a:pt x="342135" y="35017"/>
                </a:lnTo>
                <a:lnTo>
                  <a:pt x="341798" y="35280"/>
                </a:lnTo>
                <a:lnTo>
                  <a:pt x="341462" y="35535"/>
                </a:lnTo>
                <a:lnTo>
                  <a:pt x="341127" y="35783"/>
                </a:lnTo>
                <a:lnTo>
                  <a:pt x="340792" y="36023"/>
                </a:lnTo>
                <a:lnTo>
                  <a:pt x="340458" y="36256"/>
                </a:lnTo>
                <a:lnTo>
                  <a:pt x="340125" y="36481"/>
                </a:lnTo>
                <a:lnTo>
                  <a:pt x="339792" y="36698"/>
                </a:lnTo>
                <a:lnTo>
                  <a:pt x="339460" y="36908"/>
                </a:lnTo>
                <a:lnTo>
                  <a:pt x="339128" y="37110"/>
                </a:lnTo>
                <a:lnTo>
                  <a:pt x="338797" y="37305"/>
                </a:lnTo>
                <a:lnTo>
                  <a:pt x="338467" y="37493"/>
                </a:lnTo>
                <a:lnTo>
                  <a:pt x="338137" y="37672"/>
                </a:lnTo>
                <a:lnTo>
                  <a:pt x="337808" y="37844"/>
                </a:lnTo>
                <a:lnTo>
                  <a:pt x="337479" y="38009"/>
                </a:lnTo>
                <a:lnTo>
                  <a:pt x="337151" y="38166"/>
                </a:lnTo>
                <a:lnTo>
                  <a:pt x="336824" y="38316"/>
                </a:lnTo>
                <a:lnTo>
                  <a:pt x="336497" y="38458"/>
                </a:lnTo>
                <a:lnTo>
                  <a:pt x="336171" y="38592"/>
                </a:lnTo>
                <a:lnTo>
                  <a:pt x="336171" y="40938"/>
                </a:lnTo>
                <a:lnTo>
                  <a:pt x="346477" y="40938"/>
                </a:lnTo>
                <a:lnTo>
                  <a:pt x="346477" y="84769"/>
                </a:lnTo>
                <a:lnTo>
                  <a:pt x="346479" y="85350"/>
                </a:lnTo>
                <a:lnTo>
                  <a:pt x="346487" y="85918"/>
                </a:lnTo>
                <a:lnTo>
                  <a:pt x="346500" y="86473"/>
                </a:lnTo>
                <a:lnTo>
                  <a:pt x="346518" y="87016"/>
                </a:lnTo>
                <a:lnTo>
                  <a:pt x="346542" y="87546"/>
                </a:lnTo>
                <a:lnTo>
                  <a:pt x="346570" y="88063"/>
                </a:lnTo>
                <a:lnTo>
                  <a:pt x="346604" y="88567"/>
                </a:lnTo>
                <a:lnTo>
                  <a:pt x="346643" y="89059"/>
                </a:lnTo>
                <a:lnTo>
                  <a:pt x="346687" y="89538"/>
                </a:lnTo>
                <a:lnTo>
                  <a:pt x="346736" y="90004"/>
                </a:lnTo>
                <a:lnTo>
                  <a:pt x="346790" y="90457"/>
                </a:lnTo>
                <a:lnTo>
                  <a:pt x="346850" y="90898"/>
                </a:lnTo>
                <a:lnTo>
                  <a:pt x="346915" y="91326"/>
                </a:lnTo>
                <a:lnTo>
                  <a:pt x="346985" y="91741"/>
                </a:lnTo>
                <a:lnTo>
                  <a:pt x="347060" y="92144"/>
                </a:lnTo>
                <a:lnTo>
                  <a:pt x="347140" y="92534"/>
                </a:lnTo>
                <a:lnTo>
                  <a:pt x="347226" y="92911"/>
                </a:lnTo>
                <a:lnTo>
                  <a:pt x="347316" y="93275"/>
                </a:lnTo>
                <a:lnTo>
                  <a:pt x="347412" y="93627"/>
                </a:lnTo>
                <a:lnTo>
                  <a:pt x="347513" y="93966"/>
                </a:lnTo>
                <a:lnTo>
                  <a:pt x="347619" y="94292"/>
                </a:lnTo>
                <a:lnTo>
                  <a:pt x="347731" y="94606"/>
                </a:lnTo>
                <a:lnTo>
                  <a:pt x="347847" y="94907"/>
                </a:lnTo>
                <a:lnTo>
                  <a:pt x="347969" y="95195"/>
                </a:lnTo>
                <a:lnTo>
                  <a:pt x="348096" y="95473"/>
                </a:lnTo>
                <a:lnTo>
                  <a:pt x="348229" y="95747"/>
                </a:lnTo>
                <a:lnTo>
                  <a:pt x="348368" y="96015"/>
                </a:lnTo>
                <a:lnTo>
                  <a:pt x="348512" y="96277"/>
                </a:lnTo>
                <a:lnTo>
                  <a:pt x="348662" y="96534"/>
                </a:lnTo>
                <a:lnTo>
                  <a:pt x="348818" y="96786"/>
                </a:lnTo>
                <a:lnTo>
                  <a:pt x="348979" y="97032"/>
                </a:lnTo>
                <a:lnTo>
                  <a:pt x="349146" y="97273"/>
                </a:lnTo>
                <a:lnTo>
                  <a:pt x="349319" y="97508"/>
                </a:lnTo>
                <a:lnTo>
                  <a:pt x="349497" y="97738"/>
                </a:lnTo>
                <a:lnTo>
                  <a:pt x="349681" y="97963"/>
                </a:lnTo>
                <a:lnTo>
                  <a:pt x="349870" y="98182"/>
                </a:lnTo>
                <a:lnTo>
                  <a:pt x="350066" y="98395"/>
                </a:lnTo>
                <a:lnTo>
                  <a:pt x="350267" y="98604"/>
                </a:lnTo>
                <a:lnTo>
                  <a:pt x="350473" y="98806"/>
                </a:lnTo>
                <a:lnTo>
                  <a:pt x="350686" y="99004"/>
                </a:lnTo>
                <a:lnTo>
                  <a:pt x="350904" y="99196"/>
                </a:lnTo>
                <a:lnTo>
                  <a:pt x="351128" y="99382"/>
                </a:lnTo>
                <a:lnTo>
                  <a:pt x="351357" y="99563"/>
                </a:lnTo>
                <a:lnTo>
                  <a:pt x="351592" y="99739"/>
                </a:lnTo>
                <a:lnTo>
                  <a:pt x="351833" y="99909"/>
                </a:lnTo>
                <a:lnTo>
                  <a:pt x="352079" y="100074"/>
                </a:lnTo>
                <a:lnTo>
                  <a:pt x="352331" y="100233"/>
                </a:lnTo>
                <a:lnTo>
                  <a:pt x="352589" y="100387"/>
                </a:lnTo>
                <a:lnTo>
                  <a:pt x="352850" y="100535"/>
                </a:lnTo>
                <a:lnTo>
                  <a:pt x="353111" y="100677"/>
                </a:lnTo>
                <a:lnTo>
                  <a:pt x="353373" y="100813"/>
                </a:lnTo>
                <a:lnTo>
                  <a:pt x="353635" y="100942"/>
                </a:lnTo>
                <a:lnTo>
                  <a:pt x="353898" y="101065"/>
                </a:lnTo>
                <a:lnTo>
                  <a:pt x="354161" y="101181"/>
                </a:lnTo>
                <a:lnTo>
                  <a:pt x="354425" y="101291"/>
                </a:lnTo>
                <a:lnTo>
                  <a:pt x="354690" y="101395"/>
                </a:lnTo>
                <a:lnTo>
                  <a:pt x="354954" y="101493"/>
                </a:lnTo>
                <a:lnTo>
                  <a:pt x="355220" y="101584"/>
                </a:lnTo>
                <a:lnTo>
                  <a:pt x="355485" y="101669"/>
                </a:lnTo>
                <a:lnTo>
                  <a:pt x="355752" y="101748"/>
                </a:lnTo>
                <a:lnTo>
                  <a:pt x="356018" y="101821"/>
                </a:lnTo>
                <a:lnTo>
                  <a:pt x="356286" y="101887"/>
                </a:lnTo>
                <a:lnTo>
                  <a:pt x="356553" y="101947"/>
                </a:lnTo>
                <a:lnTo>
                  <a:pt x="356822" y="102000"/>
                </a:lnTo>
                <a:lnTo>
                  <a:pt x="357090" y="102047"/>
                </a:lnTo>
                <a:lnTo>
                  <a:pt x="357360" y="102088"/>
                </a:lnTo>
                <a:lnTo>
                  <a:pt x="357629" y="102123"/>
                </a:lnTo>
                <a:lnTo>
                  <a:pt x="357900" y="102151"/>
                </a:lnTo>
                <a:lnTo>
                  <a:pt x="358170" y="102174"/>
                </a:lnTo>
                <a:lnTo>
                  <a:pt x="358442" y="102189"/>
                </a:lnTo>
                <a:lnTo>
                  <a:pt x="358713" y="102199"/>
                </a:lnTo>
                <a:lnTo>
                  <a:pt x="358985" y="102202"/>
                </a:lnTo>
                <a:lnTo>
                  <a:pt x="359388" y="102196"/>
                </a:lnTo>
                <a:lnTo>
                  <a:pt x="359789" y="102177"/>
                </a:lnTo>
                <a:lnTo>
                  <a:pt x="360189" y="102146"/>
                </a:lnTo>
                <a:lnTo>
                  <a:pt x="360589" y="102102"/>
                </a:lnTo>
                <a:lnTo>
                  <a:pt x="360987" y="102047"/>
                </a:lnTo>
                <a:lnTo>
                  <a:pt x="361384" y="101978"/>
                </a:lnTo>
                <a:lnTo>
                  <a:pt x="361780" y="101897"/>
                </a:lnTo>
                <a:lnTo>
                  <a:pt x="362176" y="101804"/>
                </a:lnTo>
                <a:lnTo>
                  <a:pt x="362570" y="101699"/>
                </a:lnTo>
                <a:lnTo>
                  <a:pt x="362964" y="101581"/>
                </a:lnTo>
                <a:lnTo>
                  <a:pt x="363356" y="101450"/>
                </a:lnTo>
                <a:lnTo>
                  <a:pt x="363747" y="101307"/>
                </a:lnTo>
                <a:lnTo>
                  <a:pt x="364138" y="101152"/>
                </a:lnTo>
                <a:lnTo>
                  <a:pt x="364527" y="100984"/>
                </a:lnTo>
                <a:lnTo>
                  <a:pt x="364916" y="100804"/>
                </a:lnTo>
                <a:lnTo>
                  <a:pt x="365303" y="100612"/>
                </a:lnTo>
                <a:lnTo>
                  <a:pt x="365689" y="100407"/>
                </a:lnTo>
                <a:lnTo>
                  <a:pt x="366075" y="100189"/>
                </a:lnTo>
                <a:lnTo>
                  <a:pt x="366459" y="99959"/>
                </a:lnTo>
                <a:lnTo>
                  <a:pt x="366843" y="99717"/>
                </a:lnTo>
                <a:lnTo>
                  <a:pt x="367225" y="99462"/>
                </a:lnTo>
                <a:lnTo>
                  <a:pt x="367607" y="99195"/>
                </a:lnTo>
                <a:lnTo>
                  <a:pt x="367987" y="98916"/>
                </a:lnTo>
                <a:lnTo>
                  <a:pt x="368367" y="98624"/>
                </a:lnTo>
                <a:lnTo>
                  <a:pt x="368742" y="98320"/>
                </a:lnTo>
                <a:lnTo>
                  <a:pt x="369111" y="98003"/>
                </a:lnTo>
                <a:lnTo>
                  <a:pt x="369472" y="97676"/>
                </a:lnTo>
                <a:lnTo>
                  <a:pt x="369826" y="97336"/>
                </a:lnTo>
                <a:lnTo>
                  <a:pt x="370173" y="96984"/>
                </a:lnTo>
                <a:lnTo>
                  <a:pt x="370512" y="96621"/>
                </a:lnTo>
                <a:lnTo>
                  <a:pt x="370845" y="96246"/>
                </a:lnTo>
                <a:lnTo>
                  <a:pt x="371170" y="95859"/>
                </a:lnTo>
                <a:lnTo>
                  <a:pt x="371489" y="95460"/>
                </a:lnTo>
                <a:lnTo>
                  <a:pt x="371800" y="95049"/>
                </a:lnTo>
                <a:lnTo>
                  <a:pt x="372104" y="94627"/>
                </a:lnTo>
                <a:lnTo>
                  <a:pt x="372400" y="94192"/>
                </a:lnTo>
                <a:lnTo>
                  <a:pt x="372690" y="93746"/>
                </a:lnTo>
                <a:lnTo>
                  <a:pt x="372972" y="93288"/>
                </a:lnTo>
                <a:lnTo>
                  <a:pt x="373248" y="92818"/>
                </a:lnTo>
                <a:lnTo>
                  <a:pt x="373516" y="92337"/>
                </a:lnTo>
                <a:lnTo>
                  <a:pt x="373777" y="91843"/>
                </a:lnTo>
                <a:lnTo>
                  <a:pt x="374031" y="91338"/>
                </a:lnTo>
                <a:lnTo>
                  <a:pt x="374277" y="90821"/>
                </a:lnTo>
                <a:lnTo>
                  <a:pt x="374517" y="90292"/>
                </a:lnTo>
                <a:lnTo>
                  <a:pt x="374749" y="89752"/>
                </a:lnTo>
                <a:lnTo>
                  <a:pt x="374974" y="89199"/>
                </a:lnTo>
                <a:lnTo>
                  <a:pt x="375192" y="88635"/>
                </a:lnTo>
                <a:lnTo>
                  <a:pt x="375403" y="88058"/>
                </a:lnTo>
                <a:lnTo>
                  <a:pt x="372631" y="88058"/>
                </a:lnTo>
                <a:lnTo>
                  <a:pt x="372529" y="88293"/>
                </a:lnTo>
                <a:lnTo>
                  <a:pt x="372423" y="88523"/>
                </a:lnTo>
                <a:lnTo>
                  <a:pt x="372314" y="88748"/>
                </a:lnTo>
                <a:lnTo>
                  <a:pt x="372201" y="88968"/>
                </a:lnTo>
                <a:lnTo>
                  <a:pt x="372085" y="89183"/>
                </a:lnTo>
                <a:lnTo>
                  <a:pt x="371965" y="89393"/>
                </a:lnTo>
                <a:lnTo>
                  <a:pt x="371842" y="89599"/>
                </a:lnTo>
                <a:lnTo>
                  <a:pt x="371715" y="89800"/>
                </a:lnTo>
                <a:lnTo>
                  <a:pt x="371585" y="89996"/>
                </a:lnTo>
                <a:lnTo>
                  <a:pt x="371452" y="90187"/>
                </a:lnTo>
                <a:lnTo>
                  <a:pt x="371315" y="90373"/>
                </a:lnTo>
                <a:lnTo>
                  <a:pt x="371174" y="90555"/>
                </a:lnTo>
                <a:lnTo>
                  <a:pt x="371030" y="90732"/>
                </a:lnTo>
                <a:lnTo>
                  <a:pt x="370883" y="90904"/>
                </a:lnTo>
                <a:lnTo>
                  <a:pt x="370732" y="91071"/>
                </a:lnTo>
                <a:lnTo>
                  <a:pt x="370578" y="91233"/>
                </a:lnTo>
                <a:lnTo>
                  <a:pt x="370420" y="91391"/>
                </a:lnTo>
                <a:lnTo>
                  <a:pt x="370259" y="91543"/>
                </a:lnTo>
                <a:lnTo>
                  <a:pt x="370095" y="91691"/>
                </a:lnTo>
                <a:lnTo>
                  <a:pt x="369927" y="91834"/>
                </a:lnTo>
                <a:lnTo>
                  <a:pt x="369755" y="91972"/>
                </a:lnTo>
                <a:lnTo>
                  <a:pt x="369580" y="92106"/>
                </a:lnTo>
                <a:lnTo>
                  <a:pt x="369402" y="92235"/>
                </a:lnTo>
                <a:lnTo>
                  <a:pt x="369220" y="92358"/>
                </a:lnTo>
                <a:lnTo>
                  <a:pt x="369036" y="92477"/>
                </a:lnTo>
                <a:lnTo>
                  <a:pt x="368852" y="92591"/>
                </a:lnTo>
                <a:lnTo>
                  <a:pt x="368667" y="92700"/>
                </a:lnTo>
                <a:lnTo>
                  <a:pt x="368481" y="92804"/>
                </a:lnTo>
                <a:lnTo>
                  <a:pt x="368296" y="92902"/>
                </a:lnTo>
                <a:lnTo>
                  <a:pt x="368109" y="92996"/>
                </a:lnTo>
                <a:lnTo>
                  <a:pt x="367923" y="93084"/>
                </a:lnTo>
                <a:lnTo>
                  <a:pt x="367735" y="93168"/>
                </a:lnTo>
                <a:lnTo>
                  <a:pt x="367547" y="93246"/>
                </a:lnTo>
                <a:lnTo>
                  <a:pt x="367359" y="93320"/>
                </a:lnTo>
                <a:lnTo>
                  <a:pt x="367170" y="93388"/>
                </a:lnTo>
                <a:lnTo>
                  <a:pt x="366981" y="93451"/>
                </a:lnTo>
                <a:lnTo>
                  <a:pt x="366791" y="93509"/>
                </a:lnTo>
                <a:lnTo>
                  <a:pt x="366601" y="93562"/>
                </a:lnTo>
                <a:lnTo>
                  <a:pt x="366410" y="93610"/>
                </a:lnTo>
                <a:lnTo>
                  <a:pt x="366219" y="93653"/>
                </a:lnTo>
                <a:lnTo>
                  <a:pt x="366027" y="93691"/>
                </a:lnTo>
                <a:lnTo>
                  <a:pt x="365835" y="93724"/>
                </a:lnTo>
                <a:lnTo>
                  <a:pt x="365642" y="93752"/>
                </a:lnTo>
                <a:lnTo>
                  <a:pt x="365449" y="93775"/>
                </a:lnTo>
                <a:lnTo>
                  <a:pt x="365255" y="93793"/>
                </a:lnTo>
                <a:lnTo>
                  <a:pt x="365061" y="93805"/>
                </a:lnTo>
                <a:lnTo>
                  <a:pt x="364866" y="93813"/>
                </a:lnTo>
                <a:lnTo>
                  <a:pt x="364671" y="93815"/>
                </a:lnTo>
                <a:lnTo>
                  <a:pt x="364436" y="93812"/>
                </a:lnTo>
                <a:lnTo>
                  <a:pt x="364205" y="93800"/>
                </a:lnTo>
                <a:lnTo>
                  <a:pt x="363977" y="93781"/>
                </a:lnTo>
                <a:lnTo>
                  <a:pt x="363752" y="93754"/>
                </a:lnTo>
                <a:lnTo>
                  <a:pt x="363531" y="93720"/>
                </a:lnTo>
                <a:lnTo>
                  <a:pt x="363314" y="93678"/>
                </a:lnTo>
                <a:lnTo>
                  <a:pt x="363101" y="93628"/>
                </a:lnTo>
                <a:lnTo>
                  <a:pt x="362890" y="93571"/>
                </a:lnTo>
                <a:lnTo>
                  <a:pt x="362684" y="93506"/>
                </a:lnTo>
                <a:lnTo>
                  <a:pt x="362481" y="93434"/>
                </a:lnTo>
                <a:lnTo>
                  <a:pt x="362282" y="93353"/>
                </a:lnTo>
                <a:lnTo>
                  <a:pt x="362086" y="93266"/>
                </a:lnTo>
                <a:lnTo>
                  <a:pt x="361894" y="93170"/>
                </a:lnTo>
                <a:lnTo>
                  <a:pt x="361705" y="93067"/>
                </a:lnTo>
                <a:lnTo>
                  <a:pt x="361520" y="92956"/>
                </a:lnTo>
                <a:lnTo>
                  <a:pt x="361339" y="92838"/>
                </a:lnTo>
                <a:lnTo>
                  <a:pt x="361161" y="92712"/>
                </a:lnTo>
                <a:lnTo>
                  <a:pt x="360987" y="92579"/>
                </a:lnTo>
                <a:lnTo>
                  <a:pt x="360816" y="92437"/>
                </a:lnTo>
                <a:lnTo>
                  <a:pt x="360649" y="92288"/>
                </a:lnTo>
                <a:lnTo>
                  <a:pt x="360485" y="92132"/>
                </a:lnTo>
                <a:lnTo>
                  <a:pt x="360325" y="91968"/>
                </a:lnTo>
                <a:lnTo>
                  <a:pt x="360169" y="91796"/>
                </a:lnTo>
                <a:lnTo>
                  <a:pt x="360016" y="91617"/>
                </a:lnTo>
                <a:lnTo>
                  <a:pt x="359868" y="91426"/>
                </a:lnTo>
                <a:lnTo>
                  <a:pt x="359727" y="91221"/>
                </a:lnTo>
                <a:lnTo>
                  <a:pt x="359591" y="91002"/>
                </a:lnTo>
                <a:lnTo>
                  <a:pt x="359462" y="90768"/>
                </a:lnTo>
                <a:lnTo>
                  <a:pt x="359340" y="90521"/>
                </a:lnTo>
                <a:lnTo>
                  <a:pt x="359223" y="90259"/>
                </a:lnTo>
                <a:lnTo>
                  <a:pt x="359113" y="89982"/>
                </a:lnTo>
                <a:lnTo>
                  <a:pt x="359009" y="89692"/>
                </a:lnTo>
                <a:lnTo>
                  <a:pt x="358912" y="89387"/>
                </a:lnTo>
                <a:lnTo>
                  <a:pt x="358820" y="89067"/>
                </a:lnTo>
                <a:lnTo>
                  <a:pt x="358735" y="88734"/>
                </a:lnTo>
                <a:lnTo>
                  <a:pt x="358657" y="88386"/>
                </a:lnTo>
                <a:lnTo>
                  <a:pt x="358584" y="88024"/>
                </a:lnTo>
                <a:lnTo>
                  <a:pt x="358518" y="87648"/>
                </a:lnTo>
                <a:lnTo>
                  <a:pt x="358459" y="87257"/>
                </a:lnTo>
                <a:lnTo>
                  <a:pt x="358405" y="86852"/>
                </a:lnTo>
                <a:lnTo>
                  <a:pt x="358358" y="86432"/>
                </a:lnTo>
                <a:lnTo>
                  <a:pt x="358317" y="85999"/>
                </a:lnTo>
                <a:lnTo>
                  <a:pt x="358282" y="85551"/>
                </a:lnTo>
                <a:lnTo>
                  <a:pt x="358254" y="85089"/>
                </a:lnTo>
                <a:lnTo>
                  <a:pt x="358232" y="84612"/>
                </a:lnTo>
                <a:lnTo>
                  <a:pt x="358216" y="84121"/>
                </a:lnTo>
                <a:lnTo>
                  <a:pt x="358207" y="83616"/>
                </a:lnTo>
                <a:lnTo>
                  <a:pt x="358204" y="83097"/>
                </a:lnTo>
                <a:lnTo>
                  <a:pt x="358204" y="40938"/>
                </a:lnTo>
                <a:lnTo>
                  <a:pt x="373413" y="40938"/>
                </a:lnTo>
                <a:lnTo>
                  <a:pt x="373413" y="35963"/>
                </a:lnTo>
                <a:lnTo>
                  <a:pt x="358204" y="35963"/>
                </a:lnTo>
                <a:lnTo>
                  <a:pt x="358204" y="14499"/>
                </a:lnTo>
                <a:lnTo>
                  <a:pt x="356000" y="14499"/>
                </a:lnTo>
                <a:lnTo>
                  <a:pt x="355760" y="15091"/>
                </a:lnTo>
                <a:lnTo>
                  <a:pt x="355524" y="15668"/>
                </a:lnTo>
                <a:close/>
                <a:moveTo>
                  <a:pt x="377698" y="61335"/>
                </a:moveTo>
                <a:lnTo>
                  <a:pt x="377698" y="67234"/>
                </a:lnTo>
                <a:lnTo>
                  <a:pt x="454385" y="67234"/>
                </a:lnTo>
                <a:lnTo>
                  <a:pt x="454385" y="61335"/>
                </a:lnTo>
                <a:lnTo>
                  <a:pt x="377698" y="61335"/>
                </a:lnTo>
                <a:close/>
                <a:moveTo>
                  <a:pt x="288144" y="44524"/>
                </a:moveTo>
                <a:lnTo>
                  <a:pt x="288372" y="44441"/>
                </a:lnTo>
                <a:lnTo>
                  <a:pt x="288598" y="44362"/>
                </a:lnTo>
                <a:lnTo>
                  <a:pt x="288822" y="44286"/>
                </a:lnTo>
                <a:lnTo>
                  <a:pt x="289044" y="44214"/>
                </a:lnTo>
                <a:lnTo>
                  <a:pt x="289264" y="44146"/>
                </a:lnTo>
                <a:lnTo>
                  <a:pt x="289482" y="44081"/>
                </a:lnTo>
                <a:lnTo>
                  <a:pt x="289699" y="44020"/>
                </a:lnTo>
                <a:lnTo>
                  <a:pt x="289913" y="43963"/>
                </a:lnTo>
                <a:lnTo>
                  <a:pt x="290125" y="43909"/>
                </a:lnTo>
                <a:lnTo>
                  <a:pt x="290335" y="43859"/>
                </a:lnTo>
                <a:lnTo>
                  <a:pt x="290544" y="43813"/>
                </a:lnTo>
                <a:lnTo>
                  <a:pt x="290750" y="43771"/>
                </a:lnTo>
                <a:lnTo>
                  <a:pt x="290954" y="43732"/>
                </a:lnTo>
                <a:lnTo>
                  <a:pt x="291157" y="43697"/>
                </a:lnTo>
                <a:lnTo>
                  <a:pt x="291357" y="43665"/>
                </a:lnTo>
                <a:lnTo>
                  <a:pt x="291555" y="43638"/>
                </a:lnTo>
                <a:lnTo>
                  <a:pt x="291752" y="43614"/>
                </a:lnTo>
                <a:lnTo>
                  <a:pt x="291946" y="43593"/>
                </a:lnTo>
                <a:lnTo>
                  <a:pt x="292139" y="43577"/>
                </a:lnTo>
                <a:lnTo>
                  <a:pt x="292329" y="43564"/>
                </a:lnTo>
                <a:lnTo>
                  <a:pt x="292518" y="43555"/>
                </a:lnTo>
                <a:lnTo>
                  <a:pt x="292704" y="43549"/>
                </a:lnTo>
                <a:lnTo>
                  <a:pt x="292889" y="43547"/>
                </a:lnTo>
                <a:lnTo>
                  <a:pt x="293042" y="43549"/>
                </a:lnTo>
                <a:lnTo>
                  <a:pt x="293193" y="43554"/>
                </a:lnTo>
                <a:lnTo>
                  <a:pt x="293341" y="43563"/>
                </a:lnTo>
                <a:lnTo>
                  <a:pt x="293488" y="43575"/>
                </a:lnTo>
                <a:lnTo>
                  <a:pt x="293633" y="43590"/>
                </a:lnTo>
                <a:lnTo>
                  <a:pt x="293775" y="43609"/>
                </a:lnTo>
                <a:lnTo>
                  <a:pt x="293915" y="43632"/>
                </a:lnTo>
                <a:lnTo>
                  <a:pt x="294054" y="43658"/>
                </a:lnTo>
                <a:lnTo>
                  <a:pt x="294190" y="43687"/>
                </a:lnTo>
                <a:lnTo>
                  <a:pt x="294324" y="43720"/>
                </a:lnTo>
                <a:lnTo>
                  <a:pt x="294456" y="43756"/>
                </a:lnTo>
                <a:lnTo>
                  <a:pt x="294586" y="43795"/>
                </a:lnTo>
                <a:lnTo>
                  <a:pt x="294714" y="43839"/>
                </a:lnTo>
                <a:lnTo>
                  <a:pt x="294839" y="43885"/>
                </a:lnTo>
                <a:lnTo>
                  <a:pt x="294963" y="43935"/>
                </a:lnTo>
                <a:lnTo>
                  <a:pt x="295084" y="43989"/>
                </a:lnTo>
                <a:lnTo>
                  <a:pt x="295204" y="44045"/>
                </a:lnTo>
                <a:lnTo>
                  <a:pt x="295321" y="44106"/>
                </a:lnTo>
                <a:lnTo>
                  <a:pt x="295436" y="44170"/>
                </a:lnTo>
                <a:lnTo>
                  <a:pt x="295549" y="44237"/>
                </a:lnTo>
                <a:lnTo>
                  <a:pt x="295660" y="44307"/>
                </a:lnTo>
                <a:lnTo>
                  <a:pt x="295769" y="44382"/>
                </a:lnTo>
                <a:lnTo>
                  <a:pt x="295876" y="44459"/>
                </a:lnTo>
                <a:lnTo>
                  <a:pt x="295981" y="44540"/>
                </a:lnTo>
                <a:lnTo>
                  <a:pt x="296083" y="44625"/>
                </a:lnTo>
                <a:lnTo>
                  <a:pt x="296182" y="44714"/>
                </a:lnTo>
                <a:lnTo>
                  <a:pt x="296279" y="44807"/>
                </a:lnTo>
                <a:lnTo>
                  <a:pt x="296373" y="44904"/>
                </a:lnTo>
                <a:lnTo>
                  <a:pt x="296465" y="45005"/>
                </a:lnTo>
                <a:lnTo>
                  <a:pt x="296554" y="45110"/>
                </a:lnTo>
                <a:lnTo>
                  <a:pt x="296640" y="45219"/>
                </a:lnTo>
                <a:lnTo>
                  <a:pt x="296723" y="45332"/>
                </a:lnTo>
                <a:lnTo>
                  <a:pt x="296803" y="45449"/>
                </a:lnTo>
                <a:lnTo>
                  <a:pt x="296881" y="45571"/>
                </a:lnTo>
                <a:lnTo>
                  <a:pt x="296956" y="45696"/>
                </a:lnTo>
                <a:lnTo>
                  <a:pt x="297029" y="45825"/>
                </a:lnTo>
                <a:lnTo>
                  <a:pt x="297099" y="45959"/>
                </a:lnTo>
                <a:lnTo>
                  <a:pt x="297166" y="46097"/>
                </a:lnTo>
                <a:lnTo>
                  <a:pt x="297230" y="46238"/>
                </a:lnTo>
                <a:lnTo>
                  <a:pt x="297291" y="46384"/>
                </a:lnTo>
                <a:lnTo>
                  <a:pt x="297350" y="46534"/>
                </a:lnTo>
                <a:lnTo>
                  <a:pt x="297406" y="46688"/>
                </a:lnTo>
                <a:lnTo>
                  <a:pt x="297460" y="46846"/>
                </a:lnTo>
                <a:lnTo>
                  <a:pt x="297511" y="47008"/>
                </a:lnTo>
                <a:lnTo>
                  <a:pt x="297559" y="47174"/>
                </a:lnTo>
                <a:lnTo>
                  <a:pt x="297604" y="47344"/>
                </a:lnTo>
                <a:lnTo>
                  <a:pt x="297646" y="47518"/>
                </a:lnTo>
                <a:lnTo>
                  <a:pt x="297686" y="47696"/>
                </a:lnTo>
                <a:lnTo>
                  <a:pt x="297724" y="47892"/>
                </a:lnTo>
                <a:lnTo>
                  <a:pt x="297760" y="48120"/>
                </a:lnTo>
                <a:lnTo>
                  <a:pt x="297795" y="48380"/>
                </a:lnTo>
                <a:lnTo>
                  <a:pt x="297827" y="48672"/>
                </a:lnTo>
                <a:lnTo>
                  <a:pt x="297859" y="48995"/>
                </a:lnTo>
                <a:lnTo>
                  <a:pt x="297888" y="49351"/>
                </a:lnTo>
                <a:lnTo>
                  <a:pt x="297916" y="49738"/>
                </a:lnTo>
                <a:lnTo>
                  <a:pt x="297943" y="50157"/>
                </a:lnTo>
                <a:lnTo>
                  <a:pt x="297968" y="50609"/>
                </a:lnTo>
                <a:lnTo>
                  <a:pt x="297991" y="51092"/>
                </a:lnTo>
                <a:lnTo>
                  <a:pt x="298013" y="51607"/>
                </a:lnTo>
                <a:lnTo>
                  <a:pt x="298033" y="52154"/>
                </a:lnTo>
                <a:lnTo>
                  <a:pt x="298051" y="52732"/>
                </a:lnTo>
                <a:lnTo>
                  <a:pt x="298068" y="53343"/>
                </a:lnTo>
                <a:lnTo>
                  <a:pt x="298083" y="53986"/>
                </a:lnTo>
                <a:lnTo>
                  <a:pt x="298097" y="54660"/>
                </a:lnTo>
                <a:lnTo>
                  <a:pt x="298109" y="55367"/>
                </a:lnTo>
                <a:lnTo>
                  <a:pt x="298119" y="56105"/>
                </a:lnTo>
                <a:lnTo>
                  <a:pt x="298128" y="56875"/>
                </a:lnTo>
                <a:lnTo>
                  <a:pt x="298135" y="57677"/>
                </a:lnTo>
                <a:lnTo>
                  <a:pt x="298141" y="58511"/>
                </a:lnTo>
                <a:lnTo>
                  <a:pt x="298145" y="59377"/>
                </a:lnTo>
                <a:lnTo>
                  <a:pt x="298147" y="60275"/>
                </a:lnTo>
                <a:lnTo>
                  <a:pt x="298148" y="61204"/>
                </a:lnTo>
                <a:lnTo>
                  <a:pt x="298148" y="86379"/>
                </a:lnTo>
                <a:lnTo>
                  <a:pt x="298148" y="86844"/>
                </a:lnTo>
                <a:lnTo>
                  <a:pt x="298146" y="87294"/>
                </a:lnTo>
                <a:lnTo>
                  <a:pt x="298143" y="87728"/>
                </a:lnTo>
                <a:lnTo>
                  <a:pt x="298138" y="88146"/>
                </a:lnTo>
                <a:lnTo>
                  <a:pt x="298133" y="88549"/>
                </a:lnTo>
                <a:lnTo>
                  <a:pt x="298126" y="88936"/>
                </a:lnTo>
                <a:lnTo>
                  <a:pt x="298118" y="89308"/>
                </a:lnTo>
                <a:lnTo>
                  <a:pt x="298109" y="89665"/>
                </a:lnTo>
                <a:lnTo>
                  <a:pt x="298098" y="90006"/>
                </a:lnTo>
                <a:lnTo>
                  <a:pt x="298087" y="90331"/>
                </a:lnTo>
                <a:lnTo>
                  <a:pt x="298074" y="90641"/>
                </a:lnTo>
                <a:lnTo>
                  <a:pt x="298059" y="90935"/>
                </a:lnTo>
                <a:lnTo>
                  <a:pt x="298044" y="91214"/>
                </a:lnTo>
                <a:lnTo>
                  <a:pt x="298027" y="91477"/>
                </a:lnTo>
                <a:lnTo>
                  <a:pt x="298009" y="91725"/>
                </a:lnTo>
                <a:lnTo>
                  <a:pt x="297990" y="91958"/>
                </a:lnTo>
                <a:lnTo>
                  <a:pt x="297970" y="92174"/>
                </a:lnTo>
                <a:lnTo>
                  <a:pt x="297948" y="92376"/>
                </a:lnTo>
                <a:lnTo>
                  <a:pt x="297926" y="92562"/>
                </a:lnTo>
                <a:lnTo>
                  <a:pt x="297901" y="92732"/>
                </a:lnTo>
                <a:lnTo>
                  <a:pt x="297876" y="92887"/>
                </a:lnTo>
                <a:lnTo>
                  <a:pt x="297850" y="93026"/>
                </a:lnTo>
                <a:lnTo>
                  <a:pt x="297822" y="93150"/>
                </a:lnTo>
                <a:lnTo>
                  <a:pt x="297793" y="93258"/>
                </a:lnTo>
                <a:lnTo>
                  <a:pt x="297732" y="93462"/>
                </a:lnTo>
                <a:lnTo>
                  <a:pt x="297667" y="93662"/>
                </a:lnTo>
                <a:lnTo>
                  <a:pt x="297599" y="93858"/>
                </a:lnTo>
                <a:lnTo>
                  <a:pt x="297526" y="94048"/>
                </a:lnTo>
                <a:lnTo>
                  <a:pt x="297450" y="94234"/>
                </a:lnTo>
                <a:lnTo>
                  <a:pt x="297371" y="94415"/>
                </a:lnTo>
                <a:lnTo>
                  <a:pt x="297288" y="94592"/>
                </a:lnTo>
                <a:lnTo>
                  <a:pt x="297201" y="94763"/>
                </a:lnTo>
                <a:lnTo>
                  <a:pt x="297110" y="94931"/>
                </a:lnTo>
                <a:lnTo>
                  <a:pt x="297016" y="95093"/>
                </a:lnTo>
                <a:lnTo>
                  <a:pt x="296917" y="95251"/>
                </a:lnTo>
                <a:lnTo>
                  <a:pt x="296816" y="95404"/>
                </a:lnTo>
                <a:lnTo>
                  <a:pt x="296710" y="95552"/>
                </a:lnTo>
                <a:lnTo>
                  <a:pt x="296601" y="95696"/>
                </a:lnTo>
                <a:lnTo>
                  <a:pt x="296488" y="95835"/>
                </a:lnTo>
                <a:lnTo>
                  <a:pt x="296371" y="95969"/>
                </a:lnTo>
                <a:lnTo>
                  <a:pt x="296251" y="96099"/>
                </a:lnTo>
                <a:lnTo>
                  <a:pt x="296127" y="96224"/>
                </a:lnTo>
                <a:lnTo>
                  <a:pt x="295999" y="96344"/>
                </a:lnTo>
                <a:lnTo>
                  <a:pt x="295868" y="96460"/>
                </a:lnTo>
                <a:lnTo>
                  <a:pt x="295733" y="96571"/>
                </a:lnTo>
                <a:lnTo>
                  <a:pt x="295594" y="96677"/>
                </a:lnTo>
                <a:lnTo>
                  <a:pt x="295452" y="96779"/>
                </a:lnTo>
                <a:lnTo>
                  <a:pt x="295305" y="96876"/>
                </a:lnTo>
                <a:lnTo>
                  <a:pt x="295100" y="97003"/>
                </a:lnTo>
                <a:lnTo>
                  <a:pt x="294885" y="97125"/>
                </a:lnTo>
                <a:lnTo>
                  <a:pt x="294661" y="97241"/>
                </a:lnTo>
                <a:lnTo>
                  <a:pt x="294429" y="97352"/>
                </a:lnTo>
                <a:lnTo>
                  <a:pt x="294187" y="97458"/>
                </a:lnTo>
                <a:lnTo>
                  <a:pt x="293937" y="97558"/>
                </a:lnTo>
                <a:lnTo>
                  <a:pt x="293678" y="97653"/>
                </a:lnTo>
                <a:lnTo>
                  <a:pt x="293410" y="97742"/>
                </a:lnTo>
                <a:lnTo>
                  <a:pt x="293133" y="97826"/>
                </a:lnTo>
                <a:lnTo>
                  <a:pt x="292847" y="97904"/>
                </a:lnTo>
                <a:lnTo>
                  <a:pt x="292553" y="97978"/>
                </a:lnTo>
                <a:lnTo>
                  <a:pt x="292249" y="98045"/>
                </a:lnTo>
                <a:lnTo>
                  <a:pt x="291937" y="98107"/>
                </a:lnTo>
                <a:lnTo>
                  <a:pt x="291616" y="98164"/>
                </a:lnTo>
                <a:lnTo>
                  <a:pt x="291285" y="98216"/>
                </a:lnTo>
                <a:lnTo>
                  <a:pt x="290946" y="98262"/>
                </a:lnTo>
                <a:lnTo>
                  <a:pt x="290598" y="98302"/>
                </a:lnTo>
                <a:lnTo>
                  <a:pt x="290241" y="98338"/>
                </a:lnTo>
                <a:lnTo>
                  <a:pt x="289876" y="98367"/>
                </a:lnTo>
                <a:lnTo>
                  <a:pt x="289501" y="98392"/>
                </a:lnTo>
                <a:lnTo>
                  <a:pt x="289118" y="98411"/>
                </a:lnTo>
                <a:lnTo>
                  <a:pt x="288725" y="98424"/>
                </a:lnTo>
                <a:lnTo>
                  <a:pt x="288324" y="98432"/>
                </a:lnTo>
                <a:lnTo>
                  <a:pt x="287914" y="98435"/>
                </a:lnTo>
                <a:lnTo>
                  <a:pt x="287914" y="101065"/>
                </a:lnTo>
                <a:lnTo>
                  <a:pt x="321247" y="101065"/>
                </a:lnTo>
                <a:lnTo>
                  <a:pt x="321247" y="98435"/>
                </a:lnTo>
                <a:lnTo>
                  <a:pt x="320883" y="98433"/>
                </a:lnTo>
                <a:lnTo>
                  <a:pt x="320527" y="98426"/>
                </a:lnTo>
                <a:lnTo>
                  <a:pt x="320177" y="98415"/>
                </a:lnTo>
                <a:lnTo>
                  <a:pt x="319835" y="98400"/>
                </a:lnTo>
                <a:lnTo>
                  <a:pt x="319500" y="98380"/>
                </a:lnTo>
                <a:lnTo>
                  <a:pt x="319172" y="98355"/>
                </a:lnTo>
                <a:lnTo>
                  <a:pt x="318852" y="98327"/>
                </a:lnTo>
                <a:lnTo>
                  <a:pt x="318538" y="98293"/>
                </a:lnTo>
                <a:lnTo>
                  <a:pt x="318232" y="98256"/>
                </a:lnTo>
                <a:lnTo>
                  <a:pt x="317932" y="98214"/>
                </a:lnTo>
                <a:lnTo>
                  <a:pt x="317640" y="98167"/>
                </a:lnTo>
                <a:lnTo>
                  <a:pt x="317356" y="98116"/>
                </a:lnTo>
                <a:lnTo>
                  <a:pt x="317078" y="98061"/>
                </a:lnTo>
                <a:lnTo>
                  <a:pt x="316807" y="98001"/>
                </a:lnTo>
                <a:lnTo>
                  <a:pt x="316544" y="97937"/>
                </a:lnTo>
                <a:lnTo>
                  <a:pt x="316287" y="97868"/>
                </a:lnTo>
                <a:lnTo>
                  <a:pt x="316038" y="97795"/>
                </a:lnTo>
                <a:lnTo>
                  <a:pt x="315796" y="97718"/>
                </a:lnTo>
                <a:lnTo>
                  <a:pt x="315562" y="97636"/>
                </a:lnTo>
                <a:lnTo>
                  <a:pt x="315334" y="97550"/>
                </a:lnTo>
                <a:lnTo>
                  <a:pt x="315113" y="97459"/>
                </a:lnTo>
                <a:lnTo>
                  <a:pt x="314900" y="97364"/>
                </a:lnTo>
                <a:lnTo>
                  <a:pt x="314694" y="97264"/>
                </a:lnTo>
                <a:lnTo>
                  <a:pt x="314495" y="97160"/>
                </a:lnTo>
                <a:lnTo>
                  <a:pt x="314302" y="97053"/>
                </a:lnTo>
                <a:lnTo>
                  <a:pt x="314114" y="96943"/>
                </a:lnTo>
                <a:lnTo>
                  <a:pt x="313931" y="96831"/>
                </a:lnTo>
                <a:lnTo>
                  <a:pt x="313753" y="96717"/>
                </a:lnTo>
                <a:lnTo>
                  <a:pt x="313579" y="96600"/>
                </a:lnTo>
                <a:lnTo>
                  <a:pt x="313411" y="96482"/>
                </a:lnTo>
                <a:lnTo>
                  <a:pt x="313248" y="96361"/>
                </a:lnTo>
                <a:lnTo>
                  <a:pt x="313089" y="96238"/>
                </a:lnTo>
                <a:lnTo>
                  <a:pt x="312936" y="96113"/>
                </a:lnTo>
                <a:lnTo>
                  <a:pt x="312787" y="95985"/>
                </a:lnTo>
                <a:lnTo>
                  <a:pt x="312644" y="95856"/>
                </a:lnTo>
                <a:lnTo>
                  <a:pt x="312505" y="95724"/>
                </a:lnTo>
                <a:lnTo>
                  <a:pt x="312371" y="95590"/>
                </a:lnTo>
                <a:lnTo>
                  <a:pt x="312242" y="95453"/>
                </a:lnTo>
                <a:lnTo>
                  <a:pt x="312118" y="95315"/>
                </a:lnTo>
                <a:lnTo>
                  <a:pt x="311999" y="95174"/>
                </a:lnTo>
                <a:lnTo>
                  <a:pt x="311885" y="95031"/>
                </a:lnTo>
                <a:lnTo>
                  <a:pt x="311776" y="94886"/>
                </a:lnTo>
                <a:lnTo>
                  <a:pt x="311672" y="94739"/>
                </a:lnTo>
                <a:lnTo>
                  <a:pt x="311573" y="94589"/>
                </a:lnTo>
                <a:lnTo>
                  <a:pt x="311479" y="94437"/>
                </a:lnTo>
                <a:lnTo>
                  <a:pt x="311389" y="94283"/>
                </a:lnTo>
                <a:lnTo>
                  <a:pt x="311305" y="94127"/>
                </a:lnTo>
                <a:lnTo>
                  <a:pt x="311226" y="93969"/>
                </a:lnTo>
                <a:lnTo>
                  <a:pt x="311115" y="93734"/>
                </a:lnTo>
                <a:lnTo>
                  <a:pt x="311010" y="93490"/>
                </a:lnTo>
                <a:lnTo>
                  <a:pt x="310909" y="93236"/>
                </a:lnTo>
                <a:lnTo>
                  <a:pt x="310813" y="92974"/>
                </a:lnTo>
                <a:lnTo>
                  <a:pt x="310721" y="92703"/>
                </a:lnTo>
                <a:lnTo>
                  <a:pt x="310635" y="92422"/>
                </a:lnTo>
                <a:lnTo>
                  <a:pt x="310553" y="92133"/>
                </a:lnTo>
                <a:lnTo>
                  <a:pt x="310475" y="91834"/>
                </a:lnTo>
                <a:lnTo>
                  <a:pt x="310403" y="91526"/>
                </a:lnTo>
                <a:lnTo>
                  <a:pt x="310335" y="91209"/>
                </a:lnTo>
                <a:lnTo>
                  <a:pt x="310271" y="90883"/>
                </a:lnTo>
                <a:lnTo>
                  <a:pt x="310213" y="90548"/>
                </a:lnTo>
                <a:lnTo>
                  <a:pt x="310159" y="90204"/>
                </a:lnTo>
                <a:lnTo>
                  <a:pt x="310110" y="89851"/>
                </a:lnTo>
                <a:lnTo>
                  <a:pt x="310065" y="89488"/>
                </a:lnTo>
                <a:lnTo>
                  <a:pt x="310025" y="89117"/>
                </a:lnTo>
                <a:lnTo>
                  <a:pt x="309990" y="88736"/>
                </a:lnTo>
                <a:lnTo>
                  <a:pt x="309960" y="88347"/>
                </a:lnTo>
                <a:lnTo>
                  <a:pt x="309934" y="87948"/>
                </a:lnTo>
                <a:lnTo>
                  <a:pt x="309913" y="87540"/>
                </a:lnTo>
                <a:lnTo>
                  <a:pt x="309896" y="87123"/>
                </a:lnTo>
                <a:lnTo>
                  <a:pt x="309885" y="86697"/>
                </a:lnTo>
                <a:lnTo>
                  <a:pt x="309878" y="86262"/>
                </a:lnTo>
                <a:lnTo>
                  <a:pt x="309875" y="85817"/>
                </a:lnTo>
                <a:lnTo>
                  <a:pt x="309875" y="54697"/>
                </a:lnTo>
                <a:lnTo>
                  <a:pt x="310159" y="54148"/>
                </a:lnTo>
                <a:lnTo>
                  <a:pt x="310442" y="53612"/>
                </a:lnTo>
                <a:lnTo>
                  <a:pt x="310725" y="53090"/>
                </a:lnTo>
                <a:lnTo>
                  <a:pt x="311006" y="52580"/>
                </a:lnTo>
                <a:lnTo>
                  <a:pt x="311287" y="52083"/>
                </a:lnTo>
                <a:lnTo>
                  <a:pt x="311568" y="51600"/>
                </a:lnTo>
                <a:lnTo>
                  <a:pt x="311847" y="51129"/>
                </a:lnTo>
                <a:lnTo>
                  <a:pt x="312126" y="50672"/>
                </a:lnTo>
                <a:lnTo>
                  <a:pt x="312404" y="50228"/>
                </a:lnTo>
                <a:lnTo>
                  <a:pt x="312681" y="49796"/>
                </a:lnTo>
                <a:lnTo>
                  <a:pt x="312958" y="49378"/>
                </a:lnTo>
                <a:lnTo>
                  <a:pt x="313233" y="48973"/>
                </a:lnTo>
                <a:lnTo>
                  <a:pt x="313508" y="48580"/>
                </a:lnTo>
                <a:lnTo>
                  <a:pt x="313783" y="48201"/>
                </a:lnTo>
                <a:lnTo>
                  <a:pt x="314056" y="47835"/>
                </a:lnTo>
                <a:lnTo>
                  <a:pt x="314329" y="47482"/>
                </a:lnTo>
                <a:lnTo>
                  <a:pt x="314601" y="47142"/>
                </a:lnTo>
                <a:lnTo>
                  <a:pt x="314872" y="46815"/>
                </a:lnTo>
                <a:lnTo>
                  <a:pt x="315143" y="46501"/>
                </a:lnTo>
                <a:lnTo>
                  <a:pt x="315413" y="46200"/>
                </a:lnTo>
                <a:lnTo>
                  <a:pt x="315682" y="45912"/>
                </a:lnTo>
                <a:lnTo>
                  <a:pt x="315950" y="45637"/>
                </a:lnTo>
                <a:lnTo>
                  <a:pt x="316218" y="45375"/>
                </a:lnTo>
                <a:lnTo>
                  <a:pt x="316485" y="45126"/>
                </a:lnTo>
                <a:lnTo>
                  <a:pt x="316609" y="45011"/>
                </a:lnTo>
                <a:lnTo>
                  <a:pt x="316732" y="44900"/>
                </a:lnTo>
                <a:lnTo>
                  <a:pt x="316855" y="44794"/>
                </a:lnTo>
                <a:lnTo>
                  <a:pt x="316976" y="44693"/>
                </a:lnTo>
                <a:lnTo>
                  <a:pt x="317098" y="44598"/>
                </a:lnTo>
                <a:lnTo>
                  <a:pt x="317218" y="44506"/>
                </a:lnTo>
                <a:lnTo>
                  <a:pt x="317337" y="44420"/>
                </a:lnTo>
                <a:lnTo>
                  <a:pt x="317456" y="44339"/>
                </a:lnTo>
                <a:lnTo>
                  <a:pt x="317574" y="44263"/>
                </a:lnTo>
                <a:lnTo>
                  <a:pt x="317692" y="44192"/>
                </a:lnTo>
                <a:lnTo>
                  <a:pt x="317808" y="44125"/>
                </a:lnTo>
                <a:lnTo>
                  <a:pt x="317924" y="44064"/>
                </a:lnTo>
                <a:lnTo>
                  <a:pt x="318039" y="44007"/>
                </a:lnTo>
                <a:lnTo>
                  <a:pt x="318154" y="43955"/>
                </a:lnTo>
                <a:lnTo>
                  <a:pt x="318267" y="43909"/>
                </a:lnTo>
                <a:lnTo>
                  <a:pt x="318380" y="43867"/>
                </a:lnTo>
                <a:lnTo>
                  <a:pt x="318492" y="43830"/>
                </a:lnTo>
                <a:lnTo>
                  <a:pt x="318604" y="43798"/>
                </a:lnTo>
                <a:lnTo>
                  <a:pt x="318714" y="43771"/>
                </a:lnTo>
                <a:lnTo>
                  <a:pt x="318824" y="43749"/>
                </a:lnTo>
                <a:lnTo>
                  <a:pt x="318934" y="43732"/>
                </a:lnTo>
                <a:lnTo>
                  <a:pt x="319042" y="43719"/>
                </a:lnTo>
                <a:lnTo>
                  <a:pt x="319150" y="43712"/>
                </a:lnTo>
                <a:lnTo>
                  <a:pt x="319257" y="43709"/>
                </a:lnTo>
                <a:lnTo>
                  <a:pt x="319384" y="43714"/>
                </a:lnTo>
                <a:lnTo>
                  <a:pt x="319517" y="43726"/>
                </a:lnTo>
                <a:lnTo>
                  <a:pt x="319655" y="43748"/>
                </a:lnTo>
                <a:lnTo>
                  <a:pt x="319799" y="43778"/>
                </a:lnTo>
                <a:lnTo>
                  <a:pt x="319948" y="43816"/>
                </a:lnTo>
                <a:lnTo>
                  <a:pt x="320103" y="43863"/>
                </a:lnTo>
                <a:lnTo>
                  <a:pt x="320263" y="43918"/>
                </a:lnTo>
                <a:lnTo>
                  <a:pt x="320429" y="43982"/>
                </a:lnTo>
                <a:lnTo>
                  <a:pt x="320601" y="44054"/>
                </a:lnTo>
                <a:lnTo>
                  <a:pt x="320778" y="44135"/>
                </a:lnTo>
                <a:lnTo>
                  <a:pt x="320961" y="44225"/>
                </a:lnTo>
                <a:lnTo>
                  <a:pt x="321149" y="44322"/>
                </a:lnTo>
                <a:lnTo>
                  <a:pt x="321343" y="44429"/>
                </a:lnTo>
                <a:lnTo>
                  <a:pt x="321542" y="44544"/>
                </a:lnTo>
                <a:lnTo>
                  <a:pt x="321747" y="44667"/>
                </a:lnTo>
                <a:lnTo>
                  <a:pt x="321957" y="44799"/>
                </a:lnTo>
                <a:lnTo>
                  <a:pt x="322173" y="44940"/>
                </a:lnTo>
                <a:lnTo>
                  <a:pt x="322395" y="45089"/>
                </a:lnTo>
                <a:lnTo>
                  <a:pt x="322622" y="45246"/>
                </a:lnTo>
                <a:lnTo>
                  <a:pt x="322855" y="45412"/>
                </a:lnTo>
                <a:lnTo>
                  <a:pt x="323093" y="45587"/>
                </a:lnTo>
                <a:lnTo>
                  <a:pt x="323337" y="45770"/>
                </a:lnTo>
                <a:lnTo>
                  <a:pt x="323586" y="45961"/>
                </a:lnTo>
                <a:lnTo>
                  <a:pt x="323841" y="46161"/>
                </a:lnTo>
                <a:lnTo>
                  <a:pt x="324097" y="46361"/>
                </a:lnTo>
                <a:lnTo>
                  <a:pt x="324352" y="46553"/>
                </a:lnTo>
                <a:lnTo>
                  <a:pt x="324604" y="46736"/>
                </a:lnTo>
                <a:lnTo>
                  <a:pt x="324855" y="46911"/>
                </a:lnTo>
                <a:lnTo>
                  <a:pt x="325103" y="47077"/>
                </a:lnTo>
                <a:lnTo>
                  <a:pt x="325349" y="47234"/>
                </a:lnTo>
                <a:lnTo>
                  <a:pt x="325593" y="47383"/>
                </a:lnTo>
                <a:lnTo>
                  <a:pt x="325835" y="47524"/>
                </a:lnTo>
                <a:lnTo>
                  <a:pt x="326075" y="47656"/>
                </a:lnTo>
                <a:lnTo>
                  <a:pt x="326312" y="47779"/>
                </a:lnTo>
                <a:lnTo>
                  <a:pt x="326548" y="47894"/>
                </a:lnTo>
                <a:lnTo>
                  <a:pt x="326781" y="48000"/>
                </a:lnTo>
                <a:lnTo>
                  <a:pt x="327013" y="48098"/>
                </a:lnTo>
                <a:lnTo>
                  <a:pt x="327242" y="48188"/>
                </a:lnTo>
                <a:lnTo>
                  <a:pt x="327469" y="48269"/>
                </a:lnTo>
                <a:lnTo>
                  <a:pt x="327695" y="48341"/>
                </a:lnTo>
                <a:lnTo>
                  <a:pt x="327918" y="48405"/>
                </a:lnTo>
                <a:lnTo>
                  <a:pt x="328139" y="48460"/>
                </a:lnTo>
                <a:lnTo>
                  <a:pt x="328357" y="48507"/>
                </a:lnTo>
                <a:lnTo>
                  <a:pt x="328574" y="48545"/>
                </a:lnTo>
                <a:lnTo>
                  <a:pt x="328789" y="48575"/>
                </a:lnTo>
                <a:lnTo>
                  <a:pt x="329001" y="48596"/>
                </a:lnTo>
                <a:lnTo>
                  <a:pt x="329212" y="48609"/>
                </a:lnTo>
                <a:lnTo>
                  <a:pt x="329420" y="48613"/>
                </a:lnTo>
                <a:lnTo>
                  <a:pt x="329632" y="48610"/>
                </a:lnTo>
                <a:lnTo>
                  <a:pt x="329842" y="48600"/>
                </a:lnTo>
                <a:lnTo>
                  <a:pt x="330049" y="48583"/>
                </a:lnTo>
                <a:lnTo>
                  <a:pt x="330253" y="48560"/>
                </a:lnTo>
                <a:lnTo>
                  <a:pt x="330455" y="48530"/>
                </a:lnTo>
                <a:lnTo>
                  <a:pt x="330655" y="48493"/>
                </a:lnTo>
                <a:lnTo>
                  <a:pt x="330852" y="48450"/>
                </a:lnTo>
                <a:lnTo>
                  <a:pt x="331047" y="48400"/>
                </a:lnTo>
                <a:lnTo>
                  <a:pt x="331239" y="48344"/>
                </a:lnTo>
                <a:lnTo>
                  <a:pt x="331429" y="48280"/>
                </a:lnTo>
                <a:lnTo>
                  <a:pt x="331616" y="48210"/>
                </a:lnTo>
                <a:lnTo>
                  <a:pt x="331801" y="48134"/>
                </a:lnTo>
                <a:lnTo>
                  <a:pt x="331983" y="48050"/>
                </a:lnTo>
                <a:lnTo>
                  <a:pt x="332163" y="47960"/>
                </a:lnTo>
                <a:lnTo>
                  <a:pt x="332341" y="47864"/>
                </a:lnTo>
                <a:lnTo>
                  <a:pt x="332516" y="47761"/>
                </a:lnTo>
                <a:lnTo>
                  <a:pt x="332688" y="47651"/>
                </a:lnTo>
                <a:lnTo>
                  <a:pt x="332858" y="47534"/>
                </a:lnTo>
                <a:lnTo>
                  <a:pt x="333026" y="47411"/>
                </a:lnTo>
                <a:lnTo>
                  <a:pt x="333191" y="47281"/>
                </a:lnTo>
                <a:lnTo>
                  <a:pt x="333353" y="47144"/>
                </a:lnTo>
                <a:lnTo>
                  <a:pt x="333514" y="47001"/>
                </a:lnTo>
                <a:lnTo>
                  <a:pt x="333671" y="46851"/>
                </a:lnTo>
                <a:lnTo>
                  <a:pt x="333827" y="46694"/>
                </a:lnTo>
                <a:lnTo>
                  <a:pt x="333977" y="46533"/>
                </a:lnTo>
                <a:lnTo>
                  <a:pt x="334122" y="46369"/>
                </a:lnTo>
                <a:lnTo>
                  <a:pt x="334260" y="46201"/>
                </a:lnTo>
                <a:lnTo>
                  <a:pt x="334391" y="46031"/>
                </a:lnTo>
                <a:lnTo>
                  <a:pt x="334516" y="45858"/>
                </a:lnTo>
                <a:lnTo>
                  <a:pt x="334635" y="45682"/>
                </a:lnTo>
                <a:lnTo>
                  <a:pt x="334747" y="45503"/>
                </a:lnTo>
                <a:lnTo>
                  <a:pt x="334853" y="45320"/>
                </a:lnTo>
                <a:lnTo>
                  <a:pt x="334953" y="45135"/>
                </a:lnTo>
                <a:lnTo>
                  <a:pt x="335046" y="44947"/>
                </a:lnTo>
                <a:lnTo>
                  <a:pt x="335132" y="44756"/>
                </a:lnTo>
                <a:lnTo>
                  <a:pt x="335212" y="44562"/>
                </a:lnTo>
                <a:lnTo>
                  <a:pt x="335286" y="44365"/>
                </a:lnTo>
                <a:lnTo>
                  <a:pt x="335354" y="44165"/>
                </a:lnTo>
                <a:lnTo>
                  <a:pt x="335415" y="43963"/>
                </a:lnTo>
                <a:lnTo>
                  <a:pt x="335469" y="43757"/>
                </a:lnTo>
                <a:lnTo>
                  <a:pt x="335517" y="43548"/>
                </a:lnTo>
                <a:lnTo>
                  <a:pt x="335559" y="43336"/>
                </a:lnTo>
                <a:lnTo>
                  <a:pt x="335594" y="43122"/>
                </a:lnTo>
                <a:lnTo>
                  <a:pt x="335623" y="42904"/>
                </a:lnTo>
                <a:lnTo>
                  <a:pt x="335646" y="42683"/>
                </a:lnTo>
                <a:lnTo>
                  <a:pt x="335662" y="42460"/>
                </a:lnTo>
                <a:lnTo>
                  <a:pt x="335671" y="42233"/>
                </a:lnTo>
                <a:lnTo>
                  <a:pt x="335674" y="42004"/>
                </a:lnTo>
                <a:lnTo>
                  <a:pt x="335670" y="41744"/>
                </a:lnTo>
                <a:lnTo>
                  <a:pt x="335657" y="41488"/>
                </a:lnTo>
                <a:lnTo>
                  <a:pt x="335634" y="41234"/>
                </a:lnTo>
                <a:lnTo>
                  <a:pt x="335603" y="40982"/>
                </a:lnTo>
                <a:lnTo>
                  <a:pt x="335563" y="40733"/>
                </a:lnTo>
                <a:lnTo>
                  <a:pt x="335514" y="40487"/>
                </a:lnTo>
                <a:lnTo>
                  <a:pt x="335457" y="40243"/>
                </a:lnTo>
                <a:lnTo>
                  <a:pt x="335390" y="40002"/>
                </a:lnTo>
                <a:lnTo>
                  <a:pt x="335315" y="39763"/>
                </a:lnTo>
                <a:lnTo>
                  <a:pt x="335230" y="39527"/>
                </a:lnTo>
                <a:lnTo>
                  <a:pt x="335137" y="39294"/>
                </a:lnTo>
                <a:lnTo>
                  <a:pt x="335035" y="39063"/>
                </a:lnTo>
                <a:lnTo>
                  <a:pt x="334924" y="38835"/>
                </a:lnTo>
                <a:lnTo>
                  <a:pt x="334804" y="38609"/>
                </a:lnTo>
                <a:lnTo>
                  <a:pt x="334675" y="38386"/>
                </a:lnTo>
                <a:lnTo>
                  <a:pt x="334537" y="38166"/>
                </a:lnTo>
                <a:lnTo>
                  <a:pt x="334391" y="37948"/>
                </a:lnTo>
                <a:lnTo>
                  <a:pt x="334235" y="37733"/>
                </a:lnTo>
                <a:lnTo>
                  <a:pt x="334071" y="37520"/>
                </a:lnTo>
                <a:lnTo>
                  <a:pt x="333898" y="37310"/>
                </a:lnTo>
                <a:lnTo>
                  <a:pt x="333715" y="37102"/>
                </a:lnTo>
                <a:lnTo>
                  <a:pt x="333524" y="36898"/>
                </a:lnTo>
                <a:lnTo>
                  <a:pt x="333325" y="36695"/>
                </a:lnTo>
                <a:lnTo>
                  <a:pt x="333116" y="36496"/>
                </a:lnTo>
                <a:lnTo>
                  <a:pt x="332900" y="36301"/>
                </a:lnTo>
                <a:lnTo>
                  <a:pt x="332680" y="36115"/>
                </a:lnTo>
                <a:lnTo>
                  <a:pt x="332455" y="35938"/>
                </a:lnTo>
                <a:lnTo>
                  <a:pt x="332225" y="35768"/>
                </a:lnTo>
                <a:lnTo>
                  <a:pt x="331991" y="35607"/>
                </a:lnTo>
                <a:lnTo>
                  <a:pt x="331752" y="35454"/>
                </a:lnTo>
                <a:lnTo>
                  <a:pt x="331508" y="35309"/>
                </a:lnTo>
                <a:lnTo>
                  <a:pt x="331260" y="35173"/>
                </a:lnTo>
                <a:lnTo>
                  <a:pt x="331007" y="35045"/>
                </a:lnTo>
                <a:lnTo>
                  <a:pt x="330749" y="34925"/>
                </a:lnTo>
                <a:lnTo>
                  <a:pt x="330487" y="34813"/>
                </a:lnTo>
                <a:lnTo>
                  <a:pt x="330220" y="34710"/>
                </a:lnTo>
                <a:lnTo>
                  <a:pt x="329948" y="34615"/>
                </a:lnTo>
                <a:lnTo>
                  <a:pt x="329671" y="34528"/>
                </a:lnTo>
                <a:lnTo>
                  <a:pt x="329390" y="34449"/>
                </a:lnTo>
                <a:lnTo>
                  <a:pt x="329104" y="34379"/>
                </a:lnTo>
                <a:lnTo>
                  <a:pt x="328814" y="34317"/>
                </a:lnTo>
                <a:lnTo>
                  <a:pt x="328518" y="34263"/>
                </a:lnTo>
                <a:lnTo>
                  <a:pt x="328218" y="34218"/>
                </a:lnTo>
                <a:lnTo>
                  <a:pt x="327914" y="34181"/>
                </a:lnTo>
                <a:lnTo>
                  <a:pt x="327604" y="34152"/>
                </a:lnTo>
                <a:lnTo>
                  <a:pt x="327290" y="34131"/>
                </a:lnTo>
                <a:lnTo>
                  <a:pt x="326972" y="34119"/>
                </a:lnTo>
                <a:lnTo>
                  <a:pt x="326648" y="34115"/>
                </a:lnTo>
                <a:lnTo>
                  <a:pt x="325932" y="34140"/>
                </a:lnTo>
                <a:lnTo>
                  <a:pt x="325218" y="34216"/>
                </a:lnTo>
                <a:lnTo>
                  <a:pt x="324505" y="34343"/>
                </a:lnTo>
                <a:lnTo>
                  <a:pt x="323793" y="34521"/>
                </a:lnTo>
                <a:lnTo>
                  <a:pt x="323083" y="34750"/>
                </a:lnTo>
                <a:lnTo>
                  <a:pt x="322375" y="35030"/>
                </a:lnTo>
                <a:lnTo>
                  <a:pt x="321668" y="35360"/>
                </a:lnTo>
                <a:lnTo>
                  <a:pt x="320962" y="35741"/>
                </a:lnTo>
                <a:lnTo>
                  <a:pt x="320258" y="36174"/>
                </a:lnTo>
                <a:lnTo>
                  <a:pt x="319556" y="36656"/>
                </a:lnTo>
                <a:lnTo>
                  <a:pt x="318855" y="37190"/>
                </a:lnTo>
                <a:lnTo>
                  <a:pt x="318155" y="37775"/>
                </a:lnTo>
                <a:lnTo>
                  <a:pt x="317457" y="38410"/>
                </a:lnTo>
                <a:lnTo>
                  <a:pt x="316760" y="39097"/>
                </a:lnTo>
                <a:lnTo>
                  <a:pt x="316065" y="39834"/>
                </a:lnTo>
                <a:lnTo>
                  <a:pt x="315371" y="40622"/>
                </a:lnTo>
                <a:lnTo>
                  <a:pt x="314679" y="41461"/>
                </a:lnTo>
                <a:lnTo>
                  <a:pt x="313988" y="42350"/>
                </a:lnTo>
                <a:lnTo>
                  <a:pt x="313299" y="43291"/>
                </a:lnTo>
                <a:lnTo>
                  <a:pt x="312611" y="44282"/>
                </a:lnTo>
                <a:lnTo>
                  <a:pt x="311925" y="45324"/>
                </a:lnTo>
                <a:lnTo>
                  <a:pt x="311240" y="46417"/>
                </a:lnTo>
                <a:lnTo>
                  <a:pt x="310557" y="47561"/>
                </a:lnTo>
                <a:lnTo>
                  <a:pt x="309875" y="48756"/>
                </a:lnTo>
                <a:lnTo>
                  <a:pt x="309875" y="34115"/>
                </a:lnTo>
                <a:lnTo>
                  <a:pt x="306890" y="34115"/>
                </a:lnTo>
                <a:lnTo>
                  <a:pt x="287203" y="42057"/>
                </a:lnTo>
                <a:lnTo>
                  <a:pt x="287914" y="44611"/>
                </a:lnTo>
                <a:lnTo>
                  <a:pt x="288144" y="44524"/>
                </a:lnTo>
                <a:close/>
                <a:moveTo>
                  <a:pt x="247878" y="34181"/>
                </a:moveTo>
                <a:lnTo>
                  <a:pt x="247213" y="34232"/>
                </a:lnTo>
                <a:lnTo>
                  <a:pt x="246552" y="34298"/>
                </a:lnTo>
                <a:lnTo>
                  <a:pt x="245893" y="34379"/>
                </a:lnTo>
                <a:lnTo>
                  <a:pt x="245237" y="34474"/>
                </a:lnTo>
                <a:lnTo>
                  <a:pt x="244584" y="34584"/>
                </a:lnTo>
                <a:lnTo>
                  <a:pt x="243934" y="34709"/>
                </a:lnTo>
                <a:lnTo>
                  <a:pt x="243287" y="34848"/>
                </a:lnTo>
                <a:lnTo>
                  <a:pt x="242643" y="35002"/>
                </a:lnTo>
                <a:lnTo>
                  <a:pt x="242001" y="35171"/>
                </a:lnTo>
                <a:lnTo>
                  <a:pt x="241363" y="35354"/>
                </a:lnTo>
                <a:lnTo>
                  <a:pt x="240728" y="35552"/>
                </a:lnTo>
                <a:lnTo>
                  <a:pt x="240096" y="35765"/>
                </a:lnTo>
                <a:lnTo>
                  <a:pt x="239467" y="35992"/>
                </a:lnTo>
                <a:lnTo>
                  <a:pt x="238840" y="36234"/>
                </a:lnTo>
                <a:lnTo>
                  <a:pt x="238217" y="36491"/>
                </a:lnTo>
                <a:lnTo>
                  <a:pt x="237596" y="36762"/>
                </a:lnTo>
                <a:lnTo>
                  <a:pt x="236979" y="37048"/>
                </a:lnTo>
                <a:lnTo>
                  <a:pt x="236365" y="37349"/>
                </a:lnTo>
                <a:lnTo>
                  <a:pt x="235753" y="37664"/>
                </a:lnTo>
                <a:lnTo>
                  <a:pt x="235144" y="37994"/>
                </a:lnTo>
                <a:lnTo>
                  <a:pt x="234539" y="38339"/>
                </a:lnTo>
                <a:lnTo>
                  <a:pt x="233940" y="38699"/>
                </a:lnTo>
                <a:lnTo>
                  <a:pt x="233350" y="39075"/>
                </a:lnTo>
                <a:lnTo>
                  <a:pt x="232770" y="39467"/>
                </a:lnTo>
                <a:lnTo>
                  <a:pt x="232200" y="39875"/>
                </a:lnTo>
                <a:lnTo>
                  <a:pt x="231640" y="40299"/>
                </a:lnTo>
                <a:lnTo>
                  <a:pt x="231090" y="40740"/>
                </a:lnTo>
                <a:lnTo>
                  <a:pt x="230549" y="41196"/>
                </a:lnTo>
                <a:lnTo>
                  <a:pt x="230018" y="41668"/>
                </a:lnTo>
                <a:lnTo>
                  <a:pt x="229497" y="42156"/>
                </a:lnTo>
                <a:lnTo>
                  <a:pt x="228985" y="42661"/>
                </a:lnTo>
                <a:lnTo>
                  <a:pt x="228483" y="43181"/>
                </a:lnTo>
                <a:lnTo>
                  <a:pt x="227991" y="43717"/>
                </a:lnTo>
                <a:lnTo>
                  <a:pt x="227509" y="44270"/>
                </a:lnTo>
                <a:lnTo>
                  <a:pt x="227037" y="44838"/>
                </a:lnTo>
                <a:lnTo>
                  <a:pt x="226574" y="45422"/>
                </a:lnTo>
                <a:lnTo>
                  <a:pt x="226121" y="46023"/>
                </a:lnTo>
                <a:lnTo>
                  <a:pt x="225678" y="46639"/>
                </a:lnTo>
                <a:lnTo>
                  <a:pt x="225244" y="47272"/>
                </a:lnTo>
                <a:lnTo>
                  <a:pt x="224820" y="47920"/>
                </a:lnTo>
                <a:lnTo>
                  <a:pt x="224406" y="48585"/>
                </a:lnTo>
                <a:lnTo>
                  <a:pt x="224002" y="49265"/>
                </a:lnTo>
                <a:lnTo>
                  <a:pt x="223607" y="49962"/>
                </a:lnTo>
                <a:lnTo>
                  <a:pt x="223223" y="50674"/>
                </a:lnTo>
                <a:lnTo>
                  <a:pt x="222848" y="51403"/>
                </a:lnTo>
                <a:lnTo>
                  <a:pt x="222485" y="52140"/>
                </a:lnTo>
                <a:lnTo>
                  <a:pt x="222138" y="52877"/>
                </a:lnTo>
                <a:lnTo>
                  <a:pt x="221806" y="53615"/>
                </a:lnTo>
                <a:lnTo>
                  <a:pt x="221490" y="54352"/>
                </a:lnTo>
                <a:lnTo>
                  <a:pt x="221189" y="55091"/>
                </a:lnTo>
                <a:lnTo>
                  <a:pt x="220904" y="55829"/>
                </a:lnTo>
                <a:lnTo>
                  <a:pt x="220634" y="56568"/>
                </a:lnTo>
                <a:lnTo>
                  <a:pt x="220380" y="57308"/>
                </a:lnTo>
                <a:lnTo>
                  <a:pt x="220141" y="58048"/>
                </a:lnTo>
                <a:lnTo>
                  <a:pt x="219917" y="58788"/>
                </a:lnTo>
                <a:lnTo>
                  <a:pt x="219709" y="59528"/>
                </a:lnTo>
                <a:lnTo>
                  <a:pt x="219516" y="60269"/>
                </a:lnTo>
                <a:lnTo>
                  <a:pt x="219339" y="61011"/>
                </a:lnTo>
                <a:lnTo>
                  <a:pt x="219177" y="61752"/>
                </a:lnTo>
                <a:lnTo>
                  <a:pt x="219030" y="62494"/>
                </a:lnTo>
                <a:lnTo>
                  <a:pt x="218899" y="63237"/>
                </a:lnTo>
                <a:lnTo>
                  <a:pt x="218783" y="63979"/>
                </a:lnTo>
                <a:lnTo>
                  <a:pt x="218683" y="64722"/>
                </a:lnTo>
                <a:lnTo>
                  <a:pt x="218598" y="65466"/>
                </a:lnTo>
                <a:lnTo>
                  <a:pt x="218529" y="66210"/>
                </a:lnTo>
                <a:lnTo>
                  <a:pt x="218475" y="66954"/>
                </a:lnTo>
                <a:lnTo>
                  <a:pt x="218436" y="67699"/>
                </a:lnTo>
                <a:lnTo>
                  <a:pt x="218413" y="68443"/>
                </a:lnTo>
                <a:lnTo>
                  <a:pt x="218406" y="69189"/>
                </a:lnTo>
                <a:lnTo>
                  <a:pt x="218418" y="70208"/>
                </a:lnTo>
                <a:lnTo>
                  <a:pt x="218456" y="71219"/>
                </a:lnTo>
                <a:lnTo>
                  <a:pt x="218520" y="72222"/>
                </a:lnTo>
                <a:lnTo>
                  <a:pt x="218609" y="73216"/>
                </a:lnTo>
                <a:lnTo>
                  <a:pt x="218723" y="74202"/>
                </a:lnTo>
                <a:lnTo>
                  <a:pt x="218863" y="75179"/>
                </a:lnTo>
                <a:lnTo>
                  <a:pt x="219028" y="76148"/>
                </a:lnTo>
                <a:lnTo>
                  <a:pt x="219219" y="77109"/>
                </a:lnTo>
                <a:lnTo>
                  <a:pt x="219435" y="78061"/>
                </a:lnTo>
                <a:lnTo>
                  <a:pt x="219676" y="79005"/>
                </a:lnTo>
                <a:lnTo>
                  <a:pt x="219943" y="79940"/>
                </a:lnTo>
                <a:lnTo>
                  <a:pt x="220236" y="80867"/>
                </a:lnTo>
                <a:lnTo>
                  <a:pt x="220553" y="81786"/>
                </a:lnTo>
                <a:lnTo>
                  <a:pt x="220896" y="82696"/>
                </a:lnTo>
                <a:lnTo>
                  <a:pt x="221265" y="83598"/>
                </a:lnTo>
                <a:lnTo>
                  <a:pt x="221659" y="84492"/>
                </a:lnTo>
                <a:lnTo>
                  <a:pt x="222078" y="85377"/>
                </a:lnTo>
                <a:lnTo>
                  <a:pt x="222523" y="86254"/>
                </a:lnTo>
                <a:lnTo>
                  <a:pt x="222993" y="87122"/>
                </a:lnTo>
                <a:lnTo>
                  <a:pt x="223489" y="87983"/>
                </a:lnTo>
                <a:lnTo>
                  <a:pt x="224010" y="88834"/>
                </a:lnTo>
                <a:lnTo>
                  <a:pt x="224557" y="89677"/>
                </a:lnTo>
                <a:lnTo>
                  <a:pt x="225129" y="90512"/>
                </a:lnTo>
                <a:lnTo>
                  <a:pt x="225726" y="91339"/>
                </a:lnTo>
                <a:lnTo>
                  <a:pt x="226459" y="92295"/>
                </a:lnTo>
                <a:lnTo>
                  <a:pt x="227213" y="93210"/>
                </a:lnTo>
                <a:lnTo>
                  <a:pt x="227988" y="94085"/>
                </a:lnTo>
                <a:lnTo>
                  <a:pt x="228784" y="94919"/>
                </a:lnTo>
                <a:lnTo>
                  <a:pt x="229601" y="95712"/>
                </a:lnTo>
                <a:lnTo>
                  <a:pt x="230439" y="96465"/>
                </a:lnTo>
                <a:lnTo>
                  <a:pt x="231298" y="97176"/>
                </a:lnTo>
                <a:lnTo>
                  <a:pt x="232178" y="97848"/>
                </a:lnTo>
                <a:lnTo>
                  <a:pt x="233079" y="98478"/>
                </a:lnTo>
                <a:lnTo>
                  <a:pt x="234000" y="99068"/>
                </a:lnTo>
                <a:lnTo>
                  <a:pt x="234943" y="99617"/>
                </a:lnTo>
                <a:lnTo>
                  <a:pt x="235907" y="100126"/>
                </a:lnTo>
                <a:lnTo>
                  <a:pt x="236892" y="100594"/>
                </a:lnTo>
                <a:lnTo>
                  <a:pt x="237898" y="101021"/>
                </a:lnTo>
                <a:lnTo>
                  <a:pt x="238924" y="101407"/>
                </a:lnTo>
                <a:lnTo>
                  <a:pt x="239972" y="101753"/>
                </a:lnTo>
                <a:lnTo>
                  <a:pt x="241041" y="102058"/>
                </a:lnTo>
                <a:lnTo>
                  <a:pt x="242130" y="102322"/>
                </a:lnTo>
                <a:lnTo>
                  <a:pt x="243241" y="102546"/>
                </a:lnTo>
                <a:lnTo>
                  <a:pt x="244373" y="102729"/>
                </a:lnTo>
                <a:lnTo>
                  <a:pt x="245525" y="102872"/>
                </a:lnTo>
                <a:lnTo>
                  <a:pt x="246699" y="102973"/>
                </a:lnTo>
                <a:lnTo>
                  <a:pt x="247893" y="103034"/>
                </a:lnTo>
                <a:lnTo>
                  <a:pt x="249109" y="103055"/>
                </a:lnTo>
                <a:lnTo>
                  <a:pt x="249858" y="103047"/>
                </a:lnTo>
                <a:lnTo>
                  <a:pt x="250601" y="103023"/>
                </a:lnTo>
                <a:lnTo>
                  <a:pt x="251339" y="102984"/>
                </a:lnTo>
                <a:lnTo>
                  <a:pt x="252071" y="102928"/>
                </a:lnTo>
                <a:lnTo>
                  <a:pt x="252797" y="102857"/>
                </a:lnTo>
                <a:lnTo>
                  <a:pt x="253517" y="102771"/>
                </a:lnTo>
                <a:lnTo>
                  <a:pt x="254232" y="102668"/>
                </a:lnTo>
                <a:lnTo>
                  <a:pt x="254941" y="102550"/>
                </a:lnTo>
                <a:lnTo>
                  <a:pt x="255643" y="102416"/>
                </a:lnTo>
                <a:lnTo>
                  <a:pt x="256341" y="102266"/>
                </a:lnTo>
                <a:lnTo>
                  <a:pt x="257032" y="102100"/>
                </a:lnTo>
                <a:lnTo>
                  <a:pt x="257717" y="101919"/>
                </a:lnTo>
                <a:lnTo>
                  <a:pt x="258397" y="101721"/>
                </a:lnTo>
                <a:lnTo>
                  <a:pt x="259071" y="101508"/>
                </a:lnTo>
                <a:lnTo>
                  <a:pt x="259739" y="101280"/>
                </a:lnTo>
                <a:lnTo>
                  <a:pt x="260401" y="101035"/>
                </a:lnTo>
                <a:lnTo>
                  <a:pt x="261058" y="100775"/>
                </a:lnTo>
                <a:lnTo>
                  <a:pt x="261708" y="100499"/>
                </a:lnTo>
                <a:lnTo>
                  <a:pt x="262353" y="100207"/>
                </a:lnTo>
                <a:lnTo>
                  <a:pt x="262992" y="99899"/>
                </a:lnTo>
                <a:lnTo>
                  <a:pt x="263626" y="99576"/>
                </a:lnTo>
                <a:lnTo>
                  <a:pt x="264253" y="99236"/>
                </a:lnTo>
                <a:lnTo>
                  <a:pt x="264875" y="98881"/>
                </a:lnTo>
                <a:lnTo>
                  <a:pt x="265491" y="98511"/>
                </a:lnTo>
                <a:lnTo>
                  <a:pt x="266098" y="98124"/>
                </a:lnTo>
                <a:lnTo>
                  <a:pt x="266695" y="97723"/>
                </a:lnTo>
                <a:lnTo>
                  <a:pt x="267280" y="97306"/>
                </a:lnTo>
                <a:lnTo>
                  <a:pt x="267855" y="96874"/>
                </a:lnTo>
                <a:lnTo>
                  <a:pt x="268419" y="96426"/>
                </a:lnTo>
                <a:lnTo>
                  <a:pt x="268971" y="95963"/>
                </a:lnTo>
                <a:lnTo>
                  <a:pt x="269513" y="95485"/>
                </a:lnTo>
                <a:lnTo>
                  <a:pt x="270043" y="94992"/>
                </a:lnTo>
                <a:lnTo>
                  <a:pt x="270563" y="94484"/>
                </a:lnTo>
                <a:lnTo>
                  <a:pt x="271072" y="93960"/>
                </a:lnTo>
                <a:lnTo>
                  <a:pt x="271569" y="93421"/>
                </a:lnTo>
                <a:lnTo>
                  <a:pt x="272056" y="92866"/>
                </a:lnTo>
                <a:lnTo>
                  <a:pt x="272532" y="92297"/>
                </a:lnTo>
                <a:lnTo>
                  <a:pt x="272997" y="91712"/>
                </a:lnTo>
                <a:lnTo>
                  <a:pt x="273450" y="91112"/>
                </a:lnTo>
                <a:lnTo>
                  <a:pt x="273893" y="90496"/>
                </a:lnTo>
                <a:lnTo>
                  <a:pt x="274325" y="89865"/>
                </a:lnTo>
                <a:lnTo>
                  <a:pt x="274746" y="89219"/>
                </a:lnTo>
                <a:lnTo>
                  <a:pt x="275156" y="88558"/>
                </a:lnTo>
                <a:lnTo>
                  <a:pt x="275554" y="87881"/>
                </a:lnTo>
                <a:lnTo>
                  <a:pt x="275942" y="87190"/>
                </a:lnTo>
                <a:lnTo>
                  <a:pt x="276319" y="86482"/>
                </a:lnTo>
                <a:lnTo>
                  <a:pt x="276685" y="85760"/>
                </a:lnTo>
                <a:lnTo>
                  <a:pt x="277040" y="85022"/>
                </a:lnTo>
                <a:lnTo>
                  <a:pt x="277382" y="84277"/>
                </a:lnTo>
                <a:lnTo>
                  <a:pt x="277710" y="83533"/>
                </a:lnTo>
                <a:lnTo>
                  <a:pt x="278023" y="82789"/>
                </a:lnTo>
                <a:lnTo>
                  <a:pt x="278321" y="82046"/>
                </a:lnTo>
                <a:lnTo>
                  <a:pt x="278605" y="81304"/>
                </a:lnTo>
                <a:lnTo>
                  <a:pt x="278875" y="80563"/>
                </a:lnTo>
                <a:lnTo>
                  <a:pt x="279129" y="79822"/>
                </a:lnTo>
                <a:lnTo>
                  <a:pt x="279370" y="79082"/>
                </a:lnTo>
                <a:lnTo>
                  <a:pt x="279595" y="78343"/>
                </a:lnTo>
                <a:lnTo>
                  <a:pt x="279806" y="77604"/>
                </a:lnTo>
                <a:lnTo>
                  <a:pt x="280003" y="76866"/>
                </a:lnTo>
                <a:lnTo>
                  <a:pt x="280185" y="76129"/>
                </a:lnTo>
                <a:lnTo>
                  <a:pt x="280352" y="75393"/>
                </a:lnTo>
                <a:lnTo>
                  <a:pt x="280505" y="74658"/>
                </a:lnTo>
                <a:lnTo>
                  <a:pt x="280644" y="73923"/>
                </a:lnTo>
                <a:lnTo>
                  <a:pt x="280767" y="73189"/>
                </a:lnTo>
                <a:lnTo>
                  <a:pt x="280877" y="72456"/>
                </a:lnTo>
                <a:lnTo>
                  <a:pt x="280971" y="71723"/>
                </a:lnTo>
                <a:lnTo>
                  <a:pt x="281051" y="70991"/>
                </a:lnTo>
                <a:lnTo>
                  <a:pt x="281117" y="70260"/>
                </a:lnTo>
                <a:lnTo>
                  <a:pt x="281168" y="69530"/>
                </a:lnTo>
                <a:lnTo>
                  <a:pt x="281204" y="68800"/>
                </a:lnTo>
                <a:lnTo>
                  <a:pt x="281226" y="68071"/>
                </a:lnTo>
                <a:lnTo>
                  <a:pt x="281233" y="67343"/>
                </a:lnTo>
                <a:lnTo>
                  <a:pt x="281220" y="66313"/>
                </a:lnTo>
                <a:lnTo>
                  <a:pt x="281181" y="65292"/>
                </a:lnTo>
                <a:lnTo>
                  <a:pt x="281115" y="64281"/>
                </a:lnTo>
                <a:lnTo>
                  <a:pt x="281022" y="63280"/>
                </a:lnTo>
                <a:lnTo>
                  <a:pt x="280903" y="62289"/>
                </a:lnTo>
                <a:lnTo>
                  <a:pt x="280758" y="61308"/>
                </a:lnTo>
                <a:lnTo>
                  <a:pt x="280586" y="60336"/>
                </a:lnTo>
                <a:lnTo>
                  <a:pt x="280388" y="59375"/>
                </a:lnTo>
                <a:lnTo>
                  <a:pt x="280164" y="58423"/>
                </a:lnTo>
                <a:lnTo>
                  <a:pt x="279913" y="57481"/>
                </a:lnTo>
                <a:lnTo>
                  <a:pt x="279636" y="56549"/>
                </a:lnTo>
                <a:lnTo>
                  <a:pt x="279332" y="55627"/>
                </a:lnTo>
                <a:lnTo>
                  <a:pt x="279002" y="54715"/>
                </a:lnTo>
                <a:lnTo>
                  <a:pt x="278646" y="53813"/>
                </a:lnTo>
                <a:lnTo>
                  <a:pt x="278263" y="52920"/>
                </a:lnTo>
                <a:lnTo>
                  <a:pt x="277853" y="52038"/>
                </a:lnTo>
                <a:lnTo>
                  <a:pt x="277418" y="51165"/>
                </a:lnTo>
                <a:lnTo>
                  <a:pt x="276956" y="50302"/>
                </a:lnTo>
                <a:lnTo>
                  <a:pt x="276467" y="49450"/>
                </a:lnTo>
                <a:lnTo>
                  <a:pt x="275952" y="48606"/>
                </a:lnTo>
                <a:lnTo>
                  <a:pt x="275411" y="47773"/>
                </a:lnTo>
                <a:lnTo>
                  <a:pt x="274843" y="46950"/>
                </a:lnTo>
                <a:lnTo>
                  <a:pt x="274249" y="46137"/>
                </a:lnTo>
                <a:lnTo>
                  <a:pt x="273629" y="45333"/>
                </a:lnTo>
                <a:lnTo>
                  <a:pt x="272872" y="44418"/>
                </a:lnTo>
                <a:lnTo>
                  <a:pt x="272096" y="43541"/>
                </a:lnTo>
                <a:lnTo>
                  <a:pt x="271299" y="42704"/>
                </a:lnTo>
                <a:lnTo>
                  <a:pt x="270482" y="41905"/>
                </a:lnTo>
                <a:lnTo>
                  <a:pt x="269644" y="41146"/>
                </a:lnTo>
                <a:lnTo>
                  <a:pt x="268787" y="40425"/>
                </a:lnTo>
                <a:lnTo>
                  <a:pt x="267909" y="39743"/>
                </a:lnTo>
                <a:lnTo>
                  <a:pt x="267011" y="39101"/>
                </a:lnTo>
                <a:lnTo>
                  <a:pt x="266093" y="38497"/>
                </a:lnTo>
                <a:lnTo>
                  <a:pt x="265154" y="37932"/>
                </a:lnTo>
                <a:lnTo>
                  <a:pt x="264196" y="37406"/>
                </a:lnTo>
                <a:lnTo>
                  <a:pt x="263217" y="36919"/>
                </a:lnTo>
                <a:lnTo>
                  <a:pt x="262217" y="36471"/>
                </a:lnTo>
                <a:lnTo>
                  <a:pt x="261198" y="36062"/>
                </a:lnTo>
                <a:lnTo>
                  <a:pt x="260158" y="35692"/>
                </a:lnTo>
                <a:lnTo>
                  <a:pt x="259098" y="35361"/>
                </a:lnTo>
                <a:lnTo>
                  <a:pt x="258018" y="35069"/>
                </a:lnTo>
                <a:lnTo>
                  <a:pt x="256918" y="34816"/>
                </a:lnTo>
                <a:lnTo>
                  <a:pt x="255797" y="34602"/>
                </a:lnTo>
                <a:lnTo>
                  <a:pt x="254656" y="34426"/>
                </a:lnTo>
                <a:lnTo>
                  <a:pt x="253495" y="34290"/>
                </a:lnTo>
                <a:lnTo>
                  <a:pt x="252314" y="34193"/>
                </a:lnTo>
                <a:lnTo>
                  <a:pt x="251112" y="34134"/>
                </a:lnTo>
                <a:lnTo>
                  <a:pt x="249890" y="34115"/>
                </a:lnTo>
                <a:lnTo>
                  <a:pt x="249217" y="34122"/>
                </a:lnTo>
                <a:lnTo>
                  <a:pt x="248546" y="34144"/>
                </a:lnTo>
                <a:lnTo>
                  <a:pt x="247878" y="34181"/>
                </a:lnTo>
                <a:close/>
                <a:moveTo>
                  <a:pt x="249598" y="38912"/>
                </a:moveTo>
                <a:lnTo>
                  <a:pt x="250216" y="38995"/>
                </a:lnTo>
                <a:lnTo>
                  <a:pt x="250824" y="39101"/>
                </a:lnTo>
                <a:lnTo>
                  <a:pt x="251423" y="39231"/>
                </a:lnTo>
                <a:lnTo>
                  <a:pt x="252012" y="39385"/>
                </a:lnTo>
                <a:lnTo>
                  <a:pt x="252591" y="39563"/>
                </a:lnTo>
                <a:lnTo>
                  <a:pt x="253161" y="39764"/>
                </a:lnTo>
                <a:lnTo>
                  <a:pt x="253721" y="39988"/>
                </a:lnTo>
                <a:lnTo>
                  <a:pt x="254271" y="40237"/>
                </a:lnTo>
                <a:lnTo>
                  <a:pt x="254812" y="40509"/>
                </a:lnTo>
                <a:lnTo>
                  <a:pt x="255343" y="40805"/>
                </a:lnTo>
                <a:lnTo>
                  <a:pt x="255865" y="41124"/>
                </a:lnTo>
                <a:lnTo>
                  <a:pt x="256377" y="41467"/>
                </a:lnTo>
                <a:lnTo>
                  <a:pt x="256879" y="41834"/>
                </a:lnTo>
                <a:lnTo>
                  <a:pt x="257372" y="42224"/>
                </a:lnTo>
                <a:lnTo>
                  <a:pt x="257855" y="42638"/>
                </a:lnTo>
                <a:lnTo>
                  <a:pt x="258328" y="43076"/>
                </a:lnTo>
                <a:lnTo>
                  <a:pt x="258792" y="43537"/>
                </a:lnTo>
                <a:lnTo>
                  <a:pt x="259246" y="44022"/>
                </a:lnTo>
                <a:lnTo>
                  <a:pt x="259691" y="44531"/>
                </a:lnTo>
                <a:lnTo>
                  <a:pt x="260126" y="45063"/>
                </a:lnTo>
                <a:lnTo>
                  <a:pt x="260551" y="45619"/>
                </a:lnTo>
                <a:lnTo>
                  <a:pt x="261160" y="46461"/>
                </a:lnTo>
                <a:lnTo>
                  <a:pt x="261743" y="47327"/>
                </a:lnTo>
                <a:lnTo>
                  <a:pt x="262300" y="48220"/>
                </a:lnTo>
                <a:lnTo>
                  <a:pt x="262832" y="49138"/>
                </a:lnTo>
                <a:lnTo>
                  <a:pt x="263337" y="50081"/>
                </a:lnTo>
                <a:lnTo>
                  <a:pt x="263816" y="51050"/>
                </a:lnTo>
                <a:lnTo>
                  <a:pt x="264270" y="52045"/>
                </a:lnTo>
                <a:lnTo>
                  <a:pt x="264697" y="53066"/>
                </a:lnTo>
                <a:lnTo>
                  <a:pt x="265099" y="54112"/>
                </a:lnTo>
                <a:lnTo>
                  <a:pt x="265475" y="55184"/>
                </a:lnTo>
                <a:lnTo>
                  <a:pt x="265824" y="56281"/>
                </a:lnTo>
                <a:lnTo>
                  <a:pt x="266148" y="57404"/>
                </a:lnTo>
                <a:lnTo>
                  <a:pt x="266446" y="58553"/>
                </a:lnTo>
                <a:lnTo>
                  <a:pt x="266718" y="59727"/>
                </a:lnTo>
                <a:lnTo>
                  <a:pt x="266964" y="60927"/>
                </a:lnTo>
                <a:lnTo>
                  <a:pt x="267185" y="62153"/>
                </a:lnTo>
                <a:lnTo>
                  <a:pt x="267379" y="63404"/>
                </a:lnTo>
                <a:lnTo>
                  <a:pt x="267548" y="64681"/>
                </a:lnTo>
                <a:lnTo>
                  <a:pt x="267690" y="65983"/>
                </a:lnTo>
                <a:lnTo>
                  <a:pt x="267807" y="67311"/>
                </a:lnTo>
                <a:lnTo>
                  <a:pt x="267897" y="68665"/>
                </a:lnTo>
                <a:lnTo>
                  <a:pt x="267962" y="70044"/>
                </a:lnTo>
                <a:lnTo>
                  <a:pt x="268001" y="71449"/>
                </a:lnTo>
                <a:lnTo>
                  <a:pt x="268014" y="72880"/>
                </a:lnTo>
                <a:lnTo>
                  <a:pt x="268006" y="74019"/>
                </a:lnTo>
                <a:lnTo>
                  <a:pt x="267983" y="75130"/>
                </a:lnTo>
                <a:lnTo>
                  <a:pt x="267944" y="76213"/>
                </a:lnTo>
                <a:lnTo>
                  <a:pt x="267890" y="77267"/>
                </a:lnTo>
                <a:lnTo>
                  <a:pt x="267820" y="78293"/>
                </a:lnTo>
                <a:lnTo>
                  <a:pt x="267734" y="79291"/>
                </a:lnTo>
                <a:lnTo>
                  <a:pt x="267633" y="80260"/>
                </a:lnTo>
                <a:lnTo>
                  <a:pt x="267516" y="81201"/>
                </a:lnTo>
                <a:lnTo>
                  <a:pt x="267384" y="82113"/>
                </a:lnTo>
                <a:lnTo>
                  <a:pt x="267237" y="82998"/>
                </a:lnTo>
                <a:lnTo>
                  <a:pt x="267073" y="83853"/>
                </a:lnTo>
                <a:lnTo>
                  <a:pt x="266895" y="84681"/>
                </a:lnTo>
                <a:lnTo>
                  <a:pt x="266700" y="85480"/>
                </a:lnTo>
                <a:lnTo>
                  <a:pt x="266490" y="86251"/>
                </a:lnTo>
                <a:lnTo>
                  <a:pt x="266265" y="86993"/>
                </a:lnTo>
                <a:lnTo>
                  <a:pt x="266024" y="87708"/>
                </a:lnTo>
                <a:lnTo>
                  <a:pt x="265767" y="88393"/>
                </a:lnTo>
                <a:lnTo>
                  <a:pt x="265495" y="89051"/>
                </a:lnTo>
                <a:lnTo>
                  <a:pt x="265208" y="89680"/>
                </a:lnTo>
                <a:lnTo>
                  <a:pt x="264905" y="90281"/>
                </a:lnTo>
                <a:lnTo>
                  <a:pt x="264586" y="90853"/>
                </a:lnTo>
                <a:lnTo>
                  <a:pt x="264252" y="91397"/>
                </a:lnTo>
                <a:lnTo>
                  <a:pt x="263902" y="91913"/>
                </a:lnTo>
                <a:lnTo>
                  <a:pt x="263536" y="92401"/>
                </a:lnTo>
                <a:lnTo>
                  <a:pt x="263159" y="92864"/>
                </a:lnTo>
                <a:lnTo>
                  <a:pt x="262773" y="93308"/>
                </a:lnTo>
                <a:lnTo>
                  <a:pt x="262379" y="93732"/>
                </a:lnTo>
                <a:lnTo>
                  <a:pt x="261977" y="94136"/>
                </a:lnTo>
                <a:lnTo>
                  <a:pt x="261566" y="94520"/>
                </a:lnTo>
                <a:lnTo>
                  <a:pt x="261147" y="94885"/>
                </a:lnTo>
                <a:lnTo>
                  <a:pt x="260719" y="95230"/>
                </a:lnTo>
                <a:lnTo>
                  <a:pt x="260283" y="95556"/>
                </a:lnTo>
                <a:lnTo>
                  <a:pt x="259838" y="95861"/>
                </a:lnTo>
                <a:lnTo>
                  <a:pt x="259386" y="96147"/>
                </a:lnTo>
                <a:lnTo>
                  <a:pt x="258924" y="96413"/>
                </a:lnTo>
                <a:lnTo>
                  <a:pt x="258455" y="96660"/>
                </a:lnTo>
                <a:lnTo>
                  <a:pt x="257977" y="96887"/>
                </a:lnTo>
                <a:lnTo>
                  <a:pt x="257490" y="97094"/>
                </a:lnTo>
                <a:lnTo>
                  <a:pt x="256995" y="97281"/>
                </a:lnTo>
                <a:lnTo>
                  <a:pt x="256492" y="97449"/>
                </a:lnTo>
                <a:lnTo>
                  <a:pt x="255981" y="97597"/>
                </a:lnTo>
                <a:lnTo>
                  <a:pt x="255461" y="97725"/>
                </a:lnTo>
                <a:lnTo>
                  <a:pt x="254932" y="97833"/>
                </a:lnTo>
                <a:lnTo>
                  <a:pt x="254396" y="97922"/>
                </a:lnTo>
                <a:lnTo>
                  <a:pt x="253851" y="97991"/>
                </a:lnTo>
                <a:lnTo>
                  <a:pt x="253297" y="98040"/>
                </a:lnTo>
                <a:lnTo>
                  <a:pt x="252735" y="98070"/>
                </a:lnTo>
                <a:lnTo>
                  <a:pt x="252165" y="98080"/>
                </a:lnTo>
                <a:lnTo>
                  <a:pt x="251401" y="98062"/>
                </a:lnTo>
                <a:lnTo>
                  <a:pt x="250650" y="98008"/>
                </a:lnTo>
                <a:lnTo>
                  <a:pt x="249911" y="97919"/>
                </a:lnTo>
                <a:lnTo>
                  <a:pt x="249185" y="97794"/>
                </a:lnTo>
                <a:lnTo>
                  <a:pt x="248471" y="97633"/>
                </a:lnTo>
                <a:lnTo>
                  <a:pt x="247769" y="97436"/>
                </a:lnTo>
                <a:lnTo>
                  <a:pt x="247080" y="97204"/>
                </a:lnTo>
                <a:lnTo>
                  <a:pt x="246404" y="96936"/>
                </a:lnTo>
                <a:lnTo>
                  <a:pt x="245740" y="96632"/>
                </a:lnTo>
                <a:lnTo>
                  <a:pt x="245088" y="96293"/>
                </a:lnTo>
                <a:lnTo>
                  <a:pt x="244449" y="95918"/>
                </a:lnTo>
                <a:lnTo>
                  <a:pt x="243823" y="95507"/>
                </a:lnTo>
                <a:lnTo>
                  <a:pt x="243209" y="95060"/>
                </a:lnTo>
                <a:lnTo>
                  <a:pt x="242607" y="94577"/>
                </a:lnTo>
                <a:lnTo>
                  <a:pt x="242018" y="94059"/>
                </a:lnTo>
                <a:lnTo>
                  <a:pt x="241441" y="93505"/>
                </a:lnTo>
                <a:lnTo>
                  <a:pt x="240876" y="92916"/>
                </a:lnTo>
                <a:lnTo>
                  <a:pt x="240325" y="92290"/>
                </a:lnTo>
                <a:lnTo>
                  <a:pt x="239785" y="91629"/>
                </a:lnTo>
                <a:lnTo>
                  <a:pt x="239258" y="90932"/>
                </a:lnTo>
                <a:lnTo>
                  <a:pt x="238744" y="90200"/>
                </a:lnTo>
                <a:lnTo>
                  <a:pt x="238242" y="89431"/>
                </a:lnTo>
                <a:lnTo>
                  <a:pt x="237752" y="88627"/>
                </a:lnTo>
                <a:lnTo>
                  <a:pt x="237275" y="87788"/>
                </a:lnTo>
                <a:lnTo>
                  <a:pt x="236814" y="86923"/>
                </a:lnTo>
                <a:lnTo>
                  <a:pt x="236373" y="86045"/>
                </a:lnTo>
                <a:lnTo>
                  <a:pt x="235951" y="85153"/>
                </a:lnTo>
                <a:lnTo>
                  <a:pt x="235549" y="84248"/>
                </a:lnTo>
                <a:lnTo>
                  <a:pt x="235166" y="83329"/>
                </a:lnTo>
                <a:lnTo>
                  <a:pt x="234803" y="82396"/>
                </a:lnTo>
                <a:lnTo>
                  <a:pt x="234460" y="81451"/>
                </a:lnTo>
                <a:lnTo>
                  <a:pt x="234136" y="80491"/>
                </a:lnTo>
                <a:lnTo>
                  <a:pt x="233832" y="79518"/>
                </a:lnTo>
                <a:lnTo>
                  <a:pt x="233548" y="78531"/>
                </a:lnTo>
                <a:lnTo>
                  <a:pt x="233283" y="77531"/>
                </a:lnTo>
                <a:lnTo>
                  <a:pt x="233037" y="76518"/>
                </a:lnTo>
                <a:lnTo>
                  <a:pt x="232812" y="75490"/>
                </a:lnTo>
                <a:lnTo>
                  <a:pt x="232606" y="74450"/>
                </a:lnTo>
                <a:lnTo>
                  <a:pt x="232420" y="73395"/>
                </a:lnTo>
                <a:lnTo>
                  <a:pt x="232253" y="72327"/>
                </a:lnTo>
                <a:lnTo>
                  <a:pt x="232106" y="71246"/>
                </a:lnTo>
                <a:lnTo>
                  <a:pt x="231978" y="70151"/>
                </a:lnTo>
                <a:lnTo>
                  <a:pt x="231870" y="69042"/>
                </a:lnTo>
                <a:lnTo>
                  <a:pt x="231782" y="67920"/>
                </a:lnTo>
                <a:lnTo>
                  <a:pt x="231713" y="66785"/>
                </a:lnTo>
                <a:lnTo>
                  <a:pt x="231664" y="65635"/>
                </a:lnTo>
                <a:lnTo>
                  <a:pt x="231635" y="64473"/>
                </a:lnTo>
                <a:lnTo>
                  <a:pt x="231625" y="63296"/>
                </a:lnTo>
                <a:lnTo>
                  <a:pt x="231629" y="62569"/>
                </a:lnTo>
                <a:lnTo>
                  <a:pt x="231641" y="61852"/>
                </a:lnTo>
                <a:lnTo>
                  <a:pt x="231662" y="61146"/>
                </a:lnTo>
                <a:lnTo>
                  <a:pt x="231690" y="60451"/>
                </a:lnTo>
                <a:lnTo>
                  <a:pt x="231727" y="59768"/>
                </a:lnTo>
                <a:lnTo>
                  <a:pt x="231772" y="59095"/>
                </a:lnTo>
                <a:lnTo>
                  <a:pt x="231824" y="58434"/>
                </a:lnTo>
                <a:lnTo>
                  <a:pt x="231886" y="57783"/>
                </a:lnTo>
                <a:lnTo>
                  <a:pt x="231955" y="57144"/>
                </a:lnTo>
                <a:lnTo>
                  <a:pt x="232032" y="56516"/>
                </a:lnTo>
                <a:lnTo>
                  <a:pt x="232118" y="55899"/>
                </a:lnTo>
                <a:lnTo>
                  <a:pt x="232211" y="55293"/>
                </a:lnTo>
                <a:lnTo>
                  <a:pt x="232313" y="54698"/>
                </a:lnTo>
                <a:lnTo>
                  <a:pt x="232423" y="54114"/>
                </a:lnTo>
                <a:lnTo>
                  <a:pt x="232541" y="53542"/>
                </a:lnTo>
                <a:lnTo>
                  <a:pt x="232667" y="52980"/>
                </a:lnTo>
                <a:lnTo>
                  <a:pt x="232802" y="52430"/>
                </a:lnTo>
                <a:lnTo>
                  <a:pt x="232944" y="51890"/>
                </a:lnTo>
                <a:lnTo>
                  <a:pt x="233095" y="51362"/>
                </a:lnTo>
                <a:lnTo>
                  <a:pt x="233254" y="50845"/>
                </a:lnTo>
                <a:lnTo>
                  <a:pt x="233421" y="50338"/>
                </a:lnTo>
                <a:lnTo>
                  <a:pt x="233596" y="49843"/>
                </a:lnTo>
                <a:lnTo>
                  <a:pt x="233779" y="49359"/>
                </a:lnTo>
                <a:lnTo>
                  <a:pt x="233970" y="48887"/>
                </a:lnTo>
                <a:lnTo>
                  <a:pt x="234168" y="48425"/>
                </a:lnTo>
                <a:lnTo>
                  <a:pt x="234371" y="47975"/>
                </a:lnTo>
                <a:lnTo>
                  <a:pt x="234579" y="47537"/>
                </a:lnTo>
                <a:lnTo>
                  <a:pt x="234793" y="47111"/>
                </a:lnTo>
                <a:lnTo>
                  <a:pt x="235011" y="46696"/>
                </a:lnTo>
                <a:lnTo>
                  <a:pt x="235234" y="46293"/>
                </a:lnTo>
                <a:lnTo>
                  <a:pt x="235462" y="45902"/>
                </a:lnTo>
                <a:lnTo>
                  <a:pt x="235696" y="45522"/>
                </a:lnTo>
                <a:lnTo>
                  <a:pt x="235934" y="45155"/>
                </a:lnTo>
                <a:lnTo>
                  <a:pt x="236178" y="44799"/>
                </a:lnTo>
                <a:lnTo>
                  <a:pt x="236426" y="44454"/>
                </a:lnTo>
                <a:lnTo>
                  <a:pt x="236680" y="44121"/>
                </a:lnTo>
                <a:lnTo>
                  <a:pt x="236939" y="43800"/>
                </a:lnTo>
                <a:lnTo>
                  <a:pt x="237202" y="43491"/>
                </a:lnTo>
                <a:lnTo>
                  <a:pt x="237471" y="43194"/>
                </a:lnTo>
                <a:lnTo>
                  <a:pt x="237745" y="42908"/>
                </a:lnTo>
                <a:lnTo>
                  <a:pt x="238024" y="42633"/>
                </a:lnTo>
                <a:lnTo>
                  <a:pt x="238308" y="42371"/>
                </a:lnTo>
                <a:lnTo>
                  <a:pt x="238597" y="42120"/>
                </a:lnTo>
                <a:lnTo>
                  <a:pt x="238891" y="41881"/>
                </a:lnTo>
                <a:lnTo>
                  <a:pt x="239190" y="41654"/>
                </a:lnTo>
                <a:lnTo>
                  <a:pt x="239494" y="41438"/>
                </a:lnTo>
                <a:lnTo>
                  <a:pt x="239804" y="41234"/>
                </a:lnTo>
                <a:lnTo>
                  <a:pt x="240118" y="41042"/>
                </a:lnTo>
                <a:lnTo>
                  <a:pt x="240435" y="40859"/>
                </a:lnTo>
                <a:lnTo>
                  <a:pt x="240752" y="40685"/>
                </a:lnTo>
                <a:lnTo>
                  <a:pt x="241068" y="40518"/>
                </a:lnTo>
                <a:lnTo>
                  <a:pt x="241385" y="40359"/>
                </a:lnTo>
                <a:lnTo>
                  <a:pt x="241701" y="40207"/>
                </a:lnTo>
                <a:lnTo>
                  <a:pt x="242017" y="40063"/>
                </a:lnTo>
                <a:lnTo>
                  <a:pt x="242333" y="39928"/>
                </a:lnTo>
                <a:lnTo>
                  <a:pt x="242649" y="39799"/>
                </a:lnTo>
                <a:lnTo>
                  <a:pt x="242965" y="39679"/>
                </a:lnTo>
                <a:lnTo>
                  <a:pt x="243281" y="39566"/>
                </a:lnTo>
                <a:lnTo>
                  <a:pt x="243596" y="39462"/>
                </a:lnTo>
                <a:lnTo>
                  <a:pt x="243912" y="39365"/>
                </a:lnTo>
                <a:lnTo>
                  <a:pt x="244227" y="39275"/>
                </a:lnTo>
                <a:lnTo>
                  <a:pt x="244542" y="39194"/>
                </a:lnTo>
                <a:lnTo>
                  <a:pt x="244857" y="39120"/>
                </a:lnTo>
                <a:lnTo>
                  <a:pt x="245172" y="39054"/>
                </a:lnTo>
                <a:lnTo>
                  <a:pt x="245487" y="38996"/>
                </a:lnTo>
                <a:lnTo>
                  <a:pt x="245802" y="38945"/>
                </a:lnTo>
                <a:lnTo>
                  <a:pt x="246116" y="38903"/>
                </a:lnTo>
                <a:lnTo>
                  <a:pt x="246431" y="38868"/>
                </a:lnTo>
                <a:lnTo>
                  <a:pt x="246745" y="38840"/>
                </a:lnTo>
                <a:lnTo>
                  <a:pt x="247059" y="38821"/>
                </a:lnTo>
                <a:lnTo>
                  <a:pt x="247373" y="38809"/>
                </a:lnTo>
                <a:lnTo>
                  <a:pt x="247687" y="38805"/>
                </a:lnTo>
                <a:lnTo>
                  <a:pt x="248334" y="38817"/>
                </a:lnTo>
                <a:lnTo>
                  <a:pt x="248971" y="38853"/>
                </a:lnTo>
                <a:lnTo>
                  <a:pt x="249598" y="38912"/>
                </a:lnTo>
                <a:close/>
                <a:moveTo>
                  <a:pt x="463447" y="42632"/>
                </a:moveTo>
                <a:lnTo>
                  <a:pt x="463622" y="42621"/>
                </a:lnTo>
                <a:lnTo>
                  <a:pt x="463796" y="42610"/>
                </a:lnTo>
                <a:lnTo>
                  <a:pt x="463967" y="42600"/>
                </a:lnTo>
                <a:lnTo>
                  <a:pt x="464137" y="42590"/>
                </a:lnTo>
                <a:lnTo>
                  <a:pt x="464305" y="42581"/>
                </a:lnTo>
                <a:lnTo>
                  <a:pt x="464472" y="42573"/>
                </a:lnTo>
                <a:lnTo>
                  <a:pt x="464636" y="42564"/>
                </a:lnTo>
                <a:lnTo>
                  <a:pt x="464799" y="42557"/>
                </a:lnTo>
                <a:lnTo>
                  <a:pt x="464961" y="42550"/>
                </a:lnTo>
                <a:lnTo>
                  <a:pt x="465120" y="42543"/>
                </a:lnTo>
                <a:lnTo>
                  <a:pt x="465278" y="42537"/>
                </a:lnTo>
                <a:lnTo>
                  <a:pt x="465434" y="42531"/>
                </a:lnTo>
                <a:lnTo>
                  <a:pt x="465589" y="42526"/>
                </a:lnTo>
                <a:lnTo>
                  <a:pt x="465741" y="42521"/>
                </a:lnTo>
                <a:lnTo>
                  <a:pt x="465892" y="42517"/>
                </a:lnTo>
                <a:lnTo>
                  <a:pt x="466041" y="42513"/>
                </a:lnTo>
                <a:lnTo>
                  <a:pt x="466189" y="42510"/>
                </a:lnTo>
                <a:lnTo>
                  <a:pt x="466334" y="42507"/>
                </a:lnTo>
                <a:lnTo>
                  <a:pt x="466478" y="42505"/>
                </a:lnTo>
                <a:lnTo>
                  <a:pt x="466621" y="42503"/>
                </a:lnTo>
                <a:lnTo>
                  <a:pt x="466761" y="42502"/>
                </a:lnTo>
                <a:lnTo>
                  <a:pt x="466900" y="42501"/>
                </a:lnTo>
                <a:lnTo>
                  <a:pt x="467037" y="42501"/>
                </a:lnTo>
                <a:lnTo>
                  <a:pt x="467459" y="42505"/>
                </a:lnTo>
                <a:lnTo>
                  <a:pt x="467873" y="42515"/>
                </a:lnTo>
                <a:lnTo>
                  <a:pt x="468278" y="42531"/>
                </a:lnTo>
                <a:lnTo>
                  <a:pt x="468674" y="42555"/>
                </a:lnTo>
                <a:lnTo>
                  <a:pt x="469061" y="42585"/>
                </a:lnTo>
                <a:lnTo>
                  <a:pt x="469440" y="42622"/>
                </a:lnTo>
                <a:lnTo>
                  <a:pt x="469811" y="42665"/>
                </a:lnTo>
                <a:lnTo>
                  <a:pt x="470172" y="42715"/>
                </a:lnTo>
                <a:lnTo>
                  <a:pt x="470525" y="42772"/>
                </a:lnTo>
                <a:lnTo>
                  <a:pt x="470870" y="42836"/>
                </a:lnTo>
                <a:lnTo>
                  <a:pt x="471205" y="42906"/>
                </a:lnTo>
                <a:lnTo>
                  <a:pt x="471532" y="42983"/>
                </a:lnTo>
                <a:lnTo>
                  <a:pt x="471851" y="43067"/>
                </a:lnTo>
                <a:lnTo>
                  <a:pt x="472161" y="43157"/>
                </a:lnTo>
                <a:lnTo>
                  <a:pt x="472462" y="43254"/>
                </a:lnTo>
                <a:lnTo>
                  <a:pt x="472755" y="43358"/>
                </a:lnTo>
                <a:lnTo>
                  <a:pt x="473038" y="43468"/>
                </a:lnTo>
                <a:lnTo>
                  <a:pt x="473314" y="43586"/>
                </a:lnTo>
                <a:lnTo>
                  <a:pt x="473580" y="43709"/>
                </a:lnTo>
                <a:lnTo>
                  <a:pt x="473838" y="43840"/>
                </a:lnTo>
                <a:lnTo>
                  <a:pt x="474088" y="43977"/>
                </a:lnTo>
                <a:lnTo>
                  <a:pt x="474328" y="44121"/>
                </a:lnTo>
                <a:lnTo>
                  <a:pt x="474561" y="44272"/>
                </a:lnTo>
                <a:lnTo>
                  <a:pt x="474784" y="44429"/>
                </a:lnTo>
                <a:lnTo>
                  <a:pt x="475001" y="44594"/>
                </a:lnTo>
                <a:lnTo>
                  <a:pt x="475215" y="44769"/>
                </a:lnTo>
                <a:lnTo>
                  <a:pt x="475426" y="44953"/>
                </a:lnTo>
                <a:lnTo>
                  <a:pt x="475633" y="45146"/>
                </a:lnTo>
                <a:lnTo>
                  <a:pt x="475837" y="45349"/>
                </a:lnTo>
                <a:lnTo>
                  <a:pt x="476037" y="45561"/>
                </a:lnTo>
                <a:lnTo>
                  <a:pt x="476233" y="45783"/>
                </a:lnTo>
                <a:lnTo>
                  <a:pt x="476427" y="46014"/>
                </a:lnTo>
                <a:lnTo>
                  <a:pt x="476616" y="46255"/>
                </a:lnTo>
                <a:lnTo>
                  <a:pt x="476803" y="46505"/>
                </a:lnTo>
                <a:lnTo>
                  <a:pt x="476986" y="46764"/>
                </a:lnTo>
                <a:lnTo>
                  <a:pt x="477165" y="47033"/>
                </a:lnTo>
                <a:lnTo>
                  <a:pt x="477341" y="47311"/>
                </a:lnTo>
                <a:lnTo>
                  <a:pt x="477513" y="47599"/>
                </a:lnTo>
                <a:lnTo>
                  <a:pt x="477682" y="47896"/>
                </a:lnTo>
                <a:lnTo>
                  <a:pt x="477848" y="48203"/>
                </a:lnTo>
                <a:lnTo>
                  <a:pt x="478010" y="48519"/>
                </a:lnTo>
                <a:lnTo>
                  <a:pt x="478169" y="48844"/>
                </a:lnTo>
                <a:lnTo>
                  <a:pt x="478324" y="49179"/>
                </a:lnTo>
                <a:lnTo>
                  <a:pt x="478476" y="49523"/>
                </a:lnTo>
                <a:lnTo>
                  <a:pt x="478624" y="49877"/>
                </a:lnTo>
                <a:lnTo>
                  <a:pt x="478769" y="50240"/>
                </a:lnTo>
                <a:lnTo>
                  <a:pt x="478910" y="50612"/>
                </a:lnTo>
                <a:lnTo>
                  <a:pt x="479048" y="50994"/>
                </a:lnTo>
                <a:lnTo>
                  <a:pt x="479085" y="51106"/>
                </a:lnTo>
                <a:lnTo>
                  <a:pt x="479136" y="51274"/>
                </a:lnTo>
                <a:lnTo>
                  <a:pt x="479200" y="51500"/>
                </a:lnTo>
                <a:lnTo>
                  <a:pt x="479279" y="51781"/>
                </a:lnTo>
                <a:lnTo>
                  <a:pt x="479372" y="52120"/>
                </a:lnTo>
                <a:lnTo>
                  <a:pt x="479479" y="52516"/>
                </a:lnTo>
                <a:lnTo>
                  <a:pt x="479600" y="52968"/>
                </a:lnTo>
                <a:lnTo>
                  <a:pt x="479735" y="53477"/>
                </a:lnTo>
                <a:lnTo>
                  <a:pt x="479885" y="54042"/>
                </a:lnTo>
                <a:lnTo>
                  <a:pt x="480048" y="54665"/>
                </a:lnTo>
                <a:lnTo>
                  <a:pt x="480225" y="55344"/>
                </a:lnTo>
                <a:lnTo>
                  <a:pt x="480416" y="56080"/>
                </a:lnTo>
                <a:lnTo>
                  <a:pt x="480622" y="56873"/>
                </a:lnTo>
                <a:lnTo>
                  <a:pt x="480841" y="57722"/>
                </a:lnTo>
                <a:lnTo>
                  <a:pt x="481075" y="58628"/>
                </a:lnTo>
                <a:lnTo>
                  <a:pt x="481323" y="59591"/>
                </a:lnTo>
                <a:lnTo>
                  <a:pt x="481584" y="60611"/>
                </a:lnTo>
                <a:lnTo>
                  <a:pt x="481860" y="61687"/>
                </a:lnTo>
                <a:lnTo>
                  <a:pt x="482150" y="62820"/>
                </a:lnTo>
                <a:lnTo>
                  <a:pt x="482454" y="64010"/>
                </a:lnTo>
                <a:lnTo>
                  <a:pt x="482772" y="65257"/>
                </a:lnTo>
                <a:lnTo>
                  <a:pt x="483104" y="66560"/>
                </a:lnTo>
                <a:lnTo>
                  <a:pt x="483450" y="67921"/>
                </a:lnTo>
                <a:lnTo>
                  <a:pt x="483810" y="69338"/>
                </a:lnTo>
                <a:lnTo>
                  <a:pt x="483655" y="69676"/>
                </a:lnTo>
                <a:lnTo>
                  <a:pt x="483486" y="70032"/>
                </a:lnTo>
                <a:lnTo>
                  <a:pt x="483304" y="70406"/>
                </a:lnTo>
                <a:lnTo>
                  <a:pt x="483107" y="70796"/>
                </a:lnTo>
                <a:lnTo>
                  <a:pt x="482897" y="71204"/>
                </a:lnTo>
                <a:lnTo>
                  <a:pt x="482673" y="71628"/>
                </a:lnTo>
                <a:lnTo>
                  <a:pt x="482435" y="72070"/>
                </a:lnTo>
                <a:lnTo>
                  <a:pt x="482183" y="72530"/>
                </a:lnTo>
                <a:lnTo>
                  <a:pt x="481918" y="73006"/>
                </a:lnTo>
                <a:lnTo>
                  <a:pt x="481639" y="73500"/>
                </a:lnTo>
                <a:lnTo>
                  <a:pt x="481345" y="74011"/>
                </a:lnTo>
                <a:lnTo>
                  <a:pt x="481038" y="74539"/>
                </a:lnTo>
                <a:lnTo>
                  <a:pt x="480718" y="75084"/>
                </a:lnTo>
                <a:lnTo>
                  <a:pt x="480383" y="75646"/>
                </a:lnTo>
                <a:lnTo>
                  <a:pt x="480034" y="76226"/>
                </a:lnTo>
                <a:lnTo>
                  <a:pt x="479672" y="76823"/>
                </a:lnTo>
                <a:lnTo>
                  <a:pt x="479296" y="77437"/>
                </a:lnTo>
                <a:lnTo>
                  <a:pt x="478906" y="78068"/>
                </a:lnTo>
                <a:lnTo>
                  <a:pt x="478502" y="78717"/>
                </a:lnTo>
                <a:lnTo>
                  <a:pt x="478085" y="79382"/>
                </a:lnTo>
                <a:lnTo>
                  <a:pt x="477654" y="80065"/>
                </a:lnTo>
                <a:lnTo>
                  <a:pt x="477208" y="80765"/>
                </a:lnTo>
                <a:lnTo>
                  <a:pt x="476749" y="81483"/>
                </a:lnTo>
                <a:lnTo>
                  <a:pt x="476277" y="82217"/>
                </a:lnTo>
                <a:lnTo>
                  <a:pt x="475801" y="82949"/>
                </a:lnTo>
                <a:lnTo>
                  <a:pt x="475334" y="83660"/>
                </a:lnTo>
                <a:lnTo>
                  <a:pt x="474875" y="84349"/>
                </a:lnTo>
                <a:lnTo>
                  <a:pt x="474425" y="85016"/>
                </a:lnTo>
                <a:lnTo>
                  <a:pt x="473983" y="85662"/>
                </a:lnTo>
                <a:lnTo>
                  <a:pt x="473549" y="86286"/>
                </a:lnTo>
                <a:lnTo>
                  <a:pt x="473124" y="86888"/>
                </a:lnTo>
                <a:lnTo>
                  <a:pt x="472707" y="87469"/>
                </a:lnTo>
                <a:lnTo>
                  <a:pt x="472299" y="88028"/>
                </a:lnTo>
                <a:lnTo>
                  <a:pt x="471899" y="88565"/>
                </a:lnTo>
                <a:lnTo>
                  <a:pt x="471507" y="89081"/>
                </a:lnTo>
                <a:lnTo>
                  <a:pt x="471124" y="89575"/>
                </a:lnTo>
                <a:lnTo>
                  <a:pt x="470749" y="90048"/>
                </a:lnTo>
                <a:lnTo>
                  <a:pt x="470382" y="90499"/>
                </a:lnTo>
                <a:lnTo>
                  <a:pt x="470024" y="90928"/>
                </a:lnTo>
                <a:lnTo>
                  <a:pt x="469675" y="91336"/>
                </a:lnTo>
                <a:lnTo>
                  <a:pt x="469333" y="91722"/>
                </a:lnTo>
                <a:lnTo>
                  <a:pt x="469001" y="92087"/>
                </a:lnTo>
                <a:lnTo>
                  <a:pt x="468676" y="92430"/>
                </a:lnTo>
                <a:lnTo>
                  <a:pt x="468360" y="92751"/>
                </a:lnTo>
                <a:lnTo>
                  <a:pt x="468052" y="93051"/>
                </a:lnTo>
                <a:lnTo>
                  <a:pt x="467753" y="93329"/>
                </a:lnTo>
                <a:lnTo>
                  <a:pt x="467462" y="93585"/>
                </a:lnTo>
                <a:lnTo>
                  <a:pt x="467179" y="93820"/>
                </a:lnTo>
                <a:lnTo>
                  <a:pt x="467068" y="93912"/>
                </a:lnTo>
                <a:lnTo>
                  <a:pt x="466958" y="94001"/>
                </a:lnTo>
                <a:lnTo>
                  <a:pt x="466849" y="94085"/>
                </a:lnTo>
                <a:lnTo>
                  <a:pt x="466743" y="94166"/>
                </a:lnTo>
                <a:lnTo>
                  <a:pt x="466638" y="94243"/>
                </a:lnTo>
                <a:lnTo>
                  <a:pt x="466535" y="94315"/>
                </a:lnTo>
                <a:lnTo>
                  <a:pt x="466434" y="94384"/>
                </a:lnTo>
                <a:lnTo>
                  <a:pt x="466334" y="94449"/>
                </a:lnTo>
                <a:lnTo>
                  <a:pt x="466236" y="94510"/>
                </a:lnTo>
                <a:lnTo>
                  <a:pt x="466140" y="94567"/>
                </a:lnTo>
                <a:lnTo>
                  <a:pt x="466046" y="94620"/>
                </a:lnTo>
                <a:lnTo>
                  <a:pt x="465953" y="94669"/>
                </a:lnTo>
                <a:lnTo>
                  <a:pt x="465862" y="94715"/>
                </a:lnTo>
                <a:lnTo>
                  <a:pt x="465773" y="94756"/>
                </a:lnTo>
                <a:lnTo>
                  <a:pt x="465686" y="94793"/>
                </a:lnTo>
                <a:lnTo>
                  <a:pt x="465600" y="94827"/>
                </a:lnTo>
                <a:lnTo>
                  <a:pt x="465516" y="94856"/>
                </a:lnTo>
                <a:lnTo>
                  <a:pt x="465434" y="94882"/>
                </a:lnTo>
                <a:lnTo>
                  <a:pt x="465353" y="94903"/>
                </a:lnTo>
                <a:lnTo>
                  <a:pt x="465274" y="94921"/>
                </a:lnTo>
                <a:lnTo>
                  <a:pt x="465197" y="94935"/>
                </a:lnTo>
                <a:lnTo>
                  <a:pt x="465122" y="94945"/>
                </a:lnTo>
                <a:lnTo>
                  <a:pt x="465048" y="94951"/>
                </a:lnTo>
                <a:lnTo>
                  <a:pt x="464976" y="94952"/>
                </a:lnTo>
                <a:lnTo>
                  <a:pt x="464892" y="94950"/>
                </a:lnTo>
                <a:lnTo>
                  <a:pt x="464804" y="94941"/>
                </a:lnTo>
                <a:lnTo>
                  <a:pt x="464714" y="94926"/>
                </a:lnTo>
                <a:lnTo>
                  <a:pt x="464621" y="94906"/>
                </a:lnTo>
                <a:lnTo>
                  <a:pt x="464524" y="94880"/>
                </a:lnTo>
                <a:lnTo>
                  <a:pt x="464425" y="94849"/>
                </a:lnTo>
                <a:lnTo>
                  <a:pt x="464323" y="94811"/>
                </a:lnTo>
                <a:lnTo>
                  <a:pt x="464218" y="94768"/>
                </a:lnTo>
                <a:lnTo>
                  <a:pt x="464110" y="94719"/>
                </a:lnTo>
                <a:lnTo>
                  <a:pt x="463999" y="94664"/>
                </a:lnTo>
                <a:lnTo>
                  <a:pt x="463885" y="94603"/>
                </a:lnTo>
                <a:lnTo>
                  <a:pt x="463768" y="94537"/>
                </a:lnTo>
                <a:lnTo>
                  <a:pt x="463648" y="94464"/>
                </a:lnTo>
                <a:lnTo>
                  <a:pt x="463525" y="94386"/>
                </a:lnTo>
                <a:lnTo>
                  <a:pt x="463399" y="94303"/>
                </a:lnTo>
                <a:lnTo>
                  <a:pt x="463270" y="94213"/>
                </a:lnTo>
                <a:lnTo>
                  <a:pt x="463139" y="94118"/>
                </a:lnTo>
                <a:lnTo>
                  <a:pt x="463004" y="94017"/>
                </a:lnTo>
                <a:lnTo>
                  <a:pt x="462866" y="93910"/>
                </a:lnTo>
                <a:lnTo>
                  <a:pt x="462725" y="93797"/>
                </a:lnTo>
                <a:lnTo>
                  <a:pt x="462582" y="93679"/>
                </a:lnTo>
                <a:lnTo>
                  <a:pt x="462435" y="93555"/>
                </a:lnTo>
                <a:lnTo>
                  <a:pt x="462286" y="93425"/>
                </a:lnTo>
                <a:lnTo>
                  <a:pt x="462133" y="93289"/>
                </a:lnTo>
                <a:lnTo>
                  <a:pt x="461920" y="93100"/>
                </a:lnTo>
                <a:lnTo>
                  <a:pt x="461709" y="92919"/>
                </a:lnTo>
                <a:lnTo>
                  <a:pt x="461498" y="92746"/>
                </a:lnTo>
                <a:lnTo>
                  <a:pt x="461288" y="92581"/>
                </a:lnTo>
                <a:lnTo>
                  <a:pt x="461079" y="92424"/>
                </a:lnTo>
                <a:lnTo>
                  <a:pt x="460872" y="92275"/>
                </a:lnTo>
                <a:lnTo>
                  <a:pt x="460665" y="92135"/>
                </a:lnTo>
                <a:lnTo>
                  <a:pt x="460459" y="92002"/>
                </a:lnTo>
                <a:lnTo>
                  <a:pt x="460254" y="91877"/>
                </a:lnTo>
                <a:lnTo>
                  <a:pt x="460050" y="91761"/>
                </a:lnTo>
                <a:lnTo>
                  <a:pt x="459847" y="91652"/>
                </a:lnTo>
                <a:lnTo>
                  <a:pt x="459646" y="91552"/>
                </a:lnTo>
                <a:lnTo>
                  <a:pt x="459445" y="91459"/>
                </a:lnTo>
                <a:lnTo>
                  <a:pt x="459245" y="91375"/>
                </a:lnTo>
                <a:lnTo>
                  <a:pt x="459046" y="91298"/>
                </a:lnTo>
                <a:lnTo>
                  <a:pt x="458848" y="91230"/>
                </a:lnTo>
                <a:lnTo>
                  <a:pt x="458651" y="91170"/>
                </a:lnTo>
                <a:lnTo>
                  <a:pt x="458455" y="91117"/>
                </a:lnTo>
                <a:lnTo>
                  <a:pt x="458260" y="91073"/>
                </a:lnTo>
                <a:lnTo>
                  <a:pt x="458066" y="91037"/>
                </a:lnTo>
                <a:lnTo>
                  <a:pt x="457873" y="91009"/>
                </a:lnTo>
                <a:lnTo>
                  <a:pt x="457681" y="90989"/>
                </a:lnTo>
                <a:lnTo>
                  <a:pt x="457490" y="90976"/>
                </a:lnTo>
                <a:lnTo>
                  <a:pt x="457300" y="90972"/>
                </a:lnTo>
                <a:lnTo>
                  <a:pt x="457112" y="90975"/>
                </a:lnTo>
                <a:lnTo>
                  <a:pt x="456926" y="90983"/>
                </a:lnTo>
                <a:lnTo>
                  <a:pt x="456743" y="90997"/>
                </a:lnTo>
                <a:lnTo>
                  <a:pt x="456562" y="91016"/>
                </a:lnTo>
                <a:lnTo>
                  <a:pt x="456383" y="91041"/>
                </a:lnTo>
                <a:lnTo>
                  <a:pt x="456208" y="91071"/>
                </a:lnTo>
                <a:lnTo>
                  <a:pt x="456034" y="91106"/>
                </a:lnTo>
                <a:lnTo>
                  <a:pt x="455863" y="91147"/>
                </a:lnTo>
                <a:lnTo>
                  <a:pt x="455694" y="91194"/>
                </a:lnTo>
                <a:lnTo>
                  <a:pt x="455528" y="91246"/>
                </a:lnTo>
                <a:lnTo>
                  <a:pt x="455365" y="91303"/>
                </a:lnTo>
                <a:lnTo>
                  <a:pt x="455204" y="91366"/>
                </a:lnTo>
                <a:lnTo>
                  <a:pt x="455045" y="91434"/>
                </a:lnTo>
                <a:lnTo>
                  <a:pt x="454889" y="91508"/>
                </a:lnTo>
                <a:lnTo>
                  <a:pt x="454735" y="91588"/>
                </a:lnTo>
                <a:lnTo>
                  <a:pt x="454584" y="91672"/>
                </a:lnTo>
                <a:lnTo>
                  <a:pt x="454435" y="91763"/>
                </a:lnTo>
                <a:lnTo>
                  <a:pt x="454289" y="91858"/>
                </a:lnTo>
                <a:lnTo>
                  <a:pt x="454145" y="91959"/>
                </a:lnTo>
                <a:lnTo>
                  <a:pt x="454003" y="92066"/>
                </a:lnTo>
                <a:lnTo>
                  <a:pt x="453864" y="92178"/>
                </a:lnTo>
                <a:lnTo>
                  <a:pt x="453728" y="92296"/>
                </a:lnTo>
                <a:lnTo>
                  <a:pt x="453594" y="92419"/>
                </a:lnTo>
                <a:lnTo>
                  <a:pt x="453462" y="92547"/>
                </a:lnTo>
                <a:lnTo>
                  <a:pt x="453335" y="92680"/>
                </a:lnTo>
                <a:lnTo>
                  <a:pt x="453213" y="92815"/>
                </a:lnTo>
                <a:lnTo>
                  <a:pt x="453096" y="92953"/>
                </a:lnTo>
                <a:lnTo>
                  <a:pt x="452985" y="93093"/>
                </a:lnTo>
                <a:lnTo>
                  <a:pt x="452879" y="93236"/>
                </a:lnTo>
                <a:lnTo>
                  <a:pt x="452778" y="93383"/>
                </a:lnTo>
                <a:lnTo>
                  <a:pt x="452683" y="93531"/>
                </a:lnTo>
                <a:lnTo>
                  <a:pt x="452594" y="93683"/>
                </a:lnTo>
                <a:lnTo>
                  <a:pt x="452510" y="93837"/>
                </a:lnTo>
                <a:lnTo>
                  <a:pt x="452431" y="93994"/>
                </a:lnTo>
                <a:lnTo>
                  <a:pt x="452358" y="94154"/>
                </a:lnTo>
                <a:lnTo>
                  <a:pt x="452290" y="94316"/>
                </a:lnTo>
                <a:lnTo>
                  <a:pt x="452227" y="94481"/>
                </a:lnTo>
                <a:lnTo>
                  <a:pt x="452170" y="94649"/>
                </a:lnTo>
                <a:lnTo>
                  <a:pt x="452119" y="94820"/>
                </a:lnTo>
                <a:lnTo>
                  <a:pt x="452072" y="94993"/>
                </a:lnTo>
                <a:lnTo>
                  <a:pt x="452032" y="95169"/>
                </a:lnTo>
                <a:lnTo>
                  <a:pt x="451996" y="95348"/>
                </a:lnTo>
                <a:lnTo>
                  <a:pt x="451967" y="95530"/>
                </a:lnTo>
                <a:lnTo>
                  <a:pt x="451942" y="95714"/>
                </a:lnTo>
                <a:lnTo>
                  <a:pt x="451923" y="95901"/>
                </a:lnTo>
                <a:lnTo>
                  <a:pt x="451910" y="96091"/>
                </a:lnTo>
                <a:lnTo>
                  <a:pt x="451901" y="96283"/>
                </a:lnTo>
                <a:lnTo>
                  <a:pt x="451899" y="96478"/>
                </a:lnTo>
                <a:lnTo>
                  <a:pt x="451902" y="96697"/>
                </a:lnTo>
                <a:lnTo>
                  <a:pt x="451911" y="96912"/>
                </a:lnTo>
                <a:lnTo>
                  <a:pt x="451925" y="97123"/>
                </a:lnTo>
                <a:lnTo>
                  <a:pt x="451946" y="97330"/>
                </a:lnTo>
                <a:lnTo>
                  <a:pt x="451973" y="97534"/>
                </a:lnTo>
                <a:lnTo>
                  <a:pt x="452005" y="97734"/>
                </a:lnTo>
                <a:lnTo>
                  <a:pt x="452044" y="97930"/>
                </a:lnTo>
                <a:lnTo>
                  <a:pt x="452088" y="98123"/>
                </a:lnTo>
                <a:lnTo>
                  <a:pt x="452139" y="98311"/>
                </a:lnTo>
                <a:lnTo>
                  <a:pt x="452195" y="98496"/>
                </a:lnTo>
                <a:lnTo>
                  <a:pt x="452257" y="98678"/>
                </a:lnTo>
                <a:lnTo>
                  <a:pt x="452325" y="98855"/>
                </a:lnTo>
                <a:lnTo>
                  <a:pt x="452399" y="99029"/>
                </a:lnTo>
                <a:lnTo>
                  <a:pt x="452479" y="99199"/>
                </a:lnTo>
                <a:lnTo>
                  <a:pt x="452565" y="99366"/>
                </a:lnTo>
                <a:lnTo>
                  <a:pt x="452657" y="99529"/>
                </a:lnTo>
                <a:lnTo>
                  <a:pt x="452755" y="99687"/>
                </a:lnTo>
                <a:lnTo>
                  <a:pt x="452858" y="99843"/>
                </a:lnTo>
                <a:lnTo>
                  <a:pt x="452968" y="99994"/>
                </a:lnTo>
                <a:lnTo>
                  <a:pt x="453083" y="100142"/>
                </a:lnTo>
                <a:lnTo>
                  <a:pt x="453205" y="100286"/>
                </a:lnTo>
                <a:lnTo>
                  <a:pt x="453332" y="100426"/>
                </a:lnTo>
                <a:lnTo>
                  <a:pt x="453465" y="100563"/>
                </a:lnTo>
                <a:lnTo>
                  <a:pt x="453604" y="100696"/>
                </a:lnTo>
                <a:lnTo>
                  <a:pt x="453801" y="100865"/>
                </a:lnTo>
                <a:lnTo>
                  <a:pt x="453999" y="101027"/>
                </a:lnTo>
                <a:lnTo>
                  <a:pt x="454199" y="101182"/>
                </a:lnTo>
                <a:lnTo>
                  <a:pt x="454400" y="101330"/>
                </a:lnTo>
                <a:lnTo>
                  <a:pt x="454603" y="101470"/>
                </a:lnTo>
                <a:lnTo>
                  <a:pt x="454808" y="101604"/>
                </a:lnTo>
                <a:lnTo>
                  <a:pt x="455015" y="101730"/>
                </a:lnTo>
                <a:lnTo>
                  <a:pt x="455223" y="101848"/>
                </a:lnTo>
                <a:lnTo>
                  <a:pt x="455433" y="101960"/>
                </a:lnTo>
                <a:lnTo>
                  <a:pt x="455645" y="102065"/>
                </a:lnTo>
                <a:lnTo>
                  <a:pt x="455859" y="102162"/>
                </a:lnTo>
                <a:lnTo>
                  <a:pt x="456074" y="102252"/>
                </a:lnTo>
                <a:lnTo>
                  <a:pt x="456291" y="102335"/>
                </a:lnTo>
                <a:lnTo>
                  <a:pt x="456510" y="102410"/>
                </a:lnTo>
                <a:lnTo>
                  <a:pt x="456731" y="102479"/>
                </a:lnTo>
                <a:lnTo>
                  <a:pt x="456953" y="102540"/>
                </a:lnTo>
                <a:lnTo>
                  <a:pt x="457177" y="102594"/>
                </a:lnTo>
                <a:lnTo>
                  <a:pt x="457402" y="102641"/>
                </a:lnTo>
                <a:lnTo>
                  <a:pt x="457630" y="102680"/>
                </a:lnTo>
                <a:lnTo>
                  <a:pt x="457859" y="102713"/>
                </a:lnTo>
                <a:lnTo>
                  <a:pt x="458090" y="102738"/>
                </a:lnTo>
                <a:lnTo>
                  <a:pt x="458322" y="102756"/>
                </a:lnTo>
                <a:lnTo>
                  <a:pt x="458557" y="102767"/>
                </a:lnTo>
                <a:lnTo>
                  <a:pt x="458793" y="102770"/>
                </a:lnTo>
                <a:lnTo>
                  <a:pt x="459131" y="102764"/>
                </a:lnTo>
                <a:lnTo>
                  <a:pt x="459470" y="102746"/>
                </a:lnTo>
                <a:lnTo>
                  <a:pt x="459810" y="102715"/>
                </a:lnTo>
                <a:lnTo>
                  <a:pt x="460151" y="102671"/>
                </a:lnTo>
                <a:lnTo>
                  <a:pt x="460493" y="102616"/>
                </a:lnTo>
                <a:lnTo>
                  <a:pt x="460836" y="102547"/>
                </a:lnTo>
                <a:lnTo>
                  <a:pt x="461180" y="102467"/>
                </a:lnTo>
                <a:lnTo>
                  <a:pt x="461525" y="102374"/>
                </a:lnTo>
                <a:lnTo>
                  <a:pt x="461871" y="102269"/>
                </a:lnTo>
                <a:lnTo>
                  <a:pt x="462218" y="102151"/>
                </a:lnTo>
                <a:lnTo>
                  <a:pt x="462566" y="102021"/>
                </a:lnTo>
                <a:lnTo>
                  <a:pt x="462915" y="101878"/>
                </a:lnTo>
                <a:lnTo>
                  <a:pt x="463265" y="101723"/>
                </a:lnTo>
                <a:lnTo>
                  <a:pt x="463616" y="101556"/>
                </a:lnTo>
                <a:lnTo>
                  <a:pt x="463968" y="101376"/>
                </a:lnTo>
                <a:lnTo>
                  <a:pt x="464321" y="101184"/>
                </a:lnTo>
                <a:lnTo>
                  <a:pt x="464674" y="100980"/>
                </a:lnTo>
                <a:lnTo>
                  <a:pt x="465029" y="100763"/>
                </a:lnTo>
                <a:lnTo>
                  <a:pt x="465385" y="100534"/>
                </a:lnTo>
                <a:lnTo>
                  <a:pt x="465742" y="100292"/>
                </a:lnTo>
                <a:lnTo>
                  <a:pt x="466100" y="100038"/>
                </a:lnTo>
                <a:lnTo>
                  <a:pt x="466459" y="99771"/>
                </a:lnTo>
                <a:lnTo>
                  <a:pt x="466818" y="99493"/>
                </a:lnTo>
                <a:lnTo>
                  <a:pt x="467179" y="99201"/>
                </a:lnTo>
                <a:lnTo>
                  <a:pt x="467744" y="98714"/>
                </a:lnTo>
                <a:lnTo>
                  <a:pt x="468323" y="98178"/>
                </a:lnTo>
                <a:lnTo>
                  <a:pt x="468918" y="97595"/>
                </a:lnTo>
                <a:lnTo>
                  <a:pt x="469529" y="96963"/>
                </a:lnTo>
                <a:lnTo>
                  <a:pt x="470154" y="96284"/>
                </a:lnTo>
                <a:lnTo>
                  <a:pt x="470795" y="95558"/>
                </a:lnTo>
                <a:lnTo>
                  <a:pt x="471451" y="94783"/>
                </a:lnTo>
                <a:lnTo>
                  <a:pt x="472123" y="93960"/>
                </a:lnTo>
                <a:lnTo>
                  <a:pt x="472810" y="93090"/>
                </a:lnTo>
                <a:lnTo>
                  <a:pt x="473512" y="92172"/>
                </a:lnTo>
                <a:lnTo>
                  <a:pt x="474229" y="91206"/>
                </a:lnTo>
                <a:lnTo>
                  <a:pt x="474962" y="90192"/>
                </a:lnTo>
                <a:lnTo>
                  <a:pt x="475710" y="89131"/>
                </a:lnTo>
                <a:lnTo>
                  <a:pt x="476473" y="88021"/>
                </a:lnTo>
                <a:lnTo>
                  <a:pt x="477252" y="86864"/>
                </a:lnTo>
                <a:lnTo>
                  <a:pt x="478045" y="85659"/>
                </a:lnTo>
                <a:lnTo>
                  <a:pt x="478855" y="84406"/>
                </a:lnTo>
                <a:lnTo>
                  <a:pt x="479679" y="83105"/>
                </a:lnTo>
                <a:lnTo>
                  <a:pt x="480519" y="81757"/>
                </a:lnTo>
                <a:lnTo>
                  <a:pt x="481374" y="80361"/>
                </a:lnTo>
                <a:lnTo>
                  <a:pt x="482244" y="78917"/>
                </a:lnTo>
                <a:lnTo>
                  <a:pt x="483130" y="77425"/>
                </a:lnTo>
                <a:lnTo>
                  <a:pt x="484031" y="75885"/>
                </a:lnTo>
                <a:lnTo>
                  <a:pt x="484947" y="74297"/>
                </a:lnTo>
                <a:lnTo>
                  <a:pt x="485333" y="76033"/>
                </a:lnTo>
                <a:lnTo>
                  <a:pt x="485707" y="77704"/>
                </a:lnTo>
                <a:lnTo>
                  <a:pt x="486070" y="79312"/>
                </a:lnTo>
                <a:lnTo>
                  <a:pt x="486422" y="80856"/>
                </a:lnTo>
                <a:lnTo>
                  <a:pt x="486763" y="82335"/>
                </a:lnTo>
                <a:lnTo>
                  <a:pt x="487093" y="83751"/>
                </a:lnTo>
                <a:lnTo>
                  <a:pt x="487412" y="85103"/>
                </a:lnTo>
                <a:lnTo>
                  <a:pt x="487719" y="86390"/>
                </a:lnTo>
                <a:lnTo>
                  <a:pt x="488016" y="87614"/>
                </a:lnTo>
                <a:lnTo>
                  <a:pt x="488301" y="88774"/>
                </a:lnTo>
                <a:lnTo>
                  <a:pt x="488575" y="89870"/>
                </a:lnTo>
                <a:lnTo>
                  <a:pt x="488839" y="90901"/>
                </a:lnTo>
                <a:lnTo>
                  <a:pt x="489091" y="91869"/>
                </a:lnTo>
                <a:lnTo>
                  <a:pt x="489332" y="92773"/>
                </a:lnTo>
                <a:lnTo>
                  <a:pt x="489561" y="93613"/>
                </a:lnTo>
                <a:lnTo>
                  <a:pt x="489780" y="94389"/>
                </a:lnTo>
                <a:lnTo>
                  <a:pt x="489988" y="95101"/>
                </a:lnTo>
                <a:lnTo>
                  <a:pt x="490184" y="95749"/>
                </a:lnTo>
                <a:lnTo>
                  <a:pt x="490370" y="96333"/>
                </a:lnTo>
                <a:lnTo>
                  <a:pt x="490544" y="96853"/>
                </a:lnTo>
                <a:lnTo>
                  <a:pt x="490708" y="97309"/>
                </a:lnTo>
                <a:lnTo>
                  <a:pt x="490860" y="97701"/>
                </a:lnTo>
                <a:lnTo>
                  <a:pt x="491001" y="98029"/>
                </a:lnTo>
                <a:lnTo>
                  <a:pt x="491131" y="98293"/>
                </a:lnTo>
                <a:lnTo>
                  <a:pt x="491329" y="98658"/>
                </a:lnTo>
                <a:lnTo>
                  <a:pt x="491533" y="99008"/>
                </a:lnTo>
                <a:lnTo>
                  <a:pt x="491743" y="99342"/>
                </a:lnTo>
                <a:lnTo>
                  <a:pt x="491958" y="99661"/>
                </a:lnTo>
                <a:lnTo>
                  <a:pt x="492179" y="99964"/>
                </a:lnTo>
                <a:lnTo>
                  <a:pt x="492405" y="100252"/>
                </a:lnTo>
                <a:lnTo>
                  <a:pt x="492638" y="100524"/>
                </a:lnTo>
                <a:lnTo>
                  <a:pt x="492876" y="100780"/>
                </a:lnTo>
                <a:lnTo>
                  <a:pt x="493120" y="101021"/>
                </a:lnTo>
                <a:lnTo>
                  <a:pt x="493369" y="101247"/>
                </a:lnTo>
                <a:lnTo>
                  <a:pt x="493624" y="101457"/>
                </a:lnTo>
                <a:lnTo>
                  <a:pt x="493885" y="101651"/>
                </a:lnTo>
                <a:lnTo>
                  <a:pt x="494151" y="101830"/>
                </a:lnTo>
                <a:lnTo>
                  <a:pt x="494423" y="101993"/>
                </a:lnTo>
                <a:lnTo>
                  <a:pt x="494701" y="102141"/>
                </a:lnTo>
                <a:lnTo>
                  <a:pt x="494984" y="102273"/>
                </a:lnTo>
                <a:lnTo>
                  <a:pt x="495273" y="102390"/>
                </a:lnTo>
                <a:lnTo>
                  <a:pt x="495568" y="102491"/>
                </a:lnTo>
                <a:lnTo>
                  <a:pt x="495869" y="102576"/>
                </a:lnTo>
                <a:lnTo>
                  <a:pt x="496175" y="102646"/>
                </a:lnTo>
                <a:lnTo>
                  <a:pt x="496487" y="102700"/>
                </a:lnTo>
                <a:lnTo>
                  <a:pt x="496804" y="102739"/>
                </a:lnTo>
                <a:lnTo>
                  <a:pt x="497127" y="102763"/>
                </a:lnTo>
                <a:lnTo>
                  <a:pt x="497456" y="102770"/>
                </a:lnTo>
                <a:lnTo>
                  <a:pt x="497683" y="102765"/>
                </a:lnTo>
                <a:lnTo>
                  <a:pt x="497915" y="102749"/>
                </a:lnTo>
                <a:lnTo>
                  <a:pt x="498150" y="102722"/>
                </a:lnTo>
                <a:lnTo>
                  <a:pt x="498390" y="102684"/>
                </a:lnTo>
                <a:lnTo>
                  <a:pt x="498634" y="102635"/>
                </a:lnTo>
                <a:lnTo>
                  <a:pt x="498882" y="102575"/>
                </a:lnTo>
                <a:lnTo>
                  <a:pt x="499134" y="102505"/>
                </a:lnTo>
                <a:lnTo>
                  <a:pt x="499391" y="102423"/>
                </a:lnTo>
                <a:lnTo>
                  <a:pt x="499652" y="102331"/>
                </a:lnTo>
                <a:lnTo>
                  <a:pt x="499916" y="102228"/>
                </a:lnTo>
                <a:lnTo>
                  <a:pt x="500186" y="102114"/>
                </a:lnTo>
                <a:lnTo>
                  <a:pt x="500459" y="101989"/>
                </a:lnTo>
                <a:lnTo>
                  <a:pt x="500736" y="101854"/>
                </a:lnTo>
                <a:lnTo>
                  <a:pt x="501018" y="101707"/>
                </a:lnTo>
                <a:lnTo>
                  <a:pt x="501304" y="101550"/>
                </a:lnTo>
                <a:lnTo>
                  <a:pt x="501594" y="101382"/>
                </a:lnTo>
                <a:lnTo>
                  <a:pt x="501888" y="101203"/>
                </a:lnTo>
                <a:lnTo>
                  <a:pt x="502187" y="101013"/>
                </a:lnTo>
                <a:lnTo>
                  <a:pt x="502489" y="100812"/>
                </a:lnTo>
                <a:lnTo>
                  <a:pt x="502796" y="100600"/>
                </a:lnTo>
                <a:lnTo>
                  <a:pt x="503107" y="100378"/>
                </a:lnTo>
                <a:lnTo>
                  <a:pt x="503423" y="100145"/>
                </a:lnTo>
                <a:lnTo>
                  <a:pt x="503742" y="99900"/>
                </a:lnTo>
                <a:lnTo>
                  <a:pt x="504066" y="99645"/>
                </a:lnTo>
                <a:lnTo>
                  <a:pt x="504636" y="99179"/>
                </a:lnTo>
                <a:lnTo>
                  <a:pt x="505198" y="98703"/>
                </a:lnTo>
                <a:lnTo>
                  <a:pt x="505752" y="98217"/>
                </a:lnTo>
                <a:lnTo>
                  <a:pt x="506297" y="97721"/>
                </a:lnTo>
                <a:lnTo>
                  <a:pt x="506833" y="97215"/>
                </a:lnTo>
                <a:lnTo>
                  <a:pt x="507362" y="96699"/>
                </a:lnTo>
                <a:lnTo>
                  <a:pt x="507882" y="96174"/>
                </a:lnTo>
                <a:lnTo>
                  <a:pt x="508393" y="95638"/>
                </a:lnTo>
                <a:lnTo>
                  <a:pt x="508896" y="95093"/>
                </a:lnTo>
                <a:lnTo>
                  <a:pt x="509391" y="94538"/>
                </a:lnTo>
                <a:lnTo>
                  <a:pt x="509878" y="93973"/>
                </a:lnTo>
                <a:lnTo>
                  <a:pt x="510356" y="93398"/>
                </a:lnTo>
                <a:lnTo>
                  <a:pt x="510825" y="92813"/>
                </a:lnTo>
                <a:lnTo>
                  <a:pt x="511287" y="92218"/>
                </a:lnTo>
                <a:lnTo>
                  <a:pt x="511739" y="91614"/>
                </a:lnTo>
                <a:lnTo>
                  <a:pt x="512184" y="90999"/>
                </a:lnTo>
                <a:lnTo>
                  <a:pt x="512620" y="90375"/>
                </a:lnTo>
                <a:lnTo>
                  <a:pt x="513048" y="89741"/>
                </a:lnTo>
                <a:lnTo>
                  <a:pt x="513467" y="89097"/>
                </a:lnTo>
                <a:lnTo>
                  <a:pt x="513878" y="88443"/>
                </a:lnTo>
                <a:lnTo>
                  <a:pt x="514280" y="87779"/>
                </a:lnTo>
                <a:lnTo>
                  <a:pt x="514674" y="87106"/>
                </a:lnTo>
                <a:lnTo>
                  <a:pt x="515060" y="86422"/>
                </a:lnTo>
                <a:lnTo>
                  <a:pt x="515437" y="85729"/>
                </a:lnTo>
                <a:lnTo>
                  <a:pt x="512950" y="84449"/>
                </a:lnTo>
                <a:lnTo>
                  <a:pt x="512717" y="84884"/>
                </a:lnTo>
                <a:lnTo>
                  <a:pt x="512480" y="85312"/>
                </a:lnTo>
                <a:lnTo>
                  <a:pt x="512239" y="85732"/>
                </a:lnTo>
                <a:lnTo>
                  <a:pt x="511994" y="86146"/>
                </a:lnTo>
                <a:lnTo>
                  <a:pt x="511746" y="86553"/>
                </a:lnTo>
                <a:lnTo>
                  <a:pt x="511493" y="86953"/>
                </a:lnTo>
                <a:lnTo>
                  <a:pt x="511236" y="87347"/>
                </a:lnTo>
                <a:lnTo>
                  <a:pt x="510976" y="87733"/>
                </a:lnTo>
                <a:lnTo>
                  <a:pt x="510711" y="88112"/>
                </a:lnTo>
                <a:lnTo>
                  <a:pt x="510443" y="88484"/>
                </a:lnTo>
                <a:lnTo>
                  <a:pt x="510170" y="88850"/>
                </a:lnTo>
                <a:lnTo>
                  <a:pt x="509894" y="89208"/>
                </a:lnTo>
                <a:lnTo>
                  <a:pt x="509613" y="89560"/>
                </a:lnTo>
                <a:lnTo>
                  <a:pt x="509329" y="89905"/>
                </a:lnTo>
                <a:lnTo>
                  <a:pt x="509041" y="90243"/>
                </a:lnTo>
                <a:lnTo>
                  <a:pt x="508749" y="90573"/>
                </a:lnTo>
                <a:lnTo>
                  <a:pt x="508453" y="90897"/>
                </a:lnTo>
                <a:lnTo>
                  <a:pt x="508152" y="91214"/>
                </a:lnTo>
                <a:lnTo>
                  <a:pt x="507848" y="91525"/>
                </a:lnTo>
                <a:lnTo>
                  <a:pt x="507540" y="91828"/>
                </a:lnTo>
                <a:lnTo>
                  <a:pt x="507228" y="92124"/>
                </a:lnTo>
                <a:lnTo>
                  <a:pt x="506913" y="92413"/>
                </a:lnTo>
                <a:lnTo>
                  <a:pt x="506593" y="92696"/>
                </a:lnTo>
                <a:lnTo>
                  <a:pt x="506269" y="92971"/>
                </a:lnTo>
                <a:lnTo>
                  <a:pt x="506104" y="93105"/>
                </a:lnTo>
                <a:lnTo>
                  <a:pt x="505941" y="93232"/>
                </a:lnTo>
                <a:lnTo>
                  <a:pt x="505779" y="93354"/>
                </a:lnTo>
                <a:lnTo>
                  <a:pt x="505619" y="93471"/>
                </a:lnTo>
                <a:lnTo>
                  <a:pt x="505461" y="93582"/>
                </a:lnTo>
                <a:lnTo>
                  <a:pt x="505305" y="93687"/>
                </a:lnTo>
                <a:lnTo>
                  <a:pt x="505150" y="93786"/>
                </a:lnTo>
                <a:lnTo>
                  <a:pt x="504998" y="93879"/>
                </a:lnTo>
                <a:lnTo>
                  <a:pt x="504846" y="93967"/>
                </a:lnTo>
                <a:lnTo>
                  <a:pt x="504697" y="94050"/>
                </a:lnTo>
                <a:lnTo>
                  <a:pt x="504549" y="94126"/>
                </a:lnTo>
                <a:lnTo>
                  <a:pt x="504403" y="94197"/>
                </a:lnTo>
                <a:lnTo>
                  <a:pt x="504259" y="94263"/>
                </a:lnTo>
                <a:lnTo>
                  <a:pt x="504117" y="94322"/>
                </a:lnTo>
                <a:lnTo>
                  <a:pt x="503976" y="94376"/>
                </a:lnTo>
                <a:lnTo>
                  <a:pt x="503837" y="94424"/>
                </a:lnTo>
                <a:lnTo>
                  <a:pt x="503699" y="94467"/>
                </a:lnTo>
                <a:lnTo>
                  <a:pt x="503564" y="94504"/>
                </a:lnTo>
                <a:lnTo>
                  <a:pt x="503430" y="94535"/>
                </a:lnTo>
                <a:lnTo>
                  <a:pt x="503298" y="94561"/>
                </a:lnTo>
                <a:lnTo>
                  <a:pt x="503167" y="94580"/>
                </a:lnTo>
                <a:lnTo>
                  <a:pt x="503039" y="94595"/>
                </a:lnTo>
                <a:lnTo>
                  <a:pt x="502912" y="94603"/>
                </a:lnTo>
                <a:lnTo>
                  <a:pt x="502786" y="94606"/>
                </a:lnTo>
                <a:lnTo>
                  <a:pt x="502709" y="94604"/>
                </a:lnTo>
                <a:lnTo>
                  <a:pt x="502632" y="94598"/>
                </a:lnTo>
                <a:lnTo>
                  <a:pt x="502555" y="94589"/>
                </a:lnTo>
                <a:lnTo>
                  <a:pt x="502478" y="94575"/>
                </a:lnTo>
                <a:lnTo>
                  <a:pt x="502401" y="94558"/>
                </a:lnTo>
                <a:lnTo>
                  <a:pt x="502324" y="94537"/>
                </a:lnTo>
                <a:lnTo>
                  <a:pt x="502248" y="94512"/>
                </a:lnTo>
                <a:lnTo>
                  <a:pt x="502171" y="94484"/>
                </a:lnTo>
                <a:lnTo>
                  <a:pt x="502094" y="94451"/>
                </a:lnTo>
                <a:lnTo>
                  <a:pt x="502017" y="94415"/>
                </a:lnTo>
                <a:lnTo>
                  <a:pt x="501940" y="94375"/>
                </a:lnTo>
                <a:lnTo>
                  <a:pt x="501863" y="94331"/>
                </a:lnTo>
                <a:lnTo>
                  <a:pt x="501786" y="94283"/>
                </a:lnTo>
                <a:lnTo>
                  <a:pt x="501709" y="94232"/>
                </a:lnTo>
                <a:lnTo>
                  <a:pt x="501632" y="94177"/>
                </a:lnTo>
                <a:lnTo>
                  <a:pt x="501555" y="94117"/>
                </a:lnTo>
                <a:lnTo>
                  <a:pt x="501478" y="94054"/>
                </a:lnTo>
                <a:lnTo>
                  <a:pt x="501401" y="93988"/>
                </a:lnTo>
                <a:lnTo>
                  <a:pt x="501324" y="93917"/>
                </a:lnTo>
                <a:lnTo>
                  <a:pt x="501247" y="93843"/>
                </a:lnTo>
                <a:lnTo>
                  <a:pt x="501170" y="93764"/>
                </a:lnTo>
                <a:lnTo>
                  <a:pt x="501093" y="93682"/>
                </a:lnTo>
                <a:lnTo>
                  <a:pt x="501016" y="93596"/>
                </a:lnTo>
                <a:lnTo>
                  <a:pt x="500939" y="93507"/>
                </a:lnTo>
                <a:lnTo>
                  <a:pt x="500861" y="93407"/>
                </a:lnTo>
                <a:lnTo>
                  <a:pt x="500782" y="93292"/>
                </a:lnTo>
                <a:lnTo>
                  <a:pt x="500701" y="93161"/>
                </a:lnTo>
                <a:lnTo>
                  <a:pt x="500619" y="93014"/>
                </a:lnTo>
                <a:lnTo>
                  <a:pt x="500535" y="92852"/>
                </a:lnTo>
                <a:lnTo>
                  <a:pt x="500450" y="92674"/>
                </a:lnTo>
                <a:lnTo>
                  <a:pt x="500363" y="92480"/>
                </a:lnTo>
                <a:lnTo>
                  <a:pt x="500275" y="92271"/>
                </a:lnTo>
                <a:lnTo>
                  <a:pt x="500186" y="92046"/>
                </a:lnTo>
                <a:lnTo>
                  <a:pt x="500095" y="91806"/>
                </a:lnTo>
                <a:lnTo>
                  <a:pt x="500002" y="91550"/>
                </a:lnTo>
                <a:lnTo>
                  <a:pt x="499908" y="91278"/>
                </a:lnTo>
                <a:lnTo>
                  <a:pt x="499813" y="90990"/>
                </a:lnTo>
                <a:lnTo>
                  <a:pt x="499716" y="90687"/>
                </a:lnTo>
                <a:lnTo>
                  <a:pt x="499617" y="90368"/>
                </a:lnTo>
                <a:lnTo>
                  <a:pt x="499517" y="90034"/>
                </a:lnTo>
                <a:lnTo>
                  <a:pt x="499416" y="89684"/>
                </a:lnTo>
                <a:lnTo>
                  <a:pt x="499313" y="89318"/>
                </a:lnTo>
                <a:lnTo>
                  <a:pt x="499208" y="88937"/>
                </a:lnTo>
                <a:lnTo>
                  <a:pt x="499103" y="88540"/>
                </a:lnTo>
                <a:lnTo>
                  <a:pt x="498995" y="88127"/>
                </a:lnTo>
                <a:lnTo>
                  <a:pt x="498886" y="87698"/>
                </a:lnTo>
                <a:lnTo>
                  <a:pt x="498776" y="87254"/>
                </a:lnTo>
                <a:lnTo>
                  <a:pt x="498664" y="86795"/>
                </a:lnTo>
                <a:lnTo>
                  <a:pt x="492836" y="62348"/>
                </a:lnTo>
                <a:lnTo>
                  <a:pt x="493343" y="61477"/>
                </a:lnTo>
                <a:lnTo>
                  <a:pt x="493843" y="60629"/>
                </a:lnTo>
                <a:lnTo>
                  <a:pt x="494338" y="59806"/>
                </a:lnTo>
                <a:lnTo>
                  <a:pt x="494826" y="59006"/>
                </a:lnTo>
                <a:lnTo>
                  <a:pt x="495309" y="58231"/>
                </a:lnTo>
                <a:lnTo>
                  <a:pt x="495786" y="57479"/>
                </a:lnTo>
                <a:lnTo>
                  <a:pt x="496257" y="56751"/>
                </a:lnTo>
                <a:lnTo>
                  <a:pt x="496722" y="56048"/>
                </a:lnTo>
                <a:lnTo>
                  <a:pt x="497181" y="55368"/>
                </a:lnTo>
                <a:lnTo>
                  <a:pt x="497634" y="54712"/>
                </a:lnTo>
                <a:lnTo>
                  <a:pt x="498081" y="54080"/>
                </a:lnTo>
                <a:lnTo>
                  <a:pt x="498522" y="53472"/>
                </a:lnTo>
                <a:lnTo>
                  <a:pt x="498957" y="52889"/>
                </a:lnTo>
                <a:lnTo>
                  <a:pt x="499387" y="52329"/>
                </a:lnTo>
                <a:lnTo>
                  <a:pt x="499810" y="51793"/>
                </a:lnTo>
                <a:lnTo>
                  <a:pt x="500228" y="51281"/>
                </a:lnTo>
                <a:lnTo>
                  <a:pt x="500639" y="50793"/>
                </a:lnTo>
                <a:lnTo>
                  <a:pt x="501045" y="50328"/>
                </a:lnTo>
                <a:lnTo>
                  <a:pt x="501445" y="49888"/>
                </a:lnTo>
                <a:lnTo>
                  <a:pt x="501839" y="49472"/>
                </a:lnTo>
                <a:lnTo>
                  <a:pt x="502227" y="49080"/>
                </a:lnTo>
                <a:lnTo>
                  <a:pt x="502609" y="48712"/>
                </a:lnTo>
                <a:lnTo>
                  <a:pt x="502985" y="48367"/>
                </a:lnTo>
                <a:lnTo>
                  <a:pt x="503355" y="48047"/>
                </a:lnTo>
                <a:lnTo>
                  <a:pt x="503549" y="47884"/>
                </a:lnTo>
                <a:lnTo>
                  <a:pt x="503741" y="47729"/>
                </a:lnTo>
                <a:lnTo>
                  <a:pt x="503931" y="47580"/>
                </a:lnTo>
                <a:lnTo>
                  <a:pt x="504119" y="47438"/>
                </a:lnTo>
                <a:lnTo>
                  <a:pt x="504305" y="47303"/>
                </a:lnTo>
                <a:lnTo>
                  <a:pt x="504488" y="47175"/>
                </a:lnTo>
                <a:lnTo>
                  <a:pt x="504669" y="47054"/>
                </a:lnTo>
                <a:lnTo>
                  <a:pt x="504848" y="46940"/>
                </a:lnTo>
                <a:lnTo>
                  <a:pt x="505024" y="46833"/>
                </a:lnTo>
                <a:lnTo>
                  <a:pt x="505198" y="46733"/>
                </a:lnTo>
                <a:lnTo>
                  <a:pt x="505371" y="46639"/>
                </a:lnTo>
                <a:lnTo>
                  <a:pt x="505541" y="46553"/>
                </a:lnTo>
                <a:lnTo>
                  <a:pt x="505708" y="46473"/>
                </a:lnTo>
                <a:lnTo>
                  <a:pt x="505874" y="46401"/>
                </a:lnTo>
                <a:lnTo>
                  <a:pt x="506037" y="46335"/>
                </a:lnTo>
                <a:lnTo>
                  <a:pt x="506198" y="46276"/>
                </a:lnTo>
                <a:lnTo>
                  <a:pt x="506357" y="46224"/>
                </a:lnTo>
                <a:lnTo>
                  <a:pt x="506513" y="46179"/>
                </a:lnTo>
                <a:lnTo>
                  <a:pt x="506668" y="46141"/>
                </a:lnTo>
                <a:lnTo>
                  <a:pt x="506820" y="46110"/>
                </a:lnTo>
                <a:lnTo>
                  <a:pt x="506970" y="46086"/>
                </a:lnTo>
                <a:lnTo>
                  <a:pt x="507117" y="46069"/>
                </a:lnTo>
                <a:lnTo>
                  <a:pt x="507263" y="46058"/>
                </a:lnTo>
                <a:lnTo>
                  <a:pt x="507406" y="46055"/>
                </a:lnTo>
                <a:lnTo>
                  <a:pt x="507505" y="46057"/>
                </a:lnTo>
                <a:lnTo>
                  <a:pt x="507611" y="46063"/>
                </a:lnTo>
                <a:lnTo>
                  <a:pt x="507725" y="46073"/>
                </a:lnTo>
                <a:lnTo>
                  <a:pt x="507846" y="46088"/>
                </a:lnTo>
                <a:lnTo>
                  <a:pt x="507976" y="46106"/>
                </a:lnTo>
                <a:lnTo>
                  <a:pt x="508112" y="46129"/>
                </a:lnTo>
                <a:lnTo>
                  <a:pt x="508257" y="46155"/>
                </a:lnTo>
                <a:lnTo>
                  <a:pt x="508409" y="46186"/>
                </a:lnTo>
                <a:lnTo>
                  <a:pt x="508569" y="46221"/>
                </a:lnTo>
                <a:lnTo>
                  <a:pt x="508736" y="46260"/>
                </a:lnTo>
                <a:lnTo>
                  <a:pt x="508911" y="46303"/>
                </a:lnTo>
                <a:lnTo>
                  <a:pt x="509094" y="46350"/>
                </a:lnTo>
                <a:lnTo>
                  <a:pt x="509285" y="46401"/>
                </a:lnTo>
                <a:lnTo>
                  <a:pt x="509483" y="46457"/>
                </a:lnTo>
                <a:lnTo>
                  <a:pt x="509688" y="46516"/>
                </a:lnTo>
                <a:lnTo>
                  <a:pt x="509902" y="46580"/>
                </a:lnTo>
                <a:lnTo>
                  <a:pt x="510123" y="46648"/>
                </a:lnTo>
                <a:lnTo>
                  <a:pt x="510351" y="46719"/>
                </a:lnTo>
                <a:lnTo>
                  <a:pt x="510588" y="46795"/>
                </a:lnTo>
                <a:lnTo>
                  <a:pt x="510831" y="46875"/>
                </a:lnTo>
                <a:lnTo>
                  <a:pt x="511083" y="46959"/>
                </a:lnTo>
                <a:lnTo>
                  <a:pt x="511342" y="47048"/>
                </a:lnTo>
                <a:lnTo>
                  <a:pt x="511609" y="47140"/>
                </a:lnTo>
                <a:lnTo>
                  <a:pt x="511884" y="47236"/>
                </a:lnTo>
                <a:lnTo>
                  <a:pt x="512025" y="47291"/>
                </a:lnTo>
                <a:lnTo>
                  <a:pt x="512167" y="47343"/>
                </a:lnTo>
                <a:lnTo>
                  <a:pt x="512307" y="47393"/>
                </a:lnTo>
                <a:lnTo>
                  <a:pt x="512446" y="47440"/>
                </a:lnTo>
                <a:lnTo>
                  <a:pt x="512585" y="47485"/>
                </a:lnTo>
                <a:lnTo>
                  <a:pt x="512723" y="47528"/>
                </a:lnTo>
                <a:lnTo>
                  <a:pt x="512861" y="47568"/>
                </a:lnTo>
                <a:lnTo>
                  <a:pt x="512997" y="47607"/>
                </a:lnTo>
                <a:lnTo>
                  <a:pt x="513133" y="47642"/>
                </a:lnTo>
                <a:lnTo>
                  <a:pt x="513268" y="47676"/>
                </a:lnTo>
                <a:lnTo>
                  <a:pt x="513403" y="47707"/>
                </a:lnTo>
                <a:lnTo>
                  <a:pt x="513536" y="47736"/>
                </a:lnTo>
                <a:lnTo>
                  <a:pt x="513669" y="47763"/>
                </a:lnTo>
                <a:lnTo>
                  <a:pt x="513801" y="47787"/>
                </a:lnTo>
                <a:lnTo>
                  <a:pt x="513933" y="47809"/>
                </a:lnTo>
                <a:lnTo>
                  <a:pt x="514063" y="47829"/>
                </a:lnTo>
                <a:lnTo>
                  <a:pt x="514193" y="47846"/>
                </a:lnTo>
                <a:lnTo>
                  <a:pt x="514322" y="47861"/>
                </a:lnTo>
                <a:lnTo>
                  <a:pt x="514451" y="47874"/>
                </a:lnTo>
                <a:lnTo>
                  <a:pt x="514579" y="47884"/>
                </a:lnTo>
                <a:lnTo>
                  <a:pt x="514705" y="47892"/>
                </a:lnTo>
                <a:lnTo>
                  <a:pt x="514832" y="47898"/>
                </a:lnTo>
                <a:lnTo>
                  <a:pt x="514957" y="47902"/>
                </a:lnTo>
                <a:lnTo>
                  <a:pt x="515082" y="47903"/>
                </a:lnTo>
                <a:lnTo>
                  <a:pt x="515294" y="47900"/>
                </a:lnTo>
                <a:lnTo>
                  <a:pt x="515504" y="47890"/>
                </a:lnTo>
                <a:lnTo>
                  <a:pt x="515713" y="47875"/>
                </a:lnTo>
                <a:lnTo>
                  <a:pt x="515919" y="47853"/>
                </a:lnTo>
                <a:lnTo>
                  <a:pt x="516123" y="47825"/>
                </a:lnTo>
                <a:lnTo>
                  <a:pt x="516326" y="47790"/>
                </a:lnTo>
                <a:lnTo>
                  <a:pt x="516526" y="47750"/>
                </a:lnTo>
                <a:lnTo>
                  <a:pt x="516725" y="47703"/>
                </a:lnTo>
                <a:lnTo>
                  <a:pt x="516921" y="47650"/>
                </a:lnTo>
                <a:lnTo>
                  <a:pt x="517115" y="47590"/>
                </a:lnTo>
                <a:lnTo>
                  <a:pt x="517308" y="47525"/>
                </a:lnTo>
                <a:lnTo>
                  <a:pt x="517498" y="47453"/>
                </a:lnTo>
                <a:lnTo>
                  <a:pt x="517687" y="47375"/>
                </a:lnTo>
                <a:lnTo>
                  <a:pt x="517874" y="47291"/>
                </a:lnTo>
                <a:lnTo>
                  <a:pt x="518058" y="47200"/>
                </a:lnTo>
                <a:lnTo>
                  <a:pt x="518241" y="47103"/>
                </a:lnTo>
                <a:lnTo>
                  <a:pt x="518421" y="47000"/>
                </a:lnTo>
                <a:lnTo>
                  <a:pt x="518600" y="46891"/>
                </a:lnTo>
                <a:lnTo>
                  <a:pt x="518777" y="46775"/>
                </a:lnTo>
                <a:lnTo>
                  <a:pt x="518951" y="46653"/>
                </a:lnTo>
                <a:lnTo>
                  <a:pt x="519124" y="46525"/>
                </a:lnTo>
                <a:lnTo>
                  <a:pt x="519295" y="46391"/>
                </a:lnTo>
                <a:lnTo>
                  <a:pt x="519464" y="46250"/>
                </a:lnTo>
                <a:lnTo>
                  <a:pt x="519631" y="46104"/>
                </a:lnTo>
                <a:lnTo>
                  <a:pt x="519718" y="46017"/>
                </a:lnTo>
                <a:lnTo>
                  <a:pt x="519801" y="45924"/>
                </a:lnTo>
                <a:lnTo>
                  <a:pt x="519880" y="45825"/>
                </a:lnTo>
                <a:lnTo>
                  <a:pt x="519956" y="45720"/>
                </a:lnTo>
                <a:lnTo>
                  <a:pt x="520029" y="45609"/>
                </a:lnTo>
                <a:lnTo>
                  <a:pt x="520097" y="45491"/>
                </a:lnTo>
                <a:lnTo>
                  <a:pt x="520162" y="45368"/>
                </a:lnTo>
                <a:lnTo>
                  <a:pt x="520223" y="45239"/>
                </a:lnTo>
                <a:lnTo>
                  <a:pt x="520280" y="45104"/>
                </a:lnTo>
                <a:lnTo>
                  <a:pt x="520334" y="44963"/>
                </a:lnTo>
                <a:lnTo>
                  <a:pt x="520384" y="44816"/>
                </a:lnTo>
                <a:lnTo>
                  <a:pt x="520430" y="44663"/>
                </a:lnTo>
                <a:lnTo>
                  <a:pt x="520473" y="44504"/>
                </a:lnTo>
                <a:lnTo>
                  <a:pt x="520512" y="44339"/>
                </a:lnTo>
                <a:lnTo>
                  <a:pt x="520547" y="44168"/>
                </a:lnTo>
                <a:lnTo>
                  <a:pt x="520578" y="43991"/>
                </a:lnTo>
                <a:lnTo>
                  <a:pt x="520606" y="43808"/>
                </a:lnTo>
                <a:lnTo>
                  <a:pt x="520630" y="43619"/>
                </a:lnTo>
                <a:lnTo>
                  <a:pt x="520650" y="43424"/>
                </a:lnTo>
                <a:lnTo>
                  <a:pt x="520667" y="43223"/>
                </a:lnTo>
                <a:lnTo>
                  <a:pt x="520680" y="43016"/>
                </a:lnTo>
                <a:lnTo>
                  <a:pt x="520689" y="42803"/>
                </a:lnTo>
                <a:lnTo>
                  <a:pt x="520695" y="42584"/>
                </a:lnTo>
                <a:lnTo>
                  <a:pt x="520697" y="42359"/>
                </a:lnTo>
                <a:lnTo>
                  <a:pt x="520694" y="42162"/>
                </a:lnTo>
                <a:lnTo>
                  <a:pt x="520684" y="41968"/>
                </a:lnTo>
                <a:lnTo>
                  <a:pt x="520668" y="41777"/>
                </a:lnTo>
                <a:lnTo>
                  <a:pt x="520646" y="41588"/>
                </a:lnTo>
                <a:lnTo>
                  <a:pt x="520618" y="41401"/>
                </a:lnTo>
                <a:lnTo>
                  <a:pt x="520583" y="41217"/>
                </a:lnTo>
                <a:lnTo>
                  <a:pt x="520542" y="41035"/>
                </a:lnTo>
                <a:lnTo>
                  <a:pt x="520495" y="40856"/>
                </a:lnTo>
                <a:lnTo>
                  <a:pt x="520442" y="40680"/>
                </a:lnTo>
                <a:lnTo>
                  <a:pt x="520382" y="40505"/>
                </a:lnTo>
                <a:lnTo>
                  <a:pt x="520316" y="40334"/>
                </a:lnTo>
                <a:lnTo>
                  <a:pt x="520244" y="40165"/>
                </a:lnTo>
                <a:lnTo>
                  <a:pt x="520165" y="39998"/>
                </a:lnTo>
                <a:lnTo>
                  <a:pt x="520080" y="39834"/>
                </a:lnTo>
                <a:lnTo>
                  <a:pt x="519989" y="39672"/>
                </a:lnTo>
                <a:lnTo>
                  <a:pt x="519891" y="39513"/>
                </a:lnTo>
                <a:lnTo>
                  <a:pt x="519787" y="39357"/>
                </a:lnTo>
                <a:lnTo>
                  <a:pt x="519677" y="39202"/>
                </a:lnTo>
                <a:lnTo>
                  <a:pt x="519561" y="39051"/>
                </a:lnTo>
                <a:lnTo>
                  <a:pt x="519438" y="38902"/>
                </a:lnTo>
                <a:lnTo>
                  <a:pt x="519309" y="38755"/>
                </a:lnTo>
                <a:lnTo>
                  <a:pt x="519174" y="38611"/>
                </a:lnTo>
                <a:lnTo>
                  <a:pt x="519032" y="38469"/>
                </a:lnTo>
                <a:lnTo>
                  <a:pt x="518884" y="38330"/>
                </a:lnTo>
                <a:lnTo>
                  <a:pt x="518731" y="38195"/>
                </a:lnTo>
                <a:lnTo>
                  <a:pt x="518574" y="38065"/>
                </a:lnTo>
                <a:lnTo>
                  <a:pt x="518412" y="37942"/>
                </a:lnTo>
                <a:lnTo>
                  <a:pt x="518246" y="37824"/>
                </a:lnTo>
                <a:lnTo>
                  <a:pt x="518075" y="37712"/>
                </a:lnTo>
                <a:lnTo>
                  <a:pt x="517900" y="37605"/>
                </a:lnTo>
                <a:lnTo>
                  <a:pt x="517721" y="37505"/>
                </a:lnTo>
                <a:lnTo>
                  <a:pt x="517538" y="37410"/>
                </a:lnTo>
                <a:lnTo>
                  <a:pt x="517350" y="37320"/>
                </a:lnTo>
                <a:lnTo>
                  <a:pt x="517158" y="37237"/>
                </a:lnTo>
                <a:lnTo>
                  <a:pt x="516962" y="37159"/>
                </a:lnTo>
                <a:lnTo>
                  <a:pt x="516761" y="37087"/>
                </a:lnTo>
                <a:lnTo>
                  <a:pt x="516556" y="37021"/>
                </a:lnTo>
                <a:lnTo>
                  <a:pt x="516347" y="36961"/>
                </a:lnTo>
                <a:lnTo>
                  <a:pt x="516133" y="36906"/>
                </a:lnTo>
                <a:lnTo>
                  <a:pt x="515915" y="36857"/>
                </a:lnTo>
                <a:lnTo>
                  <a:pt x="515693" y="36814"/>
                </a:lnTo>
                <a:lnTo>
                  <a:pt x="515466" y="36777"/>
                </a:lnTo>
                <a:lnTo>
                  <a:pt x="515235" y="36745"/>
                </a:lnTo>
                <a:lnTo>
                  <a:pt x="515000" y="36719"/>
                </a:lnTo>
                <a:lnTo>
                  <a:pt x="514760" y="36699"/>
                </a:lnTo>
                <a:lnTo>
                  <a:pt x="514517" y="36685"/>
                </a:lnTo>
                <a:lnTo>
                  <a:pt x="514268" y="36676"/>
                </a:lnTo>
                <a:lnTo>
                  <a:pt x="514016" y="36673"/>
                </a:lnTo>
                <a:lnTo>
                  <a:pt x="513845" y="36675"/>
                </a:lnTo>
                <a:lnTo>
                  <a:pt x="513675" y="36678"/>
                </a:lnTo>
                <a:lnTo>
                  <a:pt x="513506" y="36684"/>
                </a:lnTo>
                <a:lnTo>
                  <a:pt x="513339" y="36693"/>
                </a:lnTo>
                <a:lnTo>
                  <a:pt x="513173" y="36704"/>
                </a:lnTo>
                <a:lnTo>
                  <a:pt x="513008" y="36718"/>
                </a:lnTo>
                <a:lnTo>
                  <a:pt x="512844" y="36734"/>
                </a:lnTo>
                <a:lnTo>
                  <a:pt x="512681" y="36753"/>
                </a:lnTo>
                <a:lnTo>
                  <a:pt x="512520" y="36774"/>
                </a:lnTo>
                <a:lnTo>
                  <a:pt x="512360" y="36797"/>
                </a:lnTo>
                <a:lnTo>
                  <a:pt x="512201" y="36824"/>
                </a:lnTo>
                <a:lnTo>
                  <a:pt x="512044" y="36852"/>
                </a:lnTo>
                <a:lnTo>
                  <a:pt x="511887" y="36883"/>
                </a:lnTo>
                <a:lnTo>
                  <a:pt x="511732" y="36917"/>
                </a:lnTo>
                <a:lnTo>
                  <a:pt x="511578" y="36953"/>
                </a:lnTo>
                <a:lnTo>
                  <a:pt x="511426" y="36991"/>
                </a:lnTo>
                <a:lnTo>
                  <a:pt x="511274" y="37032"/>
                </a:lnTo>
                <a:lnTo>
                  <a:pt x="511124" y="37076"/>
                </a:lnTo>
                <a:lnTo>
                  <a:pt x="510975" y="37121"/>
                </a:lnTo>
                <a:lnTo>
                  <a:pt x="510827" y="37170"/>
                </a:lnTo>
                <a:lnTo>
                  <a:pt x="510681" y="37221"/>
                </a:lnTo>
                <a:lnTo>
                  <a:pt x="510536" y="37274"/>
                </a:lnTo>
                <a:lnTo>
                  <a:pt x="510392" y="37330"/>
                </a:lnTo>
                <a:lnTo>
                  <a:pt x="510249" y="37388"/>
                </a:lnTo>
                <a:lnTo>
                  <a:pt x="510023" y="37487"/>
                </a:lnTo>
                <a:lnTo>
                  <a:pt x="509793" y="37593"/>
                </a:lnTo>
                <a:lnTo>
                  <a:pt x="509561" y="37705"/>
                </a:lnTo>
                <a:lnTo>
                  <a:pt x="509325" y="37824"/>
                </a:lnTo>
                <a:lnTo>
                  <a:pt x="509087" y="37950"/>
                </a:lnTo>
                <a:lnTo>
                  <a:pt x="508845" y="38083"/>
                </a:lnTo>
                <a:lnTo>
                  <a:pt x="508601" y="38223"/>
                </a:lnTo>
                <a:lnTo>
                  <a:pt x="508354" y="38370"/>
                </a:lnTo>
                <a:lnTo>
                  <a:pt x="508104" y="38523"/>
                </a:lnTo>
                <a:lnTo>
                  <a:pt x="507850" y="38683"/>
                </a:lnTo>
                <a:lnTo>
                  <a:pt x="507594" y="38850"/>
                </a:lnTo>
                <a:lnTo>
                  <a:pt x="507335" y="39024"/>
                </a:lnTo>
                <a:lnTo>
                  <a:pt x="507073" y="39205"/>
                </a:lnTo>
                <a:lnTo>
                  <a:pt x="506808" y="39392"/>
                </a:lnTo>
                <a:lnTo>
                  <a:pt x="506540" y="39587"/>
                </a:lnTo>
                <a:lnTo>
                  <a:pt x="506269" y="39788"/>
                </a:lnTo>
                <a:lnTo>
                  <a:pt x="505995" y="39996"/>
                </a:lnTo>
                <a:lnTo>
                  <a:pt x="505718" y="40211"/>
                </a:lnTo>
                <a:lnTo>
                  <a:pt x="505438" y="40433"/>
                </a:lnTo>
                <a:lnTo>
                  <a:pt x="505156" y="40661"/>
                </a:lnTo>
                <a:lnTo>
                  <a:pt x="504870" y="40897"/>
                </a:lnTo>
                <a:lnTo>
                  <a:pt x="504581" y="41139"/>
                </a:lnTo>
                <a:lnTo>
                  <a:pt x="504289" y="41388"/>
                </a:lnTo>
                <a:lnTo>
                  <a:pt x="503995" y="41644"/>
                </a:lnTo>
                <a:lnTo>
                  <a:pt x="503700" y="41904"/>
                </a:lnTo>
                <a:lnTo>
                  <a:pt x="503410" y="42165"/>
                </a:lnTo>
                <a:lnTo>
                  <a:pt x="503123" y="42427"/>
                </a:lnTo>
                <a:lnTo>
                  <a:pt x="502840" y="42690"/>
                </a:lnTo>
                <a:lnTo>
                  <a:pt x="502560" y="42954"/>
                </a:lnTo>
                <a:lnTo>
                  <a:pt x="502285" y="43220"/>
                </a:lnTo>
                <a:lnTo>
                  <a:pt x="502012" y="43486"/>
                </a:lnTo>
                <a:lnTo>
                  <a:pt x="501744" y="43754"/>
                </a:lnTo>
                <a:lnTo>
                  <a:pt x="501479" y="44023"/>
                </a:lnTo>
                <a:lnTo>
                  <a:pt x="501218" y="44292"/>
                </a:lnTo>
                <a:lnTo>
                  <a:pt x="500961" y="44563"/>
                </a:lnTo>
                <a:lnTo>
                  <a:pt x="500708" y="44835"/>
                </a:lnTo>
                <a:lnTo>
                  <a:pt x="500458" y="45109"/>
                </a:lnTo>
                <a:lnTo>
                  <a:pt x="500212" y="45383"/>
                </a:lnTo>
                <a:lnTo>
                  <a:pt x="499969" y="45658"/>
                </a:lnTo>
                <a:lnTo>
                  <a:pt x="499730" y="45935"/>
                </a:lnTo>
                <a:lnTo>
                  <a:pt x="499495" y="46212"/>
                </a:lnTo>
                <a:lnTo>
                  <a:pt x="499264" y="46491"/>
                </a:lnTo>
                <a:lnTo>
                  <a:pt x="499036" y="46771"/>
                </a:lnTo>
                <a:lnTo>
                  <a:pt x="498812" y="47052"/>
                </a:lnTo>
                <a:lnTo>
                  <a:pt x="498592" y="47334"/>
                </a:lnTo>
                <a:lnTo>
                  <a:pt x="498376" y="47617"/>
                </a:lnTo>
                <a:lnTo>
                  <a:pt x="498163" y="47902"/>
                </a:lnTo>
                <a:lnTo>
                  <a:pt x="497954" y="48187"/>
                </a:lnTo>
                <a:lnTo>
                  <a:pt x="491699" y="57628"/>
                </a:lnTo>
                <a:lnTo>
                  <a:pt x="491459" y="56733"/>
                </a:lnTo>
                <a:lnTo>
                  <a:pt x="491225" y="55867"/>
                </a:lnTo>
                <a:lnTo>
                  <a:pt x="490996" y="55029"/>
                </a:lnTo>
                <a:lnTo>
                  <a:pt x="490773" y="54221"/>
                </a:lnTo>
                <a:lnTo>
                  <a:pt x="490556" y="53441"/>
                </a:lnTo>
                <a:lnTo>
                  <a:pt x="490344" y="52691"/>
                </a:lnTo>
                <a:lnTo>
                  <a:pt x="490138" y="51970"/>
                </a:lnTo>
                <a:lnTo>
                  <a:pt x="489938" y="51277"/>
                </a:lnTo>
                <a:lnTo>
                  <a:pt x="489744" y="50614"/>
                </a:lnTo>
                <a:lnTo>
                  <a:pt x="489555" y="49979"/>
                </a:lnTo>
                <a:lnTo>
                  <a:pt x="489371" y="49374"/>
                </a:lnTo>
                <a:lnTo>
                  <a:pt x="489194" y="48797"/>
                </a:lnTo>
                <a:lnTo>
                  <a:pt x="489022" y="48250"/>
                </a:lnTo>
                <a:lnTo>
                  <a:pt x="488856" y="47731"/>
                </a:lnTo>
                <a:lnTo>
                  <a:pt x="488695" y="47242"/>
                </a:lnTo>
                <a:lnTo>
                  <a:pt x="488540" y="46781"/>
                </a:lnTo>
                <a:lnTo>
                  <a:pt x="488391" y="46350"/>
                </a:lnTo>
                <a:lnTo>
                  <a:pt x="488248" y="45947"/>
                </a:lnTo>
                <a:lnTo>
                  <a:pt x="488110" y="45573"/>
                </a:lnTo>
                <a:lnTo>
                  <a:pt x="487978" y="45229"/>
                </a:lnTo>
                <a:lnTo>
                  <a:pt x="487851" y="44913"/>
                </a:lnTo>
                <a:lnTo>
                  <a:pt x="487731" y="44627"/>
                </a:lnTo>
                <a:lnTo>
                  <a:pt x="487615" y="44369"/>
                </a:lnTo>
                <a:lnTo>
                  <a:pt x="487506" y="44140"/>
                </a:lnTo>
                <a:lnTo>
                  <a:pt x="487355" y="43829"/>
                </a:lnTo>
                <a:lnTo>
                  <a:pt x="487198" y="43518"/>
                </a:lnTo>
                <a:lnTo>
                  <a:pt x="487035" y="43207"/>
                </a:lnTo>
                <a:lnTo>
                  <a:pt x="486866" y="42896"/>
                </a:lnTo>
                <a:lnTo>
                  <a:pt x="486692" y="42585"/>
                </a:lnTo>
                <a:lnTo>
                  <a:pt x="486511" y="42274"/>
                </a:lnTo>
                <a:lnTo>
                  <a:pt x="486324" y="41962"/>
                </a:lnTo>
                <a:lnTo>
                  <a:pt x="486132" y="41651"/>
                </a:lnTo>
                <a:lnTo>
                  <a:pt x="485933" y="41340"/>
                </a:lnTo>
                <a:lnTo>
                  <a:pt x="485729" y="41029"/>
                </a:lnTo>
                <a:lnTo>
                  <a:pt x="485519" y="40718"/>
                </a:lnTo>
                <a:lnTo>
                  <a:pt x="485303" y="40407"/>
                </a:lnTo>
                <a:lnTo>
                  <a:pt x="485081" y="40096"/>
                </a:lnTo>
                <a:lnTo>
                  <a:pt x="484853" y="39785"/>
                </a:lnTo>
                <a:lnTo>
                  <a:pt x="484619" y="39473"/>
                </a:lnTo>
                <a:lnTo>
                  <a:pt x="484379" y="39162"/>
                </a:lnTo>
                <a:lnTo>
                  <a:pt x="484133" y="38851"/>
                </a:lnTo>
                <a:lnTo>
                  <a:pt x="483881" y="38540"/>
                </a:lnTo>
                <a:lnTo>
                  <a:pt x="483624" y="38229"/>
                </a:lnTo>
                <a:lnTo>
                  <a:pt x="483360" y="37918"/>
                </a:lnTo>
                <a:lnTo>
                  <a:pt x="483091" y="37607"/>
                </a:lnTo>
                <a:lnTo>
                  <a:pt x="482815" y="37296"/>
                </a:lnTo>
                <a:lnTo>
                  <a:pt x="482534" y="36984"/>
                </a:lnTo>
                <a:lnTo>
                  <a:pt x="482247" y="36673"/>
                </a:lnTo>
                <a:lnTo>
                  <a:pt x="463270" y="40085"/>
                </a:lnTo>
                <a:lnTo>
                  <a:pt x="463270" y="42643"/>
                </a:lnTo>
                <a:lnTo>
                  <a:pt x="463447" y="42632"/>
                </a:lnTo>
                <a:close/>
                <a:moveTo>
                  <a:pt x="173902" y="129563"/>
                </a:moveTo>
                <a:lnTo>
                  <a:pt x="173475" y="129557"/>
                </a:lnTo>
                <a:lnTo>
                  <a:pt x="173059" y="129548"/>
                </a:lnTo>
                <a:lnTo>
                  <a:pt x="172655" y="129535"/>
                </a:lnTo>
                <a:lnTo>
                  <a:pt x="172263" y="129518"/>
                </a:lnTo>
                <a:lnTo>
                  <a:pt x="171882" y="129498"/>
                </a:lnTo>
                <a:lnTo>
                  <a:pt x="171512" y="129474"/>
                </a:lnTo>
                <a:lnTo>
                  <a:pt x="171154" y="129446"/>
                </a:lnTo>
                <a:lnTo>
                  <a:pt x="170807" y="129415"/>
                </a:lnTo>
                <a:lnTo>
                  <a:pt x="170472" y="129380"/>
                </a:lnTo>
                <a:lnTo>
                  <a:pt x="170148" y="129341"/>
                </a:lnTo>
                <a:lnTo>
                  <a:pt x="169836" y="129298"/>
                </a:lnTo>
                <a:lnTo>
                  <a:pt x="169535" y="129252"/>
                </a:lnTo>
                <a:lnTo>
                  <a:pt x="169246" y="129202"/>
                </a:lnTo>
                <a:lnTo>
                  <a:pt x="168968" y="129148"/>
                </a:lnTo>
                <a:lnTo>
                  <a:pt x="168702" y="129091"/>
                </a:lnTo>
                <a:lnTo>
                  <a:pt x="168447" y="129030"/>
                </a:lnTo>
                <a:lnTo>
                  <a:pt x="168204" y="128965"/>
                </a:lnTo>
                <a:lnTo>
                  <a:pt x="167972" y="128897"/>
                </a:lnTo>
                <a:lnTo>
                  <a:pt x="167751" y="128824"/>
                </a:lnTo>
                <a:lnTo>
                  <a:pt x="167542" y="128748"/>
                </a:lnTo>
                <a:lnTo>
                  <a:pt x="167345" y="128669"/>
                </a:lnTo>
                <a:lnTo>
                  <a:pt x="167159" y="128586"/>
                </a:lnTo>
                <a:lnTo>
                  <a:pt x="166984" y="128499"/>
                </a:lnTo>
                <a:lnTo>
                  <a:pt x="166818" y="128408"/>
                </a:lnTo>
                <a:lnTo>
                  <a:pt x="166655" y="128316"/>
                </a:lnTo>
                <a:lnTo>
                  <a:pt x="166497" y="128220"/>
                </a:lnTo>
                <a:lnTo>
                  <a:pt x="166343" y="128122"/>
                </a:lnTo>
                <a:lnTo>
                  <a:pt x="166193" y="128022"/>
                </a:lnTo>
                <a:lnTo>
                  <a:pt x="166047" y="127919"/>
                </a:lnTo>
                <a:lnTo>
                  <a:pt x="165906" y="127813"/>
                </a:lnTo>
                <a:lnTo>
                  <a:pt x="165768" y="127705"/>
                </a:lnTo>
                <a:lnTo>
                  <a:pt x="165635" y="127594"/>
                </a:lnTo>
                <a:lnTo>
                  <a:pt x="165506" y="127481"/>
                </a:lnTo>
                <a:lnTo>
                  <a:pt x="165382" y="127365"/>
                </a:lnTo>
                <a:lnTo>
                  <a:pt x="165261" y="127246"/>
                </a:lnTo>
                <a:lnTo>
                  <a:pt x="165145" y="127125"/>
                </a:lnTo>
                <a:lnTo>
                  <a:pt x="165032" y="127001"/>
                </a:lnTo>
                <a:lnTo>
                  <a:pt x="164924" y="126874"/>
                </a:lnTo>
                <a:lnTo>
                  <a:pt x="164821" y="126745"/>
                </a:lnTo>
                <a:lnTo>
                  <a:pt x="164721" y="126614"/>
                </a:lnTo>
                <a:lnTo>
                  <a:pt x="164626" y="126480"/>
                </a:lnTo>
                <a:lnTo>
                  <a:pt x="164535" y="126343"/>
                </a:lnTo>
                <a:lnTo>
                  <a:pt x="164448" y="126204"/>
                </a:lnTo>
                <a:lnTo>
                  <a:pt x="164365" y="126062"/>
                </a:lnTo>
                <a:lnTo>
                  <a:pt x="164286" y="125917"/>
                </a:lnTo>
                <a:lnTo>
                  <a:pt x="164212" y="125770"/>
                </a:lnTo>
                <a:lnTo>
                  <a:pt x="164142" y="125620"/>
                </a:lnTo>
                <a:lnTo>
                  <a:pt x="164075" y="125461"/>
                </a:lnTo>
                <a:lnTo>
                  <a:pt x="164011" y="125284"/>
                </a:lnTo>
                <a:lnTo>
                  <a:pt x="163950" y="125091"/>
                </a:lnTo>
                <a:lnTo>
                  <a:pt x="163892" y="124881"/>
                </a:lnTo>
                <a:lnTo>
                  <a:pt x="163836" y="124654"/>
                </a:lnTo>
                <a:lnTo>
                  <a:pt x="163784" y="124410"/>
                </a:lnTo>
                <a:lnTo>
                  <a:pt x="163734" y="124149"/>
                </a:lnTo>
                <a:lnTo>
                  <a:pt x="163688" y="123871"/>
                </a:lnTo>
                <a:lnTo>
                  <a:pt x="163644" y="123576"/>
                </a:lnTo>
                <a:lnTo>
                  <a:pt x="163602" y="123265"/>
                </a:lnTo>
                <a:lnTo>
                  <a:pt x="163564" y="122936"/>
                </a:lnTo>
                <a:lnTo>
                  <a:pt x="163529" y="122591"/>
                </a:lnTo>
                <a:lnTo>
                  <a:pt x="163496" y="122228"/>
                </a:lnTo>
                <a:lnTo>
                  <a:pt x="163466" y="121849"/>
                </a:lnTo>
                <a:lnTo>
                  <a:pt x="163439" y="121453"/>
                </a:lnTo>
                <a:lnTo>
                  <a:pt x="163415" y="121040"/>
                </a:lnTo>
                <a:lnTo>
                  <a:pt x="163394" y="120610"/>
                </a:lnTo>
                <a:lnTo>
                  <a:pt x="163375" y="120163"/>
                </a:lnTo>
                <a:lnTo>
                  <a:pt x="163360" y="119699"/>
                </a:lnTo>
                <a:lnTo>
                  <a:pt x="163347" y="119219"/>
                </a:lnTo>
                <a:lnTo>
                  <a:pt x="163337" y="118721"/>
                </a:lnTo>
                <a:lnTo>
                  <a:pt x="163330" y="118207"/>
                </a:lnTo>
                <a:lnTo>
                  <a:pt x="163326" y="117675"/>
                </a:lnTo>
                <a:lnTo>
                  <a:pt x="163324" y="117127"/>
                </a:lnTo>
                <a:lnTo>
                  <a:pt x="163324" y="97298"/>
                </a:lnTo>
                <a:lnTo>
                  <a:pt x="163619" y="97561"/>
                </a:lnTo>
                <a:lnTo>
                  <a:pt x="163912" y="97816"/>
                </a:lnTo>
                <a:lnTo>
                  <a:pt x="164202" y="98064"/>
                </a:lnTo>
                <a:lnTo>
                  <a:pt x="164489" y="98305"/>
                </a:lnTo>
                <a:lnTo>
                  <a:pt x="164774" y="98538"/>
                </a:lnTo>
                <a:lnTo>
                  <a:pt x="165057" y="98764"/>
                </a:lnTo>
                <a:lnTo>
                  <a:pt x="165337" y="98982"/>
                </a:lnTo>
                <a:lnTo>
                  <a:pt x="165614" y="99193"/>
                </a:lnTo>
                <a:lnTo>
                  <a:pt x="165890" y="99397"/>
                </a:lnTo>
                <a:lnTo>
                  <a:pt x="166162" y="99593"/>
                </a:lnTo>
                <a:lnTo>
                  <a:pt x="166432" y="99782"/>
                </a:lnTo>
                <a:lnTo>
                  <a:pt x="166700" y="99963"/>
                </a:lnTo>
                <a:lnTo>
                  <a:pt x="166965" y="100137"/>
                </a:lnTo>
                <a:lnTo>
                  <a:pt x="167228" y="100304"/>
                </a:lnTo>
                <a:lnTo>
                  <a:pt x="167489" y="100463"/>
                </a:lnTo>
                <a:lnTo>
                  <a:pt x="167747" y="100615"/>
                </a:lnTo>
                <a:lnTo>
                  <a:pt x="168002" y="100759"/>
                </a:lnTo>
                <a:lnTo>
                  <a:pt x="168255" y="100896"/>
                </a:lnTo>
                <a:lnTo>
                  <a:pt x="168505" y="101025"/>
                </a:lnTo>
                <a:lnTo>
                  <a:pt x="168753" y="101148"/>
                </a:lnTo>
                <a:lnTo>
                  <a:pt x="168999" y="101262"/>
                </a:lnTo>
                <a:lnTo>
                  <a:pt x="169242" y="101370"/>
                </a:lnTo>
                <a:lnTo>
                  <a:pt x="169483" y="101470"/>
                </a:lnTo>
                <a:lnTo>
                  <a:pt x="169721" y="101562"/>
                </a:lnTo>
                <a:lnTo>
                  <a:pt x="170043" y="101684"/>
                </a:lnTo>
                <a:lnTo>
                  <a:pt x="170370" y="101801"/>
                </a:lnTo>
                <a:lnTo>
                  <a:pt x="170702" y="101912"/>
                </a:lnTo>
                <a:lnTo>
                  <a:pt x="171040" y="102018"/>
                </a:lnTo>
                <a:lnTo>
                  <a:pt x="171382" y="102119"/>
                </a:lnTo>
                <a:lnTo>
                  <a:pt x="171729" y="102215"/>
                </a:lnTo>
                <a:lnTo>
                  <a:pt x="172080" y="102306"/>
                </a:lnTo>
                <a:lnTo>
                  <a:pt x="172437" y="102391"/>
                </a:lnTo>
                <a:lnTo>
                  <a:pt x="172799" y="102472"/>
                </a:lnTo>
                <a:lnTo>
                  <a:pt x="173166" y="102547"/>
                </a:lnTo>
                <a:lnTo>
                  <a:pt x="173537" y="102617"/>
                </a:lnTo>
                <a:lnTo>
                  <a:pt x="173914" y="102682"/>
                </a:lnTo>
                <a:lnTo>
                  <a:pt x="174296" y="102741"/>
                </a:lnTo>
                <a:lnTo>
                  <a:pt x="174682" y="102796"/>
                </a:lnTo>
                <a:lnTo>
                  <a:pt x="175073" y="102845"/>
                </a:lnTo>
                <a:lnTo>
                  <a:pt x="175470" y="102889"/>
                </a:lnTo>
                <a:lnTo>
                  <a:pt x="175871" y="102928"/>
                </a:lnTo>
                <a:lnTo>
                  <a:pt x="176277" y="102961"/>
                </a:lnTo>
                <a:lnTo>
                  <a:pt x="176688" y="102990"/>
                </a:lnTo>
                <a:lnTo>
                  <a:pt x="177104" y="103013"/>
                </a:lnTo>
                <a:lnTo>
                  <a:pt x="177525" y="103031"/>
                </a:lnTo>
                <a:lnTo>
                  <a:pt x="177951" y="103044"/>
                </a:lnTo>
                <a:lnTo>
                  <a:pt x="178382" y="103052"/>
                </a:lnTo>
                <a:lnTo>
                  <a:pt x="178818" y="103055"/>
                </a:lnTo>
                <a:lnTo>
                  <a:pt x="179818" y="103039"/>
                </a:lnTo>
                <a:lnTo>
                  <a:pt x="180803" y="102992"/>
                </a:lnTo>
                <a:lnTo>
                  <a:pt x="181774" y="102914"/>
                </a:lnTo>
                <a:lnTo>
                  <a:pt x="182731" y="102804"/>
                </a:lnTo>
                <a:lnTo>
                  <a:pt x="183673" y="102663"/>
                </a:lnTo>
                <a:lnTo>
                  <a:pt x="184601" y="102491"/>
                </a:lnTo>
                <a:lnTo>
                  <a:pt x="185515" y="102288"/>
                </a:lnTo>
                <a:lnTo>
                  <a:pt x="186415" y="102053"/>
                </a:lnTo>
                <a:lnTo>
                  <a:pt x="187300" y="101787"/>
                </a:lnTo>
                <a:lnTo>
                  <a:pt x="188171" y="101489"/>
                </a:lnTo>
                <a:lnTo>
                  <a:pt x="189027" y="101160"/>
                </a:lnTo>
                <a:lnTo>
                  <a:pt x="189870" y="100800"/>
                </a:lnTo>
                <a:lnTo>
                  <a:pt x="190698" y="100409"/>
                </a:lnTo>
                <a:lnTo>
                  <a:pt x="191511" y="99986"/>
                </a:lnTo>
                <a:lnTo>
                  <a:pt x="192311" y="99532"/>
                </a:lnTo>
                <a:lnTo>
                  <a:pt x="193096" y="99047"/>
                </a:lnTo>
                <a:lnTo>
                  <a:pt x="193866" y="98530"/>
                </a:lnTo>
                <a:lnTo>
                  <a:pt x="194623" y="97982"/>
                </a:lnTo>
                <a:lnTo>
                  <a:pt x="195365" y="97403"/>
                </a:lnTo>
                <a:lnTo>
                  <a:pt x="196092" y="96793"/>
                </a:lnTo>
                <a:lnTo>
                  <a:pt x="196806" y="96151"/>
                </a:lnTo>
                <a:lnTo>
                  <a:pt x="197505" y="95478"/>
                </a:lnTo>
                <a:lnTo>
                  <a:pt x="198190" y="94773"/>
                </a:lnTo>
                <a:lnTo>
                  <a:pt x="198860" y="94037"/>
                </a:lnTo>
                <a:lnTo>
                  <a:pt x="199649" y="93110"/>
                </a:lnTo>
                <a:lnTo>
                  <a:pt x="200404" y="92163"/>
                </a:lnTo>
                <a:lnTo>
                  <a:pt x="201126" y="91195"/>
                </a:lnTo>
                <a:lnTo>
                  <a:pt x="201814" y="90207"/>
                </a:lnTo>
                <a:lnTo>
                  <a:pt x="202468" y="89199"/>
                </a:lnTo>
                <a:lnTo>
                  <a:pt x="203089" y="88171"/>
                </a:lnTo>
                <a:lnTo>
                  <a:pt x="203676" y="87123"/>
                </a:lnTo>
                <a:lnTo>
                  <a:pt x="204230" y="86054"/>
                </a:lnTo>
                <a:lnTo>
                  <a:pt x="204750" y="84965"/>
                </a:lnTo>
                <a:lnTo>
                  <a:pt x="205237" y="83856"/>
                </a:lnTo>
                <a:lnTo>
                  <a:pt x="205690" y="82727"/>
                </a:lnTo>
                <a:lnTo>
                  <a:pt x="206110" y="81577"/>
                </a:lnTo>
                <a:lnTo>
                  <a:pt x="206496" y="80407"/>
                </a:lnTo>
                <a:lnTo>
                  <a:pt x="206848" y="79217"/>
                </a:lnTo>
                <a:lnTo>
                  <a:pt x="207167" y="78007"/>
                </a:lnTo>
                <a:lnTo>
                  <a:pt x="207452" y="76777"/>
                </a:lnTo>
                <a:lnTo>
                  <a:pt x="207704" y="75526"/>
                </a:lnTo>
                <a:lnTo>
                  <a:pt x="207922" y="74255"/>
                </a:lnTo>
                <a:lnTo>
                  <a:pt x="208107" y="72964"/>
                </a:lnTo>
                <a:lnTo>
                  <a:pt x="208258" y="71653"/>
                </a:lnTo>
                <a:lnTo>
                  <a:pt x="208375" y="70322"/>
                </a:lnTo>
                <a:lnTo>
                  <a:pt x="208459" y="68970"/>
                </a:lnTo>
                <a:lnTo>
                  <a:pt x="208509" y="67598"/>
                </a:lnTo>
                <a:lnTo>
                  <a:pt x="208526" y="66206"/>
                </a:lnTo>
                <a:lnTo>
                  <a:pt x="208512" y="64962"/>
                </a:lnTo>
                <a:lnTo>
                  <a:pt x="208470" y="63737"/>
                </a:lnTo>
                <a:lnTo>
                  <a:pt x="208401" y="62532"/>
                </a:lnTo>
                <a:lnTo>
                  <a:pt x="208303" y="61346"/>
                </a:lnTo>
                <a:lnTo>
                  <a:pt x="208178" y="60181"/>
                </a:lnTo>
                <a:lnTo>
                  <a:pt x="208024" y="59035"/>
                </a:lnTo>
                <a:lnTo>
                  <a:pt x="207843" y="57909"/>
                </a:lnTo>
                <a:lnTo>
                  <a:pt x="207634" y="56803"/>
                </a:lnTo>
                <a:lnTo>
                  <a:pt x="207397" y="55716"/>
                </a:lnTo>
                <a:lnTo>
                  <a:pt x="207132" y="54649"/>
                </a:lnTo>
                <a:lnTo>
                  <a:pt x="206839" y="53602"/>
                </a:lnTo>
                <a:lnTo>
                  <a:pt x="206518" y="52574"/>
                </a:lnTo>
                <a:lnTo>
                  <a:pt x="206170" y="51566"/>
                </a:lnTo>
                <a:lnTo>
                  <a:pt x="205793" y="50578"/>
                </a:lnTo>
                <a:lnTo>
                  <a:pt x="205389" y="49610"/>
                </a:lnTo>
                <a:lnTo>
                  <a:pt x="204957" y="48661"/>
                </a:lnTo>
                <a:lnTo>
                  <a:pt x="204497" y="47732"/>
                </a:lnTo>
                <a:lnTo>
                  <a:pt x="204009" y="46823"/>
                </a:lnTo>
                <a:lnTo>
                  <a:pt x="203493" y="45933"/>
                </a:lnTo>
                <a:lnTo>
                  <a:pt x="202949" y="45064"/>
                </a:lnTo>
                <a:lnTo>
                  <a:pt x="202377" y="44213"/>
                </a:lnTo>
                <a:lnTo>
                  <a:pt x="201778" y="43383"/>
                </a:lnTo>
                <a:lnTo>
                  <a:pt x="201150" y="42572"/>
                </a:lnTo>
                <a:lnTo>
                  <a:pt x="200495" y="41782"/>
                </a:lnTo>
                <a:lnTo>
                  <a:pt x="199944" y="41156"/>
                </a:lnTo>
                <a:lnTo>
                  <a:pt x="199383" y="40557"/>
                </a:lnTo>
                <a:lnTo>
                  <a:pt x="198809" y="39985"/>
                </a:lnTo>
                <a:lnTo>
                  <a:pt x="198225" y="39439"/>
                </a:lnTo>
                <a:lnTo>
                  <a:pt x="197629" y="38920"/>
                </a:lnTo>
                <a:lnTo>
                  <a:pt x="197021" y="38427"/>
                </a:lnTo>
                <a:lnTo>
                  <a:pt x="196403" y="37961"/>
                </a:lnTo>
                <a:lnTo>
                  <a:pt x="195773" y="37522"/>
                </a:lnTo>
                <a:lnTo>
                  <a:pt x="195131" y="37110"/>
                </a:lnTo>
                <a:lnTo>
                  <a:pt x="194479" y="36724"/>
                </a:lnTo>
                <a:lnTo>
                  <a:pt x="193814" y="36364"/>
                </a:lnTo>
                <a:lnTo>
                  <a:pt x="193139" y="36031"/>
                </a:lnTo>
                <a:lnTo>
                  <a:pt x="192452" y="35725"/>
                </a:lnTo>
                <a:lnTo>
                  <a:pt x="191754" y="35446"/>
                </a:lnTo>
                <a:lnTo>
                  <a:pt x="191045" y="35193"/>
                </a:lnTo>
                <a:lnTo>
                  <a:pt x="190324" y="34967"/>
                </a:lnTo>
                <a:lnTo>
                  <a:pt x="189592" y="34767"/>
                </a:lnTo>
                <a:lnTo>
                  <a:pt x="188848" y="34594"/>
                </a:lnTo>
                <a:lnTo>
                  <a:pt x="188093" y="34447"/>
                </a:lnTo>
                <a:lnTo>
                  <a:pt x="187327" y="34328"/>
                </a:lnTo>
                <a:lnTo>
                  <a:pt x="186549" y="34234"/>
                </a:lnTo>
                <a:lnTo>
                  <a:pt x="185760" y="34168"/>
                </a:lnTo>
                <a:lnTo>
                  <a:pt x="184960" y="34128"/>
                </a:lnTo>
                <a:lnTo>
                  <a:pt x="184148" y="34115"/>
                </a:lnTo>
                <a:lnTo>
                  <a:pt x="183681" y="34121"/>
                </a:lnTo>
                <a:lnTo>
                  <a:pt x="183216" y="34138"/>
                </a:lnTo>
                <a:lnTo>
                  <a:pt x="182753" y="34167"/>
                </a:lnTo>
                <a:lnTo>
                  <a:pt x="182292" y="34208"/>
                </a:lnTo>
                <a:lnTo>
                  <a:pt x="181832" y="34261"/>
                </a:lnTo>
                <a:lnTo>
                  <a:pt x="181374" y="34326"/>
                </a:lnTo>
                <a:lnTo>
                  <a:pt x="180919" y="34402"/>
                </a:lnTo>
                <a:lnTo>
                  <a:pt x="180464" y="34490"/>
                </a:lnTo>
                <a:lnTo>
                  <a:pt x="180012" y="34589"/>
                </a:lnTo>
                <a:lnTo>
                  <a:pt x="179562" y="34701"/>
                </a:lnTo>
                <a:lnTo>
                  <a:pt x="179114" y="34824"/>
                </a:lnTo>
                <a:lnTo>
                  <a:pt x="178667" y="34959"/>
                </a:lnTo>
                <a:lnTo>
                  <a:pt x="178222" y="35105"/>
                </a:lnTo>
                <a:lnTo>
                  <a:pt x="177779" y="35263"/>
                </a:lnTo>
                <a:lnTo>
                  <a:pt x="177338" y="35433"/>
                </a:lnTo>
                <a:lnTo>
                  <a:pt x="176899" y="35615"/>
                </a:lnTo>
                <a:lnTo>
                  <a:pt x="176462" y="35808"/>
                </a:lnTo>
                <a:lnTo>
                  <a:pt x="176026" y="36014"/>
                </a:lnTo>
                <a:lnTo>
                  <a:pt x="175593" y="36230"/>
                </a:lnTo>
                <a:lnTo>
                  <a:pt x="175161" y="36459"/>
                </a:lnTo>
                <a:lnTo>
                  <a:pt x="174731" y="36699"/>
                </a:lnTo>
                <a:lnTo>
                  <a:pt x="174303" y="36951"/>
                </a:lnTo>
                <a:lnTo>
                  <a:pt x="173876" y="37215"/>
                </a:lnTo>
                <a:lnTo>
                  <a:pt x="173452" y="37491"/>
                </a:lnTo>
                <a:lnTo>
                  <a:pt x="173029" y="37781"/>
                </a:lnTo>
                <a:lnTo>
                  <a:pt x="172605" y="38090"/>
                </a:lnTo>
                <a:lnTo>
                  <a:pt x="172182" y="38416"/>
                </a:lnTo>
                <a:lnTo>
                  <a:pt x="171759" y="38761"/>
                </a:lnTo>
                <a:lnTo>
                  <a:pt x="171336" y="39124"/>
                </a:lnTo>
                <a:lnTo>
                  <a:pt x="170913" y="39505"/>
                </a:lnTo>
                <a:lnTo>
                  <a:pt x="170491" y="39904"/>
                </a:lnTo>
                <a:lnTo>
                  <a:pt x="170068" y="40322"/>
                </a:lnTo>
                <a:lnTo>
                  <a:pt x="169646" y="40757"/>
                </a:lnTo>
                <a:lnTo>
                  <a:pt x="169223" y="41211"/>
                </a:lnTo>
                <a:lnTo>
                  <a:pt x="168801" y="41683"/>
                </a:lnTo>
                <a:lnTo>
                  <a:pt x="168379" y="42172"/>
                </a:lnTo>
                <a:lnTo>
                  <a:pt x="167957" y="42681"/>
                </a:lnTo>
                <a:lnTo>
                  <a:pt x="167536" y="43207"/>
                </a:lnTo>
                <a:lnTo>
                  <a:pt x="167114" y="43751"/>
                </a:lnTo>
                <a:lnTo>
                  <a:pt x="166692" y="44314"/>
                </a:lnTo>
                <a:lnTo>
                  <a:pt x="166271" y="44894"/>
                </a:lnTo>
                <a:lnTo>
                  <a:pt x="165850" y="45493"/>
                </a:lnTo>
                <a:lnTo>
                  <a:pt x="165428" y="46110"/>
                </a:lnTo>
                <a:lnTo>
                  <a:pt x="165007" y="46745"/>
                </a:lnTo>
                <a:lnTo>
                  <a:pt x="164586" y="47398"/>
                </a:lnTo>
                <a:lnTo>
                  <a:pt x="164166" y="48069"/>
                </a:lnTo>
                <a:lnTo>
                  <a:pt x="163745" y="48759"/>
                </a:lnTo>
                <a:lnTo>
                  <a:pt x="163324" y="49466"/>
                </a:lnTo>
                <a:lnTo>
                  <a:pt x="163324" y="34257"/>
                </a:lnTo>
                <a:lnTo>
                  <a:pt x="160624" y="34257"/>
                </a:lnTo>
                <a:lnTo>
                  <a:pt x="140581" y="42366"/>
                </a:lnTo>
                <a:lnTo>
                  <a:pt x="141434" y="44640"/>
                </a:lnTo>
                <a:lnTo>
                  <a:pt x="141652" y="44559"/>
                </a:lnTo>
                <a:lnTo>
                  <a:pt x="141866" y="44481"/>
                </a:lnTo>
                <a:lnTo>
                  <a:pt x="142077" y="44407"/>
                </a:lnTo>
                <a:lnTo>
                  <a:pt x="142285" y="44336"/>
                </a:lnTo>
                <a:lnTo>
                  <a:pt x="142490" y="44269"/>
                </a:lnTo>
                <a:lnTo>
                  <a:pt x="142691" y="44205"/>
                </a:lnTo>
                <a:lnTo>
                  <a:pt x="142889" y="44144"/>
                </a:lnTo>
                <a:lnTo>
                  <a:pt x="143084" y="44087"/>
                </a:lnTo>
                <a:lnTo>
                  <a:pt x="143276" y="44034"/>
                </a:lnTo>
                <a:lnTo>
                  <a:pt x="143465" y="43984"/>
                </a:lnTo>
                <a:lnTo>
                  <a:pt x="143650" y="43937"/>
                </a:lnTo>
                <a:lnTo>
                  <a:pt x="143833" y="43894"/>
                </a:lnTo>
                <a:lnTo>
                  <a:pt x="144012" y="43854"/>
                </a:lnTo>
                <a:lnTo>
                  <a:pt x="144188" y="43818"/>
                </a:lnTo>
                <a:lnTo>
                  <a:pt x="144360" y="43785"/>
                </a:lnTo>
                <a:lnTo>
                  <a:pt x="144530" y="43756"/>
                </a:lnTo>
                <a:lnTo>
                  <a:pt x="144696" y="43730"/>
                </a:lnTo>
                <a:lnTo>
                  <a:pt x="144859" y="43707"/>
                </a:lnTo>
                <a:lnTo>
                  <a:pt x="145019" y="43688"/>
                </a:lnTo>
                <a:lnTo>
                  <a:pt x="145175" y="43673"/>
                </a:lnTo>
                <a:lnTo>
                  <a:pt x="145329" y="43661"/>
                </a:lnTo>
                <a:lnTo>
                  <a:pt x="145479" y="43652"/>
                </a:lnTo>
                <a:lnTo>
                  <a:pt x="145626" y="43647"/>
                </a:lnTo>
                <a:lnTo>
                  <a:pt x="145769" y="43645"/>
                </a:lnTo>
                <a:lnTo>
                  <a:pt x="145946" y="43646"/>
                </a:lnTo>
                <a:lnTo>
                  <a:pt x="146119" y="43651"/>
                </a:lnTo>
                <a:lnTo>
                  <a:pt x="146289" y="43658"/>
                </a:lnTo>
                <a:lnTo>
                  <a:pt x="146455" y="43669"/>
                </a:lnTo>
                <a:lnTo>
                  <a:pt x="146619" y="43682"/>
                </a:lnTo>
                <a:lnTo>
                  <a:pt x="146780" y="43698"/>
                </a:lnTo>
                <a:lnTo>
                  <a:pt x="146938" y="43718"/>
                </a:lnTo>
                <a:lnTo>
                  <a:pt x="147092" y="43740"/>
                </a:lnTo>
                <a:lnTo>
                  <a:pt x="147244" y="43765"/>
                </a:lnTo>
                <a:lnTo>
                  <a:pt x="147392" y="43793"/>
                </a:lnTo>
                <a:lnTo>
                  <a:pt x="147537" y="43825"/>
                </a:lnTo>
                <a:lnTo>
                  <a:pt x="147679" y="43859"/>
                </a:lnTo>
                <a:lnTo>
                  <a:pt x="147819" y="43896"/>
                </a:lnTo>
                <a:lnTo>
                  <a:pt x="147955" y="43936"/>
                </a:lnTo>
                <a:lnTo>
                  <a:pt x="148088" y="43979"/>
                </a:lnTo>
                <a:lnTo>
                  <a:pt x="148217" y="44025"/>
                </a:lnTo>
                <a:lnTo>
                  <a:pt x="148344" y="44074"/>
                </a:lnTo>
                <a:lnTo>
                  <a:pt x="148468" y="44126"/>
                </a:lnTo>
                <a:lnTo>
                  <a:pt x="148589" y="44181"/>
                </a:lnTo>
                <a:lnTo>
                  <a:pt x="148706" y="44239"/>
                </a:lnTo>
                <a:lnTo>
                  <a:pt x="148821" y="44300"/>
                </a:lnTo>
                <a:lnTo>
                  <a:pt x="148932" y="44364"/>
                </a:lnTo>
                <a:lnTo>
                  <a:pt x="149040" y="44430"/>
                </a:lnTo>
                <a:lnTo>
                  <a:pt x="149145" y="44500"/>
                </a:lnTo>
                <a:lnTo>
                  <a:pt x="149248" y="44573"/>
                </a:lnTo>
                <a:lnTo>
                  <a:pt x="149348" y="44648"/>
                </a:lnTo>
                <a:lnTo>
                  <a:pt x="149446" y="44727"/>
                </a:lnTo>
                <a:lnTo>
                  <a:pt x="149541" y="44808"/>
                </a:lnTo>
                <a:lnTo>
                  <a:pt x="149634" y="44893"/>
                </a:lnTo>
                <a:lnTo>
                  <a:pt x="149725" y="44980"/>
                </a:lnTo>
                <a:lnTo>
                  <a:pt x="149813" y="45070"/>
                </a:lnTo>
                <a:lnTo>
                  <a:pt x="149899" y="45164"/>
                </a:lnTo>
                <a:lnTo>
                  <a:pt x="149983" y="45260"/>
                </a:lnTo>
                <a:lnTo>
                  <a:pt x="150065" y="45359"/>
                </a:lnTo>
                <a:lnTo>
                  <a:pt x="150144" y="45462"/>
                </a:lnTo>
                <a:lnTo>
                  <a:pt x="150220" y="45567"/>
                </a:lnTo>
                <a:lnTo>
                  <a:pt x="150295" y="45675"/>
                </a:lnTo>
                <a:lnTo>
                  <a:pt x="150367" y="45786"/>
                </a:lnTo>
                <a:lnTo>
                  <a:pt x="150436" y="45900"/>
                </a:lnTo>
                <a:lnTo>
                  <a:pt x="150504" y="46017"/>
                </a:lnTo>
                <a:lnTo>
                  <a:pt x="150569" y="46137"/>
                </a:lnTo>
                <a:lnTo>
                  <a:pt x="150631" y="46260"/>
                </a:lnTo>
                <a:lnTo>
                  <a:pt x="150691" y="46386"/>
                </a:lnTo>
                <a:lnTo>
                  <a:pt x="150749" y="46515"/>
                </a:lnTo>
                <a:lnTo>
                  <a:pt x="150805" y="46647"/>
                </a:lnTo>
                <a:lnTo>
                  <a:pt x="150858" y="46782"/>
                </a:lnTo>
                <a:lnTo>
                  <a:pt x="150909" y="46920"/>
                </a:lnTo>
                <a:lnTo>
                  <a:pt x="150958" y="47061"/>
                </a:lnTo>
                <a:lnTo>
                  <a:pt x="151004" y="47211"/>
                </a:lnTo>
                <a:lnTo>
                  <a:pt x="151048" y="47377"/>
                </a:lnTo>
                <a:lnTo>
                  <a:pt x="151091" y="47560"/>
                </a:lnTo>
                <a:lnTo>
                  <a:pt x="151131" y="47758"/>
                </a:lnTo>
                <a:lnTo>
                  <a:pt x="151170" y="47972"/>
                </a:lnTo>
                <a:lnTo>
                  <a:pt x="151206" y="48203"/>
                </a:lnTo>
                <a:lnTo>
                  <a:pt x="151241" y="48449"/>
                </a:lnTo>
                <a:lnTo>
                  <a:pt x="151274" y="48712"/>
                </a:lnTo>
                <a:lnTo>
                  <a:pt x="151304" y="48990"/>
                </a:lnTo>
                <a:lnTo>
                  <a:pt x="151333" y="49285"/>
                </a:lnTo>
                <a:lnTo>
                  <a:pt x="151359" y="49596"/>
                </a:lnTo>
                <a:lnTo>
                  <a:pt x="151384" y="49923"/>
                </a:lnTo>
                <a:lnTo>
                  <a:pt x="151407" y="50266"/>
                </a:lnTo>
                <a:lnTo>
                  <a:pt x="151428" y="50624"/>
                </a:lnTo>
                <a:lnTo>
                  <a:pt x="151446" y="50999"/>
                </a:lnTo>
                <a:lnTo>
                  <a:pt x="151463" y="51390"/>
                </a:lnTo>
                <a:lnTo>
                  <a:pt x="151478" y="51797"/>
                </a:lnTo>
                <a:lnTo>
                  <a:pt x="151491" y="52221"/>
                </a:lnTo>
                <a:lnTo>
                  <a:pt x="151502" y="52660"/>
                </a:lnTo>
                <a:lnTo>
                  <a:pt x="151510" y="53115"/>
                </a:lnTo>
                <a:lnTo>
                  <a:pt x="151517" y="53586"/>
                </a:lnTo>
                <a:lnTo>
                  <a:pt x="151522" y="54074"/>
                </a:lnTo>
                <a:lnTo>
                  <a:pt x="151525" y="54577"/>
                </a:lnTo>
                <a:lnTo>
                  <a:pt x="151526" y="55097"/>
                </a:lnTo>
                <a:lnTo>
                  <a:pt x="151526" y="116692"/>
                </a:lnTo>
                <a:lnTo>
                  <a:pt x="151525" y="117275"/>
                </a:lnTo>
                <a:lnTo>
                  <a:pt x="151521" y="117840"/>
                </a:lnTo>
                <a:lnTo>
                  <a:pt x="151515" y="118386"/>
                </a:lnTo>
                <a:lnTo>
                  <a:pt x="151506" y="118913"/>
                </a:lnTo>
                <a:lnTo>
                  <a:pt x="151494" y="119422"/>
                </a:lnTo>
                <a:lnTo>
                  <a:pt x="151480" y="119912"/>
                </a:lnTo>
                <a:lnTo>
                  <a:pt x="151463" y="120383"/>
                </a:lnTo>
                <a:lnTo>
                  <a:pt x="151443" y="120836"/>
                </a:lnTo>
                <a:lnTo>
                  <a:pt x="151421" y="121270"/>
                </a:lnTo>
                <a:lnTo>
                  <a:pt x="151397" y="121686"/>
                </a:lnTo>
                <a:lnTo>
                  <a:pt x="151369" y="122083"/>
                </a:lnTo>
                <a:lnTo>
                  <a:pt x="151340" y="122461"/>
                </a:lnTo>
                <a:lnTo>
                  <a:pt x="151307" y="122820"/>
                </a:lnTo>
                <a:lnTo>
                  <a:pt x="151272" y="123161"/>
                </a:lnTo>
                <a:lnTo>
                  <a:pt x="151235" y="123483"/>
                </a:lnTo>
                <a:lnTo>
                  <a:pt x="151195" y="123787"/>
                </a:lnTo>
                <a:lnTo>
                  <a:pt x="151152" y="124072"/>
                </a:lnTo>
                <a:lnTo>
                  <a:pt x="151106" y="124338"/>
                </a:lnTo>
                <a:lnTo>
                  <a:pt x="151059" y="124586"/>
                </a:lnTo>
                <a:lnTo>
                  <a:pt x="151008" y="124815"/>
                </a:lnTo>
                <a:lnTo>
                  <a:pt x="150955" y="125025"/>
                </a:lnTo>
                <a:lnTo>
                  <a:pt x="150899" y="125217"/>
                </a:lnTo>
                <a:lnTo>
                  <a:pt x="150841" y="125390"/>
                </a:lnTo>
                <a:lnTo>
                  <a:pt x="150780" y="125545"/>
                </a:lnTo>
                <a:lnTo>
                  <a:pt x="150717" y="125688"/>
                </a:lnTo>
                <a:lnTo>
                  <a:pt x="150651" y="125829"/>
                </a:lnTo>
                <a:lnTo>
                  <a:pt x="150584" y="125965"/>
                </a:lnTo>
                <a:lnTo>
                  <a:pt x="150514" y="126099"/>
                </a:lnTo>
                <a:lnTo>
                  <a:pt x="150443" y="126229"/>
                </a:lnTo>
                <a:lnTo>
                  <a:pt x="150369" y="126356"/>
                </a:lnTo>
                <a:lnTo>
                  <a:pt x="150293" y="126480"/>
                </a:lnTo>
                <a:lnTo>
                  <a:pt x="150215" y="126600"/>
                </a:lnTo>
                <a:lnTo>
                  <a:pt x="150135" y="126717"/>
                </a:lnTo>
                <a:lnTo>
                  <a:pt x="150053" y="126831"/>
                </a:lnTo>
                <a:lnTo>
                  <a:pt x="149969" y="126941"/>
                </a:lnTo>
                <a:lnTo>
                  <a:pt x="149883" y="127048"/>
                </a:lnTo>
                <a:lnTo>
                  <a:pt x="149794" y="127151"/>
                </a:lnTo>
                <a:lnTo>
                  <a:pt x="149704" y="127251"/>
                </a:lnTo>
                <a:lnTo>
                  <a:pt x="149611" y="127348"/>
                </a:lnTo>
                <a:lnTo>
                  <a:pt x="149516" y="127442"/>
                </a:lnTo>
                <a:lnTo>
                  <a:pt x="149420" y="127532"/>
                </a:lnTo>
                <a:lnTo>
                  <a:pt x="149321" y="127619"/>
                </a:lnTo>
                <a:lnTo>
                  <a:pt x="149220" y="127702"/>
                </a:lnTo>
                <a:lnTo>
                  <a:pt x="149117" y="127783"/>
                </a:lnTo>
                <a:lnTo>
                  <a:pt x="149012" y="127859"/>
                </a:lnTo>
                <a:lnTo>
                  <a:pt x="148904" y="127933"/>
                </a:lnTo>
                <a:lnTo>
                  <a:pt x="148795" y="128003"/>
                </a:lnTo>
                <a:lnTo>
                  <a:pt x="148683" y="128070"/>
                </a:lnTo>
                <a:lnTo>
                  <a:pt x="148450" y="128198"/>
                </a:lnTo>
                <a:lnTo>
                  <a:pt x="148214" y="128320"/>
                </a:lnTo>
                <a:lnTo>
                  <a:pt x="147973" y="128436"/>
                </a:lnTo>
                <a:lnTo>
                  <a:pt x="147728" y="128546"/>
                </a:lnTo>
                <a:lnTo>
                  <a:pt x="147479" y="128651"/>
                </a:lnTo>
                <a:lnTo>
                  <a:pt x="147226" y="128751"/>
                </a:lnTo>
                <a:lnTo>
                  <a:pt x="146970" y="128844"/>
                </a:lnTo>
                <a:lnTo>
                  <a:pt x="146709" y="128932"/>
                </a:lnTo>
                <a:lnTo>
                  <a:pt x="146445" y="129014"/>
                </a:lnTo>
                <a:lnTo>
                  <a:pt x="146176" y="129091"/>
                </a:lnTo>
                <a:lnTo>
                  <a:pt x="145904" y="129161"/>
                </a:lnTo>
                <a:lnTo>
                  <a:pt x="145627" y="129227"/>
                </a:lnTo>
                <a:lnTo>
                  <a:pt x="145347" y="129286"/>
                </a:lnTo>
                <a:lnTo>
                  <a:pt x="145063" y="129340"/>
                </a:lnTo>
                <a:lnTo>
                  <a:pt x="144774" y="129388"/>
                </a:lnTo>
                <a:lnTo>
                  <a:pt x="144482" y="129430"/>
                </a:lnTo>
                <a:lnTo>
                  <a:pt x="144186" y="129467"/>
                </a:lnTo>
                <a:lnTo>
                  <a:pt x="143886" y="129498"/>
                </a:lnTo>
                <a:lnTo>
                  <a:pt x="143582" y="129523"/>
                </a:lnTo>
                <a:lnTo>
                  <a:pt x="143274" y="129543"/>
                </a:lnTo>
                <a:lnTo>
                  <a:pt x="142962" y="129557"/>
                </a:lnTo>
                <a:lnTo>
                  <a:pt x="142646" y="129565"/>
                </a:lnTo>
                <a:lnTo>
                  <a:pt x="142326" y="129568"/>
                </a:lnTo>
                <a:lnTo>
                  <a:pt x="142003" y="129565"/>
                </a:lnTo>
                <a:lnTo>
                  <a:pt x="142003" y="126580"/>
                </a:lnTo>
                <a:lnTo>
                  <a:pt x="66737" y="126580"/>
                </a:lnTo>
                <a:lnTo>
                  <a:pt x="66737" y="132479"/>
                </a:lnTo>
                <a:lnTo>
                  <a:pt x="142003" y="132479"/>
                </a:lnTo>
                <a:lnTo>
                  <a:pt x="142003" y="132194"/>
                </a:lnTo>
                <a:lnTo>
                  <a:pt x="174340" y="132194"/>
                </a:lnTo>
                <a:lnTo>
                  <a:pt x="174340" y="129565"/>
                </a:lnTo>
                <a:lnTo>
                  <a:pt x="173902" y="129563"/>
                </a:lnTo>
                <a:close/>
                <a:moveTo>
                  <a:pt x="164747" y="52271"/>
                </a:moveTo>
                <a:lnTo>
                  <a:pt x="165198" y="51801"/>
                </a:lnTo>
                <a:lnTo>
                  <a:pt x="165637" y="51349"/>
                </a:lnTo>
                <a:lnTo>
                  <a:pt x="166065" y="50914"/>
                </a:lnTo>
                <a:lnTo>
                  <a:pt x="166481" y="50497"/>
                </a:lnTo>
                <a:lnTo>
                  <a:pt x="166886" y="50098"/>
                </a:lnTo>
                <a:lnTo>
                  <a:pt x="167279" y="49716"/>
                </a:lnTo>
                <a:lnTo>
                  <a:pt x="167660" y="49353"/>
                </a:lnTo>
                <a:lnTo>
                  <a:pt x="168030" y="49007"/>
                </a:lnTo>
                <a:lnTo>
                  <a:pt x="168388" y="48678"/>
                </a:lnTo>
                <a:lnTo>
                  <a:pt x="168735" y="48368"/>
                </a:lnTo>
                <a:lnTo>
                  <a:pt x="169070" y="48075"/>
                </a:lnTo>
                <a:lnTo>
                  <a:pt x="169393" y="47800"/>
                </a:lnTo>
                <a:lnTo>
                  <a:pt x="169705" y="47543"/>
                </a:lnTo>
                <a:lnTo>
                  <a:pt x="170005" y="47303"/>
                </a:lnTo>
                <a:lnTo>
                  <a:pt x="170294" y="47082"/>
                </a:lnTo>
                <a:lnTo>
                  <a:pt x="170571" y="46878"/>
                </a:lnTo>
                <a:lnTo>
                  <a:pt x="170836" y="46691"/>
                </a:lnTo>
                <a:lnTo>
                  <a:pt x="171090" y="46523"/>
                </a:lnTo>
                <a:lnTo>
                  <a:pt x="171332" y="46372"/>
                </a:lnTo>
                <a:lnTo>
                  <a:pt x="171563" y="46239"/>
                </a:lnTo>
                <a:lnTo>
                  <a:pt x="171782" y="46124"/>
                </a:lnTo>
                <a:lnTo>
                  <a:pt x="172060" y="45985"/>
                </a:lnTo>
                <a:lnTo>
                  <a:pt x="172339" y="45852"/>
                </a:lnTo>
                <a:lnTo>
                  <a:pt x="172618" y="45724"/>
                </a:lnTo>
                <a:lnTo>
                  <a:pt x="172897" y="45603"/>
                </a:lnTo>
                <a:lnTo>
                  <a:pt x="173177" y="45488"/>
                </a:lnTo>
                <a:lnTo>
                  <a:pt x="173456" y="45378"/>
                </a:lnTo>
                <a:lnTo>
                  <a:pt x="173736" y="45275"/>
                </a:lnTo>
                <a:lnTo>
                  <a:pt x="174017" y="45177"/>
                </a:lnTo>
                <a:lnTo>
                  <a:pt x="174297" y="45086"/>
                </a:lnTo>
                <a:lnTo>
                  <a:pt x="174578" y="45000"/>
                </a:lnTo>
                <a:lnTo>
                  <a:pt x="174859" y="44920"/>
                </a:lnTo>
                <a:lnTo>
                  <a:pt x="175140" y="44846"/>
                </a:lnTo>
                <a:lnTo>
                  <a:pt x="175421" y="44778"/>
                </a:lnTo>
                <a:lnTo>
                  <a:pt x="175703" y="44716"/>
                </a:lnTo>
                <a:lnTo>
                  <a:pt x="175985" y="44660"/>
                </a:lnTo>
                <a:lnTo>
                  <a:pt x="176267" y="44609"/>
                </a:lnTo>
                <a:lnTo>
                  <a:pt x="176550" y="44565"/>
                </a:lnTo>
                <a:lnTo>
                  <a:pt x="176832" y="44527"/>
                </a:lnTo>
                <a:lnTo>
                  <a:pt x="177115" y="44494"/>
                </a:lnTo>
                <a:lnTo>
                  <a:pt x="177399" y="44467"/>
                </a:lnTo>
                <a:lnTo>
                  <a:pt x="177682" y="44447"/>
                </a:lnTo>
                <a:lnTo>
                  <a:pt x="177966" y="44432"/>
                </a:lnTo>
                <a:lnTo>
                  <a:pt x="178250" y="44423"/>
                </a:lnTo>
                <a:lnTo>
                  <a:pt x="178534" y="44420"/>
                </a:lnTo>
                <a:lnTo>
                  <a:pt x="179052" y="44430"/>
                </a:lnTo>
                <a:lnTo>
                  <a:pt x="179564" y="44459"/>
                </a:lnTo>
                <a:lnTo>
                  <a:pt x="180071" y="44507"/>
                </a:lnTo>
                <a:lnTo>
                  <a:pt x="180571" y="44574"/>
                </a:lnTo>
                <a:lnTo>
                  <a:pt x="181066" y="44660"/>
                </a:lnTo>
                <a:lnTo>
                  <a:pt x="181554" y="44766"/>
                </a:lnTo>
                <a:lnTo>
                  <a:pt x="182037" y="44891"/>
                </a:lnTo>
                <a:lnTo>
                  <a:pt x="182514" y="45035"/>
                </a:lnTo>
                <a:lnTo>
                  <a:pt x="182985" y="45199"/>
                </a:lnTo>
                <a:lnTo>
                  <a:pt x="183450" y="45381"/>
                </a:lnTo>
                <a:lnTo>
                  <a:pt x="183909" y="45583"/>
                </a:lnTo>
                <a:lnTo>
                  <a:pt x="184362" y="45804"/>
                </a:lnTo>
                <a:lnTo>
                  <a:pt x="184809" y="46045"/>
                </a:lnTo>
                <a:lnTo>
                  <a:pt x="185250" y="46304"/>
                </a:lnTo>
                <a:lnTo>
                  <a:pt x="185685" y="46583"/>
                </a:lnTo>
                <a:lnTo>
                  <a:pt x="186115" y="46881"/>
                </a:lnTo>
                <a:lnTo>
                  <a:pt x="186538" y="47198"/>
                </a:lnTo>
                <a:lnTo>
                  <a:pt x="186956" y="47535"/>
                </a:lnTo>
                <a:lnTo>
                  <a:pt x="187367" y="47890"/>
                </a:lnTo>
                <a:lnTo>
                  <a:pt x="187773" y="48265"/>
                </a:lnTo>
                <a:lnTo>
                  <a:pt x="188173" y="48659"/>
                </a:lnTo>
                <a:lnTo>
                  <a:pt x="188567" y="49073"/>
                </a:lnTo>
                <a:lnTo>
                  <a:pt x="188955" y="49505"/>
                </a:lnTo>
                <a:lnTo>
                  <a:pt x="189337" y="49957"/>
                </a:lnTo>
                <a:lnTo>
                  <a:pt x="189870" y="50637"/>
                </a:lnTo>
                <a:lnTo>
                  <a:pt x="190381" y="51342"/>
                </a:lnTo>
                <a:lnTo>
                  <a:pt x="190869" y="52070"/>
                </a:lnTo>
                <a:lnTo>
                  <a:pt x="191335" y="52822"/>
                </a:lnTo>
                <a:lnTo>
                  <a:pt x="191777" y="53598"/>
                </a:lnTo>
                <a:lnTo>
                  <a:pt x="192197" y="54397"/>
                </a:lnTo>
                <a:lnTo>
                  <a:pt x="192595" y="55221"/>
                </a:lnTo>
                <a:lnTo>
                  <a:pt x="192969" y="56069"/>
                </a:lnTo>
                <a:lnTo>
                  <a:pt x="193321" y="56940"/>
                </a:lnTo>
                <a:lnTo>
                  <a:pt x="193650" y="57836"/>
                </a:lnTo>
                <a:lnTo>
                  <a:pt x="193957" y="58755"/>
                </a:lnTo>
                <a:lnTo>
                  <a:pt x="194241" y="59698"/>
                </a:lnTo>
                <a:lnTo>
                  <a:pt x="194502" y="60666"/>
                </a:lnTo>
                <a:lnTo>
                  <a:pt x="194740" y="61657"/>
                </a:lnTo>
                <a:lnTo>
                  <a:pt x="194956" y="62672"/>
                </a:lnTo>
                <a:lnTo>
                  <a:pt x="195149" y="63711"/>
                </a:lnTo>
                <a:lnTo>
                  <a:pt x="195319" y="64773"/>
                </a:lnTo>
                <a:lnTo>
                  <a:pt x="195467" y="65860"/>
                </a:lnTo>
                <a:lnTo>
                  <a:pt x="195592" y="66971"/>
                </a:lnTo>
                <a:lnTo>
                  <a:pt x="195694" y="68105"/>
                </a:lnTo>
                <a:lnTo>
                  <a:pt x="195773" y="69264"/>
                </a:lnTo>
                <a:lnTo>
                  <a:pt x="195830" y="70446"/>
                </a:lnTo>
                <a:lnTo>
                  <a:pt x="195864" y="71652"/>
                </a:lnTo>
                <a:lnTo>
                  <a:pt x="195875" y="72882"/>
                </a:lnTo>
                <a:lnTo>
                  <a:pt x="195865" y="73967"/>
                </a:lnTo>
                <a:lnTo>
                  <a:pt x="195835" y="75030"/>
                </a:lnTo>
                <a:lnTo>
                  <a:pt x="195785" y="76073"/>
                </a:lnTo>
                <a:lnTo>
                  <a:pt x="195715" y="77096"/>
                </a:lnTo>
                <a:lnTo>
                  <a:pt x="195625" y="78099"/>
                </a:lnTo>
                <a:lnTo>
                  <a:pt x="195516" y="79080"/>
                </a:lnTo>
                <a:lnTo>
                  <a:pt x="195386" y="80042"/>
                </a:lnTo>
                <a:lnTo>
                  <a:pt x="195236" y="80983"/>
                </a:lnTo>
                <a:lnTo>
                  <a:pt x="195066" y="81903"/>
                </a:lnTo>
                <a:lnTo>
                  <a:pt x="194876" y="82803"/>
                </a:lnTo>
                <a:lnTo>
                  <a:pt x="194666" y="83682"/>
                </a:lnTo>
                <a:lnTo>
                  <a:pt x="194436" y="84542"/>
                </a:lnTo>
                <a:lnTo>
                  <a:pt x="194186" y="85380"/>
                </a:lnTo>
                <a:lnTo>
                  <a:pt x="193916" y="86198"/>
                </a:lnTo>
                <a:lnTo>
                  <a:pt x="193627" y="86996"/>
                </a:lnTo>
                <a:lnTo>
                  <a:pt x="193317" y="87773"/>
                </a:lnTo>
                <a:lnTo>
                  <a:pt x="192987" y="88530"/>
                </a:lnTo>
                <a:lnTo>
                  <a:pt x="192637" y="89266"/>
                </a:lnTo>
                <a:lnTo>
                  <a:pt x="192267" y="89982"/>
                </a:lnTo>
                <a:lnTo>
                  <a:pt x="191878" y="90677"/>
                </a:lnTo>
                <a:lnTo>
                  <a:pt x="191468" y="91352"/>
                </a:lnTo>
                <a:lnTo>
                  <a:pt x="191038" y="92006"/>
                </a:lnTo>
                <a:lnTo>
                  <a:pt x="190588" y="92640"/>
                </a:lnTo>
                <a:lnTo>
                  <a:pt x="190118" y="93253"/>
                </a:lnTo>
                <a:lnTo>
                  <a:pt x="189747" y="93705"/>
                </a:lnTo>
                <a:lnTo>
                  <a:pt x="189365" y="94138"/>
                </a:lnTo>
                <a:lnTo>
                  <a:pt x="188975" y="94551"/>
                </a:lnTo>
                <a:lnTo>
                  <a:pt x="188575" y="94945"/>
                </a:lnTo>
                <a:lnTo>
                  <a:pt x="188165" y="95320"/>
                </a:lnTo>
                <a:lnTo>
                  <a:pt x="187746" y="95676"/>
                </a:lnTo>
                <a:lnTo>
                  <a:pt x="187318" y="96012"/>
                </a:lnTo>
                <a:lnTo>
                  <a:pt x="186881" y="96330"/>
                </a:lnTo>
                <a:lnTo>
                  <a:pt x="186434" y="96628"/>
                </a:lnTo>
                <a:lnTo>
                  <a:pt x="185978" y="96906"/>
                </a:lnTo>
                <a:lnTo>
                  <a:pt x="185512" y="97166"/>
                </a:lnTo>
                <a:lnTo>
                  <a:pt x="185037" y="97406"/>
                </a:lnTo>
                <a:lnTo>
                  <a:pt x="184552" y="97627"/>
                </a:lnTo>
                <a:lnTo>
                  <a:pt x="184059" y="97829"/>
                </a:lnTo>
                <a:lnTo>
                  <a:pt x="183555" y="98012"/>
                </a:lnTo>
                <a:lnTo>
                  <a:pt x="183043" y="98175"/>
                </a:lnTo>
                <a:lnTo>
                  <a:pt x="182521" y="98319"/>
                </a:lnTo>
                <a:lnTo>
                  <a:pt x="181990" y="98444"/>
                </a:lnTo>
                <a:lnTo>
                  <a:pt x="181449" y="98550"/>
                </a:lnTo>
                <a:lnTo>
                  <a:pt x="180899" y="98637"/>
                </a:lnTo>
                <a:lnTo>
                  <a:pt x="180339" y="98704"/>
                </a:lnTo>
                <a:lnTo>
                  <a:pt x="179771" y="98752"/>
                </a:lnTo>
                <a:lnTo>
                  <a:pt x="179192" y="98781"/>
                </a:lnTo>
                <a:lnTo>
                  <a:pt x="178605" y="98790"/>
                </a:lnTo>
                <a:lnTo>
                  <a:pt x="178117" y="98785"/>
                </a:lnTo>
                <a:lnTo>
                  <a:pt x="177636" y="98769"/>
                </a:lnTo>
                <a:lnTo>
                  <a:pt x="177162" y="98742"/>
                </a:lnTo>
                <a:lnTo>
                  <a:pt x="176695" y="98704"/>
                </a:lnTo>
                <a:lnTo>
                  <a:pt x="176235" y="98655"/>
                </a:lnTo>
                <a:lnTo>
                  <a:pt x="175782" y="98595"/>
                </a:lnTo>
                <a:lnTo>
                  <a:pt x="175336" y="98525"/>
                </a:lnTo>
                <a:lnTo>
                  <a:pt x="174897" y="98443"/>
                </a:lnTo>
                <a:lnTo>
                  <a:pt x="174465" y="98351"/>
                </a:lnTo>
                <a:lnTo>
                  <a:pt x="174041" y="98248"/>
                </a:lnTo>
                <a:lnTo>
                  <a:pt x="173623" y="98134"/>
                </a:lnTo>
                <a:lnTo>
                  <a:pt x="173212" y="98010"/>
                </a:lnTo>
                <a:lnTo>
                  <a:pt x="172809" y="97874"/>
                </a:lnTo>
                <a:lnTo>
                  <a:pt x="172412" y="97728"/>
                </a:lnTo>
                <a:lnTo>
                  <a:pt x="172022" y="97571"/>
                </a:lnTo>
                <a:lnTo>
                  <a:pt x="171640" y="97403"/>
                </a:lnTo>
                <a:lnTo>
                  <a:pt x="171264" y="97224"/>
                </a:lnTo>
                <a:lnTo>
                  <a:pt x="170896" y="97034"/>
                </a:lnTo>
                <a:lnTo>
                  <a:pt x="170534" y="96833"/>
                </a:lnTo>
                <a:lnTo>
                  <a:pt x="170180" y="96622"/>
                </a:lnTo>
                <a:lnTo>
                  <a:pt x="169832" y="96400"/>
                </a:lnTo>
                <a:lnTo>
                  <a:pt x="169492" y="96166"/>
                </a:lnTo>
                <a:lnTo>
                  <a:pt x="169159" y="95922"/>
                </a:lnTo>
                <a:lnTo>
                  <a:pt x="168832" y="95668"/>
                </a:lnTo>
                <a:lnTo>
                  <a:pt x="168515" y="95406"/>
                </a:lnTo>
                <a:lnTo>
                  <a:pt x="168207" y="95140"/>
                </a:lnTo>
                <a:lnTo>
                  <a:pt x="167909" y="94871"/>
                </a:lnTo>
                <a:lnTo>
                  <a:pt x="167621" y="94599"/>
                </a:lnTo>
                <a:lnTo>
                  <a:pt x="167343" y="94323"/>
                </a:lnTo>
                <a:lnTo>
                  <a:pt x="167076" y="94044"/>
                </a:lnTo>
                <a:lnTo>
                  <a:pt x="166818" y="93761"/>
                </a:lnTo>
                <a:lnTo>
                  <a:pt x="166570" y="93475"/>
                </a:lnTo>
                <a:lnTo>
                  <a:pt x="166332" y="93186"/>
                </a:lnTo>
                <a:lnTo>
                  <a:pt x="166104" y="92893"/>
                </a:lnTo>
                <a:lnTo>
                  <a:pt x="165886" y="92596"/>
                </a:lnTo>
                <a:lnTo>
                  <a:pt x="165679" y="92296"/>
                </a:lnTo>
                <a:lnTo>
                  <a:pt x="165481" y="91993"/>
                </a:lnTo>
                <a:lnTo>
                  <a:pt x="165293" y="91686"/>
                </a:lnTo>
                <a:lnTo>
                  <a:pt x="165115" y="91376"/>
                </a:lnTo>
                <a:lnTo>
                  <a:pt x="164947" y="91062"/>
                </a:lnTo>
                <a:lnTo>
                  <a:pt x="164789" y="90745"/>
                </a:lnTo>
                <a:lnTo>
                  <a:pt x="164641" y="90424"/>
                </a:lnTo>
                <a:lnTo>
                  <a:pt x="164503" y="90100"/>
                </a:lnTo>
                <a:lnTo>
                  <a:pt x="164376" y="89772"/>
                </a:lnTo>
                <a:lnTo>
                  <a:pt x="164258" y="89441"/>
                </a:lnTo>
                <a:lnTo>
                  <a:pt x="164150" y="89107"/>
                </a:lnTo>
                <a:lnTo>
                  <a:pt x="164052" y="88769"/>
                </a:lnTo>
                <a:lnTo>
                  <a:pt x="163964" y="88427"/>
                </a:lnTo>
                <a:lnTo>
                  <a:pt x="163912" y="88211"/>
                </a:lnTo>
                <a:lnTo>
                  <a:pt x="163862" y="87976"/>
                </a:lnTo>
                <a:lnTo>
                  <a:pt x="163814" y="87722"/>
                </a:lnTo>
                <a:lnTo>
                  <a:pt x="163768" y="87450"/>
                </a:lnTo>
                <a:lnTo>
                  <a:pt x="163725" y="87158"/>
                </a:lnTo>
                <a:lnTo>
                  <a:pt x="163684" y="86848"/>
                </a:lnTo>
                <a:lnTo>
                  <a:pt x="163645" y="86520"/>
                </a:lnTo>
                <a:lnTo>
                  <a:pt x="163609" y="86172"/>
                </a:lnTo>
                <a:lnTo>
                  <a:pt x="163574" y="85806"/>
                </a:lnTo>
                <a:lnTo>
                  <a:pt x="163542" y="85421"/>
                </a:lnTo>
                <a:lnTo>
                  <a:pt x="163512" y="85017"/>
                </a:lnTo>
                <a:lnTo>
                  <a:pt x="163484" y="84595"/>
                </a:lnTo>
                <a:lnTo>
                  <a:pt x="163459" y="84154"/>
                </a:lnTo>
                <a:lnTo>
                  <a:pt x="163435" y="83694"/>
                </a:lnTo>
                <a:lnTo>
                  <a:pt x="163414" y="83215"/>
                </a:lnTo>
                <a:lnTo>
                  <a:pt x="163395" y="82718"/>
                </a:lnTo>
                <a:lnTo>
                  <a:pt x="163379" y="82202"/>
                </a:lnTo>
                <a:lnTo>
                  <a:pt x="163364" y="81667"/>
                </a:lnTo>
                <a:lnTo>
                  <a:pt x="163352" y="81113"/>
                </a:lnTo>
                <a:lnTo>
                  <a:pt x="163342" y="80541"/>
                </a:lnTo>
                <a:lnTo>
                  <a:pt x="163334" y="79950"/>
                </a:lnTo>
                <a:lnTo>
                  <a:pt x="163329" y="79340"/>
                </a:lnTo>
                <a:lnTo>
                  <a:pt x="163325" y="78711"/>
                </a:lnTo>
                <a:lnTo>
                  <a:pt x="163324" y="78064"/>
                </a:lnTo>
                <a:lnTo>
                  <a:pt x="163324" y="53788"/>
                </a:lnTo>
                <a:lnTo>
                  <a:pt x="163810" y="53265"/>
                </a:lnTo>
                <a:lnTo>
                  <a:pt x="164284" y="52759"/>
                </a:lnTo>
                <a:lnTo>
                  <a:pt x="164747" y="52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1">
            <a:extLst xmlns:a="http://schemas.openxmlformats.org/drawingml/2006/main">
              <a:ext uri="{FF2B5EF4-FFF2-40B4-BE49-F238E27FC236}">
                <a16:creationId xmlns:a16="http://schemas.microsoft.com/office/drawing/2014/main" id="{041704E7-7635-4F09-AC6F-F14D330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647" y="1710456"/>
            <a:ext cx="34588" cy="65576"/>
          </a:xfrm>
          <a:custGeom xmlns:a="http://schemas.openxmlformats.org/drawingml/2006/main">
            <a:pathLst>
              <a:path w="34588" h="65576">
                <a:moveTo>
                  <a:pt x="34588" y="0"/>
                </a:moveTo>
                <a:lnTo>
                  <a:pt x="19332" y="53115"/>
                </a:lnTo>
                <a:cubicBezTo>
                  <a:pt x="18447" y="56256"/>
                  <a:pt x="18005" y="58524"/>
                  <a:pt x="18005" y="59920"/>
                </a:cubicBezTo>
                <a:cubicBezTo>
                  <a:pt x="18005" y="61093"/>
                  <a:pt x="18408" y="61990"/>
                  <a:pt x="19213" y="62609"/>
                </a:cubicBezTo>
                <a:cubicBezTo>
                  <a:pt x="20019" y="63228"/>
                  <a:pt x="21906" y="63648"/>
                  <a:pt x="24875" y="63870"/>
                </a:cubicBezTo>
                <a:lnTo>
                  <a:pt x="24401" y="65576"/>
                </a:lnTo>
                <a:lnTo>
                  <a:pt x="0" y="65576"/>
                </a:lnTo>
                <a:lnTo>
                  <a:pt x="663" y="63870"/>
                </a:lnTo>
                <a:cubicBezTo>
                  <a:pt x="3254" y="63807"/>
                  <a:pt x="4959" y="63601"/>
                  <a:pt x="5781" y="63251"/>
                </a:cubicBezTo>
                <a:cubicBezTo>
                  <a:pt x="7107" y="62681"/>
                  <a:pt x="8102" y="61919"/>
                  <a:pt x="8766" y="60967"/>
                </a:cubicBezTo>
                <a:cubicBezTo>
                  <a:pt x="9808" y="59508"/>
                  <a:pt x="10866" y="56890"/>
                  <a:pt x="11940" y="53115"/>
                </a:cubicBezTo>
                <a:lnTo>
                  <a:pt x="22933" y="14973"/>
                </a:lnTo>
                <a:cubicBezTo>
                  <a:pt x="23596" y="12667"/>
                  <a:pt x="23959" y="11340"/>
                  <a:pt x="24022" y="10993"/>
                </a:cubicBezTo>
                <a:cubicBezTo>
                  <a:pt x="24117" y="10361"/>
                  <a:pt x="24165" y="9745"/>
                  <a:pt x="24165" y="9145"/>
                </a:cubicBezTo>
                <a:cubicBezTo>
                  <a:pt x="24165" y="8039"/>
                  <a:pt x="23864" y="7170"/>
                  <a:pt x="23264" y="6539"/>
                </a:cubicBezTo>
                <a:cubicBezTo>
                  <a:pt x="22664" y="5907"/>
                  <a:pt x="21843" y="5591"/>
                  <a:pt x="20800" y="5591"/>
                </a:cubicBezTo>
                <a:cubicBezTo>
                  <a:pt x="19979" y="5591"/>
                  <a:pt x="18700" y="5781"/>
                  <a:pt x="16963" y="6160"/>
                </a:cubicBezTo>
                <a:lnTo>
                  <a:pt x="16347" y="4454"/>
                </a:lnTo>
                <a:lnTo>
                  <a:pt x="32314" y="0"/>
                </a:lnTo>
                <a:lnTo>
                  <a:pt x="345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,seq=arb">
            <a:extLst xmlns:a="http://schemas.openxmlformats.org/drawingml/2006/main">
              <a:ext uri="{FF2B5EF4-FFF2-40B4-BE49-F238E27FC236}">
                <a16:creationId xmlns:a16="http://schemas.microsoft.com/office/drawing/2014/main" id="{67A9D831-207E-41EE-91E9-0C59EFD9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61" y="1639064"/>
            <a:ext cx="538925" cy="132194"/>
          </a:xfrm>
          <a:custGeom xmlns:a="http://schemas.openxmlformats.org/drawingml/2006/main">
            <a:pathLst>
              <a:path w="538925" h="132194">
                <a:moveTo>
                  <a:pt x="0" y="125371"/>
                </a:moveTo>
                <a:lnTo>
                  <a:pt x="0" y="122244"/>
                </a:lnTo>
                <a:cubicBezTo>
                  <a:pt x="4880" y="120627"/>
                  <a:pt x="8659" y="118118"/>
                  <a:pt x="11336" y="114717"/>
                </a:cubicBezTo>
                <a:cubicBezTo>
                  <a:pt x="14013" y="111318"/>
                  <a:pt x="15352" y="107715"/>
                  <a:pt x="15352" y="103910"/>
                </a:cubicBezTo>
                <a:cubicBezTo>
                  <a:pt x="15352" y="103008"/>
                  <a:pt x="15138" y="102249"/>
                  <a:pt x="14712" y="101633"/>
                </a:cubicBezTo>
                <a:cubicBezTo>
                  <a:pt x="14380" y="101207"/>
                  <a:pt x="14049" y="100994"/>
                  <a:pt x="13717" y="100994"/>
                </a:cubicBezTo>
                <a:cubicBezTo>
                  <a:pt x="13196" y="100994"/>
                  <a:pt x="12059" y="101467"/>
                  <a:pt x="10305" y="102415"/>
                </a:cubicBezTo>
                <a:cubicBezTo>
                  <a:pt x="9453" y="102842"/>
                  <a:pt x="8552" y="103055"/>
                  <a:pt x="7605" y="103055"/>
                </a:cubicBezTo>
                <a:cubicBezTo>
                  <a:pt x="5283" y="103055"/>
                  <a:pt x="3435" y="102368"/>
                  <a:pt x="2061" y="100994"/>
                </a:cubicBezTo>
                <a:cubicBezTo>
                  <a:pt x="687" y="99620"/>
                  <a:pt x="0" y="97724"/>
                  <a:pt x="0" y="95308"/>
                </a:cubicBezTo>
                <a:cubicBezTo>
                  <a:pt x="0" y="92986"/>
                  <a:pt x="888" y="90996"/>
                  <a:pt x="2665" y="89338"/>
                </a:cubicBezTo>
                <a:cubicBezTo>
                  <a:pt x="4442" y="87679"/>
                  <a:pt x="6610" y="86850"/>
                  <a:pt x="9168" y="86850"/>
                </a:cubicBezTo>
                <a:cubicBezTo>
                  <a:pt x="12295" y="86850"/>
                  <a:pt x="15079" y="88215"/>
                  <a:pt x="17519" y="90946"/>
                </a:cubicBezTo>
                <a:cubicBezTo>
                  <a:pt x="19959" y="93675"/>
                  <a:pt x="21180" y="97293"/>
                  <a:pt x="21180" y="101802"/>
                </a:cubicBezTo>
                <a:cubicBezTo>
                  <a:pt x="21180" y="106693"/>
                  <a:pt x="19486" y="111238"/>
                  <a:pt x="16098" y="115439"/>
                </a:cubicBezTo>
                <a:cubicBezTo>
                  <a:pt x="12710" y="119640"/>
                  <a:pt x="7344" y="122951"/>
                  <a:pt x="0" y="125371"/>
                </a:cubicBezTo>
                <a:close/>
                <a:moveTo>
                  <a:pt x="111583" y="34115"/>
                </a:moveTo>
                <a:lnTo>
                  <a:pt x="111583" y="56147"/>
                </a:lnTo>
                <a:lnTo>
                  <a:pt x="109238" y="56147"/>
                </a:lnTo>
                <a:cubicBezTo>
                  <a:pt x="107438" y="49237"/>
                  <a:pt x="105128" y="44536"/>
                  <a:pt x="102308" y="42046"/>
                </a:cubicBezTo>
                <a:cubicBezTo>
                  <a:pt x="99489" y="39554"/>
                  <a:pt x="95900" y="38308"/>
                  <a:pt x="91541" y="38308"/>
                </a:cubicBezTo>
                <a:cubicBezTo>
                  <a:pt x="88224" y="38308"/>
                  <a:pt x="85547" y="39184"/>
                  <a:pt x="83510" y="40935"/>
                </a:cubicBezTo>
                <a:cubicBezTo>
                  <a:pt x="81472" y="42686"/>
                  <a:pt x="80454" y="44626"/>
                  <a:pt x="80454" y="46757"/>
                </a:cubicBezTo>
                <a:cubicBezTo>
                  <a:pt x="80454" y="49407"/>
                  <a:pt x="81212" y="51678"/>
                  <a:pt x="82728" y="53571"/>
                </a:cubicBezTo>
                <a:cubicBezTo>
                  <a:pt x="84197" y="55512"/>
                  <a:pt x="87182" y="57571"/>
                  <a:pt x="91683" y="59747"/>
                </a:cubicBezTo>
                <a:lnTo>
                  <a:pt x="102060" y="64789"/>
                </a:lnTo>
                <a:cubicBezTo>
                  <a:pt x="111678" y="69474"/>
                  <a:pt x="116487" y="75650"/>
                  <a:pt x="116487" y="83319"/>
                </a:cubicBezTo>
                <a:cubicBezTo>
                  <a:pt x="116487" y="89234"/>
                  <a:pt x="114249" y="94003"/>
                  <a:pt x="109771" y="97624"/>
                </a:cubicBezTo>
                <a:cubicBezTo>
                  <a:pt x="105293" y="101245"/>
                  <a:pt x="100283" y="103055"/>
                  <a:pt x="94739" y="103055"/>
                </a:cubicBezTo>
                <a:cubicBezTo>
                  <a:pt x="90759" y="103055"/>
                  <a:pt x="86211" y="102344"/>
                  <a:pt x="81093" y="100923"/>
                </a:cubicBezTo>
                <a:cubicBezTo>
                  <a:pt x="79530" y="100449"/>
                  <a:pt x="78251" y="100212"/>
                  <a:pt x="77256" y="100212"/>
                </a:cubicBezTo>
                <a:cubicBezTo>
                  <a:pt x="76166" y="100212"/>
                  <a:pt x="75313" y="100828"/>
                  <a:pt x="74697" y="102060"/>
                </a:cubicBezTo>
                <a:lnTo>
                  <a:pt x="72352" y="102060"/>
                </a:lnTo>
                <a:lnTo>
                  <a:pt x="72352" y="78748"/>
                </a:lnTo>
                <a:lnTo>
                  <a:pt x="74697" y="78748"/>
                </a:lnTo>
                <a:cubicBezTo>
                  <a:pt x="76024" y="85405"/>
                  <a:pt x="78558" y="90422"/>
                  <a:pt x="82302" y="93798"/>
                </a:cubicBezTo>
                <a:cubicBezTo>
                  <a:pt x="86045" y="97173"/>
                  <a:pt x="90238" y="98861"/>
                  <a:pt x="94881" y="98861"/>
                </a:cubicBezTo>
                <a:cubicBezTo>
                  <a:pt x="98151" y="98861"/>
                  <a:pt x="100816" y="97903"/>
                  <a:pt x="102877" y="95987"/>
                </a:cubicBezTo>
                <a:cubicBezTo>
                  <a:pt x="104938" y="94070"/>
                  <a:pt x="105969" y="91762"/>
                  <a:pt x="105969" y="89065"/>
                </a:cubicBezTo>
                <a:cubicBezTo>
                  <a:pt x="105969" y="85798"/>
                  <a:pt x="104820" y="83053"/>
                  <a:pt x="102522" y="80829"/>
                </a:cubicBezTo>
                <a:cubicBezTo>
                  <a:pt x="100224" y="78605"/>
                  <a:pt x="95640" y="75790"/>
                  <a:pt x="88769" y="72383"/>
                </a:cubicBezTo>
                <a:cubicBezTo>
                  <a:pt x="81899" y="68974"/>
                  <a:pt x="77398" y="65897"/>
                  <a:pt x="75265" y="63152"/>
                </a:cubicBezTo>
                <a:cubicBezTo>
                  <a:pt x="73133" y="60454"/>
                  <a:pt x="72067" y="57047"/>
                  <a:pt x="72067" y="52929"/>
                </a:cubicBezTo>
                <a:cubicBezTo>
                  <a:pt x="72067" y="47581"/>
                  <a:pt x="73903" y="43108"/>
                  <a:pt x="77575" y="39512"/>
                </a:cubicBezTo>
                <a:cubicBezTo>
                  <a:pt x="81247" y="35914"/>
                  <a:pt x="85997" y="34115"/>
                  <a:pt x="91825" y="34115"/>
                </a:cubicBezTo>
                <a:cubicBezTo>
                  <a:pt x="94384" y="34115"/>
                  <a:pt x="97487" y="34660"/>
                  <a:pt x="101136" y="35749"/>
                </a:cubicBezTo>
                <a:cubicBezTo>
                  <a:pt x="103552" y="36460"/>
                  <a:pt x="105163" y="36815"/>
                  <a:pt x="105969" y="36815"/>
                </a:cubicBezTo>
                <a:cubicBezTo>
                  <a:pt x="106727" y="36815"/>
                  <a:pt x="107319" y="36650"/>
                  <a:pt x="107745" y="36318"/>
                </a:cubicBezTo>
                <a:cubicBezTo>
                  <a:pt x="108172" y="35986"/>
                  <a:pt x="108669" y="35252"/>
                  <a:pt x="109238" y="34115"/>
                </a:cubicBezTo>
                <a:lnTo>
                  <a:pt x="111583" y="34115"/>
                </a:lnTo>
                <a:close/>
                <a:moveTo>
                  <a:pt x="137221" y="60554"/>
                </a:moveTo>
                <a:cubicBezTo>
                  <a:pt x="137173" y="70197"/>
                  <a:pt x="139519" y="77761"/>
                  <a:pt x="144257" y="83246"/>
                </a:cubicBezTo>
                <a:cubicBezTo>
                  <a:pt x="148995" y="88728"/>
                  <a:pt x="154562" y="91470"/>
                  <a:pt x="160959" y="91470"/>
                </a:cubicBezTo>
                <a:cubicBezTo>
                  <a:pt x="165223" y="91470"/>
                  <a:pt x="168931" y="90297"/>
                  <a:pt x="172082" y="87952"/>
                </a:cubicBezTo>
                <a:cubicBezTo>
                  <a:pt x="175233" y="85606"/>
                  <a:pt x="177874" y="81591"/>
                  <a:pt x="180006" y="75905"/>
                </a:cubicBezTo>
                <a:lnTo>
                  <a:pt x="182210" y="77327"/>
                </a:lnTo>
                <a:cubicBezTo>
                  <a:pt x="181215" y="83818"/>
                  <a:pt x="178324" y="89729"/>
                  <a:pt x="173539" y="95059"/>
                </a:cubicBezTo>
                <a:cubicBezTo>
                  <a:pt x="168753" y="100390"/>
                  <a:pt x="162759" y="103055"/>
                  <a:pt x="155557" y="103055"/>
                </a:cubicBezTo>
                <a:cubicBezTo>
                  <a:pt x="147740" y="103055"/>
                  <a:pt x="141047" y="100017"/>
                  <a:pt x="135480" y="93942"/>
                </a:cubicBezTo>
                <a:cubicBezTo>
                  <a:pt x="129912" y="87865"/>
                  <a:pt x="127129" y="79696"/>
                  <a:pt x="127129" y="69435"/>
                </a:cubicBezTo>
                <a:cubicBezTo>
                  <a:pt x="127129" y="58324"/>
                  <a:pt x="129983" y="49660"/>
                  <a:pt x="135693" y="43443"/>
                </a:cubicBezTo>
                <a:cubicBezTo>
                  <a:pt x="141402" y="37224"/>
                  <a:pt x="148569" y="34115"/>
                  <a:pt x="157192" y="34115"/>
                </a:cubicBezTo>
                <a:cubicBezTo>
                  <a:pt x="164489" y="34115"/>
                  <a:pt x="170483" y="36513"/>
                  <a:pt x="175173" y="41311"/>
                </a:cubicBezTo>
                <a:cubicBezTo>
                  <a:pt x="179864" y="46107"/>
                  <a:pt x="182210" y="52521"/>
                  <a:pt x="182210" y="60554"/>
                </a:cubicBezTo>
                <a:lnTo>
                  <a:pt x="137221" y="60554"/>
                </a:lnTo>
                <a:moveTo>
                  <a:pt x="137221" y="56431"/>
                </a:moveTo>
                <a:lnTo>
                  <a:pt x="167355" y="56431"/>
                </a:lnTo>
                <a:cubicBezTo>
                  <a:pt x="167119" y="52262"/>
                  <a:pt x="166621" y="49324"/>
                  <a:pt x="165863" y="47618"/>
                </a:cubicBezTo>
                <a:cubicBezTo>
                  <a:pt x="164678" y="44965"/>
                  <a:pt x="162913" y="42880"/>
                  <a:pt x="160568" y="41364"/>
                </a:cubicBezTo>
                <a:cubicBezTo>
                  <a:pt x="158223" y="39848"/>
                  <a:pt x="155771" y="39090"/>
                  <a:pt x="153212" y="39090"/>
                </a:cubicBezTo>
                <a:cubicBezTo>
                  <a:pt x="149279" y="39090"/>
                  <a:pt x="145761" y="40618"/>
                  <a:pt x="142658" y="43674"/>
                </a:cubicBezTo>
                <a:cubicBezTo>
                  <a:pt x="139554" y="46730"/>
                  <a:pt x="137742" y="50982"/>
                  <a:pt x="137221" y="56431"/>
                </a:cubicBezTo>
                <a:close/>
                <a:moveTo>
                  <a:pt x="248440" y="34115"/>
                </a:moveTo>
                <a:lnTo>
                  <a:pt x="248440" y="117776"/>
                </a:lnTo>
                <a:cubicBezTo>
                  <a:pt x="248440" y="121942"/>
                  <a:pt x="248725" y="124617"/>
                  <a:pt x="249293" y="125800"/>
                </a:cubicBezTo>
                <a:cubicBezTo>
                  <a:pt x="249862" y="126985"/>
                  <a:pt x="250750" y="127908"/>
                  <a:pt x="251958" y="128570"/>
                </a:cubicBezTo>
                <a:cubicBezTo>
                  <a:pt x="253167" y="129233"/>
                  <a:pt x="255524" y="129565"/>
                  <a:pt x="259030" y="129565"/>
                </a:cubicBezTo>
                <a:lnTo>
                  <a:pt x="259030" y="132194"/>
                </a:lnTo>
                <a:lnTo>
                  <a:pt x="226195" y="132194"/>
                </a:lnTo>
                <a:lnTo>
                  <a:pt x="226195" y="129565"/>
                </a:lnTo>
                <a:lnTo>
                  <a:pt x="227545" y="129565"/>
                </a:lnTo>
                <a:cubicBezTo>
                  <a:pt x="230198" y="129565"/>
                  <a:pt x="232212" y="129186"/>
                  <a:pt x="233586" y="128428"/>
                </a:cubicBezTo>
                <a:cubicBezTo>
                  <a:pt x="234534" y="127906"/>
                  <a:pt x="235292" y="126971"/>
                  <a:pt x="235860" y="125620"/>
                </a:cubicBezTo>
                <a:cubicBezTo>
                  <a:pt x="236429" y="124270"/>
                  <a:pt x="236713" y="121652"/>
                  <a:pt x="236713" y="117767"/>
                </a:cubicBezTo>
                <a:lnTo>
                  <a:pt x="236713" y="89764"/>
                </a:lnTo>
                <a:cubicBezTo>
                  <a:pt x="232402" y="94881"/>
                  <a:pt x="228635" y="98376"/>
                  <a:pt x="225413" y="100247"/>
                </a:cubicBezTo>
                <a:cubicBezTo>
                  <a:pt x="222191" y="102119"/>
                  <a:pt x="218850" y="103055"/>
                  <a:pt x="215392" y="103055"/>
                </a:cubicBezTo>
                <a:cubicBezTo>
                  <a:pt x="209090" y="103055"/>
                  <a:pt x="203463" y="100191"/>
                  <a:pt x="198512" y="94464"/>
                </a:cubicBezTo>
                <a:cubicBezTo>
                  <a:pt x="193561" y="88737"/>
                  <a:pt x="191085" y="81069"/>
                  <a:pt x="191085" y="71461"/>
                </a:cubicBezTo>
                <a:cubicBezTo>
                  <a:pt x="191085" y="60431"/>
                  <a:pt x="194354" y="51450"/>
                  <a:pt x="200893" y="44516"/>
                </a:cubicBezTo>
                <a:cubicBezTo>
                  <a:pt x="207432" y="37582"/>
                  <a:pt x="215321" y="34115"/>
                  <a:pt x="224560" y="34115"/>
                </a:cubicBezTo>
                <a:cubicBezTo>
                  <a:pt x="227261" y="34115"/>
                  <a:pt x="229748" y="34494"/>
                  <a:pt x="232023" y="35252"/>
                </a:cubicBezTo>
                <a:cubicBezTo>
                  <a:pt x="234297" y="36010"/>
                  <a:pt x="236334" y="37147"/>
                  <a:pt x="238135" y="38663"/>
                </a:cubicBezTo>
                <a:cubicBezTo>
                  <a:pt x="240883" y="37337"/>
                  <a:pt x="243513" y="35820"/>
                  <a:pt x="246024" y="34115"/>
                </a:cubicBezTo>
                <a:lnTo>
                  <a:pt x="248440" y="34115"/>
                </a:lnTo>
                <a:moveTo>
                  <a:pt x="236713" y="85298"/>
                </a:moveTo>
                <a:lnTo>
                  <a:pt x="236713" y="54777"/>
                </a:lnTo>
                <a:cubicBezTo>
                  <a:pt x="236713" y="51228"/>
                  <a:pt x="236251" y="48436"/>
                  <a:pt x="235327" y="46401"/>
                </a:cubicBezTo>
                <a:cubicBezTo>
                  <a:pt x="234403" y="44365"/>
                  <a:pt x="232757" y="42638"/>
                  <a:pt x="230388" y="41220"/>
                </a:cubicBezTo>
                <a:cubicBezTo>
                  <a:pt x="228019" y="39800"/>
                  <a:pt x="225342" y="39090"/>
                  <a:pt x="222357" y="39090"/>
                </a:cubicBezTo>
                <a:cubicBezTo>
                  <a:pt x="217050" y="39090"/>
                  <a:pt x="212501" y="41337"/>
                  <a:pt x="208711" y="45833"/>
                </a:cubicBezTo>
                <a:cubicBezTo>
                  <a:pt x="204920" y="50328"/>
                  <a:pt x="203025" y="57142"/>
                  <a:pt x="203025" y="66275"/>
                </a:cubicBezTo>
                <a:cubicBezTo>
                  <a:pt x="203025" y="75029"/>
                  <a:pt x="204956" y="81677"/>
                  <a:pt x="208817" y="86219"/>
                </a:cubicBezTo>
                <a:cubicBezTo>
                  <a:pt x="212679" y="90762"/>
                  <a:pt x="217334" y="93034"/>
                  <a:pt x="222783" y="93034"/>
                </a:cubicBezTo>
                <a:cubicBezTo>
                  <a:pt x="225579" y="93034"/>
                  <a:pt x="228066" y="92430"/>
                  <a:pt x="230246" y="91223"/>
                </a:cubicBezTo>
                <a:cubicBezTo>
                  <a:pt x="232425" y="90017"/>
                  <a:pt x="234581" y="88041"/>
                  <a:pt x="236713" y="85298"/>
                </a:cubicBezTo>
                <a:close/>
                <a:moveTo>
                  <a:pt x="261660" y="38237"/>
                </a:moveTo>
                <a:lnTo>
                  <a:pt x="338347" y="38237"/>
                </a:lnTo>
                <a:lnTo>
                  <a:pt x="338347" y="44136"/>
                </a:lnTo>
                <a:lnTo>
                  <a:pt x="261660" y="44136"/>
                </a:lnTo>
                <a:lnTo>
                  <a:pt x="261660" y="38237"/>
                </a:lnTo>
                <a:moveTo>
                  <a:pt x="261660" y="61335"/>
                </a:moveTo>
                <a:lnTo>
                  <a:pt x="338347" y="61335"/>
                </a:lnTo>
                <a:lnTo>
                  <a:pt x="338347" y="67234"/>
                </a:lnTo>
                <a:lnTo>
                  <a:pt x="261660" y="67234"/>
                </a:lnTo>
                <a:lnTo>
                  <a:pt x="261660" y="61335"/>
                </a:lnTo>
                <a:close/>
                <a:moveTo>
                  <a:pt x="409379" y="36673"/>
                </a:moveTo>
                <a:lnTo>
                  <a:pt x="395520" y="84934"/>
                </a:lnTo>
                <a:lnTo>
                  <a:pt x="393957" y="91419"/>
                </a:lnTo>
                <a:cubicBezTo>
                  <a:pt x="393815" y="92027"/>
                  <a:pt x="393744" y="92542"/>
                  <a:pt x="393744" y="92962"/>
                </a:cubicBezTo>
                <a:cubicBezTo>
                  <a:pt x="393744" y="93721"/>
                  <a:pt x="393981" y="94384"/>
                  <a:pt x="394454" y="94952"/>
                </a:cubicBezTo>
                <a:cubicBezTo>
                  <a:pt x="394833" y="95379"/>
                  <a:pt x="395307" y="95592"/>
                  <a:pt x="395876" y="95592"/>
                </a:cubicBezTo>
                <a:cubicBezTo>
                  <a:pt x="396492" y="95592"/>
                  <a:pt x="397297" y="95213"/>
                  <a:pt x="398292" y="94455"/>
                </a:cubicBezTo>
                <a:cubicBezTo>
                  <a:pt x="400140" y="93081"/>
                  <a:pt x="402604" y="90238"/>
                  <a:pt x="405684" y="85926"/>
                </a:cubicBezTo>
                <a:lnTo>
                  <a:pt x="408100" y="87632"/>
                </a:lnTo>
                <a:cubicBezTo>
                  <a:pt x="404831" y="92560"/>
                  <a:pt x="401467" y="96315"/>
                  <a:pt x="398008" y="98897"/>
                </a:cubicBezTo>
                <a:cubicBezTo>
                  <a:pt x="394549" y="101479"/>
                  <a:pt x="391351" y="102770"/>
                  <a:pt x="388413" y="102770"/>
                </a:cubicBezTo>
                <a:cubicBezTo>
                  <a:pt x="386376" y="102770"/>
                  <a:pt x="384848" y="102261"/>
                  <a:pt x="383829" y="101242"/>
                </a:cubicBezTo>
                <a:cubicBezTo>
                  <a:pt x="382810" y="100224"/>
                  <a:pt x="382301" y="98743"/>
                  <a:pt x="382301" y="96800"/>
                </a:cubicBezTo>
                <a:cubicBezTo>
                  <a:pt x="382301" y="94479"/>
                  <a:pt x="382822" y="91423"/>
                  <a:pt x="383865" y="87632"/>
                </a:cubicBezTo>
                <a:lnTo>
                  <a:pt x="385357" y="82126"/>
                </a:lnTo>
                <a:cubicBezTo>
                  <a:pt x="379150" y="90298"/>
                  <a:pt x="373441" y="96009"/>
                  <a:pt x="368229" y="99259"/>
                </a:cubicBezTo>
                <a:cubicBezTo>
                  <a:pt x="364486" y="101600"/>
                  <a:pt x="360813" y="102770"/>
                  <a:pt x="357212" y="102770"/>
                </a:cubicBezTo>
                <a:cubicBezTo>
                  <a:pt x="353754" y="102770"/>
                  <a:pt x="350769" y="101336"/>
                  <a:pt x="348257" y="98466"/>
                </a:cubicBezTo>
                <a:cubicBezTo>
                  <a:pt x="345746" y="95597"/>
                  <a:pt x="344491" y="91648"/>
                  <a:pt x="344491" y="86619"/>
                </a:cubicBezTo>
                <a:cubicBezTo>
                  <a:pt x="344491" y="79078"/>
                  <a:pt x="346753" y="71122"/>
                  <a:pt x="351278" y="62750"/>
                </a:cubicBezTo>
                <a:cubicBezTo>
                  <a:pt x="355803" y="54378"/>
                  <a:pt x="361548" y="47678"/>
                  <a:pt x="368513" y="42650"/>
                </a:cubicBezTo>
                <a:cubicBezTo>
                  <a:pt x="373962" y="38666"/>
                  <a:pt x="379103" y="36673"/>
                  <a:pt x="383936" y="36673"/>
                </a:cubicBezTo>
                <a:cubicBezTo>
                  <a:pt x="386826" y="36673"/>
                  <a:pt x="389231" y="37438"/>
                  <a:pt x="391149" y="38968"/>
                </a:cubicBezTo>
                <a:cubicBezTo>
                  <a:pt x="393068" y="40497"/>
                  <a:pt x="394525" y="43030"/>
                  <a:pt x="395520" y="46566"/>
                </a:cubicBezTo>
                <a:lnTo>
                  <a:pt x="398079" y="38379"/>
                </a:lnTo>
                <a:lnTo>
                  <a:pt x="409379" y="36673"/>
                </a:lnTo>
                <a:moveTo>
                  <a:pt x="384078" y="40227"/>
                </a:moveTo>
                <a:cubicBezTo>
                  <a:pt x="381045" y="40227"/>
                  <a:pt x="377823" y="41654"/>
                  <a:pt x="374412" y="44509"/>
                </a:cubicBezTo>
                <a:cubicBezTo>
                  <a:pt x="369579" y="48551"/>
                  <a:pt x="365279" y="54544"/>
                  <a:pt x="361512" y="62488"/>
                </a:cubicBezTo>
                <a:cubicBezTo>
                  <a:pt x="357746" y="70432"/>
                  <a:pt x="355862" y="77615"/>
                  <a:pt x="355862" y="84036"/>
                </a:cubicBezTo>
                <a:cubicBezTo>
                  <a:pt x="355862" y="87272"/>
                  <a:pt x="356668" y="89829"/>
                  <a:pt x="358279" y="91708"/>
                </a:cubicBezTo>
                <a:cubicBezTo>
                  <a:pt x="359890" y="93587"/>
                  <a:pt x="361737" y="94526"/>
                  <a:pt x="363822" y="94526"/>
                </a:cubicBezTo>
                <a:cubicBezTo>
                  <a:pt x="368987" y="94526"/>
                  <a:pt x="374601" y="90697"/>
                  <a:pt x="380666" y="83039"/>
                </a:cubicBezTo>
                <a:cubicBezTo>
                  <a:pt x="388769" y="72859"/>
                  <a:pt x="392820" y="62418"/>
                  <a:pt x="392820" y="51714"/>
                </a:cubicBezTo>
                <a:cubicBezTo>
                  <a:pt x="392820" y="47672"/>
                  <a:pt x="392038" y="44747"/>
                  <a:pt x="390474" y="42939"/>
                </a:cubicBezTo>
                <a:cubicBezTo>
                  <a:pt x="388911" y="41131"/>
                  <a:pt x="386779" y="40227"/>
                  <a:pt x="384078" y="40227"/>
                </a:cubicBezTo>
                <a:close/>
                <a:moveTo>
                  <a:pt x="421462" y="40653"/>
                </a:moveTo>
                <a:lnTo>
                  <a:pt x="445982" y="36673"/>
                </a:lnTo>
                <a:lnTo>
                  <a:pt x="435747" y="71285"/>
                </a:lnTo>
                <a:cubicBezTo>
                  <a:pt x="444039" y="57089"/>
                  <a:pt x="451573" y="47165"/>
                  <a:pt x="458348" y="41515"/>
                </a:cubicBezTo>
                <a:cubicBezTo>
                  <a:pt x="462186" y="38287"/>
                  <a:pt x="465313" y="36673"/>
                  <a:pt x="467730" y="36673"/>
                </a:cubicBezTo>
                <a:cubicBezTo>
                  <a:pt x="469293" y="36673"/>
                  <a:pt x="470525" y="37137"/>
                  <a:pt x="471426" y="38066"/>
                </a:cubicBezTo>
                <a:cubicBezTo>
                  <a:pt x="472326" y="38993"/>
                  <a:pt x="472776" y="40336"/>
                  <a:pt x="472776" y="42097"/>
                </a:cubicBezTo>
                <a:cubicBezTo>
                  <a:pt x="472776" y="45236"/>
                  <a:pt x="471970" y="48233"/>
                  <a:pt x="470359" y="51088"/>
                </a:cubicBezTo>
                <a:cubicBezTo>
                  <a:pt x="469222" y="53229"/>
                  <a:pt x="467588" y="54299"/>
                  <a:pt x="465455" y="54299"/>
                </a:cubicBezTo>
                <a:cubicBezTo>
                  <a:pt x="464366" y="54299"/>
                  <a:pt x="463430" y="53944"/>
                  <a:pt x="462648" y="53233"/>
                </a:cubicBezTo>
                <a:cubicBezTo>
                  <a:pt x="461866" y="52522"/>
                  <a:pt x="461381" y="51433"/>
                  <a:pt x="461191" y="49964"/>
                </a:cubicBezTo>
                <a:cubicBezTo>
                  <a:pt x="461096" y="49064"/>
                  <a:pt x="460883" y="48471"/>
                  <a:pt x="460551" y="48187"/>
                </a:cubicBezTo>
                <a:cubicBezTo>
                  <a:pt x="460172" y="47808"/>
                  <a:pt x="459722" y="47618"/>
                  <a:pt x="459201" y="47618"/>
                </a:cubicBezTo>
                <a:cubicBezTo>
                  <a:pt x="458396" y="47618"/>
                  <a:pt x="457638" y="47808"/>
                  <a:pt x="456927" y="48187"/>
                </a:cubicBezTo>
                <a:cubicBezTo>
                  <a:pt x="455695" y="48850"/>
                  <a:pt x="453823" y="50697"/>
                  <a:pt x="451312" y="53728"/>
                </a:cubicBezTo>
                <a:cubicBezTo>
                  <a:pt x="447379" y="58372"/>
                  <a:pt x="443115" y="64388"/>
                  <a:pt x="438519" y="71779"/>
                </a:cubicBezTo>
                <a:cubicBezTo>
                  <a:pt x="436529" y="74904"/>
                  <a:pt x="434823" y="78433"/>
                  <a:pt x="433402" y="82366"/>
                </a:cubicBezTo>
                <a:cubicBezTo>
                  <a:pt x="431412" y="87766"/>
                  <a:pt x="430275" y="91011"/>
                  <a:pt x="429990" y="92101"/>
                </a:cubicBezTo>
                <a:lnTo>
                  <a:pt x="427716" y="101065"/>
                </a:lnTo>
                <a:lnTo>
                  <a:pt x="416842" y="101065"/>
                </a:lnTo>
                <a:lnTo>
                  <a:pt x="429990" y="56858"/>
                </a:lnTo>
                <a:cubicBezTo>
                  <a:pt x="431507" y="51714"/>
                  <a:pt x="432265" y="48046"/>
                  <a:pt x="432265" y="45855"/>
                </a:cubicBezTo>
                <a:cubicBezTo>
                  <a:pt x="432265" y="44998"/>
                  <a:pt x="431909" y="44283"/>
                  <a:pt x="431199" y="43712"/>
                </a:cubicBezTo>
                <a:cubicBezTo>
                  <a:pt x="430251" y="42952"/>
                  <a:pt x="428995" y="42572"/>
                  <a:pt x="427432" y="42572"/>
                </a:cubicBezTo>
                <a:cubicBezTo>
                  <a:pt x="426437" y="42572"/>
                  <a:pt x="424613" y="42785"/>
                  <a:pt x="421959" y="43212"/>
                </a:cubicBezTo>
                <a:lnTo>
                  <a:pt x="421462" y="40653"/>
                </a:lnTo>
                <a:close/>
                <a:moveTo>
                  <a:pt x="512628" y="0"/>
                </a:moveTo>
                <a:lnTo>
                  <a:pt x="498627" y="49104"/>
                </a:lnTo>
                <a:cubicBezTo>
                  <a:pt x="503175" y="44341"/>
                  <a:pt x="507143" y="41078"/>
                  <a:pt x="510531" y="39316"/>
                </a:cubicBezTo>
                <a:cubicBezTo>
                  <a:pt x="513919" y="37554"/>
                  <a:pt x="517461" y="36673"/>
                  <a:pt x="521156" y="36673"/>
                </a:cubicBezTo>
                <a:cubicBezTo>
                  <a:pt x="526368" y="36673"/>
                  <a:pt x="530633" y="38405"/>
                  <a:pt x="533949" y="41868"/>
                </a:cubicBezTo>
                <a:cubicBezTo>
                  <a:pt x="537266" y="45330"/>
                  <a:pt x="538925" y="50025"/>
                  <a:pt x="538925" y="55954"/>
                </a:cubicBezTo>
                <a:cubicBezTo>
                  <a:pt x="538925" y="63591"/>
                  <a:pt x="536745" y="71193"/>
                  <a:pt x="532386" y="78759"/>
                </a:cubicBezTo>
                <a:cubicBezTo>
                  <a:pt x="528027" y="86324"/>
                  <a:pt x="522554" y="92217"/>
                  <a:pt x="515968" y="96438"/>
                </a:cubicBezTo>
                <a:cubicBezTo>
                  <a:pt x="509382" y="100660"/>
                  <a:pt x="502891" y="102770"/>
                  <a:pt x="496494" y="102770"/>
                </a:cubicBezTo>
                <a:cubicBezTo>
                  <a:pt x="489340" y="102770"/>
                  <a:pt x="481996" y="100070"/>
                  <a:pt x="474462" y="94668"/>
                </a:cubicBezTo>
                <a:lnTo>
                  <a:pt x="496068" y="20185"/>
                </a:lnTo>
                <a:cubicBezTo>
                  <a:pt x="497726" y="14451"/>
                  <a:pt x="498556" y="11087"/>
                  <a:pt x="498556" y="10092"/>
                </a:cubicBezTo>
                <a:cubicBezTo>
                  <a:pt x="498556" y="8860"/>
                  <a:pt x="498176" y="7936"/>
                  <a:pt x="497418" y="7320"/>
                </a:cubicBezTo>
                <a:cubicBezTo>
                  <a:pt x="496329" y="6468"/>
                  <a:pt x="494718" y="6041"/>
                  <a:pt x="492585" y="6041"/>
                </a:cubicBezTo>
                <a:cubicBezTo>
                  <a:pt x="491590" y="6041"/>
                  <a:pt x="490074" y="6207"/>
                  <a:pt x="488037" y="6539"/>
                </a:cubicBezTo>
                <a:lnTo>
                  <a:pt x="488037" y="3980"/>
                </a:lnTo>
                <a:lnTo>
                  <a:pt x="512628" y="0"/>
                </a:lnTo>
                <a:moveTo>
                  <a:pt x="485123" y="95450"/>
                </a:moveTo>
                <a:cubicBezTo>
                  <a:pt x="489861" y="98056"/>
                  <a:pt x="494031" y="99359"/>
                  <a:pt x="497632" y="99359"/>
                </a:cubicBezTo>
                <a:cubicBezTo>
                  <a:pt x="501801" y="99359"/>
                  <a:pt x="506125" y="97833"/>
                  <a:pt x="510602" y="94781"/>
                </a:cubicBezTo>
                <a:cubicBezTo>
                  <a:pt x="515080" y="91728"/>
                  <a:pt x="518965" y="86582"/>
                  <a:pt x="522258" y="79343"/>
                </a:cubicBezTo>
                <a:cubicBezTo>
                  <a:pt x="525551" y="72103"/>
                  <a:pt x="527198" y="64791"/>
                  <a:pt x="527198" y="57409"/>
                </a:cubicBezTo>
                <a:cubicBezTo>
                  <a:pt x="527198" y="53055"/>
                  <a:pt x="526120" y="49648"/>
                  <a:pt x="523964" y="47188"/>
                </a:cubicBezTo>
                <a:cubicBezTo>
                  <a:pt x="521808" y="44727"/>
                  <a:pt x="519261" y="43496"/>
                  <a:pt x="516324" y="43496"/>
                </a:cubicBezTo>
                <a:cubicBezTo>
                  <a:pt x="511917" y="43496"/>
                  <a:pt x="507605" y="45260"/>
                  <a:pt x="503388" y="48789"/>
                </a:cubicBezTo>
                <a:cubicBezTo>
                  <a:pt x="499171" y="52316"/>
                  <a:pt x="496163" y="57229"/>
                  <a:pt x="494362" y="63527"/>
                </a:cubicBezTo>
                <a:lnTo>
                  <a:pt x="485123" y="95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s_port=x">
            <a:extLst xmlns:a="http://schemas.openxmlformats.org/drawingml/2006/main">
              <a:ext uri="{FF2B5EF4-FFF2-40B4-BE49-F238E27FC236}">
                <a16:creationId xmlns:a16="http://schemas.microsoft.com/office/drawing/2014/main" id="{BD748B85-9212-4570-8C11-070B0D8D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45" y="2557174"/>
            <a:ext cx="502411" cy="117980"/>
          </a:xfrm>
          <a:custGeom xmlns:a="http://schemas.openxmlformats.org/drawingml/2006/main">
            <a:pathLst>
              <a:path w="502411" h="117980">
                <a:moveTo>
                  <a:pt x="436100" y="23738"/>
                </a:moveTo>
                <a:lnTo>
                  <a:pt x="359413" y="23738"/>
                </a:lnTo>
                <a:lnTo>
                  <a:pt x="359413" y="29637"/>
                </a:lnTo>
                <a:lnTo>
                  <a:pt x="436100" y="29637"/>
                </a:lnTo>
                <a:lnTo>
                  <a:pt x="436100" y="23738"/>
                </a:lnTo>
                <a:close/>
                <a:moveTo>
                  <a:pt x="337238" y="1169"/>
                </a:moveTo>
                <a:lnTo>
                  <a:pt x="337006" y="1730"/>
                </a:lnTo>
                <a:lnTo>
                  <a:pt x="336779" y="2275"/>
                </a:lnTo>
                <a:lnTo>
                  <a:pt x="336556" y="2805"/>
                </a:lnTo>
                <a:lnTo>
                  <a:pt x="336338" y="3319"/>
                </a:lnTo>
                <a:lnTo>
                  <a:pt x="336124" y="3818"/>
                </a:lnTo>
                <a:lnTo>
                  <a:pt x="335914" y="4301"/>
                </a:lnTo>
                <a:lnTo>
                  <a:pt x="335709" y="4769"/>
                </a:lnTo>
                <a:lnTo>
                  <a:pt x="335509" y="5220"/>
                </a:lnTo>
                <a:lnTo>
                  <a:pt x="335313" y="5657"/>
                </a:lnTo>
                <a:lnTo>
                  <a:pt x="335121" y="6077"/>
                </a:lnTo>
                <a:lnTo>
                  <a:pt x="334934" y="6482"/>
                </a:lnTo>
                <a:lnTo>
                  <a:pt x="334751" y="6872"/>
                </a:lnTo>
                <a:lnTo>
                  <a:pt x="334572" y="7246"/>
                </a:lnTo>
                <a:lnTo>
                  <a:pt x="334398" y="7604"/>
                </a:lnTo>
                <a:lnTo>
                  <a:pt x="334229" y="7946"/>
                </a:lnTo>
                <a:lnTo>
                  <a:pt x="334064" y="8273"/>
                </a:lnTo>
                <a:lnTo>
                  <a:pt x="333903" y="8585"/>
                </a:lnTo>
                <a:lnTo>
                  <a:pt x="333747" y="8881"/>
                </a:lnTo>
                <a:lnTo>
                  <a:pt x="333595" y="9161"/>
                </a:lnTo>
                <a:lnTo>
                  <a:pt x="333448" y="9425"/>
                </a:lnTo>
                <a:lnTo>
                  <a:pt x="333305" y="9674"/>
                </a:lnTo>
                <a:lnTo>
                  <a:pt x="333166" y="9908"/>
                </a:lnTo>
                <a:lnTo>
                  <a:pt x="332898" y="10333"/>
                </a:lnTo>
                <a:lnTo>
                  <a:pt x="332627" y="10754"/>
                </a:lnTo>
                <a:lnTo>
                  <a:pt x="332353" y="11169"/>
                </a:lnTo>
                <a:lnTo>
                  <a:pt x="332076" y="11580"/>
                </a:lnTo>
                <a:lnTo>
                  <a:pt x="331795" y="11986"/>
                </a:lnTo>
                <a:lnTo>
                  <a:pt x="331512" y="12387"/>
                </a:lnTo>
                <a:lnTo>
                  <a:pt x="331225" y="12784"/>
                </a:lnTo>
                <a:lnTo>
                  <a:pt x="330935" y="13175"/>
                </a:lnTo>
                <a:lnTo>
                  <a:pt x="330643" y="13562"/>
                </a:lnTo>
                <a:lnTo>
                  <a:pt x="330347" y="13944"/>
                </a:lnTo>
                <a:lnTo>
                  <a:pt x="330048" y="14321"/>
                </a:lnTo>
                <a:lnTo>
                  <a:pt x="329746" y="14693"/>
                </a:lnTo>
                <a:lnTo>
                  <a:pt x="329441" y="15060"/>
                </a:lnTo>
                <a:lnTo>
                  <a:pt x="329133" y="15423"/>
                </a:lnTo>
                <a:lnTo>
                  <a:pt x="328821" y="15781"/>
                </a:lnTo>
                <a:lnTo>
                  <a:pt x="328507" y="16134"/>
                </a:lnTo>
                <a:lnTo>
                  <a:pt x="328190" y="16482"/>
                </a:lnTo>
                <a:lnTo>
                  <a:pt x="327869" y="16825"/>
                </a:lnTo>
                <a:lnTo>
                  <a:pt x="327546" y="17163"/>
                </a:lnTo>
                <a:lnTo>
                  <a:pt x="327219" y="17497"/>
                </a:lnTo>
                <a:lnTo>
                  <a:pt x="326889" y="17826"/>
                </a:lnTo>
                <a:lnTo>
                  <a:pt x="326556" y="18150"/>
                </a:lnTo>
                <a:lnTo>
                  <a:pt x="326220" y="18469"/>
                </a:lnTo>
                <a:lnTo>
                  <a:pt x="325881" y="18783"/>
                </a:lnTo>
                <a:lnTo>
                  <a:pt x="325541" y="19091"/>
                </a:lnTo>
                <a:lnTo>
                  <a:pt x="325202" y="19392"/>
                </a:lnTo>
                <a:lnTo>
                  <a:pt x="324863" y="19685"/>
                </a:lnTo>
                <a:lnTo>
                  <a:pt x="324524" y="19970"/>
                </a:lnTo>
                <a:lnTo>
                  <a:pt x="324186" y="20248"/>
                </a:lnTo>
                <a:lnTo>
                  <a:pt x="323849" y="20518"/>
                </a:lnTo>
                <a:lnTo>
                  <a:pt x="323513" y="20781"/>
                </a:lnTo>
                <a:lnTo>
                  <a:pt x="323177" y="21036"/>
                </a:lnTo>
                <a:lnTo>
                  <a:pt x="322841" y="21284"/>
                </a:lnTo>
                <a:lnTo>
                  <a:pt x="322507" y="21524"/>
                </a:lnTo>
                <a:lnTo>
                  <a:pt x="322173" y="21757"/>
                </a:lnTo>
                <a:lnTo>
                  <a:pt x="321839" y="21982"/>
                </a:lnTo>
                <a:lnTo>
                  <a:pt x="321506" y="22199"/>
                </a:lnTo>
                <a:lnTo>
                  <a:pt x="321174" y="22409"/>
                </a:lnTo>
                <a:lnTo>
                  <a:pt x="320843" y="22612"/>
                </a:lnTo>
                <a:lnTo>
                  <a:pt x="320512" y="22807"/>
                </a:lnTo>
                <a:lnTo>
                  <a:pt x="320181" y="22994"/>
                </a:lnTo>
                <a:lnTo>
                  <a:pt x="319851" y="23174"/>
                </a:lnTo>
                <a:lnTo>
                  <a:pt x="319522" y="23346"/>
                </a:lnTo>
                <a:lnTo>
                  <a:pt x="319194" y="23510"/>
                </a:lnTo>
                <a:lnTo>
                  <a:pt x="318866" y="23668"/>
                </a:lnTo>
                <a:lnTo>
                  <a:pt x="318539" y="23817"/>
                </a:lnTo>
                <a:lnTo>
                  <a:pt x="318212" y="23959"/>
                </a:lnTo>
                <a:lnTo>
                  <a:pt x="317886" y="24093"/>
                </a:lnTo>
                <a:lnTo>
                  <a:pt x="317886" y="26439"/>
                </a:lnTo>
                <a:lnTo>
                  <a:pt x="328191" y="26439"/>
                </a:lnTo>
                <a:lnTo>
                  <a:pt x="328191" y="70270"/>
                </a:lnTo>
                <a:lnTo>
                  <a:pt x="328194" y="70851"/>
                </a:lnTo>
                <a:lnTo>
                  <a:pt x="328202" y="71419"/>
                </a:lnTo>
                <a:lnTo>
                  <a:pt x="328215" y="71974"/>
                </a:lnTo>
                <a:lnTo>
                  <a:pt x="328233" y="72517"/>
                </a:lnTo>
                <a:lnTo>
                  <a:pt x="328256" y="73047"/>
                </a:lnTo>
                <a:lnTo>
                  <a:pt x="328285" y="73564"/>
                </a:lnTo>
                <a:lnTo>
                  <a:pt x="328318" y="74068"/>
                </a:lnTo>
                <a:lnTo>
                  <a:pt x="328357" y="74560"/>
                </a:lnTo>
                <a:lnTo>
                  <a:pt x="328401" y="75039"/>
                </a:lnTo>
                <a:lnTo>
                  <a:pt x="328450" y="75505"/>
                </a:lnTo>
                <a:lnTo>
                  <a:pt x="328505" y="75959"/>
                </a:lnTo>
                <a:lnTo>
                  <a:pt x="328564" y="76399"/>
                </a:lnTo>
                <a:lnTo>
                  <a:pt x="328629" y="76827"/>
                </a:lnTo>
                <a:lnTo>
                  <a:pt x="328699" y="77243"/>
                </a:lnTo>
                <a:lnTo>
                  <a:pt x="328774" y="77645"/>
                </a:lnTo>
                <a:lnTo>
                  <a:pt x="328855" y="78035"/>
                </a:lnTo>
                <a:lnTo>
                  <a:pt x="328940" y="78412"/>
                </a:lnTo>
                <a:lnTo>
                  <a:pt x="329031" y="78777"/>
                </a:lnTo>
                <a:lnTo>
                  <a:pt x="329127" y="79128"/>
                </a:lnTo>
                <a:lnTo>
                  <a:pt x="329228" y="79467"/>
                </a:lnTo>
                <a:lnTo>
                  <a:pt x="329334" y="79793"/>
                </a:lnTo>
                <a:lnTo>
                  <a:pt x="329445" y="80107"/>
                </a:lnTo>
                <a:lnTo>
                  <a:pt x="329562" y="80408"/>
                </a:lnTo>
                <a:lnTo>
                  <a:pt x="329684" y="80696"/>
                </a:lnTo>
                <a:lnTo>
                  <a:pt x="329811" y="80975"/>
                </a:lnTo>
                <a:lnTo>
                  <a:pt x="329944" y="81248"/>
                </a:lnTo>
                <a:lnTo>
                  <a:pt x="330082" y="81516"/>
                </a:lnTo>
                <a:lnTo>
                  <a:pt x="330227" y="81778"/>
                </a:lnTo>
                <a:lnTo>
                  <a:pt x="330377" y="82036"/>
                </a:lnTo>
                <a:lnTo>
                  <a:pt x="330532" y="82287"/>
                </a:lnTo>
                <a:lnTo>
                  <a:pt x="330693" y="82533"/>
                </a:lnTo>
                <a:lnTo>
                  <a:pt x="330860" y="82774"/>
                </a:lnTo>
                <a:lnTo>
                  <a:pt x="331033" y="83010"/>
                </a:lnTo>
                <a:lnTo>
                  <a:pt x="331211" y="83240"/>
                </a:lnTo>
                <a:lnTo>
                  <a:pt x="331395" y="83464"/>
                </a:lnTo>
                <a:lnTo>
                  <a:pt x="331585" y="83683"/>
                </a:lnTo>
                <a:lnTo>
                  <a:pt x="331780" y="83897"/>
                </a:lnTo>
                <a:lnTo>
                  <a:pt x="331981" y="84105"/>
                </a:lnTo>
                <a:lnTo>
                  <a:pt x="332188" y="84308"/>
                </a:lnTo>
                <a:lnTo>
                  <a:pt x="332400" y="84505"/>
                </a:lnTo>
                <a:lnTo>
                  <a:pt x="332618" y="84697"/>
                </a:lnTo>
                <a:lnTo>
                  <a:pt x="332842" y="84884"/>
                </a:lnTo>
                <a:lnTo>
                  <a:pt x="333071" y="85065"/>
                </a:lnTo>
                <a:lnTo>
                  <a:pt x="333307" y="85240"/>
                </a:lnTo>
                <a:lnTo>
                  <a:pt x="333547" y="85410"/>
                </a:lnTo>
                <a:lnTo>
                  <a:pt x="333794" y="85575"/>
                </a:lnTo>
                <a:lnTo>
                  <a:pt x="334046" y="85735"/>
                </a:lnTo>
                <a:lnTo>
                  <a:pt x="334303" y="85889"/>
                </a:lnTo>
                <a:lnTo>
                  <a:pt x="334564" y="86037"/>
                </a:lnTo>
                <a:lnTo>
                  <a:pt x="334826" y="86178"/>
                </a:lnTo>
                <a:lnTo>
                  <a:pt x="335088" y="86314"/>
                </a:lnTo>
                <a:lnTo>
                  <a:pt x="335350" y="86443"/>
                </a:lnTo>
                <a:lnTo>
                  <a:pt x="335613" y="86566"/>
                </a:lnTo>
                <a:lnTo>
                  <a:pt x="335876" y="86682"/>
                </a:lnTo>
                <a:lnTo>
                  <a:pt x="336140" y="86793"/>
                </a:lnTo>
                <a:lnTo>
                  <a:pt x="336404" y="86897"/>
                </a:lnTo>
                <a:lnTo>
                  <a:pt x="336669" y="86994"/>
                </a:lnTo>
                <a:lnTo>
                  <a:pt x="336934" y="87086"/>
                </a:lnTo>
                <a:lnTo>
                  <a:pt x="337200" y="87171"/>
                </a:lnTo>
                <a:lnTo>
                  <a:pt x="337466" y="87249"/>
                </a:lnTo>
                <a:lnTo>
                  <a:pt x="337733" y="87322"/>
                </a:lnTo>
                <a:lnTo>
                  <a:pt x="338000" y="87388"/>
                </a:lnTo>
                <a:lnTo>
                  <a:pt x="338268" y="87448"/>
                </a:lnTo>
                <a:lnTo>
                  <a:pt x="338536" y="87502"/>
                </a:lnTo>
                <a:lnTo>
                  <a:pt x="338805" y="87549"/>
                </a:lnTo>
                <a:lnTo>
                  <a:pt x="339074" y="87590"/>
                </a:lnTo>
                <a:lnTo>
                  <a:pt x="339344" y="87624"/>
                </a:lnTo>
                <a:lnTo>
                  <a:pt x="339614" y="87653"/>
                </a:lnTo>
                <a:lnTo>
                  <a:pt x="339885" y="87675"/>
                </a:lnTo>
                <a:lnTo>
                  <a:pt x="340156" y="87691"/>
                </a:lnTo>
                <a:lnTo>
                  <a:pt x="340428" y="87700"/>
                </a:lnTo>
                <a:lnTo>
                  <a:pt x="340700" y="87703"/>
                </a:lnTo>
                <a:lnTo>
                  <a:pt x="341102" y="87697"/>
                </a:lnTo>
                <a:lnTo>
                  <a:pt x="341503" y="87678"/>
                </a:lnTo>
                <a:lnTo>
                  <a:pt x="341904" y="87647"/>
                </a:lnTo>
                <a:lnTo>
                  <a:pt x="342303" y="87604"/>
                </a:lnTo>
                <a:lnTo>
                  <a:pt x="342701" y="87548"/>
                </a:lnTo>
                <a:lnTo>
                  <a:pt x="343099" y="87479"/>
                </a:lnTo>
                <a:lnTo>
                  <a:pt x="343495" y="87399"/>
                </a:lnTo>
                <a:lnTo>
                  <a:pt x="343890" y="87306"/>
                </a:lnTo>
                <a:lnTo>
                  <a:pt x="344285" y="87200"/>
                </a:lnTo>
                <a:lnTo>
                  <a:pt x="344678" y="87082"/>
                </a:lnTo>
                <a:lnTo>
                  <a:pt x="345070" y="86951"/>
                </a:lnTo>
                <a:lnTo>
                  <a:pt x="345462" y="86809"/>
                </a:lnTo>
                <a:lnTo>
                  <a:pt x="345852" y="86653"/>
                </a:lnTo>
                <a:lnTo>
                  <a:pt x="346242" y="86486"/>
                </a:lnTo>
                <a:lnTo>
                  <a:pt x="346630" y="86305"/>
                </a:lnTo>
                <a:lnTo>
                  <a:pt x="347018" y="86113"/>
                </a:lnTo>
                <a:lnTo>
                  <a:pt x="347404" y="85908"/>
                </a:lnTo>
                <a:lnTo>
                  <a:pt x="347789" y="85690"/>
                </a:lnTo>
                <a:lnTo>
                  <a:pt x="348174" y="85461"/>
                </a:lnTo>
                <a:lnTo>
                  <a:pt x="348557" y="85218"/>
                </a:lnTo>
                <a:lnTo>
                  <a:pt x="348940" y="84964"/>
                </a:lnTo>
                <a:lnTo>
                  <a:pt x="349321" y="84697"/>
                </a:lnTo>
                <a:lnTo>
                  <a:pt x="349702" y="84417"/>
                </a:lnTo>
                <a:lnTo>
                  <a:pt x="350082" y="84125"/>
                </a:lnTo>
                <a:lnTo>
                  <a:pt x="350457" y="83821"/>
                </a:lnTo>
                <a:lnTo>
                  <a:pt x="350825" y="83505"/>
                </a:lnTo>
                <a:lnTo>
                  <a:pt x="351186" y="83177"/>
                </a:lnTo>
                <a:lnTo>
                  <a:pt x="351540" y="82837"/>
                </a:lnTo>
                <a:lnTo>
                  <a:pt x="351887" y="82486"/>
                </a:lnTo>
                <a:lnTo>
                  <a:pt x="352227" y="82122"/>
                </a:lnTo>
                <a:lnTo>
                  <a:pt x="352560" y="81747"/>
                </a:lnTo>
                <a:lnTo>
                  <a:pt x="352885" y="81360"/>
                </a:lnTo>
                <a:lnTo>
                  <a:pt x="353203" y="80961"/>
                </a:lnTo>
                <a:lnTo>
                  <a:pt x="353514" y="80550"/>
                </a:lnTo>
                <a:lnTo>
                  <a:pt x="353818" y="80128"/>
                </a:lnTo>
                <a:lnTo>
                  <a:pt x="354115" y="79694"/>
                </a:lnTo>
                <a:lnTo>
                  <a:pt x="354404" y="79247"/>
                </a:lnTo>
                <a:lnTo>
                  <a:pt x="354687" y="78790"/>
                </a:lnTo>
                <a:lnTo>
                  <a:pt x="354962" y="78320"/>
                </a:lnTo>
                <a:lnTo>
                  <a:pt x="355230" y="77838"/>
                </a:lnTo>
                <a:lnTo>
                  <a:pt x="355491" y="77345"/>
                </a:lnTo>
                <a:lnTo>
                  <a:pt x="355745" y="76839"/>
                </a:lnTo>
                <a:lnTo>
                  <a:pt x="355992" y="76322"/>
                </a:lnTo>
                <a:lnTo>
                  <a:pt x="356231" y="75794"/>
                </a:lnTo>
                <a:lnTo>
                  <a:pt x="356464" y="75253"/>
                </a:lnTo>
                <a:lnTo>
                  <a:pt x="356689" y="74700"/>
                </a:lnTo>
                <a:lnTo>
                  <a:pt x="356907" y="74136"/>
                </a:lnTo>
                <a:lnTo>
                  <a:pt x="357118" y="73560"/>
                </a:lnTo>
                <a:lnTo>
                  <a:pt x="354346" y="73560"/>
                </a:lnTo>
                <a:lnTo>
                  <a:pt x="354243" y="73794"/>
                </a:lnTo>
                <a:lnTo>
                  <a:pt x="354138" y="74024"/>
                </a:lnTo>
                <a:lnTo>
                  <a:pt x="354028" y="74249"/>
                </a:lnTo>
                <a:lnTo>
                  <a:pt x="353915" y="74469"/>
                </a:lnTo>
                <a:lnTo>
                  <a:pt x="353799" y="74684"/>
                </a:lnTo>
                <a:lnTo>
                  <a:pt x="353680" y="74895"/>
                </a:lnTo>
                <a:lnTo>
                  <a:pt x="353556" y="75100"/>
                </a:lnTo>
                <a:lnTo>
                  <a:pt x="353430" y="75301"/>
                </a:lnTo>
                <a:lnTo>
                  <a:pt x="353300" y="75497"/>
                </a:lnTo>
                <a:lnTo>
                  <a:pt x="353166" y="75688"/>
                </a:lnTo>
                <a:lnTo>
                  <a:pt x="353029" y="75875"/>
                </a:lnTo>
                <a:lnTo>
                  <a:pt x="352889" y="76056"/>
                </a:lnTo>
                <a:lnTo>
                  <a:pt x="352745" y="76233"/>
                </a:lnTo>
                <a:lnTo>
                  <a:pt x="352598" y="76405"/>
                </a:lnTo>
                <a:lnTo>
                  <a:pt x="352447" y="76572"/>
                </a:lnTo>
                <a:lnTo>
                  <a:pt x="352293" y="76734"/>
                </a:lnTo>
                <a:lnTo>
                  <a:pt x="352135" y="76892"/>
                </a:lnTo>
                <a:lnTo>
                  <a:pt x="351974" y="77045"/>
                </a:lnTo>
                <a:lnTo>
                  <a:pt x="351809" y="77192"/>
                </a:lnTo>
                <a:lnTo>
                  <a:pt x="351641" y="77335"/>
                </a:lnTo>
                <a:lnTo>
                  <a:pt x="351470" y="77474"/>
                </a:lnTo>
                <a:lnTo>
                  <a:pt x="351295" y="77607"/>
                </a:lnTo>
                <a:lnTo>
                  <a:pt x="351116" y="77736"/>
                </a:lnTo>
                <a:lnTo>
                  <a:pt x="350934" y="77860"/>
                </a:lnTo>
                <a:lnTo>
                  <a:pt x="350751" y="77979"/>
                </a:lnTo>
                <a:lnTo>
                  <a:pt x="350566" y="78092"/>
                </a:lnTo>
                <a:lnTo>
                  <a:pt x="350381" y="78201"/>
                </a:lnTo>
                <a:lnTo>
                  <a:pt x="350196" y="78305"/>
                </a:lnTo>
                <a:lnTo>
                  <a:pt x="350010" y="78403"/>
                </a:lnTo>
                <a:lnTo>
                  <a:pt x="349824" y="78497"/>
                </a:lnTo>
                <a:lnTo>
                  <a:pt x="349637" y="78586"/>
                </a:lnTo>
                <a:lnTo>
                  <a:pt x="349450" y="78669"/>
                </a:lnTo>
                <a:lnTo>
                  <a:pt x="349262" y="78747"/>
                </a:lnTo>
                <a:lnTo>
                  <a:pt x="349074" y="78821"/>
                </a:lnTo>
                <a:lnTo>
                  <a:pt x="348885" y="78889"/>
                </a:lnTo>
                <a:lnTo>
                  <a:pt x="348696" y="78952"/>
                </a:lnTo>
                <a:lnTo>
                  <a:pt x="348506" y="79011"/>
                </a:lnTo>
                <a:lnTo>
                  <a:pt x="348316" y="79064"/>
                </a:lnTo>
                <a:lnTo>
                  <a:pt x="348125" y="79112"/>
                </a:lnTo>
                <a:lnTo>
                  <a:pt x="347934" y="79155"/>
                </a:lnTo>
                <a:lnTo>
                  <a:pt x="347742" y="79193"/>
                </a:lnTo>
                <a:lnTo>
                  <a:pt x="347550" y="79226"/>
                </a:lnTo>
                <a:lnTo>
                  <a:pt x="347357" y="79253"/>
                </a:lnTo>
                <a:lnTo>
                  <a:pt x="347164" y="79276"/>
                </a:lnTo>
                <a:lnTo>
                  <a:pt x="346970" y="79294"/>
                </a:lnTo>
                <a:lnTo>
                  <a:pt x="346776" y="79306"/>
                </a:lnTo>
                <a:lnTo>
                  <a:pt x="346581" y="79314"/>
                </a:lnTo>
                <a:lnTo>
                  <a:pt x="346386" y="79317"/>
                </a:lnTo>
                <a:lnTo>
                  <a:pt x="346151" y="79313"/>
                </a:lnTo>
                <a:lnTo>
                  <a:pt x="345919" y="79301"/>
                </a:lnTo>
                <a:lnTo>
                  <a:pt x="345691" y="79282"/>
                </a:lnTo>
                <a:lnTo>
                  <a:pt x="345467" y="79256"/>
                </a:lnTo>
                <a:lnTo>
                  <a:pt x="345246" y="79221"/>
                </a:lnTo>
                <a:lnTo>
                  <a:pt x="345029" y="79179"/>
                </a:lnTo>
                <a:lnTo>
                  <a:pt x="344815" y="79130"/>
                </a:lnTo>
                <a:lnTo>
                  <a:pt x="344605" y="79072"/>
                </a:lnTo>
                <a:lnTo>
                  <a:pt x="344399" y="79007"/>
                </a:lnTo>
                <a:lnTo>
                  <a:pt x="344196" y="78935"/>
                </a:lnTo>
                <a:lnTo>
                  <a:pt x="343996" y="78855"/>
                </a:lnTo>
                <a:lnTo>
                  <a:pt x="343801" y="78767"/>
                </a:lnTo>
                <a:lnTo>
                  <a:pt x="343608" y="78671"/>
                </a:lnTo>
                <a:lnTo>
                  <a:pt x="343420" y="78568"/>
                </a:lnTo>
                <a:lnTo>
                  <a:pt x="343235" y="78458"/>
                </a:lnTo>
                <a:lnTo>
                  <a:pt x="343053" y="78339"/>
                </a:lnTo>
                <a:lnTo>
                  <a:pt x="342875" y="78213"/>
                </a:lnTo>
                <a:lnTo>
                  <a:pt x="342701" y="78080"/>
                </a:lnTo>
                <a:lnTo>
                  <a:pt x="342530" y="77939"/>
                </a:lnTo>
                <a:lnTo>
                  <a:pt x="342363" y="77790"/>
                </a:lnTo>
                <a:lnTo>
                  <a:pt x="342200" y="77633"/>
                </a:lnTo>
                <a:lnTo>
                  <a:pt x="342040" y="77469"/>
                </a:lnTo>
                <a:lnTo>
                  <a:pt x="341883" y="77297"/>
                </a:lnTo>
                <a:lnTo>
                  <a:pt x="341731" y="77118"/>
                </a:lnTo>
                <a:lnTo>
                  <a:pt x="341583" y="76927"/>
                </a:lnTo>
                <a:lnTo>
                  <a:pt x="341441" y="76722"/>
                </a:lnTo>
                <a:lnTo>
                  <a:pt x="341306" y="76503"/>
                </a:lnTo>
                <a:lnTo>
                  <a:pt x="341177" y="76270"/>
                </a:lnTo>
                <a:lnTo>
                  <a:pt x="341054" y="76022"/>
                </a:lnTo>
                <a:lnTo>
                  <a:pt x="340938" y="75760"/>
                </a:lnTo>
                <a:lnTo>
                  <a:pt x="340828" y="75484"/>
                </a:lnTo>
                <a:lnTo>
                  <a:pt x="340724" y="75193"/>
                </a:lnTo>
                <a:lnTo>
                  <a:pt x="340626" y="74888"/>
                </a:lnTo>
                <a:lnTo>
                  <a:pt x="340535" y="74569"/>
                </a:lnTo>
                <a:lnTo>
                  <a:pt x="340450" y="74235"/>
                </a:lnTo>
                <a:lnTo>
                  <a:pt x="340371" y="73887"/>
                </a:lnTo>
                <a:lnTo>
                  <a:pt x="340299" y="73525"/>
                </a:lnTo>
                <a:lnTo>
                  <a:pt x="340233" y="73149"/>
                </a:lnTo>
                <a:lnTo>
                  <a:pt x="340173" y="72758"/>
                </a:lnTo>
                <a:lnTo>
                  <a:pt x="340120" y="72353"/>
                </a:lnTo>
                <a:lnTo>
                  <a:pt x="340072" y="71934"/>
                </a:lnTo>
                <a:lnTo>
                  <a:pt x="340031" y="71500"/>
                </a:lnTo>
                <a:lnTo>
                  <a:pt x="339997" y="71052"/>
                </a:lnTo>
                <a:lnTo>
                  <a:pt x="339969" y="70590"/>
                </a:lnTo>
                <a:lnTo>
                  <a:pt x="339947" y="70113"/>
                </a:lnTo>
                <a:lnTo>
                  <a:pt x="339931" y="69623"/>
                </a:lnTo>
                <a:lnTo>
                  <a:pt x="339921" y="69117"/>
                </a:lnTo>
                <a:lnTo>
                  <a:pt x="339918" y="68598"/>
                </a:lnTo>
                <a:lnTo>
                  <a:pt x="339918" y="26439"/>
                </a:lnTo>
                <a:lnTo>
                  <a:pt x="355128" y="26439"/>
                </a:lnTo>
                <a:lnTo>
                  <a:pt x="355128" y="21464"/>
                </a:lnTo>
                <a:lnTo>
                  <a:pt x="339918" y="21464"/>
                </a:lnTo>
                <a:lnTo>
                  <a:pt x="339918" y="0"/>
                </a:lnTo>
                <a:lnTo>
                  <a:pt x="337715" y="0"/>
                </a:lnTo>
                <a:lnTo>
                  <a:pt x="337474" y="592"/>
                </a:lnTo>
                <a:lnTo>
                  <a:pt x="337238" y="1169"/>
                </a:lnTo>
                <a:close/>
                <a:moveTo>
                  <a:pt x="436100" y="46837"/>
                </a:moveTo>
                <a:lnTo>
                  <a:pt x="359413" y="46837"/>
                </a:lnTo>
                <a:lnTo>
                  <a:pt x="359413" y="52736"/>
                </a:lnTo>
                <a:lnTo>
                  <a:pt x="436100" y="52736"/>
                </a:lnTo>
                <a:lnTo>
                  <a:pt x="436100" y="46837"/>
                </a:lnTo>
                <a:close/>
                <a:moveTo>
                  <a:pt x="269858" y="30026"/>
                </a:moveTo>
                <a:lnTo>
                  <a:pt x="270086" y="29942"/>
                </a:lnTo>
                <a:lnTo>
                  <a:pt x="270312" y="29863"/>
                </a:lnTo>
                <a:lnTo>
                  <a:pt x="270537" y="29787"/>
                </a:lnTo>
                <a:lnTo>
                  <a:pt x="270759" y="29715"/>
                </a:lnTo>
                <a:lnTo>
                  <a:pt x="270979" y="29647"/>
                </a:lnTo>
                <a:lnTo>
                  <a:pt x="271197" y="29582"/>
                </a:lnTo>
                <a:lnTo>
                  <a:pt x="271413" y="29521"/>
                </a:lnTo>
                <a:lnTo>
                  <a:pt x="271627" y="29464"/>
                </a:lnTo>
                <a:lnTo>
                  <a:pt x="271840" y="29411"/>
                </a:lnTo>
                <a:lnTo>
                  <a:pt x="272050" y="29361"/>
                </a:lnTo>
                <a:lnTo>
                  <a:pt x="272258" y="29315"/>
                </a:lnTo>
                <a:lnTo>
                  <a:pt x="272464" y="29272"/>
                </a:lnTo>
                <a:lnTo>
                  <a:pt x="272669" y="29233"/>
                </a:lnTo>
                <a:lnTo>
                  <a:pt x="272871" y="29198"/>
                </a:lnTo>
                <a:lnTo>
                  <a:pt x="273071" y="29167"/>
                </a:lnTo>
                <a:lnTo>
                  <a:pt x="273270" y="29139"/>
                </a:lnTo>
                <a:lnTo>
                  <a:pt x="273466" y="29115"/>
                </a:lnTo>
                <a:lnTo>
                  <a:pt x="273661" y="29095"/>
                </a:lnTo>
                <a:lnTo>
                  <a:pt x="273853" y="29078"/>
                </a:lnTo>
                <a:lnTo>
                  <a:pt x="274044" y="29065"/>
                </a:lnTo>
                <a:lnTo>
                  <a:pt x="274232" y="29056"/>
                </a:lnTo>
                <a:lnTo>
                  <a:pt x="274419" y="29050"/>
                </a:lnTo>
                <a:lnTo>
                  <a:pt x="274603" y="29049"/>
                </a:lnTo>
                <a:lnTo>
                  <a:pt x="274756" y="29050"/>
                </a:lnTo>
                <a:lnTo>
                  <a:pt x="274907" y="29055"/>
                </a:lnTo>
                <a:lnTo>
                  <a:pt x="275056" y="29064"/>
                </a:lnTo>
                <a:lnTo>
                  <a:pt x="275203" y="29076"/>
                </a:lnTo>
                <a:lnTo>
                  <a:pt x="275347" y="29092"/>
                </a:lnTo>
                <a:lnTo>
                  <a:pt x="275490" y="29111"/>
                </a:lnTo>
                <a:lnTo>
                  <a:pt x="275630" y="29133"/>
                </a:lnTo>
                <a:lnTo>
                  <a:pt x="275768" y="29159"/>
                </a:lnTo>
                <a:lnTo>
                  <a:pt x="275904" y="29188"/>
                </a:lnTo>
                <a:lnTo>
                  <a:pt x="276038" y="29221"/>
                </a:lnTo>
                <a:lnTo>
                  <a:pt x="276170" y="29257"/>
                </a:lnTo>
                <a:lnTo>
                  <a:pt x="276300" y="29297"/>
                </a:lnTo>
                <a:lnTo>
                  <a:pt x="276428" y="29340"/>
                </a:lnTo>
                <a:lnTo>
                  <a:pt x="276554" y="29386"/>
                </a:lnTo>
                <a:lnTo>
                  <a:pt x="276677" y="29436"/>
                </a:lnTo>
                <a:lnTo>
                  <a:pt x="276799" y="29490"/>
                </a:lnTo>
                <a:lnTo>
                  <a:pt x="276918" y="29547"/>
                </a:lnTo>
                <a:lnTo>
                  <a:pt x="277035" y="29607"/>
                </a:lnTo>
                <a:lnTo>
                  <a:pt x="277151" y="29671"/>
                </a:lnTo>
                <a:lnTo>
                  <a:pt x="277264" y="29738"/>
                </a:lnTo>
                <a:lnTo>
                  <a:pt x="277375" y="29809"/>
                </a:lnTo>
                <a:lnTo>
                  <a:pt x="277484" y="29883"/>
                </a:lnTo>
                <a:lnTo>
                  <a:pt x="277590" y="29960"/>
                </a:lnTo>
                <a:lnTo>
                  <a:pt x="277695" y="30041"/>
                </a:lnTo>
                <a:lnTo>
                  <a:pt x="277797" y="30126"/>
                </a:lnTo>
                <a:lnTo>
                  <a:pt x="277897" y="30215"/>
                </a:lnTo>
                <a:lnTo>
                  <a:pt x="277994" y="30308"/>
                </a:lnTo>
                <a:lnTo>
                  <a:pt x="278088" y="30405"/>
                </a:lnTo>
                <a:lnTo>
                  <a:pt x="278179" y="30506"/>
                </a:lnTo>
                <a:lnTo>
                  <a:pt x="278268" y="30611"/>
                </a:lnTo>
                <a:lnTo>
                  <a:pt x="278354" y="30720"/>
                </a:lnTo>
                <a:lnTo>
                  <a:pt x="278437" y="30833"/>
                </a:lnTo>
                <a:lnTo>
                  <a:pt x="278518" y="30951"/>
                </a:lnTo>
                <a:lnTo>
                  <a:pt x="278596" y="31072"/>
                </a:lnTo>
                <a:lnTo>
                  <a:pt x="278671" y="31197"/>
                </a:lnTo>
                <a:lnTo>
                  <a:pt x="278743" y="31327"/>
                </a:lnTo>
                <a:lnTo>
                  <a:pt x="278813" y="31460"/>
                </a:lnTo>
                <a:lnTo>
                  <a:pt x="278880" y="31598"/>
                </a:lnTo>
                <a:lnTo>
                  <a:pt x="278944" y="31740"/>
                </a:lnTo>
                <a:lnTo>
                  <a:pt x="279006" y="31885"/>
                </a:lnTo>
                <a:lnTo>
                  <a:pt x="279065" y="32035"/>
                </a:lnTo>
                <a:lnTo>
                  <a:pt x="279121" y="32189"/>
                </a:lnTo>
                <a:lnTo>
                  <a:pt x="279174" y="32347"/>
                </a:lnTo>
                <a:lnTo>
                  <a:pt x="279225" y="32509"/>
                </a:lnTo>
                <a:lnTo>
                  <a:pt x="279273" y="32675"/>
                </a:lnTo>
                <a:lnTo>
                  <a:pt x="279318" y="32845"/>
                </a:lnTo>
                <a:lnTo>
                  <a:pt x="279361" y="33019"/>
                </a:lnTo>
                <a:lnTo>
                  <a:pt x="279401" y="33197"/>
                </a:lnTo>
                <a:lnTo>
                  <a:pt x="279439" y="33393"/>
                </a:lnTo>
                <a:lnTo>
                  <a:pt x="279475" y="33621"/>
                </a:lnTo>
                <a:lnTo>
                  <a:pt x="279509" y="33881"/>
                </a:lnTo>
                <a:lnTo>
                  <a:pt x="279542" y="34173"/>
                </a:lnTo>
                <a:lnTo>
                  <a:pt x="279573" y="34497"/>
                </a:lnTo>
                <a:lnTo>
                  <a:pt x="279603" y="34852"/>
                </a:lnTo>
                <a:lnTo>
                  <a:pt x="279631" y="35239"/>
                </a:lnTo>
                <a:lnTo>
                  <a:pt x="279657" y="35659"/>
                </a:lnTo>
                <a:lnTo>
                  <a:pt x="279682" y="36110"/>
                </a:lnTo>
                <a:lnTo>
                  <a:pt x="279706" y="36593"/>
                </a:lnTo>
                <a:lnTo>
                  <a:pt x="279727" y="37108"/>
                </a:lnTo>
                <a:lnTo>
                  <a:pt x="279747" y="37655"/>
                </a:lnTo>
                <a:lnTo>
                  <a:pt x="279766" y="38234"/>
                </a:lnTo>
                <a:lnTo>
                  <a:pt x="279783" y="38844"/>
                </a:lnTo>
                <a:lnTo>
                  <a:pt x="279798" y="39487"/>
                </a:lnTo>
                <a:lnTo>
                  <a:pt x="279811" y="40161"/>
                </a:lnTo>
                <a:lnTo>
                  <a:pt x="279823" y="40868"/>
                </a:lnTo>
                <a:lnTo>
                  <a:pt x="279834" y="41606"/>
                </a:lnTo>
                <a:lnTo>
                  <a:pt x="279843" y="42376"/>
                </a:lnTo>
                <a:lnTo>
                  <a:pt x="279850" y="43178"/>
                </a:lnTo>
                <a:lnTo>
                  <a:pt x="279856" y="44012"/>
                </a:lnTo>
                <a:lnTo>
                  <a:pt x="279860" y="44878"/>
                </a:lnTo>
                <a:lnTo>
                  <a:pt x="279862" y="45776"/>
                </a:lnTo>
                <a:lnTo>
                  <a:pt x="279863" y="46706"/>
                </a:lnTo>
                <a:lnTo>
                  <a:pt x="279863" y="71881"/>
                </a:lnTo>
                <a:lnTo>
                  <a:pt x="279862" y="72346"/>
                </a:lnTo>
                <a:lnTo>
                  <a:pt x="279860" y="72795"/>
                </a:lnTo>
                <a:lnTo>
                  <a:pt x="279857" y="73229"/>
                </a:lnTo>
                <a:lnTo>
                  <a:pt x="279853" y="73647"/>
                </a:lnTo>
                <a:lnTo>
                  <a:pt x="279847" y="74050"/>
                </a:lnTo>
                <a:lnTo>
                  <a:pt x="279841" y="74438"/>
                </a:lnTo>
                <a:lnTo>
                  <a:pt x="279833" y="74810"/>
                </a:lnTo>
                <a:lnTo>
                  <a:pt x="279823" y="75166"/>
                </a:lnTo>
                <a:lnTo>
                  <a:pt x="279813" y="75507"/>
                </a:lnTo>
                <a:lnTo>
                  <a:pt x="279801" y="75832"/>
                </a:lnTo>
                <a:lnTo>
                  <a:pt x="279788" y="76142"/>
                </a:lnTo>
                <a:lnTo>
                  <a:pt x="279774" y="76437"/>
                </a:lnTo>
                <a:lnTo>
                  <a:pt x="279759" y="76715"/>
                </a:lnTo>
                <a:lnTo>
                  <a:pt x="279742" y="76979"/>
                </a:lnTo>
                <a:lnTo>
                  <a:pt x="279724" y="77227"/>
                </a:lnTo>
                <a:lnTo>
                  <a:pt x="279705" y="77459"/>
                </a:lnTo>
                <a:lnTo>
                  <a:pt x="279684" y="77676"/>
                </a:lnTo>
                <a:lnTo>
                  <a:pt x="279663" y="77877"/>
                </a:lnTo>
                <a:lnTo>
                  <a:pt x="279640" y="78063"/>
                </a:lnTo>
                <a:lnTo>
                  <a:pt x="279616" y="78233"/>
                </a:lnTo>
                <a:lnTo>
                  <a:pt x="279591" y="78388"/>
                </a:lnTo>
                <a:lnTo>
                  <a:pt x="279564" y="78527"/>
                </a:lnTo>
                <a:lnTo>
                  <a:pt x="279536" y="78651"/>
                </a:lnTo>
                <a:lnTo>
                  <a:pt x="279507" y="78759"/>
                </a:lnTo>
                <a:lnTo>
                  <a:pt x="279446" y="78964"/>
                </a:lnTo>
                <a:lnTo>
                  <a:pt x="279382" y="79164"/>
                </a:lnTo>
                <a:lnTo>
                  <a:pt x="279313" y="79359"/>
                </a:lnTo>
                <a:lnTo>
                  <a:pt x="279241" y="79549"/>
                </a:lnTo>
                <a:lnTo>
                  <a:pt x="279165" y="79735"/>
                </a:lnTo>
                <a:lnTo>
                  <a:pt x="279085" y="79916"/>
                </a:lnTo>
                <a:lnTo>
                  <a:pt x="279002" y="80093"/>
                </a:lnTo>
                <a:lnTo>
                  <a:pt x="278915" y="80265"/>
                </a:lnTo>
                <a:lnTo>
                  <a:pt x="278824" y="80432"/>
                </a:lnTo>
                <a:lnTo>
                  <a:pt x="278730" y="80594"/>
                </a:lnTo>
                <a:lnTo>
                  <a:pt x="278632" y="80752"/>
                </a:lnTo>
                <a:lnTo>
                  <a:pt x="278530" y="80905"/>
                </a:lnTo>
                <a:lnTo>
                  <a:pt x="278425" y="81054"/>
                </a:lnTo>
                <a:lnTo>
                  <a:pt x="278315" y="81197"/>
                </a:lnTo>
                <a:lnTo>
                  <a:pt x="278203" y="81336"/>
                </a:lnTo>
                <a:lnTo>
                  <a:pt x="278086" y="81471"/>
                </a:lnTo>
                <a:lnTo>
                  <a:pt x="277966" y="81600"/>
                </a:lnTo>
                <a:lnTo>
                  <a:pt x="277842" y="81725"/>
                </a:lnTo>
                <a:lnTo>
                  <a:pt x="277714" y="81846"/>
                </a:lnTo>
                <a:lnTo>
                  <a:pt x="277583" y="81961"/>
                </a:lnTo>
                <a:lnTo>
                  <a:pt x="277447" y="82072"/>
                </a:lnTo>
                <a:lnTo>
                  <a:pt x="277309" y="82179"/>
                </a:lnTo>
                <a:lnTo>
                  <a:pt x="277166" y="82280"/>
                </a:lnTo>
                <a:lnTo>
                  <a:pt x="277020" y="82377"/>
                </a:lnTo>
                <a:lnTo>
                  <a:pt x="276814" y="82504"/>
                </a:lnTo>
                <a:lnTo>
                  <a:pt x="276599" y="82626"/>
                </a:lnTo>
                <a:lnTo>
                  <a:pt x="276376" y="82743"/>
                </a:lnTo>
                <a:lnTo>
                  <a:pt x="276143" y="82854"/>
                </a:lnTo>
                <a:lnTo>
                  <a:pt x="275902" y="82959"/>
                </a:lnTo>
                <a:lnTo>
                  <a:pt x="275652" y="83059"/>
                </a:lnTo>
                <a:lnTo>
                  <a:pt x="275393" y="83154"/>
                </a:lnTo>
                <a:lnTo>
                  <a:pt x="275125" y="83243"/>
                </a:lnTo>
                <a:lnTo>
                  <a:pt x="274848" y="83327"/>
                </a:lnTo>
                <a:lnTo>
                  <a:pt x="274562" y="83406"/>
                </a:lnTo>
                <a:lnTo>
                  <a:pt x="274267" y="83479"/>
                </a:lnTo>
                <a:lnTo>
                  <a:pt x="273964" y="83547"/>
                </a:lnTo>
                <a:lnTo>
                  <a:pt x="273651" y="83609"/>
                </a:lnTo>
                <a:lnTo>
                  <a:pt x="273330" y="83666"/>
                </a:lnTo>
                <a:lnTo>
                  <a:pt x="273000" y="83717"/>
                </a:lnTo>
                <a:lnTo>
                  <a:pt x="272661" y="83763"/>
                </a:lnTo>
                <a:lnTo>
                  <a:pt x="272313" y="83804"/>
                </a:lnTo>
                <a:lnTo>
                  <a:pt x="271956" y="83839"/>
                </a:lnTo>
                <a:lnTo>
                  <a:pt x="271590" y="83869"/>
                </a:lnTo>
                <a:lnTo>
                  <a:pt x="271216" y="83893"/>
                </a:lnTo>
                <a:lnTo>
                  <a:pt x="270832" y="83912"/>
                </a:lnTo>
                <a:lnTo>
                  <a:pt x="270440" y="83925"/>
                </a:lnTo>
                <a:lnTo>
                  <a:pt x="270039" y="83934"/>
                </a:lnTo>
                <a:lnTo>
                  <a:pt x="269628" y="83936"/>
                </a:lnTo>
                <a:lnTo>
                  <a:pt x="269628" y="86566"/>
                </a:lnTo>
                <a:lnTo>
                  <a:pt x="302961" y="86566"/>
                </a:lnTo>
                <a:lnTo>
                  <a:pt x="302961" y="83936"/>
                </a:lnTo>
                <a:lnTo>
                  <a:pt x="302598" y="83934"/>
                </a:lnTo>
                <a:lnTo>
                  <a:pt x="302241" y="83927"/>
                </a:lnTo>
                <a:lnTo>
                  <a:pt x="301892" y="83916"/>
                </a:lnTo>
                <a:lnTo>
                  <a:pt x="301550" y="83901"/>
                </a:lnTo>
                <a:lnTo>
                  <a:pt x="301215" y="83881"/>
                </a:lnTo>
                <a:lnTo>
                  <a:pt x="300887" y="83857"/>
                </a:lnTo>
                <a:lnTo>
                  <a:pt x="300566" y="83828"/>
                </a:lnTo>
                <a:lnTo>
                  <a:pt x="300253" y="83795"/>
                </a:lnTo>
                <a:lnTo>
                  <a:pt x="299946" y="83757"/>
                </a:lnTo>
                <a:lnTo>
                  <a:pt x="299647" y="83715"/>
                </a:lnTo>
                <a:lnTo>
                  <a:pt x="299355" y="83668"/>
                </a:lnTo>
                <a:lnTo>
                  <a:pt x="299070" y="83618"/>
                </a:lnTo>
                <a:lnTo>
                  <a:pt x="298792" y="83562"/>
                </a:lnTo>
                <a:lnTo>
                  <a:pt x="298522" y="83502"/>
                </a:lnTo>
                <a:lnTo>
                  <a:pt x="298258" y="83438"/>
                </a:lnTo>
                <a:lnTo>
                  <a:pt x="298002" y="83370"/>
                </a:lnTo>
                <a:lnTo>
                  <a:pt x="297753" y="83297"/>
                </a:lnTo>
                <a:lnTo>
                  <a:pt x="297511" y="83219"/>
                </a:lnTo>
                <a:lnTo>
                  <a:pt x="297276" y="83137"/>
                </a:lnTo>
                <a:lnTo>
                  <a:pt x="297048" y="83051"/>
                </a:lnTo>
                <a:lnTo>
                  <a:pt x="296828" y="82960"/>
                </a:lnTo>
                <a:lnTo>
                  <a:pt x="296615" y="82865"/>
                </a:lnTo>
                <a:lnTo>
                  <a:pt x="296408" y="82765"/>
                </a:lnTo>
                <a:lnTo>
                  <a:pt x="296209" y="82661"/>
                </a:lnTo>
                <a:lnTo>
                  <a:pt x="296016" y="82554"/>
                </a:lnTo>
                <a:lnTo>
                  <a:pt x="295828" y="82444"/>
                </a:lnTo>
                <a:lnTo>
                  <a:pt x="295645" y="82332"/>
                </a:lnTo>
                <a:lnTo>
                  <a:pt x="295467" y="82218"/>
                </a:lnTo>
                <a:lnTo>
                  <a:pt x="295294" y="82102"/>
                </a:lnTo>
                <a:lnTo>
                  <a:pt x="295126" y="81983"/>
                </a:lnTo>
                <a:lnTo>
                  <a:pt x="294962" y="81862"/>
                </a:lnTo>
                <a:lnTo>
                  <a:pt x="294804" y="81739"/>
                </a:lnTo>
                <a:lnTo>
                  <a:pt x="294650" y="81614"/>
                </a:lnTo>
                <a:lnTo>
                  <a:pt x="294502" y="81487"/>
                </a:lnTo>
                <a:lnTo>
                  <a:pt x="294358" y="81357"/>
                </a:lnTo>
                <a:lnTo>
                  <a:pt x="294219" y="81225"/>
                </a:lnTo>
                <a:lnTo>
                  <a:pt x="294086" y="81091"/>
                </a:lnTo>
                <a:lnTo>
                  <a:pt x="293957" y="80955"/>
                </a:lnTo>
                <a:lnTo>
                  <a:pt x="293833" y="80816"/>
                </a:lnTo>
                <a:lnTo>
                  <a:pt x="293714" y="80675"/>
                </a:lnTo>
                <a:lnTo>
                  <a:pt x="293600" y="80532"/>
                </a:lnTo>
                <a:lnTo>
                  <a:pt x="293491" y="80387"/>
                </a:lnTo>
                <a:lnTo>
                  <a:pt x="293387" y="80240"/>
                </a:lnTo>
                <a:lnTo>
                  <a:pt x="293288" y="80090"/>
                </a:lnTo>
                <a:lnTo>
                  <a:pt x="293193" y="79939"/>
                </a:lnTo>
                <a:lnTo>
                  <a:pt x="293104" y="79785"/>
                </a:lnTo>
                <a:lnTo>
                  <a:pt x="293020" y="79628"/>
                </a:lnTo>
                <a:lnTo>
                  <a:pt x="292940" y="79470"/>
                </a:lnTo>
                <a:lnTo>
                  <a:pt x="292830" y="79235"/>
                </a:lnTo>
                <a:lnTo>
                  <a:pt x="292724" y="78991"/>
                </a:lnTo>
                <a:lnTo>
                  <a:pt x="292624" y="78738"/>
                </a:lnTo>
                <a:lnTo>
                  <a:pt x="292527" y="78475"/>
                </a:lnTo>
                <a:lnTo>
                  <a:pt x="292436" y="78204"/>
                </a:lnTo>
                <a:lnTo>
                  <a:pt x="292349" y="77923"/>
                </a:lnTo>
                <a:lnTo>
                  <a:pt x="292267" y="77634"/>
                </a:lnTo>
                <a:lnTo>
                  <a:pt x="292190" y="77335"/>
                </a:lnTo>
                <a:lnTo>
                  <a:pt x="292117" y="77027"/>
                </a:lnTo>
                <a:lnTo>
                  <a:pt x="292049" y="76711"/>
                </a:lnTo>
                <a:lnTo>
                  <a:pt x="291986" y="76385"/>
                </a:lnTo>
                <a:lnTo>
                  <a:pt x="291927" y="76049"/>
                </a:lnTo>
                <a:lnTo>
                  <a:pt x="291873" y="75705"/>
                </a:lnTo>
                <a:lnTo>
                  <a:pt x="291824" y="75352"/>
                </a:lnTo>
                <a:lnTo>
                  <a:pt x="291780" y="74990"/>
                </a:lnTo>
                <a:lnTo>
                  <a:pt x="291740" y="74618"/>
                </a:lnTo>
                <a:lnTo>
                  <a:pt x="291705" y="74238"/>
                </a:lnTo>
                <a:lnTo>
                  <a:pt x="291674" y="73848"/>
                </a:lnTo>
                <a:lnTo>
                  <a:pt x="291648" y="73449"/>
                </a:lnTo>
                <a:lnTo>
                  <a:pt x="291627" y="73041"/>
                </a:lnTo>
                <a:lnTo>
                  <a:pt x="291611" y="72624"/>
                </a:lnTo>
                <a:lnTo>
                  <a:pt x="291599" y="72198"/>
                </a:lnTo>
                <a:lnTo>
                  <a:pt x="291592" y="71763"/>
                </a:lnTo>
                <a:lnTo>
                  <a:pt x="291590" y="71319"/>
                </a:lnTo>
                <a:lnTo>
                  <a:pt x="291590" y="40198"/>
                </a:lnTo>
                <a:lnTo>
                  <a:pt x="291874" y="39649"/>
                </a:lnTo>
                <a:lnTo>
                  <a:pt x="292157" y="39114"/>
                </a:lnTo>
                <a:lnTo>
                  <a:pt x="292439" y="38591"/>
                </a:lnTo>
                <a:lnTo>
                  <a:pt x="292721" y="38081"/>
                </a:lnTo>
                <a:lnTo>
                  <a:pt x="293002" y="37585"/>
                </a:lnTo>
                <a:lnTo>
                  <a:pt x="293282" y="37101"/>
                </a:lnTo>
                <a:lnTo>
                  <a:pt x="293562" y="36631"/>
                </a:lnTo>
                <a:lnTo>
                  <a:pt x="293840" y="36173"/>
                </a:lnTo>
                <a:lnTo>
                  <a:pt x="294118" y="35729"/>
                </a:lnTo>
                <a:lnTo>
                  <a:pt x="294396" y="35298"/>
                </a:lnTo>
                <a:lnTo>
                  <a:pt x="294672" y="34879"/>
                </a:lnTo>
                <a:lnTo>
                  <a:pt x="294948" y="34474"/>
                </a:lnTo>
                <a:lnTo>
                  <a:pt x="295223" y="34082"/>
                </a:lnTo>
                <a:lnTo>
                  <a:pt x="295497" y="33702"/>
                </a:lnTo>
                <a:lnTo>
                  <a:pt x="295771" y="33336"/>
                </a:lnTo>
                <a:lnTo>
                  <a:pt x="296044" y="32983"/>
                </a:lnTo>
                <a:lnTo>
                  <a:pt x="296316" y="32643"/>
                </a:lnTo>
                <a:lnTo>
                  <a:pt x="296587" y="32316"/>
                </a:lnTo>
                <a:lnTo>
                  <a:pt x="296858" y="32002"/>
                </a:lnTo>
                <a:lnTo>
                  <a:pt x="297127" y="31701"/>
                </a:lnTo>
                <a:lnTo>
                  <a:pt x="297397" y="31413"/>
                </a:lnTo>
                <a:lnTo>
                  <a:pt x="297665" y="31138"/>
                </a:lnTo>
                <a:lnTo>
                  <a:pt x="297933" y="30876"/>
                </a:lnTo>
                <a:lnTo>
                  <a:pt x="298199" y="30628"/>
                </a:lnTo>
                <a:lnTo>
                  <a:pt x="298323" y="30512"/>
                </a:lnTo>
                <a:lnTo>
                  <a:pt x="298447" y="30401"/>
                </a:lnTo>
                <a:lnTo>
                  <a:pt x="298569" y="30296"/>
                </a:lnTo>
                <a:lnTo>
                  <a:pt x="298691" y="30195"/>
                </a:lnTo>
                <a:lnTo>
                  <a:pt x="298812" y="30099"/>
                </a:lnTo>
                <a:lnTo>
                  <a:pt x="298932" y="30008"/>
                </a:lnTo>
                <a:lnTo>
                  <a:pt x="299052" y="29922"/>
                </a:lnTo>
                <a:lnTo>
                  <a:pt x="299171" y="29840"/>
                </a:lnTo>
                <a:lnTo>
                  <a:pt x="299289" y="29764"/>
                </a:lnTo>
                <a:lnTo>
                  <a:pt x="299406" y="29693"/>
                </a:lnTo>
                <a:lnTo>
                  <a:pt x="299523" y="29626"/>
                </a:lnTo>
                <a:lnTo>
                  <a:pt x="299639" y="29565"/>
                </a:lnTo>
                <a:lnTo>
                  <a:pt x="299754" y="29508"/>
                </a:lnTo>
                <a:lnTo>
                  <a:pt x="299868" y="29457"/>
                </a:lnTo>
                <a:lnTo>
                  <a:pt x="299982" y="29410"/>
                </a:lnTo>
                <a:lnTo>
                  <a:pt x="300095" y="29368"/>
                </a:lnTo>
                <a:lnTo>
                  <a:pt x="300207" y="29331"/>
                </a:lnTo>
                <a:lnTo>
                  <a:pt x="300318" y="29299"/>
                </a:lnTo>
                <a:lnTo>
                  <a:pt x="300429" y="29272"/>
                </a:lnTo>
                <a:lnTo>
                  <a:pt x="300539" y="29250"/>
                </a:lnTo>
                <a:lnTo>
                  <a:pt x="300648" y="29233"/>
                </a:lnTo>
                <a:lnTo>
                  <a:pt x="300757" y="29221"/>
                </a:lnTo>
                <a:lnTo>
                  <a:pt x="300864" y="29213"/>
                </a:lnTo>
                <a:lnTo>
                  <a:pt x="300971" y="29211"/>
                </a:lnTo>
                <a:lnTo>
                  <a:pt x="301098" y="29215"/>
                </a:lnTo>
                <a:lnTo>
                  <a:pt x="301231" y="29228"/>
                </a:lnTo>
                <a:lnTo>
                  <a:pt x="301369" y="29249"/>
                </a:lnTo>
                <a:lnTo>
                  <a:pt x="301513" y="29279"/>
                </a:lnTo>
                <a:lnTo>
                  <a:pt x="301663" y="29317"/>
                </a:lnTo>
                <a:lnTo>
                  <a:pt x="301817" y="29364"/>
                </a:lnTo>
                <a:lnTo>
                  <a:pt x="301978" y="29419"/>
                </a:lnTo>
                <a:lnTo>
                  <a:pt x="302144" y="29483"/>
                </a:lnTo>
                <a:lnTo>
                  <a:pt x="302316" y="29555"/>
                </a:lnTo>
                <a:lnTo>
                  <a:pt x="302493" y="29636"/>
                </a:lnTo>
                <a:lnTo>
                  <a:pt x="302675" y="29726"/>
                </a:lnTo>
                <a:lnTo>
                  <a:pt x="302864" y="29824"/>
                </a:lnTo>
                <a:lnTo>
                  <a:pt x="303057" y="29930"/>
                </a:lnTo>
                <a:lnTo>
                  <a:pt x="303257" y="30045"/>
                </a:lnTo>
                <a:lnTo>
                  <a:pt x="303462" y="30168"/>
                </a:lnTo>
                <a:lnTo>
                  <a:pt x="303672" y="30300"/>
                </a:lnTo>
                <a:lnTo>
                  <a:pt x="303888" y="30441"/>
                </a:lnTo>
                <a:lnTo>
                  <a:pt x="304110" y="30590"/>
                </a:lnTo>
                <a:lnTo>
                  <a:pt x="304337" y="30747"/>
                </a:lnTo>
                <a:lnTo>
                  <a:pt x="304569" y="30913"/>
                </a:lnTo>
                <a:lnTo>
                  <a:pt x="304807" y="31088"/>
                </a:lnTo>
                <a:lnTo>
                  <a:pt x="305051" y="31271"/>
                </a:lnTo>
                <a:lnTo>
                  <a:pt x="305301" y="31463"/>
                </a:lnTo>
                <a:lnTo>
                  <a:pt x="305555" y="31663"/>
                </a:lnTo>
                <a:lnTo>
                  <a:pt x="305812" y="31863"/>
                </a:lnTo>
                <a:lnTo>
                  <a:pt x="306066" y="32054"/>
                </a:lnTo>
                <a:lnTo>
                  <a:pt x="306319" y="32237"/>
                </a:lnTo>
                <a:lnTo>
                  <a:pt x="306569" y="32412"/>
                </a:lnTo>
                <a:lnTo>
                  <a:pt x="306817" y="32578"/>
                </a:lnTo>
                <a:lnTo>
                  <a:pt x="307063" y="32735"/>
                </a:lnTo>
                <a:lnTo>
                  <a:pt x="307307" y="32884"/>
                </a:lnTo>
                <a:lnTo>
                  <a:pt x="307549" y="33025"/>
                </a:lnTo>
                <a:lnTo>
                  <a:pt x="307789" y="33157"/>
                </a:lnTo>
                <a:lnTo>
                  <a:pt x="308027" y="33280"/>
                </a:lnTo>
                <a:lnTo>
                  <a:pt x="308263" y="33395"/>
                </a:lnTo>
                <a:lnTo>
                  <a:pt x="308496" y="33502"/>
                </a:lnTo>
                <a:lnTo>
                  <a:pt x="308727" y="33600"/>
                </a:lnTo>
                <a:lnTo>
                  <a:pt x="308957" y="33689"/>
                </a:lnTo>
                <a:lnTo>
                  <a:pt x="309184" y="33770"/>
                </a:lnTo>
                <a:lnTo>
                  <a:pt x="309409" y="33842"/>
                </a:lnTo>
                <a:lnTo>
                  <a:pt x="309632" y="33906"/>
                </a:lnTo>
                <a:lnTo>
                  <a:pt x="309853" y="33961"/>
                </a:lnTo>
                <a:lnTo>
                  <a:pt x="310072" y="34008"/>
                </a:lnTo>
                <a:lnTo>
                  <a:pt x="310289" y="34047"/>
                </a:lnTo>
                <a:lnTo>
                  <a:pt x="310503" y="34076"/>
                </a:lnTo>
                <a:lnTo>
                  <a:pt x="310716" y="34098"/>
                </a:lnTo>
                <a:lnTo>
                  <a:pt x="310926" y="34110"/>
                </a:lnTo>
                <a:lnTo>
                  <a:pt x="311135" y="34115"/>
                </a:lnTo>
                <a:lnTo>
                  <a:pt x="311347" y="34111"/>
                </a:lnTo>
                <a:lnTo>
                  <a:pt x="311556" y="34101"/>
                </a:lnTo>
                <a:lnTo>
                  <a:pt x="311763" y="34085"/>
                </a:lnTo>
                <a:lnTo>
                  <a:pt x="311968" y="34061"/>
                </a:lnTo>
                <a:lnTo>
                  <a:pt x="312170" y="34031"/>
                </a:lnTo>
                <a:lnTo>
                  <a:pt x="312369" y="33995"/>
                </a:lnTo>
                <a:lnTo>
                  <a:pt x="312567" y="33951"/>
                </a:lnTo>
                <a:lnTo>
                  <a:pt x="312761" y="33901"/>
                </a:lnTo>
                <a:lnTo>
                  <a:pt x="312954" y="33845"/>
                </a:lnTo>
                <a:lnTo>
                  <a:pt x="313143" y="33782"/>
                </a:lnTo>
                <a:lnTo>
                  <a:pt x="313331" y="33712"/>
                </a:lnTo>
                <a:lnTo>
                  <a:pt x="313515" y="33635"/>
                </a:lnTo>
                <a:lnTo>
                  <a:pt x="313698" y="33552"/>
                </a:lnTo>
                <a:lnTo>
                  <a:pt x="313878" y="33462"/>
                </a:lnTo>
                <a:lnTo>
                  <a:pt x="314055" y="33365"/>
                </a:lnTo>
                <a:lnTo>
                  <a:pt x="314230" y="33262"/>
                </a:lnTo>
                <a:lnTo>
                  <a:pt x="314403" y="33152"/>
                </a:lnTo>
                <a:lnTo>
                  <a:pt x="314573" y="33035"/>
                </a:lnTo>
                <a:lnTo>
                  <a:pt x="314740" y="32912"/>
                </a:lnTo>
                <a:lnTo>
                  <a:pt x="314905" y="32782"/>
                </a:lnTo>
                <a:lnTo>
                  <a:pt x="315068" y="32645"/>
                </a:lnTo>
                <a:lnTo>
                  <a:pt x="315228" y="32502"/>
                </a:lnTo>
                <a:lnTo>
                  <a:pt x="315386" y="32352"/>
                </a:lnTo>
                <a:lnTo>
                  <a:pt x="315541" y="32196"/>
                </a:lnTo>
                <a:lnTo>
                  <a:pt x="315692" y="32034"/>
                </a:lnTo>
                <a:lnTo>
                  <a:pt x="315836" y="31870"/>
                </a:lnTo>
                <a:lnTo>
                  <a:pt x="315974" y="31703"/>
                </a:lnTo>
                <a:lnTo>
                  <a:pt x="316106" y="31532"/>
                </a:lnTo>
                <a:lnTo>
                  <a:pt x="316231" y="31359"/>
                </a:lnTo>
                <a:lnTo>
                  <a:pt x="316349" y="31183"/>
                </a:lnTo>
                <a:lnTo>
                  <a:pt x="316462" y="31004"/>
                </a:lnTo>
                <a:lnTo>
                  <a:pt x="316568" y="30822"/>
                </a:lnTo>
                <a:lnTo>
                  <a:pt x="316667" y="30637"/>
                </a:lnTo>
                <a:lnTo>
                  <a:pt x="316760" y="30449"/>
                </a:lnTo>
                <a:lnTo>
                  <a:pt x="316847" y="30258"/>
                </a:lnTo>
                <a:lnTo>
                  <a:pt x="316927" y="30064"/>
                </a:lnTo>
                <a:lnTo>
                  <a:pt x="317001" y="29867"/>
                </a:lnTo>
                <a:lnTo>
                  <a:pt x="317068" y="29667"/>
                </a:lnTo>
                <a:lnTo>
                  <a:pt x="317129" y="29464"/>
                </a:lnTo>
                <a:lnTo>
                  <a:pt x="317184" y="29258"/>
                </a:lnTo>
                <a:lnTo>
                  <a:pt x="317232" y="29049"/>
                </a:lnTo>
                <a:lnTo>
                  <a:pt x="317273" y="28838"/>
                </a:lnTo>
                <a:lnTo>
                  <a:pt x="317309" y="28623"/>
                </a:lnTo>
                <a:lnTo>
                  <a:pt x="317338" y="28405"/>
                </a:lnTo>
                <a:lnTo>
                  <a:pt x="317360" y="28185"/>
                </a:lnTo>
                <a:lnTo>
                  <a:pt x="317376" y="27961"/>
                </a:lnTo>
                <a:lnTo>
                  <a:pt x="317386" y="27734"/>
                </a:lnTo>
                <a:lnTo>
                  <a:pt x="317389" y="27505"/>
                </a:lnTo>
                <a:lnTo>
                  <a:pt x="317384" y="27246"/>
                </a:lnTo>
                <a:lnTo>
                  <a:pt x="317371" y="26989"/>
                </a:lnTo>
                <a:lnTo>
                  <a:pt x="317349" y="26735"/>
                </a:lnTo>
                <a:lnTo>
                  <a:pt x="317318" y="26483"/>
                </a:lnTo>
                <a:lnTo>
                  <a:pt x="317278" y="26234"/>
                </a:lnTo>
                <a:lnTo>
                  <a:pt x="317229" y="25988"/>
                </a:lnTo>
                <a:lnTo>
                  <a:pt x="317171" y="25744"/>
                </a:lnTo>
                <a:lnTo>
                  <a:pt x="317105" y="25503"/>
                </a:lnTo>
                <a:lnTo>
                  <a:pt x="317029" y="25265"/>
                </a:lnTo>
                <a:lnTo>
                  <a:pt x="316945" y="25029"/>
                </a:lnTo>
                <a:lnTo>
                  <a:pt x="316851" y="24795"/>
                </a:lnTo>
                <a:lnTo>
                  <a:pt x="316749" y="24564"/>
                </a:lnTo>
                <a:lnTo>
                  <a:pt x="316638" y="24336"/>
                </a:lnTo>
                <a:lnTo>
                  <a:pt x="316518" y="24111"/>
                </a:lnTo>
                <a:lnTo>
                  <a:pt x="316389" y="23887"/>
                </a:lnTo>
                <a:lnTo>
                  <a:pt x="316252" y="23667"/>
                </a:lnTo>
                <a:lnTo>
                  <a:pt x="316105" y="23449"/>
                </a:lnTo>
                <a:lnTo>
                  <a:pt x="315950" y="23234"/>
                </a:lnTo>
                <a:lnTo>
                  <a:pt x="315785" y="23021"/>
                </a:lnTo>
                <a:lnTo>
                  <a:pt x="315612" y="22811"/>
                </a:lnTo>
                <a:lnTo>
                  <a:pt x="315430" y="22604"/>
                </a:lnTo>
                <a:lnTo>
                  <a:pt x="315239" y="22399"/>
                </a:lnTo>
                <a:lnTo>
                  <a:pt x="315039" y="22197"/>
                </a:lnTo>
                <a:lnTo>
                  <a:pt x="314830" y="21997"/>
                </a:lnTo>
                <a:lnTo>
                  <a:pt x="314615" y="21803"/>
                </a:lnTo>
                <a:lnTo>
                  <a:pt x="314395" y="21617"/>
                </a:lnTo>
                <a:lnTo>
                  <a:pt x="314170" y="21439"/>
                </a:lnTo>
                <a:lnTo>
                  <a:pt x="313940" y="21269"/>
                </a:lnTo>
                <a:lnTo>
                  <a:pt x="313706" y="21108"/>
                </a:lnTo>
                <a:lnTo>
                  <a:pt x="313467" y="20955"/>
                </a:lnTo>
                <a:lnTo>
                  <a:pt x="313223" y="20811"/>
                </a:lnTo>
                <a:lnTo>
                  <a:pt x="312975" y="20674"/>
                </a:lnTo>
                <a:lnTo>
                  <a:pt x="312721" y="20546"/>
                </a:lnTo>
                <a:lnTo>
                  <a:pt x="312464" y="20426"/>
                </a:lnTo>
                <a:lnTo>
                  <a:pt x="312201" y="20315"/>
                </a:lnTo>
                <a:lnTo>
                  <a:pt x="311934" y="20211"/>
                </a:lnTo>
                <a:lnTo>
                  <a:pt x="311662" y="20116"/>
                </a:lnTo>
                <a:lnTo>
                  <a:pt x="311386" y="20029"/>
                </a:lnTo>
                <a:lnTo>
                  <a:pt x="311105" y="19951"/>
                </a:lnTo>
                <a:lnTo>
                  <a:pt x="310819" y="19880"/>
                </a:lnTo>
                <a:lnTo>
                  <a:pt x="310528" y="19818"/>
                </a:lnTo>
                <a:lnTo>
                  <a:pt x="310233" y="19765"/>
                </a:lnTo>
                <a:lnTo>
                  <a:pt x="309933" y="19719"/>
                </a:lnTo>
                <a:lnTo>
                  <a:pt x="309628" y="19682"/>
                </a:lnTo>
                <a:lnTo>
                  <a:pt x="309319" y="19653"/>
                </a:lnTo>
                <a:lnTo>
                  <a:pt x="309005" y="19632"/>
                </a:lnTo>
                <a:lnTo>
                  <a:pt x="308686" y="19620"/>
                </a:lnTo>
                <a:lnTo>
                  <a:pt x="308363" y="19616"/>
                </a:lnTo>
                <a:lnTo>
                  <a:pt x="307647" y="19641"/>
                </a:lnTo>
                <a:lnTo>
                  <a:pt x="306932" y="19718"/>
                </a:lnTo>
                <a:lnTo>
                  <a:pt x="306219" y="19845"/>
                </a:lnTo>
                <a:lnTo>
                  <a:pt x="305508" y="20023"/>
                </a:lnTo>
                <a:lnTo>
                  <a:pt x="304798" y="20251"/>
                </a:lnTo>
                <a:lnTo>
                  <a:pt x="304090" y="20531"/>
                </a:lnTo>
                <a:lnTo>
                  <a:pt x="303383" y="20861"/>
                </a:lnTo>
                <a:lnTo>
                  <a:pt x="302677" y="21243"/>
                </a:lnTo>
                <a:lnTo>
                  <a:pt x="301973" y="21675"/>
                </a:lnTo>
                <a:lnTo>
                  <a:pt x="301270" y="22158"/>
                </a:lnTo>
                <a:lnTo>
                  <a:pt x="300569" y="22692"/>
                </a:lnTo>
                <a:lnTo>
                  <a:pt x="299870" y="23276"/>
                </a:lnTo>
                <a:lnTo>
                  <a:pt x="299171" y="23912"/>
                </a:lnTo>
                <a:lnTo>
                  <a:pt x="298475" y="24598"/>
                </a:lnTo>
                <a:lnTo>
                  <a:pt x="297780" y="25335"/>
                </a:lnTo>
                <a:lnTo>
                  <a:pt x="297086" y="26123"/>
                </a:lnTo>
                <a:lnTo>
                  <a:pt x="296394" y="26962"/>
                </a:lnTo>
                <a:lnTo>
                  <a:pt x="295703" y="27851"/>
                </a:lnTo>
                <a:lnTo>
                  <a:pt x="295014" y="28792"/>
                </a:lnTo>
                <a:lnTo>
                  <a:pt x="294326" y="29783"/>
                </a:lnTo>
                <a:lnTo>
                  <a:pt x="293640" y="30825"/>
                </a:lnTo>
                <a:lnTo>
                  <a:pt x="292955" y="31918"/>
                </a:lnTo>
                <a:lnTo>
                  <a:pt x="292272" y="33062"/>
                </a:lnTo>
                <a:lnTo>
                  <a:pt x="291590" y="34257"/>
                </a:lnTo>
                <a:lnTo>
                  <a:pt x="291590" y="19616"/>
                </a:lnTo>
                <a:lnTo>
                  <a:pt x="288605" y="19616"/>
                </a:lnTo>
                <a:lnTo>
                  <a:pt x="268918" y="27558"/>
                </a:lnTo>
                <a:lnTo>
                  <a:pt x="269628" y="30112"/>
                </a:lnTo>
                <a:lnTo>
                  <a:pt x="269858" y="30026"/>
                </a:lnTo>
                <a:close/>
                <a:moveTo>
                  <a:pt x="36961" y="20023"/>
                </a:moveTo>
                <a:lnTo>
                  <a:pt x="36892" y="20151"/>
                </a:lnTo>
                <a:lnTo>
                  <a:pt x="36825" y="20274"/>
                </a:lnTo>
                <a:lnTo>
                  <a:pt x="36758" y="20393"/>
                </a:lnTo>
                <a:lnTo>
                  <a:pt x="36691" y="20508"/>
                </a:lnTo>
                <a:lnTo>
                  <a:pt x="36626" y="20619"/>
                </a:lnTo>
                <a:lnTo>
                  <a:pt x="36561" y="20725"/>
                </a:lnTo>
                <a:lnTo>
                  <a:pt x="36497" y="20828"/>
                </a:lnTo>
                <a:lnTo>
                  <a:pt x="36434" y="20926"/>
                </a:lnTo>
                <a:lnTo>
                  <a:pt x="36371" y="21020"/>
                </a:lnTo>
                <a:lnTo>
                  <a:pt x="36309" y="21109"/>
                </a:lnTo>
                <a:lnTo>
                  <a:pt x="36248" y="21195"/>
                </a:lnTo>
                <a:lnTo>
                  <a:pt x="36188" y="21276"/>
                </a:lnTo>
                <a:lnTo>
                  <a:pt x="36128" y="21353"/>
                </a:lnTo>
                <a:lnTo>
                  <a:pt x="36070" y="21426"/>
                </a:lnTo>
                <a:lnTo>
                  <a:pt x="36011" y="21495"/>
                </a:lnTo>
                <a:lnTo>
                  <a:pt x="35954" y="21559"/>
                </a:lnTo>
                <a:lnTo>
                  <a:pt x="35897" y="21620"/>
                </a:lnTo>
                <a:lnTo>
                  <a:pt x="35841" y="21676"/>
                </a:lnTo>
                <a:lnTo>
                  <a:pt x="35786" y="21728"/>
                </a:lnTo>
                <a:lnTo>
                  <a:pt x="35732" y="21776"/>
                </a:lnTo>
                <a:lnTo>
                  <a:pt x="35678" y="21819"/>
                </a:lnTo>
                <a:lnTo>
                  <a:pt x="35624" y="21860"/>
                </a:lnTo>
                <a:lnTo>
                  <a:pt x="35568" y="21899"/>
                </a:lnTo>
                <a:lnTo>
                  <a:pt x="35511" y="21936"/>
                </a:lnTo>
                <a:lnTo>
                  <a:pt x="35451" y="21971"/>
                </a:lnTo>
                <a:lnTo>
                  <a:pt x="35390" y="22005"/>
                </a:lnTo>
                <a:lnTo>
                  <a:pt x="35327" y="22037"/>
                </a:lnTo>
                <a:lnTo>
                  <a:pt x="35263" y="22067"/>
                </a:lnTo>
                <a:lnTo>
                  <a:pt x="35197" y="22096"/>
                </a:lnTo>
                <a:lnTo>
                  <a:pt x="35129" y="22122"/>
                </a:lnTo>
                <a:lnTo>
                  <a:pt x="35059" y="22147"/>
                </a:lnTo>
                <a:lnTo>
                  <a:pt x="34987" y="22171"/>
                </a:lnTo>
                <a:lnTo>
                  <a:pt x="34914" y="22192"/>
                </a:lnTo>
                <a:lnTo>
                  <a:pt x="34839" y="22212"/>
                </a:lnTo>
                <a:lnTo>
                  <a:pt x="34763" y="22230"/>
                </a:lnTo>
                <a:lnTo>
                  <a:pt x="34684" y="22247"/>
                </a:lnTo>
                <a:lnTo>
                  <a:pt x="34604" y="22261"/>
                </a:lnTo>
                <a:lnTo>
                  <a:pt x="34522" y="22274"/>
                </a:lnTo>
                <a:lnTo>
                  <a:pt x="34439" y="22286"/>
                </a:lnTo>
                <a:lnTo>
                  <a:pt x="34354" y="22295"/>
                </a:lnTo>
                <a:lnTo>
                  <a:pt x="34267" y="22303"/>
                </a:lnTo>
                <a:lnTo>
                  <a:pt x="34178" y="22309"/>
                </a:lnTo>
                <a:lnTo>
                  <a:pt x="34088" y="22313"/>
                </a:lnTo>
                <a:lnTo>
                  <a:pt x="33995" y="22316"/>
                </a:lnTo>
                <a:lnTo>
                  <a:pt x="33901" y="22317"/>
                </a:lnTo>
                <a:lnTo>
                  <a:pt x="33797" y="22315"/>
                </a:lnTo>
                <a:lnTo>
                  <a:pt x="33683" y="22309"/>
                </a:lnTo>
                <a:lnTo>
                  <a:pt x="33562" y="22300"/>
                </a:lnTo>
                <a:lnTo>
                  <a:pt x="33432" y="22287"/>
                </a:lnTo>
                <a:lnTo>
                  <a:pt x="33293" y="22270"/>
                </a:lnTo>
                <a:lnTo>
                  <a:pt x="33146" y="22250"/>
                </a:lnTo>
                <a:lnTo>
                  <a:pt x="32991" y="22226"/>
                </a:lnTo>
                <a:lnTo>
                  <a:pt x="32827" y="22198"/>
                </a:lnTo>
                <a:lnTo>
                  <a:pt x="32655" y="22167"/>
                </a:lnTo>
                <a:lnTo>
                  <a:pt x="32475" y="22132"/>
                </a:lnTo>
                <a:lnTo>
                  <a:pt x="32286" y="22093"/>
                </a:lnTo>
                <a:lnTo>
                  <a:pt x="32089" y="22050"/>
                </a:lnTo>
                <a:lnTo>
                  <a:pt x="31884" y="22004"/>
                </a:lnTo>
                <a:lnTo>
                  <a:pt x="31670" y="21954"/>
                </a:lnTo>
                <a:lnTo>
                  <a:pt x="31447" y="21900"/>
                </a:lnTo>
                <a:lnTo>
                  <a:pt x="31216" y="21843"/>
                </a:lnTo>
                <a:lnTo>
                  <a:pt x="30977" y="21782"/>
                </a:lnTo>
                <a:lnTo>
                  <a:pt x="30730" y="21717"/>
                </a:lnTo>
                <a:lnTo>
                  <a:pt x="30474" y="21649"/>
                </a:lnTo>
                <a:lnTo>
                  <a:pt x="30210" y="21576"/>
                </a:lnTo>
                <a:lnTo>
                  <a:pt x="29937" y="21500"/>
                </a:lnTo>
                <a:lnTo>
                  <a:pt x="29656" y="21421"/>
                </a:lnTo>
                <a:lnTo>
                  <a:pt x="29366" y="21338"/>
                </a:lnTo>
                <a:lnTo>
                  <a:pt x="29069" y="21251"/>
                </a:lnTo>
                <a:lnTo>
                  <a:pt x="28615" y="21117"/>
                </a:lnTo>
                <a:lnTo>
                  <a:pt x="28168" y="20990"/>
                </a:lnTo>
                <a:lnTo>
                  <a:pt x="27726" y="20867"/>
                </a:lnTo>
                <a:lnTo>
                  <a:pt x="27290" y="20751"/>
                </a:lnTo>
                <a:lnTo>
                  <a:pt x="26859" y="20640"/>
                </a:lnTo>
                <a:lnTo>
                  <a:pt x="26434" y="20535"/>
                </a:lnTo>
                <a:lnTo>
                  <a:pt x="26015" y="20436"/>
                </a:lnTo>
                <a:lnTo>
                  <a:pt x="25602" y="20342"/>
                </a:lnTo>
                <a:lnTo>
                  <a:pt x="25194" y="20254"/>
                </a:lnTo>
                <a:lnTo>
                  <a:pt x="24792" y="20172"/>
                </a:lnTo>
                <a:lnTo>
                  <a:pt x="24395" y="20096"/>
                </a:lnTo>
                <a:lnTo>
                  <a:pt x="24005" y="20025"/>
                </a:lnTo>
                <a:lnTo>
                  <a:pt x="23620" y="19959"/>
                </a:lnTo>
                <a:lnTo>
                  <a:pt x="23240" y="19900"/>
                </a:lnTo>
                <a:lnTo>
                  <a:pt x="22866" y="19846"/>
                </a:lnTo>
                <a:lnTo>
                  <a:pt x="22498" y="19798"/>
                </a:lnTo>
                <a:lnTo>
                  <a:pt x="22136" y="19755"/>
                </a:lnTo>
                <a:lnTo>
                  <a:pt x="21779" y="19718"/>
                </a:lnTo>
                <a:lnTo>
                  <a:pt x="21428" y="19687"/>
                </a:lnTo>
                <a:lnTo>
                  <a:pt x="21083" y="19661"/>
                </a:lnTo>
                <a:lnTo>
                  <a:pt x="20743" y="19641"/>
                </a:lnTo>
                <a:lnTo>
                  <a:pt x="20409" y="19627"/>
                </a:lnTo>
                <a:lnTo>
                  <a:pt x="20081" y="19619"/>
                </a:lnTo>
                <a:lnTo>
                  <a:pt x="19758" y="19616"/>
                </a:lnTo>
                <a:lnTo>
                  <a:pt x="19035" y="19625"/>
                </a:lnTo>
                <a:lnTo>
                  <a:pt x="18324" y="19653"/>
                </a:lnTo>
                <a:lnTo>
                  <a:pt x="17623" y="19700"/>
                </a:lnTo>
                <a:lnTo>
                  <a:pt x="16934" y="19766"/>
                </a:lnTo>
                <a:lnTo>
                  <a:pt x="16256" y="19850"/>
                </a:lnTo>
                <a:lnTo>
                  <a:pt x="15589" y="19953"/>
                </a:lnTo>
                <a:lnTo>
                  <a:pt x="14934" y="20075"/>
                </a:lnTo>
                <a:lnTo>
                  <a:pt x="14289" y="20216"/>
                </a:lnTo>
                <a:lnTo>
                  <a:pt x="13656" y="20375"/>
                </a:lnTo>
                <a:lnTo>
                  <a:pt x="13035" y="20553"/>
                </a:lnTo>
                <a:lnTo>
                  <a:pt x="12424" y="20750"/>
                </a:lnTo>
                <a:lnTo>
                  <a:pt x="11825" y="20965"/>
                </a:lnTo>
                <a:lnTo>
                  <a:pt x="11237" y="21199"/>
                </a:lnTo>
                <a:lnTo>
                  <a:pt x="10660" y="21452"/>
                </a:lnTo>
                <a:lnTo>
                  <a:pt x="10094" y="21724"/>
                </a:lnTo>
                <a:lnTo>
                  <a:pt x="9539" y="22015"/>
                </a:lnTo>
                <a:lnTo>
                  <a:pt x="8996" y="22324"/>
                </a:lnTo>
                <a:lnTo>
                  <a:pt x="8464" y="22652"/>
                </a:lnTo>
                <a:lnTo>
                  <a:pt x="7943" y="22998"/>
                </a:lnTo>
                <a:lnTo>
                  <a:pt x="7434" y="23364"/>
                </a:lnTo>
                <a:lnTo>
                  <a:pt x="6936" y="23748"/>
                </a:lnTo>
                <a:lnTo>
                  <a:pt x="6449" y="24151"/>
                </a:lnTo>
                <a:lnTo>
                  <a:pt x="5973" y="24573"/>
                </a:lnTo>
                <a:lnTo>
                  <a:pt x="5508" y="25013"/>
                </a:lnTo>
                <a:lnTo>
                  <a:pt x="5059" y="25467"/>
                </a:lnTo>
                <a:lnTo>
                  <a:pt x="4628" y="25930"/>
                </a:lnTo>
                <a:lnTo>
                  <a:pt x="4217" y="26403"/>
                </a:lnTo>
                <a:lnTo>
                  <a:pt x="3825" y="26884"/>
                </a:lnTo>
                <a:lnTo>
                  <a:pt x="3452" y="27375"/>
                </a:lnTo>
                <a:lnTo>
                  <a:pt x="3098" y="27875"/>
                </a:lnTo>
                <a:lnTo>
                  <a:pt x="2764" y="28383"/>
                </a:lnTo>
                <a:lnTo>
                  <a:pt x="2448" y="28901"/>
                </a:lnTo>
                <a:lnTo>
                  <a:pt x="2152" y="29429"/>
                </a:lnTo>
                <a:lnTo>
                  <a:pt x="1874" y="29965"/>
                </a:lnTo>
                <a:lnTo>
                  <a:pt x="1616" y="30510"/>
                </a:lnTo>
                <a:lnTo>
                  <a:pt x="1377" y="31065"/>
                </a:lnTo>
                <a:lnTo>
                  <a:pt x="1157" y="31628"/>
                </a:lnTo>
                <a:lnTo>
                  <a:pt x="956" y="32201"/>
                </a:lnTo>
                <a:lnTo>
                  <a:pt x="775" y="32783"/>
                </a:lnTo>
                <a:lnTo>
                  <a:pt x="612" y="33374"/>
                </a:lnTo>
                <a:lnTo>
                  <a:pt x="469" y="33974"/>
                </a:lnTo>
                <a:lnTo>
                  <a:pt x="344" y="34583"/>
                </a:lnTo>
                <a:lnTo>
                  <a:pt x="239" y="35202"/>
                </a:lnTo>
                <a:lnTo>
                  <a:pt x="153" y="35829"/>
                </a:lnTo>
                <a:lnTo>
                  <a:pt x="86" y="36466"/>
                </a:lnTo>
                <a:lnTo>
                  <a:pt x="38" y="37111"/>
                </a:lnTo>
                <a:lnTo>
                  <a:pt x="10" y="37766"/>
                </a:lnTo>
                <a:lnTo>
                  <a:pt x="0" y="38430"/>
                </a:lnTo>
                <a:lnTo>
                  <a:pt x="6" y="38941"/>
                </a:lnTo>
                <a:lnTo>
                  <a:pt x="22" y="39445"/>
                </a:lnTo>
                <a:lnTo>
                  <a:pt x="50" y="39941"/>
                </a:lnTo>
                <a:lnTo>
                  <a:pt x="89" y="40430"/>
                </a:lnTo>
                <a:lnTo>
                  <a:pt x="139" y="40911"/>
                </a:lnTo>
                <a:lnTo>
                  <a:pt x="200" y="41385"/>
                </a:lnTo>
                <a:lnTo>
                  <a:pt x="272" y="41852"/>
                </a:lnTo>
                <a:lnTo>
                  <a:pt x="355" y="42311"/>
                </a:lnTo>
                <a:lnTo>
                  <a:pt x="450" y="42763"/>
                </a:lnTo>
                <a:lnTo>
                  <a:pt x="555" y="43207"/>
                </a:lnTo>
                <a:lnTo>
                  <a:pt x="672" y="43645"/>
                </a:lnTo>
                <a:lnTo>
                  <a:pt x="800" y="44074"/>
                </a:lnTo>
                <a:lnTo>
                  <a:pt x="938" y="44496"/>
                </a:lnTo>
                <a:lnTo>
                  <a:pt x="1088" y="44911"/>
                </a:lnTo>
                <a:lnTo>
                  <a:pt x="1249" y="45319"/>
                </a:lnTo>
                <a:lnTo>
                  <a:pt x="1421" y="45719"/>
                </a:lnTo>
                <a:lnTo>
                  <a:pt x="1605" y="46112"/>
                </a:lnTo>
                <a:lnTo>
                  <a:pt x="1799" y="46497"/>
                </a:lnTo>
                <a:lnTo>
                  <a:pt x="2004" y="46875"/>
                </a:lnTo>
                <a:lnTo>
                  <a:pt x="2221" y="47245"/>
                </a:lnTo>
                <a:lnTo>
                  <a:pt x="2449" y="47608"/>
                </a:lnTo>
                <a:lnTo>
                  <a:pt x="2687" y="47964"/>
                </a:lnTo>
                <a:lnTo>
                  <a:pt x="2937" y="48312"/>
                </a:lnTo>
                <a:lnTo>
                  <a:pt x="3198" y="48653"/>
                </a:lnTo>
                <a:lnTo>
                  <a:pt x="3477" y="48998"/>
                </a:lnTo>
                <a:lnTo>
                  <a:pt x="3781" y="49347"/>
                </a:lnTo>
                <a:lnTo>
                  <a:pt x="4109" y="49698"/>
                </a:lnTo>
                <a:lnTo>
                  <a:pt x="4462" y="50054"/>
                </a:lnTo>
                <a:lnTo>
                  <a:pt x="4839" y="50412"/>
                </a:lnTo>
                <a:lnTo>
                  <a:pt x="5242" y="50774"/>
                </a:lnTo>
                <a:lnTo>
                  <a:pt x="5669" y="51140"/>
                </a:lnTo>
                <a:lnTo>
                  <a:pt x="6120" y="51509"/>
                </a:lnTo>
                <a:lnTo>
                  <a:pt x="6596" y="51882"/>
                </a:lnTo>
                <a:lnTo>
                  <a:pt x="7097" y="52258"/>
                </a:lnTo>
                <a:lnTo>
                  <a:pt x="7623" y="52637"/>
                </a:lnTo>
                <a:lnTo>
                  <a:pt x="8173" y="53020"/>
                </a:lnTo>
                <a:lnTo>
                  <a:pt x="8748" y="53406"/>
                </a:lnTo>
                <a:lnTo>
                  <a:pt x="9348" y="53796"/>
                </a:lnTo>
                <a:lnTo>
                  <a:pt x="9972" y="54189"/>
                </a:lnTo>
                <a:lnTo>
                  <a:pt x="10621" y="54586"/>
                </a:lnTo>
                <a:lnTo>
                  <a:pt x="11295" y="54986"/>
                </a:lnTo>
                <a:lnTo>
                  <a:pt x="11993" y="55390"/>
                </a:lnTo>
                <a:lnTo>
                  <a:pt x="12716" y="55797"/>
                </a:lnTo>
                <a:lnTo>
                  <a:pt x="13464" y="56207"/>
                </a:lnTo>
                <a:lnTo>
                  <a:pt x="14237" y="56621"/>
                </a:lnTo>
                <a:lnTo>
                  <a:pt x="15034" y="57039"/>
                </a:lnTo>
                <a:lnTo>
                  <a:pt x="15856" y="57460"/>
                </a:lnTo>
                <a:lnTo>
                  <a:pt x="16702" y="57884"/>
                </a:lnTo>
                <a:lnTo>
                  <a:pt x="17549" y="58307"/>
                </a:lnTo>
                <a:lnTo>
                  <a:pt x="18372" y="58723"/>
                </a:lnTo>
                <a:lnTo>
                  <a:pt x="19171" y="59134"/>
                </a:lnTo>
                <a:lnTo>
                  <a:pt x="19947" y="59538"/>
                </a:lnTo>
                <a:lnTo>
                  <a:pt x="20698" y="59936"/>
                </a:lnTo>
                <a:lnTo>
                  <a:pt x="21426" y="60328"/>
                </a:lnTo>
                <a:lnTo>
                  <a:pt x="22130" y="60714"/>
                </a:lnTo>
                <a:lnTo>
                  <a:pt x="22810" y="61094"/>
                </a:lnTo>
                <a:lnTo>
                  <a:pt x="23467" y="61467"/>
                </a:lnTo>
                <a:lnTo>
                  <a:pt x="24099" y="61835"/>
                </a:lnTo>
                <a:lnTo>
                  <a:pt x="24708" y="62196"/>
                </a:lnTo>
                <a:lnTo>
                  <a:pt x="25293" y="62551"/>
                </a:lnTo>
                <a:lnTo>
                  <a:pt x="25854" y="62900"/>
                </a:lnTo>
                <a:lnTo>
                  <a:pt x="26391" y="63242"/>
                </a:lnTo>
                <a:lnTo>
                  <a:pt x="26905" y="63579"/>
                </a:lnTo>
                <a:lnTo>
                  <a:pt x="27394" y="63909"/>
                </a:lnTo>
                <a:lnTo>
                  <a:pt x="27860" y="64233"/>
                </a:lnTo>
                <a:lnTo>
                  <a:pt x="28302" y="64551"/>
                </a:lnTo>
                <a:lnTo>
                  <a:pt x="28721" y="64863"/>
                </a:lnTo>
                <a:lnTo>
                  <a:pt x="29115" y="65169"/>
                </a:lnTo>
                <a:lnTo>
                  <a:pt x="29486" y="65469"/>
                </a:lnTo>
                <a:lnTo>
                  <a:pt x="29832" y="65762"/>
                </a:lnTo>
                <a:lnTo>
                  <a:pt x="30155" y="66049"/>
                </a:lnTo>
                <a:lnTo>
                  <a:pt x="30454" y="66330"/>
                </a:lnTo>
                <a:lnTo>
                  <a:pt x="30736" y="66611"/>
                </a:lnTo>
                <a:lnTo>
                  <a:pt x="31005" y="66897"/>
                </a:lnTo>
                <a:lnTo>
                  <a:pt x="31262" y="67189"/>
                </a:lnTo>
                <a:lnTo>
                  <a:pt x="31508" y="67486"/>
                </a:lnTo>
                <a:lnTo>
                  <a:pt x="31741" y="67788"/>
                </a:lnTo>
                <a:lnTo>
                  <a:pt x="31963" y="68096"/>
                </a:lnTo>
                <a:lnTo>
                  <a:pt x="32172" y="68409"/>
                </a:lnTo>
                <a:lnTo>
                  <a:pt x="32369" y="68728"/>
                </a:lnTo>
                <a:lnTo>
                  <a:pt x="32555" y="69052"/>
                </a:lnTo>
                <a:lnTo>
                  <a:pt x="32729" y="69382"/>
                </a:lnTo>
                <a:lnTo>
                  <a:pt x="32890" y="69717"/>
                </a:lnTo>
                <a:lnTo>
                  <a:pt x="33040" y="70057"/>
                </a:lnTo>
                <a:lnTo>
                  <a:pt x="33177" y="70403"/>
                </a:lnTo>
                <a:lnTo>
                  <a:pt x="33303" y="70754"/>
                </a:lnTo>
                <a:lnTo>
                  <a:pt x="33417" y="71111"/>
                </a:lnTo>
                <a:lnTo>
                  <a:pt x="33518" y="71473"/>
                </a:lnTo>
                <a:lnTo>
                  <a:pt x="33608" y="71841"/>
                </a:lnTo>
                <a:lnTo>
                  <a:pt x="33686" y="72214"/>
                </a:lnTo>
                <a:lnTo>
                  <a:pt x="33752" y="72592"/>
                </a:lnTo>
                <a:lnTo>
                  <a:pt x="33806" y="72976"/>
                </a:lnTo>
                <a:lnTo>
                  <a:pt x="33848" y="73365"/>
                </a:lnTo>
                <a:lnTo>
                  <a:pt x="33878" y="73760"/>
                </a:lnTo>
                <a:lnTo>
                  <a:pt x="33895" y="74160"/>
                </a:lnTo>
                <a:lnTo>
                  <a:pt x="33901" y="74566"/>
                </a:lnTo>
                <a:lnTo>
                  <a:pt x="33896" y="74901"/>
                </a:lnTo>
                <a:lnTo>
                  <a:pt x="33880" y="75232"/>
                </a:lnTo>
                <a:lnTo>
                  <a:pt x="33853" y="75559"/>
                </a:lnTo>
                <a:lnTo>
                  <a:pt x="33816" y="75882"/>
                </a:lnTo>
                <a:lnTo>
                  <a:pt x="33767" y="76201"/>
                </a:lnTo>
                <a:lnTo>
                  <a:pt x="33708" y="76516"/>
                </a:lnTo>
                <a:lnTo>
                  <a:pt x="33638" y="76827"/>
                </a:lnTo>
                <a:lnTo>
                  <a:pt x="33558" y="77134"/>
                </a:lnTo>
                <a:lnTo>
                  <a:pt x="33467" y="77436"/>
                </a:lnTo>
                <a:lnTo>
                  <a:pt x="33365" y="77735"/>
                </a:lnTo>
                <a:lnTo>
                  <a:pt x="33252" y="78029"/>
                </a:lnTo>
                <a:lnTo>
                  <a:pt x="33129" y="78320"/>
                </a:lnTo>
                <a:lnTo>
                  <a:pt x="32994" y="78606"/>
                </a:lnTo>
                <a:lnTo>
                  <a:pt x="32849" y="78889"/>
                </a:lnTo>
                <a:lnTo>
                  <a:pt x="32694" y="79167"/>
                </a:lnTo>
                <a:lnTo>
                  <a:pt x="32527" y="79441"/>
                </a:lnTo>
                <a:lnTo>
                  <a:pt x="32350" y="79711"/>
                </a:lnTo>
                <a:lnTo>
                  <a:pt x="32162" y="79977"/>
                </a:lnTo>
                <a:lnTo>
                  <a:pt x="31964" y="80240"/>
                </a:lnTo>
                <a:lnTo>
                  <a:pt x="31754" y="80497"/>
                </a:lnTo>
                <a:lnTo>
                  <a:pt x="31534" y="80751"/>
                </a:lnTo>
                <a:lnTo>
                  <a:pt x="31304" y="81001"/>
                </a:lnTo>
                <a:lnTo>
                  <a:pt x="31062" y="81247"/>
                </a:lnTo>
                <a:lnTo>
                  <a:pt x="30810" y="81489"/>
                </a:lnTo>
                <a:lnTo>
                  <a:pt x="30549" y="81723"/>
                </a:lnTo>
                <a:lnTo>
                  <a:pt x="30282" y="81948"/>
                </a:lnTo>
                <a:lnTo>
                  <a:pt x="30009" y="82162"/>
                </a:lnTo>
                <a:lnTo>
                  <a:pt x="29729" y="82367"/>
                </a:lnTo>
                <a:lnTo>
                  <a:pt x="29443" y="82562"/>
                </a:lnTo>
                <a:lnTo>
                  <a:pt x="29151" y="82746"/>
                </a:lnTo>
                <a:lnTo>
                  <a:pt x="28852" y="82921"/>
                </a:lnTo>
                <a:lnTo>
                  <a:pt x="28547" y="83085"/>
                </a:lnTo>
                <a:lnTo>
                  <a:pt x="28236" y="83240"/>
                </a:lnTo>
                <a:lnTo>
                  <a:pt x="27919" y="83385"/>
                </a:lnTo>
                <a:lnTo>
                  <a:pt x="27595" y="83519"/>
                </a:lnTo>
                <a:lnTo>
                  <a:pt x="27265" y="83644"/>
                </a:lnTo>
                <a:lnTo>
                  <a:pt x="26929" y="83759"/>
                </a:lnTo>
                <a:lnTo>
                  <a:pt x="26586" y="83864"/>
                </a:lnTo>
                <a:lnTo>
                  <a:pt x="26237" y="83959"/>
                </a:lnTo>
                <a:lnTo>
                  <a:pt x="25882" y="84043"/>
                </a:lnTo>
                <a:lnTo>
                  <a:pt x="25521" y="84118"/>
                </a:lnTo>
                <a:lnTo>
                  <a:pt x="25153" y="84183"/>
                </a:lnTo>
                <a:lnTo>
                  <a:pt x="24779" y="84238"/>
                </a:lnTo>
                <a:lnTo>
                  <a:pt x="24399" y="84283"/>
                </a:lnTo>
                <a:lnTo>
                  <a:pt x="24012" y="84318"/>
                </a:lnTo>
                <a:lnTo>
                  <a:pt x="23619" y="84343"/>
                </a:lnTo>
                <a:lnTo>
                  <a:pt x="23220" y="84358"/>
                </a:lnTo>
                <a:lnTo>
                  <a:pt x="22814" y="84363"/>
                </a:lnTo>
                <a:lnTo>
                  <a:pt x="22236" y="84354"/>
                </a:lnTo>
                <a:lnTo>
                  <a:pt x="21663" y="84328"/>
                </a:lnTo>
                <a:lnTo>
                  <a:pt x="21094" y="84284"/>
                </a:lnTo>
                <a:lnTo>
                  <a:pt x="20530" y="84222"/>
                </a:lnTo>
                <a:lnTo>
                  <a:pt x="19971" y="84143"/>
                </a:lnTo>
                <a:lnTo>
                  <a:pt x="19416" y="84046"/>
                </a:lnTo>
                <a:lnTo>
                  <a:pt x="18866" y="83932"/>
                </a:lnTo>
                <a:lnTo>
                  <a:pt x="18321" y="83800"/>
                </a:lnTo>
                <a:lnTo>
                  <a:pt x="17780" y="83651"/>
                </a:lnTo>
                <a:lnTo>
                  <a:pt x="17244" y="83484"/>
                </a:lnTo>
                <a:lnTo>
                  <a:pt x="16713" y="83299"/>
                </a:lnTo>
                <a:lnTo>
                  <a:pt x="16187" y="83097"/>
                </a:lnTo>
                <a:lnTo>
                  <a:pt x="15665" y="82877"/>
                </a:lnTo>
                <a:lnTo>
                  <a:pt x="15148" y="82640"/>
                </a:lnTo>
                <a:lnTo>
                  <a:pt x="14635" y="82385"/>
                </a:lnTo>
                <a:lnTo>
                  <a:pt x="14128" y="82112"/>
                </a:lnTo>
                <a:lnTo>
                  <a:pt x="13625" y="81822"/>
                </a:lnTo>
                <a:lnTo>
                  <a:pt x="13126" y="81514"/>
                </a:lnTo>
                <a:lnTo>
                  <a:pt x="12632" y="81189"/>
                </a:lnTo>
                <a:lnTo>
                  <a:pt x="12143" y="80846"/>
                </a:lnTo>
                <a:lnTo>
                  <a:pt x="11659" y="80486"/>
                </a:lnTo>
                <a:lnTo>
                  <a:pt x="11180" y="80108"/>
                </a:lnTo>
                <a:lnTo>
                  <a:pt x="10705" y="79712"/>
                </a:lnTo>
                <a:lnTo>
                  <a:pt x="10234" y="79299"/>
                </a:lnTo>
                <a:lnTo>
                  <a:pt x="9773" y="78868"/>
                </a:lnTo>
                <a:lnTo>
                  <a:pt x="9324" y="78421"/>
                </a:lnTo>
                <a:lnTo>
                  <a:pt x="8887" y="77956"/>
                </a:lnTo>
                <a:lnTo>
                  <a:pt x="8464" y="77474"/>
                </a:lnTo>
                <a:lnTo>
                  <a:pt x="8052" y="76975"/>
                </a:lnTo>
                <a:lnTo>
                  <a:pt x="7654" y="76459"/>
                </a:lnTo>
                <a:lnTo>
                  <a:pt x="7268" y="75926"/>
                </a:lnTo>
                <a:lnTo>
                  <a:pt x="6894" y="75376"/>
                </a:lnTo>
                <a:lnTo>
                  <a:pt x="6533" y="74809"/>
                </a:lnTo>
                <a:lnTo>
                  <a:pt x="6185" y="74224"/>
                </a:lnTo>
                <a:lnTo>
                  <a:pt x="5849" y="73623"/>
                </a:lnTo>
                <a:lnTo>
                  <a:pt x="5526" y="73005"/>
                </a:lnTo>
                <a:lnTo>
                  <a:pt x="5215" y="72369"/>
                </a:lnTo>
                <a:lnTo>
                  <a:pt x="4917" y="71716"/>
                </a:lnTo>
                <a:lnTo>
                  <a:pt x="4632" y="71046"/>
                </a:lnTo>
                <a:lnTo>
                  <a:pt x="4359" y="70360"/>
                </a:lnTo>
                <a:lnTo>
                  <a:pt x="4099" y="69656"/>
                </a:lnTo>
                <a:lnTo>
                  <a:pt x="3851" y="68935"/>
                </a:lnTo>
                <a:lnTo>
                  <a:pt x="3616" y="68196"/>
                </a:lnTo>
                <a:lnTo>
                  <a:pt x="3394" y="67441"/>
                </a:lnTo>
                <a:lnTo>
                  <a:pt x="3184" y="66669"/>
                </a:lnTo>
                <a:lnTo>
                  <a:pt x="2987" y="65879"/>
                </a:lnTo>
                <a:lnTo>
                  <a:pt x="2802" y="65073"/>
                </a:lnTo>
                <a:lnTo>
                  <a:pt x="2630" y="64249"/>
                </a:lnTo>
                <a:lnTo>
                  <a:pt x="284" y="64249"/>
                </a:lnTo>
                <a:lnTo>
                  <a:pt x="284" y="87561"/>
                </a:lnTo>
                <a:lnTo>
                  <a:pt x="2630" y="87561"/>
                </a:lnTo>
                <a:lnTo>
                  <a:pt x="2708" y="87410"/>
                </a:lnTo>
                <a:lnTo>
                  <a:pt x="2789" y="87266"/>
                </a:lnTo>
                <a:lnTo>
                  <a:pt x="2872" y="87128"/>
                </a:lnTo>
                <a:lnTo>
                  <a:pt x="2957" y="86996"/>
                </a:lnTo>
                <a:lnTo>
                  <a:pt x="3045" y="86871"/>
                </a:lnTo>
                <a:lnTo>
                  <a:pt x="3136" y="86753"/>
                </a:lnTo>
                <a:lnTo>
                  <a:pt x="3229" y="86640"/>
                </a:lnTo>
                <a:lnTo>
                  <a:pt x="3325" y="86534"/>
                </a:lnTo>
                <a:lnTo>
                  <a:pt x="3423" y="86435"/>
                </a:lnTo>
                <a:lnTo>
                  <a:pt x="3523" y="86342"/>
                </a:lnTo>
                <a:lnTo>
                  <a:pt x="3626" y="86255"/>
                </a:lnTo>
                <a:lnTo>
                  <a:pt x="3731" y="86175"/>
                </a:lnTo>
                <a:lnTo>
                  <a:pt x="3839" y="86101"/>
                </a:lnTo>
                <a:lnTo>
                  <a:pt x="3949" y="86034"/>
                </a:lnTo>
                <a:lnTo>
                  <a:pt x="4062" y="85973"/>
                </a:lnTo>
                <a:lnTo>
                  <a:pt x="4177" y="85918"/>
                </a:lnTo>
                <a:lnTo>
                  <a:pt x="4295" y="85870"/>
                </a:lnTo>
                <a:lnTo>
                  <a:pt x="4415" y="85829"/>
                </a:lnTo>
                <a:lnTo>
                  <a:pt x="4538" y="85793"/>
                </a:lnTo>
                <a:lnTo>
                  <a:pt x="4663" y="85764"/>
                </a:lnTo>
                <a:lnTo>
                  <a:pt x="4791" y="85742"/>
                </a:lnTo>
                <a:lnTo>
                  <a:pt x="4921" y="85726"/>
                </a:lnTo>
                <a:lnTo>
                  <a:pt x="5053" y="85716"/>
                </a:lnTo>
                <a:lnTo>
                  <a:pt x="5188" y="85713"/>
                </a:lnTo>
                <a:lnTo>
                  <a:pt x="5314" y="85714"/>
                </a:lnTo>
                <a:lnTo>
                  <a:pt x="5443" y="85718"/>
                </a:lnTo>
                <a:lnTo>
                  <a:pt x="5575" y="85724"/>
                </a:lnTo>
                <a:lnTo>
                  <a:pt x="5709" y="85733"/>
                </a:lnTo>
                <a:lnTo>
                  <a:pt x="5847" y="85744"/>
                </a:lnTo>
                <a:lnTo>
                  <a:pt x="5988" y="85758"/>
                </a:lnTo>
                <a:lnTo>
                  <a:pt x="6131" y="85774"/>
                </a:lnTo>
                <a:lnTo>
                  <a:pt x="6278" y="85792"/>
                </a:lnTo>
                <a:lnTo>
                  <a:pt x="6428" y="85813"/>
                </a:lnTo>
                <a:lnTo>
                  <a:pt x="6580" y="85836"/>
                </a:lnTo>
                <a:lnTo>
                  <a:pt x="6736" y="85862"/>
                </a:lnTo>
                <a:lnTo>
                  <a:pt x="6894" y="85891"/>
                </a:lnTo>
                <a:lnTo>
                  <a:pt x="7055" y="85922"/>
                </a:lnTo>
                <a:lnTo>
                  <a:pt x="7220" y="85955"/>
                </a:lnTo>
                <a:lnTo>
                  <a:pt x="7387" y="85991"/>
                </a:lnTo>
                <a:lnTo>
                  <a:pt x="7557" y="86029"/>
                </a:lnTo>
                <a:lnTo>
                  <a:pt x="7731" y="86070"/>
                </a:lnTo>
                <a:lnTo>
                  <a:pt x="7907" y="86113"/>
                </a:lnTo>
                <a:lnTo>
                  <a:pt x="8086" y="86159"/>
                </a:lnTo>
                <a:lnTo>
                  <a:pt x="8268" y="86207"/>
                </a:lnTo>
                <a:lnTo>
                  <a:pt x="8453" y="86257"/>
                </a:lnTo>
                <a:lnTo>
                  <a:pt x="8641" y="86310"/>
                </a:lnTo>
                <a:lnTo>
                  <a:pt x="8832" y="86366"/>
                </a:lnTo>
                <a:lnTo>
                  <a:pt x="9026" y="86424"/>
                </a:lnTo>
                <a:lnTo>
                  <a:pt x="9663" y="86598"/>
                </a:lnTo>
                <a:lnTo>
                  <a:pt x="10294" y="86764"/>
                </a:lnTo>
                <a:lnTo>
                  <a:pt x="10918" y="86924"/>
                </a:lnTo>
                <a:lnTo>
                  <a:pt x="11537" y="87075"/>
                </a:lnTo>
                <a:lnTo>
                  <a:pt x="12150" y="87220"/>
                </a:lnTo>
                <a:lnTo>
                  <a:pt x="12757" y="87357"/>
                </a:lnTo>
                <a:lnTo>
                  <a:pt x="13359" y="87486"/>
                </a:lnTo>
                <a:lnTo>
                  <a:pt x="13954" y="87608"/>
                </a:lnTo>
                <a:lnTo>
                  <a:pt x="14543" y="87723"/>
                </a:lnTo>
                <a:lnTo>
                  <a:pt x="15127" y="87830"/>
                </a:lnTo>
                <a:lnTo>
                  <a:pt x="15704" y="87930"/>
                </a:lnTo>
                <a:lnTo>
                  <a:pt x="16276" y="88023"/>
                </a:lnTo>
                <a:lnTo>
                  <a:pt x="16841" y="88108"/>
                </a:lnTo>
                <a:lnTo>
                  <a:pt x="17401" y="88186"/>
                </a:lnTo>
                <a:lnTo>
                  <a:pt x="17955" y="88256"/>
                </a:lnTo>
                <a:lnTo>
                  <a:pt x="18502" y="88319"/>
                </a:lnTo>
                <a:lnTo>
                  <a:pt x="19044" y="88375"/>
                </a:lnTo>
                <a:lnTo>
                  <a:pt x="19580" y="88423"/>
                </a:lnTo>
                <a:lnTo>
                  <a:pt x="20110" y="88463"/>
                </a:lnTo>
                <a:lnTo>
                  <a:pt x="20635" y="88497"/>
                </a:lnTo>
                <a:lnTo>
                  <a:pt x="21153" y="88523"/>
                </a:lnTo>
                <a:lnTo>
                  <a:pt x="21665" y="88541"/>
                </a:lnTo>
                <a:lnTo>
                  <a:pt x="22172" y="88552"/>
                </a:lnTo>
                <a:lnTo>
                  <a:pt x="22672" y="88556"/>
                </a:lnTo>
                <a:lnTo>
                  <a:pt x="23362" y="88547"/>
                </a:lnTo>
                <a:lnTo>
                  <a:pt x="24047" y="88518"/>
                </a:lnTo>
                <a:lnTo>
                  <a:pt x="24726" y="88471"/>
                </a:lnTo>
                <a:lnTo>
                  <a:pt x="25399" y="88405"/>
                </a:lnTo>
                <a:lnTo>
                  <a:pt x="26067" y="88320"/>
                </a:lnTo>
                <a:lnTo>
                  <a:pt x="26730" y="88217"/>
                </a:lnTo>
                <a:lnTo>
                  <a:pt x="27387" y="88094"/>
                </a:lnTo>
                <a:lnTo>
                  <a:pt x="28038" y="87953"/>
                </a:lnTo>
                <a:lnTo>
                  <a:pt x="28684" y="87792"/>
                </a:lnTo>
                <a:lnTo>
                  <a:pt x="29324" y="87613"/>
                </a:lnTo>
                <a:lnTo>
                  <a:pt x="29959" y="87415"/>
                </a:lnTo>
                <a:lnTo>
                  <a:pt x="30588" y="87198"/>
                </a:lnTo>
                <a:lnTo>
                  <a:pt x="31211" y="86963"/>
                </a:lnTo>
                <a:lnTo>
                  <a:pt x="31829" y="86708"/>
                </a:lnTo>
                <a:lnTo>
                  <a:pt x="32442" y="86435"/>
                </a:lnTo>
                <a:lnTo>
                  <a:pt x="33049" y="86142"/>
                </a:lnTo>
                <a:lnTo>
                  <a:pt x="33650" y="85831"/>
                </a:lnTo>
                <a:lnTo>
                  <a:pt x="34246" y="85501"/>
                </a:lnTo>
                <a:lnTo>
                  <a:pt x="34836" y="85153"/>
                </a:lnTo>
                <a:lnTo>
                  <a:pt x="35421" y="84785"/>
                </a:lnTo>
                <a:lnTo>
                  <a:pt x="36000" y="84398"/>
                </a:lnTo>
                <a:lnTo>
                  <a:pt x="36573" y="83993"/>
                </a:lnTo>
                <a:lnTo>
                  <a:pt x="37141" y="83569"/>
                </a:lnTo>
                <a:lnTo>
                  <a:pt x="37704" y="83126"/>
                </a:lnTo>
                <a:lnTo>
                  <a:pt x="38252" y="82667"/>
                </a:lnTo>
                <a:lnTo>
                  <a:pt x="38777" y="82196"/>
                </a:lnTo>
                <a:lnTo>
                  <a:pt x="39278" y="81714"/>
                </a:lnTo>
                <a:lnTo>
                  <a:pt x="39756" y="81219"/>
                </a:lnTo>
                <a:lnTo>
                  <a:pt x="40211" y="80713"/>
                </a:lnTo>
                <a:lnTo>
                  <a:pt x="40642" y="80194"/>
                </a:lnTo>
                <a:lnTo>
                  <a:pt x="41050" y="79664"/>
                </a:lnTo>
                <a:lnTo>
                  <a:pt x="41435" y="79122"/>
                </a:lnTo>
                <a:lnTo>
                  <a:pt x="41797" y="78567"/>
                </a:lnTo>
                <a:lnTo>
                  <a:pt x="42135" y="78001"/>
                </a:lnTo>
                <a:lnTo>
                  <a:pt x="42450" y="77423"/>
                </a:lnTo>
                <a:lnTo>
                  <a:pt x="42741" y="76833"/>
                </a:lnTo>
                <a:lnTo>
                  <a:pt x="43009" y="76231"/>
                </a:lnTo>
                <a:lnTo>
                  <a:pt x="43254" y="75617"/>
                </a:lnTo>
                <a:lnTo>
                  <a:pt x="43476" y="74991"/>
                </a:lnTo>
                <a:lnTo>
                  <a:pt x="43674" y="74353"/>
                </a:lnTo>
                <a:lnTo>
                  <a:pt x="43849" y="73703"/>
                </a:lnTo>
                <a:lnTo>
                  <a:pt x="44000" y="73042"/>
                </a:lnTo>
                <a:lnTo>
                  <a:pt x="44129" y="72368"/>
                </a:lnTo>
                <a:lnTo>
                  <a:pt x="44234" y="71682"/>
                </a:lnTo>
                <a:lnTo>
                  <a:pt x="44315" y="70985"/>
                </a:lnTo>
                <a:lnTo>
                  <a:pt x="44373" y="70275"/>
                </a:lnTo>
                <a:lnTo>
                  <a:pt x="44408" y="69554"/>
                </a:lnTo>
                <a:lnTo>
                  <a:pt x="44420" y="68820"/>
                </a:lnTo>
                <a:lnTo>
                  <a:pt x="44395" y="67869"/>
                </a:lnTo>
                <a:lnTo>
                  <a:pt x="44320" y="66934"/>
                </a:lnTo>
                <a:lnTo>
                  <a:pt x="44195" y="66014"/>
                </a:lnTo>
                <a:lnTo>
                  <a:pt x="44019" y="65110"/>
                </a:lnTo>
                <a:lnTo>
                  <a:pt x="43794" y="64222"/>
                </a:lnTo>
                <a:lnTo>
                  <a:pt x="43518" y="63349"/>
                </a:lnTo>
                <a:lnTo>
                  <a:pt x="43193" y="62491"/>
                </a:lnTo>
                <a:lnTo>
                  <a:pt x="42817" y="61649"/>
                </a:lnTo>
                <a:lnTo>
                  <a:pt x="42391" y="60823"/>
                </a:lnTo>
                <a:lnTo>
                  <a:pt x="41915" y="60012"/>
                </a:lnTo>
                <a:lnTo>
                  <a:pt x="41389" y="59216"/>
                </a:lnTo>
                <a:lnTo>
                  <a:pt x="40813" y="58436"/>
                </a:lnTo>
                <a:lnTo>
                  <a:pt x="40187" y="57672"/>
                </a:lnTo>
                <a:lnTo>
                  <a:pt x="39511" y="56923"/>
                </a:lnTo>
                <a:lnTo>
                  <a:pt x="38784" y="56190"/>
                </a:lnTo>
                <a:lnTo>
                  <a:pt x="38008" y="55472"/>
                </a:lnTo>
                <a:lnTo>
                  <a:pt x="37181" y="54770"/>
                </a:lnTo>
                <a:lnTo>
                  <a:pt x="36305" y="54084"/>
                </a:lnTo>
                <a:lnTo>
                  <a:pt x="35378" y="53413"/>
                </a:lnTo>
                <a:lnTo>
                  <a:pt x="34401" y="52757"/>
                </a:lnTo>
                <a:lnTo>
                  <a:pt x="33374" y="52117"/>
                </a:lnTo>
                <a:lnTo>
                  <a:pt x="32297" y="51493"/>
                </a:lnTo>
                <a:lnTo>
                  <a:pt x="31170" y="50884"/>
                </a:lnTo>
                <a:lnTo>
                  <a:pt x="29992" y="50290"/>
                </a:lnTo>
                <a:lnTo>
                  <a:pt x="19616" y="45249"/>
                </a:lnTo>
                <a:lnTo>
                  <a:pt x="19061" y="44977"/>
                </a:lnTo>
                <a:lnTo>
                  <a:pt x="18522" y="44707"/>
                </a:lnTo>
                <a:lnTo>
                  <a:pt x="17999" y="44438"/>
                </a:lnTo>
                <a:lnTo>
                  <a:pt x="17492" y="44170"/>
                </a:lnTo>
                <a:lnTo>
                  <a:pt x="17000" y="43904"/>
                </a:lnTo>
                <a:lnTo>
                  <a:pt x="16524" y="43638"/>
                </a:lnTo>
                <a:lnTo>
                  <a:pt x="16064" y="43374"/>
                </a:lnTo>
                <a:lnTo>
                  <a:pt x="15620" y="43111"/>
                </a:lnTo>
                <a:lnTo>
                  <a:pt x="15192" y="42850"/>
                </a:lnTo>
                <a:lnTo>
                  <a:pt x="14779" y="42589"/>
                </a:lnTo>
                <a:lnTo>
                  <a:pt x="14382" y="42330"/>
                </a:lnTo>
                <a:lnTo>
                  <a:pt x="14001" y="42072"/>
                </a:lnTo>
                <a:lnTo>
                  <a:pt x="13636" y="41815"/>
                </a:lnTo>
                <a:lnTo>
                  <a:pt x="13287" y="41560"/>
                </a:lnTo>
                <a:lnTo>
                  <a:pt x="12953" y="41305"/>
                </a:lnTo>
                <a:lnTo>
                  <a:pt x="12635" y="41052"/>
                </a:lnTo>
                <a:lnTo>
                  <a:pt x="12333" y="40801"/>
                </a:lnTo>
                <a:lnTo>
                  <a:pt x="12047" y="40550"/>
                </a:lnTo>
                <a:lnTo>
                  <a:pt x="11776" y="40301"/>
                </a:lnTo>
                <a:lnTo>
                  <a:pt x="11522" y="40052"/>
                </a:lnTo>
                <a:lnTo>
                  <a:pt x="11283" y="39805"/>
                </a:lnTo>
                <a:lnTo>
                  <a:pt x="11060" y="39560"/>
                </a:lnTo>
                <a:lnTo>
                  <a:pt x="10852" y="39315"/>
                </a:lnTo>
                <a:lnTo>
                  <a:pt x="10661" y="39072"/>
                </a:lnTo>
                <a:lnTo>
                  <a:pt x="10475" y="38833"/>
                </a:lnTo>
                <a:lnTo>
                  <a:pt x="10298" y="38591"/>
                </a:lnTo>
                <a:lnTo>
                  <a:pt x="10128" y="38345"/>
                </a:lnTo>
                <a:lnTo>
                  <a:pt x="9966" y="38094"/>
                </a:lnTo>
                <a:lnTo>
                  <a:pt x="9812" y="37840"/>
                </a:lnTo>
                <a:lnTo>
                  <a:pt x="9666" y="37582"/>
                </a:lnTo>
                <a:lnTo>
                  <a:pt x="9528" y="37319"/>
                </a:lnTo>
                <a:lnTo>
                  <a:pt x="9397" y="37053"/>
                </a:lnTo>
                <a:lnTo>
                  <a:pt x="9275" y="36783"/>
                </a:lnTo>
                <a:lnTo>
                  <a:pt x="9160" y="36509"/>
                </a:lnTo>
                <a:lnTo>
                  <a:pt x="9054" y="36231"/>
                </a:lnTo>
                <a:lnTo>
                  <a:pt x="8955" y="35949"/>
                </a:lnTo>
                <a:lnTo>
                  <a:pt x="8864" y="35663"/>
                </a:lnTo>
                <a:lnTo>
                  <a:pt x="8781" y="35373"/>
                </a:lnTo>
                <a:lnTo>
                  <a:pt x="8706" y="35080"/>
                </a:lnTo>
                <a:lnTo>
                  <a:pt x="8639" y="34782"/>
                </a:lnTo>
                <a:lnTo>
                  <a:pt x="8580" y="34480"/>
                </a:lnTo>
                <a:lnTo>
                  <a:pt x="8529" y="34175"/>
                </a:lnTo>
                <a:lnTo>
                  <a:pt x="8485" y="33865"/>
                </a:lnTo>
                <a:lnTo>
                  <a:pt x="8450" y="33552"/>
                </a:lnTo>
                <a:lnTo>
                  <a:pt x="8422" y="33234"/>
                </a:lnTo>
                <a:lnTo>
                  <a:pt x="8402" y="32913"/>
                </a:lnTo>
                <a:lnTo>
                  <a:pt x="8390" y="32587"/>
                </a:lnTo>
                <a:lnTo>
                  <a:pt x="8387" y="32258"/>
                </a:lnTo>
                <a:lnTo>
                  <a:pt x="8392" y="31993"/>
                </a:lnTo>
                <a:lnTo>
                  <a:pt x="8408" y="31729"/>
                </a:lnTo>
                <a:lnTo>
                  <a:pt x="8434" y="31468"/>
                </a:lnTo>
                <a:lnTo>
                  <a:pt x="8471" y="31208"/>
                </a:lnTo>
                <a:lnTo>
                  <a:pt x="8519" y="30951"/>
                </a:lnTo>
                <a:lnTo>
                  <a:pt x="8578" y="30696"/>
                </a:lnTo>
                <a:lnTo>
                  <a:pt x="8647" y="30442"/>
                </a:lnTo>
                <a:lnTo>
                  <a:pt x="8726" y="30191"/>
                </a:lnTo>
                <a:lnTo>
                  <a:pt x="8816" y="29941"/>
                </a:lnTo>
                <a:lnTo>
                  <a:pt x="8917" y="29694"/>
                </a:lnTo>
                <a:lnTo>
                  <a:pt x="9029" y="29448"/>
                </a:lnTo>
                <a:lnTo>
                  <a:pt x="9151" y="29205"/>
                </a:lnTo>
                <a:lnTo>
                  <a:pt x="9283" y="28963"/>
                </a:lnTo>
                <a:lnTo>
                  <a:pt x="9426" y="28723"/>
                </a:lnTo>
                <a:lnTo>
                  <a:pt x="9580" y="28486"/>
                </a:lnTo>
                <a:lnTo>
                  <a:pt x="9745" y="28250"/>
                </a:lnTo>
                <a:lnTo>
                  <a:pt x="9920" y="28017"/>
                </a:lnTo>
                <a:lnTo>
                  <a:pt x="10106" y="27785"/>
                </a:lnTo>
                <a:lnTo>
                  <a:pt x="10302" y="27555"/>
                </a:lnTo>
                <a:lnTo>
                  <a:pt x="10509" y="27328"/>
                </a:lnTo>
                <a:lnTo>
                  <a:pt x="10726" y="27102"/>
                </a:lnTo>
                <a:lnTo>
                  <a:pt x="10954" y="26878"/>
                </a:lnTo>
                <a:lnTo>
                  <a:pt x="11193" y="26656"/>
                </a:lnTo>
                <a:lnTo>
                  <a:pt x="11443" y="26437"/>
                </a:lnTo>
                <a:lnTo>
                  <a:pt x="11701" y="26222"/>
                </a:lnTo>
                <a:lnTo>
                  <a:pt x="11965" y="26017"/>
                </a:lnTo>
                <a:lnTo>
                  <a:pt x="12237" y="25821"/>
                </a:lnTo>
                <a:lnTo>
                  <a:pt x="12515" y="25634"/>
                </a:lnTo>
                <a:lnTo>
                  <a:pt x="12799" y="25456"/>
                </a:lnTo>
                <a:lnTo>
                  <a:pt x="13091" y="25287"/>
                </a:lnTo>
                <a:lnTo>
                  <a:pt x="13389" y="25127"/>
                </a:lnTo>
                <a:lnTo>
                  <a:pt x="13693" y="24977"/>
                </a:lnTo>
                <a:lnTo>
                  <a:pt x="14005" y="24836"/>
                </a:lnTo>
                <a:lnTo>
                  <a:pt x="14323" y="24703"/>
                </a:lnTo>
                <a:lnTo>
                  <a:pt x="14647" y="24580"/>
                </a:lnTo>
                <a:lnTo>
                  <a:pt x="14978" y="24466"/>
                </a:lnTo>
                <a:lnTo>
                  <a:pt x="15316" y="24361"/>
                </a:lnTo>
                <a:lnTo>
                  <a:pt x="15661" y="24265"/>
                </a:lnTo>
                <a:lnTo>
                  <a:pt x="16012" y="24179"/>
                </a:lnTo>
                <a:lnTo>
                  <a:pt x="16370" y="24101"/>
                </a:lnTo>
                <a:lnTo>
                  <a:pt x="16735" y="24033"/>
                </a:lnTo>
                <a:lnTo>
                  <a:pt x="17106" y="23973"/>
                </a:lnTo>
                <a:lnTo>
                  <a:pt x="17484" y="23923"/>
                </a:lnTo>
                <a:lnTo>
                  <a:pt x="17869" y="23882"/>
                </a:lnTo>
                <a:lnTo>
                  <a:pt x="18260" y="23850"/>
                </a:lnTo>
                <a:lnTo>
                  <a:pt x="18658" y="23827"/>
                </a:lnTo>
                <a:lnTo>
                  <a:pt x="19063" y="23814"/>
                </a:lnTo>
                <a:lnTo>
                  <a:pt x="19474" y="23809"/>
                </a:lnTo>
                <a:lnTo>
                  <a:pt x="20015" y="23816"/>
                </a:lnTo>
                <a:lnTo>
                  <a:pt x="20548" y="23835"/>
                </a:lnTo>
                <a:lnTo>
                  <a:pt x="21072" y="23868"/>
                </a:lnTo>
                <a:lnTo>
                  <a:pt x="21589" y="23913"/>
                </a:lnTo>
                <a:lnTo>
                  <a:pt x="22098" y="23971"/>
                </a:lnTo>
                <a:lnTo>
                  <a:pt x="22599" y="24043"/>
                </a:lnTo>
                <a:lnTo>
                  <a:pt x="23092" y="24127"/>
                </a:lnTo>
                <a:lnTo>
                  <a:pt x="23576" y="24225"/>
                </a:lnTo>
                <a:lnTo>
                  <a:pt x="24053" y="24335"/>
                </a:lnTo>
                <a:lnTo>
                  <a:pt x="24522" y="24458"/>
                </a:lnTo>
                <a:lnTo>
                  <a:pt x="24982" y="24594"/>
                </a:lnTo>
                <a:lnTo>
                  <a:pt x="25435" y="24744"/>
                </a:lnTo>
                <a:lnTo>
                  <a:pt x="25880" y="24906"/>
                </a:lnTo>
                <a:lnTo>
                  <a:pt x="26316" y="25081"/>
                </a:lnTo>
                <a:lnTo>
                  <a:pt x="26745" y="25269"/>
                </a:lnTo>
                <a:lnTo>
                  <a:pt x="27165" y="25471"/>
                </a:lnTo>
                <a:lnTo>
                  <a:pt x="27578" y="25685"/>
                </a:lnTo>
                <a:lnTo>
                  <a:pt x="27982" y="25912"/>
                </a:lnTo>
                <a:lnTo>
                  <a:pt x="28379" y="26152"/>
                </a:lnTo>
                <a:lnTo>
                  <a:pt x="28767" y="26405"/>
                </a:lnTo>
                <a:lnTo>
                  <a:pt x="29148" y="26671"/>
                </a:lnTo>
                <a:lnTo>
                  <a:pt x="29520" y="26950"/>
                </a:lnTo>
                <a:lnTo>
                  <a:pt x="29885" y="27242"/>
                </a:lnTo>
                <a:lnTo>
                  <a:pt x="30241" y="27547"/>
                </a:lnTo>
                <a:lnTo>
                  <a:pt x="30591" y="27870"/>
                </a:lnTo>
                <a:lnTo>
                  <a:pt x="30935" y="28216"/>
                </a:lnTo>
                <a:lnTo>
                  <a:pt x="31275" y="28585"/>
                </a:lnTo>
                <a:lnTo>
                  <a:pt x="31608" y="28977"/>
                </a:lnTo>
                <a:lnTo>
                  <a:pt x="31937" y="29391"/>
                </a:lnTo>
                <a:lnTo>
                  <a:pt x="32260" y="29829"/>
                </a:lnTo>
                <a:lnTo>
                  <a:pt x="32578" y="30290"/>
                </a:lnTo>
                <a:lnTo>
                  <a:pt x="32891" y="30774"/>
                </a:lnTo>
                <a:lnTo>
                  <a:pt x="33198" y="31281"/>
                </a:lnTo>
                <a:lnTo>
                  <a:pt x="33500" y="31811"/>
                </a:lnTo>
                <a:lnTo>
                  <a:pt x="33797" y="32364"/>
                </a:lnTo>
                <a:lnTo>
                  <a:pt x="34088" y="32940"/>
                </a:lnTo>
                <a:lnTo>
                  <a:pt x="34374" y="33539"/>
                </a:lnTo>
                <a:lnTo>
                  <a:pt x="34655" y="34161"/>
                </a:lnTo>
                <a:lnTo>
                  <a:pt x="34930" y="34807"/>
                </a:lnTo>
                <a:lnTo>
                  <a:pt x="35200" y="35475"/>
                </a:lnTo>
                <a:lnTo>
                  <a:pt x="35465" y="36166"/>
                </a:lnTo>
                <a:lnTo>
                  <a:pt x="35725" y="36880"/>
                </a:lnTo>
                <a:lnTo>
                  <a:pt x="35979" y="37617"/>
                </a:lnTo>
                <a:lnTo>
                  <a:pt x="36228" y="38377"/>
                </a:lnTo>
                <a:lnTo>
                  <a:pt x="36472" y="39161"/>
                </a:lnTo>
                <a:lnTo>
                  <a:pt x="36710" y="39967"/>
                </a:lnTo>
                <a:lnTo>
                  <a:pt x="36943" y="40796"/>
                </a:lnTo>
                <a:lnTo>
                  <a:pt x="37171" y="41648"/>
                </a:lnTo>
                <a:lnTo>
                  <a:pt x="39516" y="41648"/>
                </a:lnTo>
                <a:lnTo>
                  <a:pt x="39516" y="19616"/>
                </a:lnTo>
                <a:lnTo>
                  <a:pt x="37171" y="19616"/>
                </a:lnTo>
                <a:lnTo>
                  <a:pt x="37100" y="19756"/>
                </a:lnTo>
                <a:lnTo>
                  <a:pt x="37030" y="19892"/>
                </a:lnTo>
                <a:lnTo>
                  <a:pt x="36961" y="20023"/>
                </a:lnTo>
                <a:close/>
                <a:moveTo>
                  <a:pt x="229593" y="19682"/>
                </a:moveTo>
                <a:lnTo>
                  <a:pt x="228928" y="19733"/>
                </a:lnTo>
                <a:lnTo>
                  <a:pt x="228266" y="19799"/>
                </a:lnTo>
                <a:lnTo>
                  <a:pt x="227607" y="19880"/>
                </a:lnTo>
                <a:lnTo>
                  <a:pt x="226951" y="19975"/>
                </a:lnTo>
                <a:lnTo>
                  <a:pt x="226298" y="20085"/>
                </a:lnTo>
                <a:lnTo>
                  <a:pt x="225648" y="20210"/>
                </a:lnTo>
                <a:lnTo>
                  <a:pt x="225001" y="20349"/>
                </a:lnTo>
                <a:lnTo>
                  <a:pt x="224357" y="20503"/>
                </a:lnTo>
                <a:lnTo>
                  <a:pt x="223716" y="20672"/>
                </a:lnTo>
                <a:lnTo>
                  <a:pt x="223078" y="20855"/>
                </a:lnTo>
                <a:lnTo>
                  <a:pt x="222442" y="21053"/>
                </a:lnTo>
                <a:lnTo>
                  <a:pt x="221810" y="21266"/>
                </a:lnTo>
                <a:lnTo>
                  <a:pt x="221181" y="21493"/>
                </a:lnTo>
                <a:lnTo>
                  <a:pt x="220555" y="21735"/>
                </a:lnTo>
                <a:lnTo>
                  <a:pt x="219931" y="21992"/>
                </a:lnTo>
                <a:lnTo>
                  <a:pt x="219311" y="22263"/>
                </a:lnTo>
                <a:lnTo>
                  <a:pt x="218693" y="22550"/>
                </a:lnTo>
                <a:lnTo>
                  <a:pt x="218079" y="22850"/>
                </a:lnTo>
                <a:lnTo>
                  <a:pt x="217467" y="23166"/>
                </a:lnTo>
                <a:lnTo>
                  <a:pt x="216859" y="23496"/>
                </a:lnTo>
                <a:lnTo>
                  <a:pt x="216253" y="23840"/>
                </a:lnTo>
                <a:lnTo>
                  <a:pt x="215654" y="24200"/>
                </a:lnTo>
                <a:lnTo>
                  <a:pt x="215064" y="24576"/>
                </a:lnTo>
                <a:lnTo>
                  <a:pt x="214485" y="24968"/>
                </a:lnTo>
                <a:lnTo>
                  <a:pt x="213915" y="25377"/>
                </a:lnTo>
                <a:lnTo>
                  <a:pt x="213354" y="25801"/>
                </a:lnTo>
                <a:lnTo>
                  <a:pt x="212804" y="26241"/>
                </a:lnTo>
                <a:lnTo>
                  <a:pt x="212263" y="26697"/>
                </a:lnTo>
                <a:lnTo>
                  <a:pt x="211732" y="27169"/>
                </a:lnTo>
                <a:lnTo>
                  <a:pt x="211211" y="27658"/>
                </a:lnTo>
                <a:lnTo>
                  <a:pt x="210699" y="28162"/>
                </a:lnTo>
                <a:lnTo>
                  <a:pt x="210198" y="28682"/>
                </a:lnTo>
                <a:lnTo>
                  <a:pt x="209706" y="29218"/>
                </a:lnTo>
                <a:lnTo>
                  <a:pt x="209223" y="29771"/>
                </a:lnTo>
                <a:lnTo>
                  <a:pt x="208751" y="30339"/>
                </a:lnTo>
                <a:lnTo>
                  <a:pt x="208288" y="30924"/>
                </a:lnTo>
                <a:lnTo>
                  <a:pt x="207835" y="31524"/>
                </a:lnTo>
                <a:lnTo>
                  <a:pt x="207392" y="32140"/>
                </a:lnTo>
                <a:lnTo>
                  <a:pt x="206958" y="32773"/>
                </a:lnTo>
                <a:lnTo>
                  <a:pt x="206534" y="33421"/>
                </a:lnTo>
                <a:lnTo>
                  <a:pt x="206120" y="34086"/>
                </a:lnTo>
                <a:lnTo>
                  <a:pt x="205716" y="34766"/>
                </a:lnTo>
                <a:lnTo>
                  <a:pt x="205322" y="35463"/>
                </a:lnTo>
                <a:lnTo>
                  <a:pt x="204937" y="36176"/>
                </a:lnTo>
                <a:lnTo>
                  <a:pt x="204562" y="36904"/>
                </a:lnTo>
                <a:lnTo>
                  <a:pt x="204199" y="37641"/>
                </a:lnTo>
                <a:lnTo>
                  <a:pt x="203852" y="38378"/>
                </a:lnTo>
                <a:lnTo>
                  <a:pt x="203521" y="39116"/>
                </a:lnTo>
                <a:lnTo>
                  <a:pt x="203204" y="39854"/>
                </a:lnTo>
                <a:lnTo>
                  <a:pt x="202904" y="40592"/>
                </a:lnTo>
                <a:lnTo>
                  <a:pt x="202618" y="41331"/>
                </a:lnTo>
                <a:lnTo>
                  <a:pt x="202348" y="42070"/>
                </a:lnTo>
                <a:lnTo>
                  <a:pt x="202094" y="42809"/>
                </a:lnTo>
                <a:lnTo>
                  <a:pt x="201855" y="43549"/>
                </a:lnTo>
                <a:lnTo>
                  <a:pt x="201631" y="44289"/>
                </a:lnTo>
                <a:lnTo>
                  <a:pt x="201423" y="45030"/>
                </a:lnTo>
                <a:lnTo>
                  <a:pt x="201230" y="45771"/>
                </a:lnTo>
                <a:lnTo>
                  <a:pt x="201053" y="46512"/>
                </a:lnTo>
                <a:lnTo>
                  <a:pt x="200891" y="47253"/>
                </a:lnTo>
                <a:lnTo>
                  <a:pt x="200744" y="47995"/>
                </a:lnTo>
                <a:lnTo>
                  <a:pt x="200613" y="48738"/>
                </a:lnTo>
                <a:lnTo>
                  <a:pt x="200498" y="49481"/>
                </a:lnTo>
                <a:lnTo>
                  <a:pt x="200397" y="50224"/>
                </a:lnTo>
                <a:lnTo>
                  <a:pt x="200313" y="50967"/>
                </a:lnTo>
                <a:lnTo>
                  <a:pt x="200243" y="51711"/>
                </a:lnTo>
                <a:lnTo>
                  <a:pt x="200189" y="52455"/>
                </a:lnTo>
                <a:lnTo>
                  <a:pt x="200151" y="53200"/>
                </a:lnTo>
                <a:lnTo>
                  <a:pt x="200127" y="53945"/>
                </a:lnTo>
                <a:lnTo>
                  <a:pt x="200120" y="54690"/>
                </a:lnTo>
                <a:lnTo>
                  <a:pt x="200132" y="55709"/>
                </a:lnTo>
                <a:lnTo>
                  <a:pt x="200171" y="56720"/>
                </a:lnTo>
                <a:lnTo>
                  <a:pt x="200234" y="57723"/>
                </a:lnTo>
                <a:lnTo>
                  <a:pt x="200323" y="58717"/>
                </a:lnTo>
                <a:lnTo>
                  <a:pt x="200437" y="59703"/>
                </a:lnTo>
                <a:lnTo>
                  <a:pt x="200577" y="60680"/>
                </a:lnTo>
                <a:lnTo>
                  <a:pt x="200743" y="61649"/>
                </a:lnTo>
                <a:lnTo>
                  <a:pt x="200933" y="62610"/>
                </a:lnTo>
                <a:lnTo>
                  <a:pt x="201149" y="63562"/>
                </a:lnTo>
                <a:lnTo>
                  <a:pt x="201391" y="64506"/>
                </a:lnTo>
                <a:lnTo>
                  <a:pt x="201658" y="65442"/>
                </a:lnTo>
                <a:lnTo>
                  <a:pt x="201950" y="66369"/>
                </a:lnTo>
                <a:lnTo>
                  <a:pt x="202268" y="67287"/>
                </a:lnTo>
                <a:lnTo>
                  <a:pt x="202611" y="68198"/>
                </a:lnTo>
                <a:lnTo>
                  <a:pt x="202979" y="69100"/>
                </a:lnTo>
                <a:lnTo>
                  <a:pt x="203373" y="69993"/>
                </a:lnTo>
                <a:lnTo>
                  <a:pt x="203793" y="70879"/>
                </a:lnTo>
                <a:lnTo>
                  <a:pt x="204238" y="71755"/>
                </a:lnTo>
                <a:lnTo>
                  <a:pt x="204708" y="72624"/>
                </a:lnTo>
                <a:lnTo>
                  <a:pt x="205203" y="73484"/>
                </a:lnTo>
                <a:lnTo>
                  <a:pt x="205724" y="74335"/>
                </a:lnTo>
                <a:lnTo>
                  <a:pt x="206271" y="75179"/>
                </a:lnTo>
                <a:lnTo>
                  <a:pt x="206843" y="76014"/>
                </a:lnTo>
                <a:lnTo>
                  <a:pt x="207440" y="76840"/>
                </a:lnTo>
                <a:lnTo>
                  <a:pt x="208173" y="77796"/>
                </a:lnTo>
                <a:lnTo>
                  <a:pt x="208927" y="78711"/>
                </a:lnTo>
                <a:lnTo>
                  <a:pt x="209702" y="79586"/>
                </a:lnTo>
                <a:lnTo>
                  <a:pt x="210498" y="80420"/>
                </a:lnTo>
                <a:lnTo>
                  <a:pt x="211315" y="81213"/>
                </a:lnTo>
                <a:lnTo>
                  <a:pt x="212153" y="81966"/>
                </a:lnTo>
                <a:lnTo>
                  <a:pt x="213012" y="82678"/>
                </a:lnTo>
                <a:lnTo>
                  <a:pt x="213892" y="83349"/>
                </a:lnTo>
                <a:lnTo>
                  <a:pt x="214793" y="83980"/>
                </a:lnTo>
                <a:lnTo>
                  <a:pt x="215715" y="84569"/>
                </a:lnTo>
                <a:lnTo>
                  <a:pt x="216658" y="85119"/>
                </a:lnTo>
                <a:lnTo>
                  <a:pt x="217621" y="85627"/>
                </a:lnTo>
                <a:lnTo>
                  <a:pt x="218606" y="86095"/>
                </a:lnTo>
                <a:lnTo>
                  <a:pt x="219612" y="86522"/>
                </a:lnTo>
                <a:lnTo>
                  <a:pt x="220639" y="86908"/>
                </a:lnTo>
                <a:lnTo>
                  <a:pt x="221686" y="87254"/>
                </a:lnTo>
                <a:lnTo>
                  <a:pt x="222755" y="87559"/>
                </a:lnTo>
                <a:lnTo>
                  <a:pt x="223845" y="87824"/>
                </a:lnTo>
                <a:lnTo>
                  <a:pt x="224955" y="88047"/>
                </a:lnTo>
                <a:lnTo>
                  <a:pt x="226087" y="88231"/>
                </a:lnTo>
                <a:lnTo>
                  <a:pt x="227239" y="88373"/>
                </a:lnTo>
                <a:lnTo>
                  <a:pt x="228413" y="88475"/>
                </a:lnTo>
                <a:lnTo>
                  <a:pt x="229607" y="88536"/>
                </a:lnTo>
                <a:lnTo>
                  <a:pt x="230823" y="88556"/>
                </a:lnTo>
                <a:lnTo>
                  <a:pt x="231572" y="88548"/>
                </a:lnTo>
                <a:lnTo>
                  <a:pt x="232316" y="88524"/>
                </a:lnTo>
                <a:lnTo>
                  <a:pt x="233053" y="88485"/>
                </a:lnTo>
                <a:lnTo>
                  <a:pt x="233785" y="88430"/>
                </a:lnTo>
                <a:lnTo>
                  <a:pt x="234511" y="88359"/>
                </a:lnTo>
                <a:lnTo>
                  <a:pt x="235232" y="88272"/>
                </a:lnTo>
                <a:lnTo>
                  <a:pt x="235946" y="88169"/>
                </a:lnTo>
                <a:lnTo>
                  <a:pt x="236655" y="88051"/>
                </a:lnTo>
                <a:lnTo>
                  <a:pt x="237358" y="87917"/>
                </a:lnTo>
                <a:lnTo>
                  <a:pt x="238055" y="87767"/>
                </a:lnTo>
                <a:lnTo>
                  <a:pt x="238746" y="87601"/>
                </a:lnTo>
                <a:lnTo>
                  <a:pt x="239432" y="87420"/>
                </a:lnTo>
                <a:lnTo>
                  <a:pt x="240111" y="87223"/>
                </a:lnTo>
                <a:lnTo>
                  <a:pt x="240785" y="87010"/>
                </a:lnTo>
                <a:lnTo>
                  <a:pt x="241453" y="86781"/>
                </a:lnTo>
                <a:lnTo>
                  <a:pt x="242116" y="86536"/>
                </a:lnTo>
                <a:lnTo>
                  <a:pt x="242772" y="86276"/>
                </a:lnTo>
                <a:lnTo>
                  <a:pt x="243423" y="86000"/>
                </a:lnTo>
                <a:lnTo>
                  <a:pt x="244068" y="85708"/>
                </a:lnTo>
                <a:lnTo>
                  <a:pt x="244707" y="85400"/>
                </a:lnTo>
                <a:lnTo>
                  <a:pt x="245340" y="85077"/>
                </a:lnTo>
                <a:lnTo>
                  <a:pt x="245968" y="84738"/>
                </a:lnTo>
                <a:lnTo>
                  <a:pt x="246589" y="84383"/>
                </a:lnTo>
                <a:lnTo>
                  <a:pt x="247205" y="84012"/>
                </a:lnTo>
                <a:lnTo>
                  <a:pt x="247813" y="83625"/>
                </a:lnTo>
                <a:lnTo>
                  <a:pt x="248409" y="83224"/>
                </a:lnTo>
                <a:lnTo>
                  <a:pt x="248995" y="82807"/>
                </a:lnTo>
                <a:lnTo>
                  <a:pt x="249569" y="82375"/>
                </a:lnTo>
                <a:lnTo>
                  <a:pt x="250133" y="81927"/>
                </a:lnTo>
                <a:lnTo>
                  <a:pt x="250685" y="81465"/>
                </a:lnTo>
                <a:lnTo>
                  <a:pt x="251227" y="80987"/>
                </a:lnTo>
                <a:lnTo>
                  <a:pt x="251758" y="80493"/>
                </a:lnTo>
                <a:lnTo>
                  <a:pt x="252277" y="79985"/>
                </a:lnTo>
                <a:lnTo>
                  <a:pt x="252786" y="79461"/>
                </a:lnTo>
                <a:lnTo>
                  <a:pt x="253284" y="78922"/>
                </a:lnTo>
                <a:lnTo>
                  <a:pt x="253770" y="78368"/>
                </a:lnTo>
                <a:lnTo>
                  <a:pt x="254246" y="77798"/>
                </a:lnTo>
                <a:lnTo>
                  <a:pt x="254711" y="77213"/>
                </a:lnTo>
                <a:lnTo>
                  <a:pt x="255165" y="76613"/>
                </a:lnTo>
                <a:lnTo>
                  <a:pt x="255607" y="75997"/>
                </a:lnTo>
                <a:lnTo>
                  <a:pt x="256039" y="75367"/>
                </a:lnTo>
                <a:lnTo>
                  <a:pt x="256460" y="74721"/>
                </a:lnTo>
                <a:lnTo>
                  <a:pt x="256870" y="74059"/>
                </a:lnTo>
                <a:lnTo>
                  <a:pt x="257269" y="73383"/>
                </a:lnTo>
                <a:lnTo>
                  <a:pt x="257657" y="72691"/>
                </a:lnTo>
                <a:lnTo>
                  <a:pt x="258034" y="71984"/>
                </a:lnTo>
                <a:lnTo>
                  <a:pt x="258399" y="71261"/>
                </a:lnTo>
                <a:lnTo>
                  <a:pt x="258754" y="70524"/>
                </a:lnTo>
                <a:lnTo>
                  <a:pt x="259097" y="69778"/>
                </a:lnTo>
                <a:lnTo>
                  <a:pt x="259424" y="69034"/>
                </a:lnTo>
                <a:lnTo>
                  <a:pt x="259737" y="68290"/>
                </a:lnTo>
                <a:lnTo>
                  <a:pt x="260036" y="67547"/>
                </a:lnTo>
                <a:lnTo>
                  <a:pt x="260320" y="66805"/>
                </a:lnTo>
                <a:lnTo>
                  <a:pt x="260589" y="66064"/>
                </a:lnTo>
                <a:lnTo>
                  <a:pt x="260844" y="65323"/>
                </a:lnTo>
                <a:lnTo>
                  <a:pt x="261084" y="64583"/>
                </a:lnTo>
                <a:lnTo>
                  <a:pt x="261310" y="63844"/>
                </a:lnTo>
                <a:lnTo>
                  <a:pt x="261521" y="63105"/>
                </a:lnTo>
                <a:lnTo>
                  <a:pt x="261717" y="62368"/>
                </a:lnTo>
                <a:lnTo>
                  <a:pt x="261899" y="61631"/>
                </a:lnTo>
                <a:lnTo>
                  <a:pt x="262067" y="60894"/>
                </a:lnTo>
                <a:lnTo>
                  <a:pt x="262220" y="60159"/>
                </a:lnTo>
                <a:lnTo>
                  <a:pt x="262358" y="59424"/>
                </a:lnTo>
                <a:lnTo>
                  <a:pt x="262482" y="58690"/>
                </a:lnTo>
                <a:lnTo>
                  <a:pt x="262591" y="57957"/>
                </a:lnTo>
                <a:lnTo>
                  <a:pt x="262686" y="57224"/>
                </a:lnTo>
                <a:lnTo>
                  <a:pt x="262766" y="56492"/>
                </a:lnTo>
                <a:lnTo>
                  <a:pt x="262831" y="55761"/>
                </a:lnTo>
                <a:lnTo>
                  <a:pt x="262882" y="55031"/>
                </a:lnTo>
                <a:lnTo>
                  <a:pt x="262918" y="54301"/>
                </a:lnTo>
                <a:lnTo>
                  <a:pt x="262940" y="53573"/>
                </a:lnTo>
                <a:lnTo>
                  <a:pt x="262948" y="52844"/>
                </a:lnTo>
                <a:lnTo>
                  <a:pt x="262934" y="51814"/>
                </a:lnTo>
                <a:lnTo>
                  <a:pt x="262895" y="50793"/>
                </a:lnTo>
                <a:lnTo>
                  <a:pt x="262829" y="49782"/>
                </a:lnTo>
                <a:lnTo>
                  <a:pt x="262736" y="48781"/>
                </a:lnTo>
                <a:lnTo>
                  <a:pt x="262618" y="47790"/>
                </a:lnTo>
                <a:lnTo>
                  <a:pt x="262472" y="46809"/>
                </a:lnTo>
                <a:lnTo>
                  <a:pt x="262301" y="45837"/>
                </a:lnTo>
                <a:lnTo>
                  <a:pt x="262103" y="44876"/>
                </a:lnTo>
                <a:lnTo>
                  <a:pt x="261878" y="43924"/>
                </a:lnTo>
                <a:lnTo>
                  <a:pt x="261627" y="42983"/>
                </a:lnTo>
                <a:lnTo>
                  <a:pt x="261350" y="42051"/>
                </a:lnTo>
                <a:lnTo>
                  <a:pt x="261046" y="41129"/>
                </a:lnTo>
                <a:lnTo>
                  <a:pt x="260716" y="40216"/>
                </a:lnTo>
                <a:lnTo>
                  <a:pt x="260360" y="39314"/>
                </a:lnTo>
                <a:lnTo>
                  <a:pt x="259977" y="38422"/>
                </a:lnTo>
                <a:lnTo>
                  <a:pt x="259568" y="37539"/>
                </a:lnTo>
                <a:lnTo>
                  <a:pt x="259132" y="36667"/>
                </a:lnTo>
                <a:lnTo>
                  <a:pt x="258670" y="35804"/>
                </a:lnTo>
                <a:lnTo>
                  <a:pt x="258181" y="34951"/>
                </a:lnTo>
                <a:lnTo>
                  <a:pt x="257667" y="34108"/>
                </a:lnTo>
                <a:lnTo>
                  <a:pt x="257125" y="33275"/>
                </a:lnTo>
                <a:lnTo>
                  <a:pt x="256558" y="32451"/>
                </a:lnTo>
                <a:lnTo>
                  <a:pt x="255963" y="31638"/>
                </a:lnTo>
                <a:lnTo>
                  <a:pt x="255343" y="30834"/>
                </a:lnTo>
                <a:lnTo>
                  <a:pt x="254587" y="29919"/>
                </a:lnTo>
                <a:lnTo>
                  <a:pt x="253810" y="29042"/>
                </a:lnTo>
                <a:lnTo>
                  <a:pt x="253013" y="28205"/>
                </a:lnTo>
                <a:lnTo>
                  <a:pt x="252196" y="27406"/>
                </a:lnTo>
                <a:lnTo>
                  <a:pt x="251359" y="26647"/>
                </a:lnTo>
                <a:lnTo>
                  <a:pt x="250501" y="25926"/>
                </a:lnTo>
                <a:lnTo>
                  <a:pt x="249623" y="25245"/>
                </a:lnTo>
                <a:lnTo>
                  <a:pt x="248725" y="24602"/>
                </a:lnTo>
                <a:lnTo>
                  <a:pt x="247807" y="23998"/>
                </a:lnTo>
                <a:lnTo>
                  <a:pt x="246869" y="23433"/>
                </a:lnTo>
                <a:lnTo>
                  <a:pt x="245910" y="22907"/>
                </a:lnTo>
                <a:lnTo>
                  <a:pt x="244931" y="22421"/>
                </a:lnTo>
                <a:lnTo>
                  <a:pt x="243932" y="21973"/>
                </a:lnTo>
                <a:lnTo>
                  <a:pt x="242912" y="21564"/>
                </a:lnTo>
                <a:lnTo>
                  <a:pt x="241872" y="21194"/>
                </a:lnTo>
                <a:lnTo>
                  <a:pt x="240813" y="20862"/>
                </a:lnTo>
                <a:lnTo>
                  <a:pt x="239732" y="20570"/>
                </a:lnTo>
                <a:lnTo>
                  <a:pt x="238632" y="20317"/>
                </a:lnTo>
                <a:lnTo>
                  <a:pt x="237511" y="20103"/>
                </a:lnTo>
                <a:lnTo>
                  <a:pt x="236371" y="19928"/>
                </a:lnTo>
                <a:lnTo>
                  <a:pt x="235209" y="19791"/>
                </a:lnTo>
                <a:lnTo>
                  <a:pt x="234028" y="19694"/>
                </a:lnTo>
                <a:lnTo>
                  <a:pt x="232827" y="19635"/>
                </a:lnTo>
                <a:lnTo>
                  <a:pt x="231605" y="19616"/>
                </a:lnTo>
                <a:lnTo>
                  <a:pt x="230931" y="19623"/>
                </a:lnTo>
                <a:lnTo>
                  <a:pt x="230260" y="19645"/>
                </a:lnTo>
                <a:lnTo>
                  <a:pt x="229593" y="19682"/>
                </a:lnTo>
                <a:close/>
                <a:moveTo>
                  <a:pt x="231313" y="24413"/>
                </a:moveTo>
                <a:lnTo>
                  <a:pt x="231931" y="24496"/>
                </a:lnTo>
                <a:lnTo>
                  <a:pt x="232539" y="24602"/>
                </a:lnTo>
                <a:lnTo>
                  <a:pt x="233137" y="24733"/>
                </a:lnTo>
                <a:lnTo>
                  <a:pt x="233726" y="24886"/>
                </a:lnTo>
                <a:lnTo>
                  <a:pt x="234306" y="25064"/>
                </a:lnTo>
                <a:lnTo>
                  <a:pt x="234875" y="25265"/>
                </a:lnTo>
                <a:lnTo>
                  <a:pt x="235435" y="25490"/>
                </a:lnTo>
                <a:lnTo>
                  <a:pt x="235986" y="25738"/>
                </a:lnTo>
                <a:lnTo>
                  <a:pt x="236527" y="26010"/>
                </a:lnTo>
                <a:lnTo>
                  <a:pt x="237058" y="26306"/>
                </a:lnTo>
                <a:lnTo>
                  <a:pt x="237579" y="26625"/>
                </a:lnTo>
                <a:lnTo>
                  <a:pt x="238091" y="26968"/>
                </a:lnTo>
                <a:lnTo>
                  <a:pt x="238594" y="27335"/>
                </a:lnTo>
                <a:lnTo>
                  <a:pt x="239086" y="27726"/>
                </a:lnTo>
                <a:lnTo>
                  <a:pt x="239569" y="28140"/>
                </a:lnTo>
                <a:lnTo>
                  <a:pt x="240043" y="28577"/>
                </a:lnTo>
                <a:lnTo>
                  <a:pt x="240507" y="29039"/>
                </a:lnTo>
                <a:lnTo>
                  <a:pt x="240961" y="29524"/>
                </a:lnTo>
                <a:lnTo>
                  <a:pt x="241405" y="30032"/>
                </a:lnTo>
                <a:lnTo>
                  <a:pt x="241840" y="30565"/>
                </a:lnTo>
                <a:lnTo>
                  <a:pt x="242266" y="31121"/>
                </a:lnTo>
                <a:lnTo>
                  <a:pt x="242875" y="31962"/>
                </a:lnTo>
                <a:lnTo>
                  <a:pt x="243458" y="32829"/>
                </a:lnTo>
                <a:lnTo>
                  <a:pt x="244015" y="33721"/>
                </a:lnTo>
                <a:lnTo>
                  <a:pt x="244546" y="34639"/>
                </a:lnTo>
                <a:lnTo>
                  <a:pt x="245051" y="35582"/>
                </a:lnTo>
                <a:lnTo>
                  <a:pt x="245530" y="36552"/>
                </a:lnTo>
                <a:lnTo>
                  <a:pt x="245984" y="37547"/>
                </a:lnTo>
                <a:lnTo>
                  <a:pt x="246411" y="38567"/>
                </a:lnTo>
                <a:lnTo>
                  <a:pt x="246813" y="39613"/>
                </a:lnTo>
                <a:lnTo>
                  <a:pt x="247189" y="40685"/>
                </a:lnTo>
                <a:lnTo>
                  <a:pt x="247539" y="41782"/>
                </a:lnTo>
                <a:lnTo>
                  <a:pt x="247863" y="42905"/>
                </a:lnTo>
                <a:lnTo>
                  <a:pt x="248161" y="44054"/>
                </a:lnTo>
                <a:lnTo>
                  <a:pt x="248433" y="45228"/>
                </a:lnTo>
                <a:lnTo>
                  <a:pt x="248679" y="46428"/>
                </a:lnTo>
                <a:lnTo>
                  <a:pt x="248899" y="47654"/>
                </a:lnTo>
                <a:lnTo>
                  <a:pt x="249093" y="48905"/>
                </a:lnTo>
                <a:lnTo>
                  <a:pt x="249262" y="50182"/>
                </a:lnTo>
                <a:lnTo>
                  <a:pt x="249404" y="51484"/>
                </a:lnTo>
                <a:lnTo>
                  <a:pt x="249521" y="52813"/>
                </a:lnTo>
                <a:lnTo>
                  <a:pt x="249612" y="54166"/>
                </a:lnTo>
                <a:lnTo>
                  <a:pt x="249676" y="55546"/>
                </a:lnTo>
                <a:lnTo>
                  <a:pt x="249715" y="56951"/>
                </a:lnTo>
                <a:lnTo>
                  <a:pt x="249728" y="58381"/>
                </a:lnTo>
                <a:lnTo>
                  <a:pt x="249720" y="59521"/>
                </a:lnTo>
                <a:lnTo>
                  <a:pt x="249697" y="60632"/>
                </a:lnTo>
                <a:lnTo>
                  <a:pt x="249658" y="61714"/>
                </a:lnTo>
                <a:lnTo>
                  <a:pt x="249604" y="62768"/>
                </a:lnTo>
                <a:lnTo>
                  <a:pt x="249534" y="63794"/>
                </a:lnTo>
                <a:lnTo>
                  <a:pt x="249448" y="64792"/>
                </a:lnTo>
                <a:lnTo>
                  <a:pt x="249347" y="65761"/>
                </a:lnTo>
                <a:lnTo>
                  <a:pt x="249231" y="66702"/>
                </a:lnTo>
                <a:lnTo>
                  <a:pt x="249099" y="67615"/>
                </a:lnTo>
                <a:lnTo>
                  <a:pt x="248951" y="68499"/>
                </a:lnTo>
                <a:lnTo>
                  <a:pt x="248788" y="69355"/>
                </a:lnTo>
                <a:lnTo>
                  <a:pt x="248609" y="70182"/>
                </a:lnTo>
                <a:lnTo>
                  <a:pt x="248414" y="70981"/>
                </a:lnTo>
                <a:lnTo>
                  <a:pt x="248205" y="71752"/>
                </a:lnTo>
                <a:lnTo>
                  <a:pt x="247979" y="72495"/>
                </a:lnTo>
                <a:lnTo>
                  <a:pt x="247738" y="73209"/>
                </a:lnTo>
                <a:lnTo>
                  <a:pt x="247482" y="73895"/>
                </a:lnTo>
                <a:lnTo>
                  <a:pt x="247210" y="74552"/>
                </a:lnTo>
                <a:lnTo>
                  <a:pt x="246922" y="75181"/>
                </a:lnTo>
                <a:lnTo>
                  <a:pt x="246619" y="75782"/>
                </a:lnTo>
                <a:lnTo>
                  <a:pt x="246300" y="76355"/>
                </a:lnTo>
                <a:lnTo>
                  <a:pt x="245966" y="76899"/>
                </a:lnTo>
                <a:lnTo>
                  <a:pt x="245616" y="77414"/>
                </a:lnTo>
                <a:lnTo>
                  <a:pt x="245251" y="77902"/>
                </a:lnTo>
                <a:lnTo>
                  <a:pt x="244873" y="78365"/>
                </a:lnTo>
                <a:lnTo>
                  <a:pt x="244488" y="78809"/>
                </a:lnTo>
                <a:lnTo>
                  <a:pt x="244093" y="79233"/>
                </a:lnTo>
                <a:lnTo>
                  <a:pt x="243691" y="79637"/>
                </a:lnTo>
                <a:lnTo>
                  <a:pt x="243280" y="80022"/>
                </a:lnTo>
                <a:lnTo>
                  <a:pt x="242861" y="80386"/>
                </a:lnTo>
                <a:lnTo>
                  <a:pt x="242433" y="80732"/>
                </a:lnTo>
                <a:lnTo>
                  <a:pt x="241997" y="81057"/>
                </a:lnTo>
                <a:lnTo>
                  <a:pt x="241553" y="81363"/>
                </a:lnTo>
                <a:lnTo>
                  <a:pt x="241100" y="81648"/>
                </a:lnTo>
                <a:lnTo>
                  <a:pt x="240639" y="81915"/>
                </a:lnTo>
                <a:lnTo>
                  <a:pt x="240169" y="82161"/>
                </a:lnTo>
                <a:lnTo>
                  <a:pt x="239691" y="82388"/>
                </a:lnTo>
                <a:lnTo>
                  <a:pt x="239205" y="82595"/>
                </a:lnTo>
                <a:lnTo>
                  <a:pt x="238710" y="82782"/>
                </a:lnTo>
                <a:lnTo>
                  <a:pt x="238207" y="82950"/>
                </a:lnTo>
                <a:lnTo>
                  <a:pt x="237695" y="83098"/>
                </a:lnTo>
                <a:lnTo>
                  <a:pt x="237175" y="83226"/>
                </a:lnTo>
                <a:lnTo>
                  <a:pt x="236647" y="83334"/>
                </a:lnTo>
                <a:lnTo>
                  <a:pt x="236110" y="83423"/>
                </a:lnTo>
                <a:lnTo>
                  <a:pt x="235565" y="83492"/>
                </a:lnTo>
                <a:lnTo>
                  <a:pt x="235011" y="83541"/>
                </a:lnTo>
                <a:lnTo>
                  <a:pt x="234449" y="83571"/>
                </a:lnTo>
                <a:lnTo>
                  <a:pt x="233879" y="83581"/>
                </a:lnTo>
                <a:lnTo>
                  <a:pt x="233115" y="83563"/>
                </a:lnTo>
                <a:lnTo>
                  <a:pt x="232364" y="83509"/>
                </a:lnTo>
                <a:lnTo>
                  <a:pt x="231625" y="83420"/>
                </a:lnTo>
                <a:lnTo>
                  <a:pt x="230899" y="83295"/>
                </a:lnTo>
                <a:lnTo>
                  <a:pt x="230185" y="83134"/>
                </a:lnTo>
                <a:lnTo>
                  <a:pt x="229484" y="82938"/>
                </a:lnTo>
                <a:lnTo>
                  <a:pt x="228795" y="82705"/>
                </a:lnTo>
                <a:lnTo>
                  <a:pt x="228118" y="82437"/>
                </a:lnTo>
                <a:lnTo>
                  <a:pt x="227454" y="82134"/>
                </a:lnTo>
                <a:lnTo>
                  <a:pt x="226803" y="81794"/>
                </a:lnTo>
                <a:lnTo>
                  <a:pt x="226164" y="81419"/>
                </a:lnTo>
                <a:lnTo>
                  <a:pt x="225537" y="81008"/>
                </a:lnTo>
                <a:lnTo>
                  <a:pt x="224923" y="80561"/>
                </a:lnTo>
                <a:lnTo>
                  <a:pt x="224321" y="80079"/>
                </a:lnTo>
                <a:lnTo>
                  <a:pt x="223732" y="79561"/>
                </a:lnTo>
                <a:lnTo>
                  <a:pt x="223155" y="79007"/>
                </a:lnTo>
                <a:lnTo>
                  <a:pt x="222591" y="78417"/>
                </a:lnTo>
                <a:lnTo>
                  <a:pt x="222039" y="77792"/>
                </a:lnTo>
                <a:lnTo>
                  <a:pt x="221499" y="77130"/>
                </a:lnTo>
                <a:lnTo>
                  <a:pt x="220973" y="76434"/>
                </a:lnTo>
                <a:lnTo>
                  <a:pt x="220458" y="75701"/>
                </a:lnTo>
                <a:lnTo>
                  <a:pt x="219956" y="74933"/>
                </a:lnTo>
                <a:lnTo>
                  <a:pt x="219467" y="74129"/>
                </a:lnTo>
                <a:lnTo>
                  <a:pt x="218989" y="73289"/>
                </a:lnTo>
                <a:lnTo>
                  <a:pt x="218528" y="72424"/>
                </a:lnTo>
                <a:lnTo>
                  <a:pt x="218087" y="71546"/>
                </a:lnTo>
                <a:lnTo>
                  <a:pt x="217665" y="70654"/>
                </a:lnTo>
                <a:lnTo>
                  <a:pt x="217263" y="69749"/>
                </a:lnTo>
                <a:lnTo>
                  <a:pt x="216880" y="68830"/>
                </a:lnTo>
                <a:lnTo>
                  <a:pt x="216517" y="67898"/>
                </a:lnTo>
                <a:lnTo>
                  <a:pt x="216174" y="66952"/>
                </a:lnTo>
                <a:lnTo>
                  <a:pt x="215850" y="65992"/>
                </a:lnTo>
                <a:lnTo>
                  <a:pt x="215546" y="65019"/>
                </a:lnTo>
                <a:lnTo>
                  <a:pt x="215262" y="64033"/>
                </a:lnTo>
                <a:lnTo>
                  <a:pt x="214997" y="63033"/>
                </a:lnTo>
                <a:lnTo>
                  <a:pt x="214752" y="62019"/>
                </a:lnTo>
                <a:lnTo>
                  <a:pt x="214526" y="60992"/>
                </a:lnTo>
                <a:lnTo>
                  <a:pt x="214320" y="59951"/>
                </a:lnTo>
                <a:lnTo>
                  <a:pt x="214134" y="58896"/>
                </a:lnTo>
                <a:lnTo>
                  <a:pt x="213967" y="57829"/>
                </a:lnTo>
                <a:lnTo>
                  <a:pt x="213820" y="56747"/>
                </a:lnTo>
                <a:lnTo>
                  <a:pt x="213692" y="55652"/>
                </a:lnTo>
                <a:lnTo>
                  <a:pt x="213584" y="54544"/>
                </a:lnTo>
                <a:lnTo>
                  <a:pt x="213496" y="53422"/>
                </a:lnTo>
                <a:lnTo>
                  <a:pt x="213427" y="52286"/>
                </a:lnTo>
                <a:lnTo>
                  <a:pt x="213378" y="51137"/>
                </a:lnTo>
                <a:lnTo>
                  <a:pt x="213349" y="49974"/>
                </a:lnTo>
                <a:lnTo>
                  <a:pt x="213339" y="48798"/>
                </a:lnTo>
                <a:lnTo>
                  <a:pt x="213343" y="48070"/>
                </a:lnTo>
                <a:lnTo>
                  <a:pt x="213355" y="47353"/>
                </a:lnTo>
                <a:lnTo>
                  <a:pt x="213376" y="46647"/>
                </a:lnTo>
                <a:lnTo>
                  <a:pt x="213404" y="45953"/>
                </a:lnTo>
                <a:lnTo>
                  <a:pt x="213441" y="45269"/>
                </a:lnTo>
                <a:lnTo>
                  <a:pt x="213486" y="44596"/>
                </a:lnTo>
                <a:lnTo>
                  <a:pt x="213539" y="43935"/>
                </a:lnTo>
                <a:lnTo>
                  <a:pt x="213600" y="43285"/>
                </a:lnTo>
                <a:lnTo>
                  <a:pt x="213669" y="42645"/>
                </a:lnTo>
                <a:lnTo>
                  <a:pt x="213746" y="42017"/>
                </a:lnTo>
                <a:lnTo>
                  <a:pt x="213832" y="41400"/>
                </a:lnTo>
                <a:lnTo>
                  <a:pt x="213926" y="40794"/>
                </a:lnTo>
                <a:lnTo>
                  <a:pt x="214027" y="40199"/>
                </a:lnTo>
                <a:lnTo>
                  <a:pt x="214137" y="39616"/>
                </a:lnTo>
                <a:lnTo>
                  <a:pt x="214255" y="39043"/>
                </a:lnTo>
                <a:lnTo>
                  <a:pt x="214382" y="38481"/>
                </a:lnTo>
                <a:lnTo>
                  <a:pt x="214516" y="37931"/>
                </a:lnTo>
                <a:lnTo>
                  <a:pt x="214658" y="37391"/>
                </a:lnTo>
                <a:lnTo>
                  <a:pt x="214809" y="36863"/>
                </a:lnTo>
                <a:lnTo>
                  <a:pt x="214968" y="36346"/>
                </a:lnTo>
                <a:lnTo>
                  <a:pt x="215135" y="35840"/>
                </a:lnTo>
                <a:lnTo>
                  <a:pt x="215310" y="35345"/>
                </a:lnTo>
                <a:lnTo>
                  <a:pt x="215493" y="34861"/>
                </a:lnTo>
                <a:lnTo>
                  <a:pt x="215685" y="34388"/>
                </a:lnTo>
                <a:lnTo>
                  <a:pt x="215883" y="33926"/>
                </a:lnTo>
                <a:lnTo>
                  <a:pt x="216086" y="33477"/>
                </a:lnTo>
                <a:lnTo>
                  <a:pt x="216294" y="33039"/>
                </a:lnTo>
                <a:lnTo>
                  <a:pt x="216507" y="32612"/>
                </a:lnTo>
                <a:lnTo>
                  <a:pt x="216725" y="32197"/>
                </a:lnTo>
                <a:lnTo>
                  <a:pt x="216948" y="31795"/>
                </a:lnTo>
                <a:lnTo>
                  <a:pt x="217177" y="31403"/>
                </a:lnTo>
                <a:lnTo>
                  <a:pt x="217410" y="31024"/>
                </a:lnTo>
                <a:lnTo>
                  <a:pt x="217649" y="30656"/>
                </a:lnTo>
                <a:lnTo>
                  <a:pt x="217892" y="30300"/>
                </a:lnTo>
                <a:lnTo>
                  <a:pt x="218141" y="29955"/>
                </a:lnTo>
                <a:lnTo>
                  <a:pt x="218394" y="29623"/>
                </a:lnTo>
                <a:lnTo>
                  <a:pt x="218653" y="29302"/>
                </a:lnTo>
                <a:lnTo>
                  <a:pt x="218917" y="28992"/>
                </a:lnTo>
                <a:lnTo>
                  <a:pt x="219185" y="28695"/>
                </a:lnTo>
                <a:lnTo>
                  <a:pt x="219459" y="28409"/>
                </a:lnTo>
                <a:lnTo>
                  <a:pt x="219738" y="28135"/>
                </a:lnTo>
                <a:lnTo>
                  <a:pt x="220022" y="27872"/>
                </a:lnTo>
                <a:lnTo>
                  <a:pt x="220311" y="27621"/>
                </a:lnTo>
                <a:lnTo>
                  <a:pt x="220605" y="27382"/>
                </a:lnTo>
                <a:lnTo>
                  <a:pt x="220905" y="27155"/>
                </a:lnTo>
                <a:lnTo>
                  <a:pt x="221209" y="26939"/>
                </a:lnTo>
                <a:lnTo>
                  <a:pt x="221518" y="26735"/>
                </a:lnTo>
                <a:lnTo>
                  <a:pt x="221832" y="26543"/>
                </a:lnTo>
                <a:lnTo>
                  <a:pt x="222149" y="26361"/>
                </a:lnTo>
                <a:lnTo>
                  <a:pt x="222466" y="26186"/>
                </a:lnTo>
                <a:lnTo>
                  <a:pt x="222782" y="26019"/>
                </a:lnTo>
                <a:lnTo>
                  <a:pt x="223099" y="25860"/>
                </a:lnTo>
                <a:lnTo>
                  <a:pt x="223415" y="25708"/>
                </a:lnTo>
                <a:lnTo>
                  <a:pt x="223731" y="25565"/>
                </a:lnTo>
                <a:lnTo>
                  <a:pt x="224047" y="25429"/>
                </a:lnTo>
                <a:lnTo>
                  <a:pt x="224363" y="25301"/>
                </a:lnTo>
                <a:lnTo>
                  <a:pt x="224679" y="25180"/>
                </a:lnTo>
                <a:lnTo>
                  <a:pt x="224995" y="25068"/>
                </a:lnTo>
                <a:lnTo>
                  <a:pt x="225310" y="24963"/>
                </a:lnTo>
                <a:lnTo>
                  <a:pt x="225626" y="24866"/>
                </a:lnTo>
                <a:lnTo>
                  <a:pt x="225941" y="24777"/>
                </a:lnTo>
                <a:lnTo>
                  <a:pt x="226256" y="24695"/>
                </a:lnTo>
                <a:lnTo>
                  <a:pt x="226571" y="24621"/>
                </a:lnTo>
                <a:lnTo>
                  <a:pt x="226886" y="24555"/>
                </a:lnTo>
                <a:lnTo>
                  <a:pt x="227201" y="24497"/>
                </a:lnTo>
                <a:lnTo>
                  <a:pt x="227516" y="24446"/>
                </a:lnTo>
                <a:lnTo>
                  <a:pt x="227830" y="24404"/>
                </a:lnTo>
                <a:lnTo>
                  <a:pt x="228145" y="24369"/>
                </a:lnTo>
                <a:lnTo>
                  <a:pt x="228459" y="24342"/>
                </a:lnTo>
                <a:lnTo>
                  <a:pt x="228773" y="24322"/>
                </a:lnTo>
                <a:lnTo>
                  <a:pt x="229088" y="24311"/>
                </a:lnTo>
                <a:lnTo>
                  <a:pt x="229402" y="24307"/>
                </a:lnTo>
                <a:lnTo>
                  <a:pt x="230048" y="24319"/>
                </a:lnTo>
                <a:lnTo>
                  <a:pt x="230685" y="24354"/>
                </a:lnTo>
                <a:lnTo>
                  <a:pt x="231313" y="24413"/>
                </a:lnTo>
                <a:close/>
                <a:moveTo>
                  <a:pt x="445161" y="28133"/>
                </a:moveTo>
                <a:lnTo>
                  <a:pt x="445336" y="28122"/>
                </a:lnTo>
                <a:lnTo>
                  <a:pt x="445510" y="28111"/>
                </a:lnTo>
                <a:lnTo>
                  <a:pt x="445681" y="28101"/>
                </a:lnTo>
                <a:lnTo>
                  <a:pt x="445851" y="28092"/>
                </a:lnTo>
                <a:lnTo>
                  <a:pt x="446020" y="28082"/>
                </a:lnTo>
                <a:lnTo>
                  <a:pt x="446186" y="28074"/>
                </a:lnTo>
                <a:lnTo>
                  <a:pt x="446351" y="28066"/>
                </a:lnTo>
                <a:lnTo>
                  <a:pt x="446514" y="28058"/>
                </a:lnTo>
                <a:lnTo>
                  <a:pt x="446675" y="28051"/>
                </a:lnTo>
                <a:lnTo>
                  <a:pt x="446835" y="28044"/>
                </a:lnTo>
                <a:lnTo>
                  <a:pt x="446992" y="28038"/>
                </a:lnTo>
                <a:lnTo>
                  <a:pt x="447148" y="28032"/>
                </a:lnTo>
                <a:lnTo>
                  <a:pt x="447303" y="28027"/>
                </a:lnTo>
                <a:lnTo>
                  <a:pt x="447455" y="28022"/>
                </a:lnTo>
                <a:lnTo>
                  <a:pt x="447606" y="28018"/>
                </a:lnTo>
                <a:lnTo>
                  <a:pt x="447756" y="28015"/>
                </a:lnTo>
                <a:lnTo>
                  <a:pt x="447903" y="28011"/>
                </a:lnTo>
                <a:lnTo>
                  <a:pt x="448049" y="28009"/>
                </a:lnTo>
                <a:lnTo>
                  <a:pt x="448193" y="28006"/>
                </a:lnTo>
                <a:lnTo>
                  <a:pt x="448335" y="28005"/>
                </a:lnTo>
                <a:lnTo>
                  <a:pt x="448475" y="28003"/>
                </a:lnTo>
                <a:lnTo>
                  <a:pt x="448614" y="28003"/>
                </a:lnTo>
                <a:lnTo>
                  <a:pt x="448751" y="28002"/>
                </a:lnTo>
                <a:lnTo>
                  <a:pt x="449174" y="28006"/>
                </a:lnTo>
                <a:lnTo>
                  <a:pt x="449587" y="28016"/>
                </a:lnTo>
                <a:lnTo>
                  <a:pt x="449992" y="28033"/>
                </a:lnTo>
                <a:lnTo>
                  <a:pt x="450388" y="28056"/>
                </a:lnTo>
                <a:lnTo>
                  <a:pt x="450776" y="28086"/>
                </a:lnTo>
                <a:lnTo>
                  <a:pt x="451155" y="28123"/>
                </a:lnTo>
                <a:lnTo>
                  <a:pt x="451525" y="28166"/>
                </a:lnTo>
                <a:lnTo>
                  <a:pt x="451886" y="28217"/>
                </a:lnTo>
                <a:lnTo>
                  <a:pt x="452239" y="28274"/>
                </a:lnTo>
                <a:lnTo>
                  <a:pt x="452584" y="28337"/>
                </a:lnTo>
                <a:lnTo>
                  <a:pt x="452920" y="28407"/>
                </a:lnTo>
                <a:lnTo>
                  <a:pt x="453247" y="28484"/>
                </a:lnTo>
                <a:lnTo>
                  <a:pt x="453565" y="28568"/>
                </a:lnTo>
                <a:lnTo>
                  <a:pt x="453875" y="28658"/>
                </a:lnTo>
                <a:lnTo>
                  <a:pt x="454176" y="28756"/>
                </a:lnTo>
                <a:lnTo>
                  <a:pt x="454469" y="28859"/>
                </a:lnTo>
                <a:lnTo>
                  <a:pt x="454753" y="28970"/>
                </a:lnTo>
                <a:lnTo>
                  <a:pt x="455028" y="29087"/>
                </a:lnTo>
                <a:lnTo>
                  <a:pt x="455295" y="29211"/>
                </a:lnTo>
                <a:lnTo>
                  <a:pt x="455553" y="29341"/>
                </a:lnTo>
                <a:lnTo>
                  <a:pt x="455802" y="29478"/>
                </a:lnTo>
                <a:lnTo>
                  <a:pt x="456043" y="29622"/>
                </a:lnTo>
                <a:lnTo>
                  <a:pt x="456275" y="29773"/>
                </a:lnTo>
                <a:lnTo>
                  <a:pt x="456498" y="29930"/>
                </a:lnTo>
                <a:lnTo>
                  <a:pt x="456716" y="30095"/>
                </a:lnTo>
                <a:lnTo>
                  <a:pt x="456930" y="30270"/>
                </a:lnTo>
                <a:lnTo>
                  <a:pt x="457140" y="30454"/>
                </a:lnTo>
                <a:lnTo>
                  <a:pt x="457347" y="30648"/>
                </a:lnTo>
                <a:lnTo>
                  <a:pt x="457551" y="30850"/>
                </a:lnTo>
                <a:lnTo>
                  <a:pt x="457751" y="31063"/>
                </a:lnTo>
                <a:lnTo>
                  <a:pt x="457948" y="31284"/>
                </a:lnTo>
                <a:lnTo>
                  <a:pt x="458141" y="31516"/>
                </a:lnTo>
                <a:lnTo>
                  <a:pt x="458331" y="31756"/>
                </a:lnTo>
                <a:lnTo>
                  <a:pt x="458517" y="32006"/>
                </a:lnTo>
                <a:lnTo>
                  <a:pt x="458700" y="32266"/>
                </a:lnTo>
                <a:lnTo>
                  <a:pt x="458879" y="32534"/>
                </a:lnTo>
                <a:lnTo>
                  <a:pt x="459055" y="32813"/>
                </a:lnTo>
                <a:lnTo>
                  <a:pt x="459228" y="33100"/>
                </a:lnTo>
                <a:lnTo>
                  <a:pt x="459397" y="33397"/>
                </a:lnTo>
                <a:lnTo>
                  <a:pt x="459562" y="33704"/>
                </a:lnTo>
                <a:lnTo>
                  <a:pt x="459724" y="34020"/>
                </a:lnTo>
                <a:lnTo>
                  <a:pt x="459883" y="34345"/>
                </a:lnTo>
                <a:lnTo>
                  <a:pt x="460038" y="34680"/>
                </a:lnTo>
                <a:lnTo>
                  <a:pt x="460190" y="35024"/>
                </a:lnTo>
                <a:lnTo>
                  <a:pt x="460338" y="35378"/>
                </a:lnTo>
                <a:lnTo>
                  <a:pt x="460483" y="35741"/>
                </a:lnTo>
                <a:lnTo>
                  <a:pt x="460625" y="36114"/>
                </a:lnTo>
                <a:lnTo>
                  <a:pt x="460763" y="36496"/>
                </a:lnTo>
                <a:lnTo>
                  <a:pt x="460799" y="36607"/>
                </a:lnTo>
                <a:lnTo>
                  <a:pt x="460850" y="36776"/>
                </a:lnTo>
                <a:lnTo>
                  <a:pt x="460915" y="37001"/>
                </a:lnTo>
                <a:lnTo>
                  <a:pt x="460994" y="37283"/>
                </a:lnTo>
                <a:lnTo>
                  <a:pt x="461087" y="37621"/>
                </a:lnTo>
                <a:lnTo>
                  <a:pt x="461193" y="38017"/>
                </a:lnTo>
                <a:lnTo>
                  <a:pt x="461315" y="38469"/>
                </a:lnTo>
                <a:lnTo>
                  <a:pt x="461450" y="38978"/>
                </a:lnTo>
                <a:lnTo>
                  <a:pt x="461599" y="39544"/>
                </a:lnTo>
                <a:lnTo>
                  <a:pt x="461762" y="40166"/>
                </a:lnTo>
                <a:lnTo>
                  <a:pt x="461939" y="40845"/>
                </a:lnTo>
                <a:lnTo>
                  <a:pt x="462131" y="41581"/>
                </a:lnTo>
                <a:lnTo>
                  <a:pt x="462336" y="42374"/>
                </a:lnTo>
                <a:lnTo>
                  <a:pt x="462556" y="43223"/>
                </a:lnTo>
                <a:lnTo>
                  <a:pt x="462789" y="44129"/>
                </a:lnTo>
                <a:lnTo>
                  <a:pt x="463037" y="45092"/>
                </a:lnTo>
                <a:lnTo>
                  <a:pt x="463299" y="46112"/>
                </a:lnTo>
                <a:lnTo>
                  <a:pt x="463574" y="47188"/>
                </a:lnTo>
                <a:lnTo>
                  <a:pt x="463864" y="48322"/>
                </a:lnTo>
                <a:lnTo>
                  <a:pt x="464168" y="49512"/>
                </a:lnTo>
                <a:lnTo>
                  <a:pt x="464486" y="50758"/>
                </a:lnTo>
                <a:lnTo>
                  <a:pt x="464818" y="52062"/>
                </a:lnTo>
                <a:lnTo>
                  <a:pt x="465164" y="53422"/>
                </a:lnTo>
                <a:lnTo>
                  <a:pt x="465524" y="54839"/>
                </a:lnTo>
                <a:lnTo>
                  <a:pt x="465369" y="55178"/>
                </a:lnTo>
                <a:lnTo>
                  <a:pt x="465201" y="55534"/>
                </a:lnTo>
                <a:lnTo>
                  <a:pt x="465018" y="55907"/>
                </a:lnTo>
                <a:lnTo>
                  <a:pt x="464822" y="56297"/>
                </a:lnTo>
                <a:lnTo>
                  <a:pt x="464611" y="56705"/>
                </a:lnTo>
                <a:lnTo>
                  <a:pt x="464387" y="57130"/>
                </a:lnTo>
                <a:lnTo>
                  <a:pt x="464149" y="57572"/>
                </a:lnTo>
                <a:lnTo>
                  <a:pt x="463898" y="58031"/>
                </a:lnTo>
                <a:lnTo>
                  <a:pt x="463632" y="58507"/>
                </a:lnTo>
                <a:lnTo>
                  <a:pt x="463353" y="59001"/>
                </a:lnTo>
                <a:lnTo>
                  <a:pt x="463060" y="59512"/>
                </a:lnTo>
                <a:lnTo>
                  <a:pt x="462753" y="60040"/>
                </a:lnTo>
                <a:lnTo>
                  <a:pt x="462432" y="60585"/>
                </a:lnTo>
                <a:lnTo>
                  <a:pt x="462097" y="61148"/>
                </a:lnTo>
                <a:lnTo>
                  <a:pt x="461749" y="61727"/>
                </a:lnTo>
                <a:lnTo>
                  <a:pt x="461386" y="62324"/>
                </a:lnTo>
                <a:lnTo>
                  <a:pt x="461010" y="62938"/>
                </a:lnTo>
                <a:lnTo>
                  <a:pt x="460620" y="63570"/>
                </a:lnTo>
                <a:lnTo>
                  <a:pt x="460217" y="64218"/>
                </a:lnTo>
                <a:lnTo>
                  <a:pt x="459799" y="64884"/>
                </a:lnTo>
                <a:lnTo>
                  <a:pt x="459368" y="65567"/>
                </a:lnTo>
                <a:lnTo>
                  <a:pt x="458923" y="66267"/>
                </a:lnTo>
                <a:lnTo>
                  <a:pt x="458464" y="66984"/>
                </a:lnTo>
                <a:lnTo>
                  <a:pt x="457991" y="67719"/>
                </a:lnTo>
                <a:lnTo>
                  <a:pt x="457515" y="68451"/>
                </a:lnTo>
                <a:lnTo>
                  <a:pt x="457048" y="69161"/>
                </a:lnTo>
                <a:lnTo>
                  <a:pt x="456589" y="69850"/>
                </a:lnTo>
                <a:lnTo>
                  <a:pt x="456139" y="70517"/>
                </a:lnTo>
                <a:lnTo>
                  <a:pt x="455697" y="71163"/>
                </a:lnTo>
                <a:lnTo>
                  <a:pt x="455263" y="71787"/>
                </a:lnTo>
                <a:lnTo>
                  <a:pt x="454838" y="72389"/>
                </a:lnTo>
                <a:lnTo>
                  <a:pt x="454421" y="72970"/>
                </a:lnTo>
                <a:lnTo>
                  <a:pt x="454013" y="73529"/>
                </a:lnTo>
                <a:lnTo>
                  <a:pt x="453613" y="74067"/>
                </a:lnTo>
                <a:lnTo>
                  <a:pt x="453221" y="74582"/>
                </a:lnTo>
                <a:lnTo>
                  <a:pt x="452838" y="75077"/>
                </a:lnTo>
                <a:lnTo>
                  <a:pt x="452463" y="75549"/>
                </a:lnTo>
                <a:lnTo>
                  <a:pt x="452097" y="76000"/>
                </a:lnTo>
                <a:lnTo>
                  <a:pt x="451739" y="76430"/>
                </a:lnTo>
                <a:lnTo>
                  <a:pt x="451389" y="76837"/>
                </a:lnTo>
                <a:lnTo>
                  <a:pt x="451048" y="77224"/>
                </a:lnTo>
                <a:lnTo>
                  <a:pt x="450715" y="77588"/>
                </a:lnTo>
                <a:lnTo>
                  <a:pt x="450390" y="77931"/>
                </a:lnTo>
                <a:lnTo>
                  <a:pt x="450074" y="78252"/>
                </a:lnTo>
                <a:lnTo>
                  <a:pt x="449766" y="78552"/>
                </a:lnTo>
                <a:lnTo>
                  <a:pt x="449467" y="78830"/>
                </a:lnTo>
                <a:lnTo>
                  <a:pt x="449176" y="79086"/>
                </a:lnTo>
                <a:lnTo>
                  <a:pt x="448894" y="79321"/>
                </a:lnTo>
                <a:lnTo>
                  <a:pt x="448782" y="79413"/>
                </a:lnTo>
                <a:lnTo>
                  <a:pt x="448672" y="79502"/>
                </a:lnTo>
                <a:lnTo>
                  <a:pt x="448564" y="79587"/>
                </a:lnTo>
                <a:lnTo>
                  <a:pt x="448457" y="79667"/>
                </a:lnTo>
                <a:lnTo>
                  <a:pt x="448352" y="79744"/>
                </a:lnTo>
                <a:lnTo>
                  <a:pt x="448249" y="79817"/>
                </a:lnTo>
                <a:lnTo>
                  <a:pt x="448148" y="79885"/>
                </a:lnTo>
                <a:lnTo>
                  <a:pt x="448049" y="79950"/>
                </a:lnTo>
                <a:lnTo>
                  <a:pt x="447951" y="80011"/>
                </a:lnTo>
                <a:lnTo>
                  <a:pt x="447855" y="80068"/>
                </a:lnTo>
                <a:lnTo>
                  <a:pt x="447760" y="80121"/>
                </a:lnTo>
                <a:lnTo>
                  <a:pt x="447668" y="80171"/>
                </a:lnTo>
                <a:lnTo>
                  <a:pt x="447577" y="80216"/>
                </a:lnTo>
                <a:lnTo>
                  <a:pt x="447487" y="80257"/>
                </a:lnTo>
                <a:lnTo>
                  <a:pt x="447400" y="80294"/>
                </a:lnTo>
                <a:lnTo>
                  <a:pt x="447314" y="80328"/>
                </a:lnTo>
                <a:lnTo>
                  <a:pt x="447230" y="80357"/>
                </a:lnTo>
                <a:lnTo>
                  <a:pt x="447148" y="80383"/>
                </a:lnTo>
                <a:lnTo>
                  <a:pt x="447067" y="80405"/>
                </a:lnTo>
                <a:lnTo>
                  <a:pt x="446988" y="80422"/>
                </a:lnTo>
                <a:lnTo>
                  <a:pt x="446911" y="80436"/>
                </a:lnTo>
                <a:lnTo>
                  <a:pt x="446836" y="80446"/>
                </a:lnTo>
                <a:lnTo>
                  <a:pt x="446762" y="80452"/>
                </a:lnTo>
                <a:lnTo>
                  <a:pt x="446690" y="80454"/>
                </a:lnTo>
                <a:lnTo>
                  <a:pt x="446606" y="80451"/>
                </a:lnTo>
                <a:lnTo>
                  <a:pt x="446519" y="80442"/>
                </a:lnTo>
                <a:lnTo>
                  <a:pt x="446428" y="80428"/>
                </a:lnTo>
                <a:lnTo>
                  <a:pt x="446335" y="80408"/>
                </a:lnTo>
                <a:lnTo>
                  <a:pt x="446239" y="80382"/>
                </a:lnTo>
                <a:lnTo>
                  <a:pt x="446139" y="80350"/>
                </a:lnTo>
                <a:lnTo>
                  <a:pt x="446037" y="80312"/>
                </a:lnTo>
                <a:lnTo>
                  <a:pt x="445932" y="80269"/>
                </a:lnTo>
                <a:lnTo>
                  <a:pt x="445824" y="80220"/>
                </a:lnTo>
                <a:lnTo>
                  <a:pt x="445713" y="80165"/>
                </a:lnTo>
                <a:lnTo>
                  <a:pt x="445599" y="80104"/>
                </a:lnTo>
                <a:lnTo>
                  <a:pt x="445482" y="80038"/>
                </a:lnTo>
                <a:lnTo>
                  <a:pt x="445362" y="79966"/>
                </a:lnTo>
                <a:lnTo>
                  <a:pt x="445239" y="79888"/>
                </a:lnTo>
                <a:lnTo>
                  <a:pt x="445113" y="79804"/>
                </a:lnTo>
                <a:lnTo>
                  <a:pt x="444985" y="79714"/>
                </a:lnTo>
                <a:lnTo>
                  <a:pt x="444853" y="79619"/>
                </a:lnTo>
                <a:lnTo>
                  <a:pt x="444718" y="79518"/>
                </a:lnTo>
                <a:lnTo>
                  <a:pt x="444580" y="79411"/>
                </a:lnTo>
                <a:lnTo>
                  <a:pt x="444440" y="79299"/>
                </a:lnTo>
                <a:lnTo>
                  <a:pt x="444296" y="79180"/>
                </a:lnTo>
                <a:lnTo>
                  <a:pt x="444149" y="79056"/>
                </a:lnTo>
                <a:lnTo>
                  <a:pt x="444000" y="78926"/>
                </a:lnTo>
                <a:lnTo>
                  <a:pt x="443847" y="78790"/>
                </a:lnTo>
                <a:lnTo>
                  <a:pt x="443635" y="78601"/>
                </a:lnTo>
                <a:lnTo>
                  <a:pt x="443423" y="78420"/>
                </a:lnTo>
                <a:lnTo>
                  <a:pt x="443212" y="78247"/>
                </a:lnTo>
                <a:lnTo>
                  <a:pt x="443002" y="78082"/>
                </a:lnTo>
                <a:lnTo>
                  <a:pt x="442794" y="77926"/>
                </a:lnTo>
                <a:lnTo>
                  <a:pt x="442586" y="77777"/>
                </a:lnTo>
                <a:lnTo>
                  <a:pt x="442379" y="77636"/>
                </a:lnTo>
                <a:lnTo>
                  <a:pt x="442173" y="77503"/>
                </a:lnTo>
                <a:lnTo>
                  <a:pt x="441968" y="77379"/>
                </a:lnTo>
                <a:lnTo>
                  <a:pt x="441765" y="77262"/>
                </a:lnTo>
                <a:lnTo>
                  <a:pt x="441562" y="77153"/>
                </a:lnTo>
                <a:lnTo>
                  <a:pt x="441360" y="77053"/>
                </a:lnTo>
                <a:lnTo>
                  <a:pt x="441159" y="76960"/>
                </a:lnTo>
                <a:lnTo>
                  <a:pt x="440959" y="76876"/>
                </a:lnTo>
                <a:lnTo>
                  <a:pt x="440760" y="76799"/>
                </a:lnTo>
                <a:lnTo>
                  <a:pt x="440562" y="76731"/>
                </a:lnTo>
                <a:lnTo>
                  <a:pt x="440365" y="76671"/>
                </a:lnTo>
                <a:lnTo>
                  <a:pt x="440169" y="76618"/>
                </a:lnTo>
                <a:lnTo>
                  <a:pt x="439974" y="76574"/>
                </a:lnTo>
                <a:lnTo>
                  <a:pt x="439781" y="76538"/>
                </a:lnTo>
                <a:lnTo>
                  <a:pt x="439588" y="76510"/>
                </a:lnTo>
                <a:lnTo>
                  <a:pt x="439396" y="76490"/>
                </a:lnTo>
                <a:lnTo>
                  <a:pt x="439205" y="76478"/>
                </a:lnTo>
                <a:lnTo>
                  <a:pt x="439015" y="76474"/>
                </a:lnTo>
                <a:lnTo>
                  <a:pt x="438826" y="76476"/>
                </a:lnTo>
                <a:lnTo>
                  <a:pt x="438640" y="76485"/>
                </a:lnTo>
                <a:lnTo>
                  <a:pt x="438457" y="76498"/>
                </a:lnTo>
                <a:lnTo>
                  <a:pt x="438276" y="76517"/>
                </a:lnTo>
                <a:lnTo>
                  <a:pt x="438098" y="76542"/>
                </a:lnTo>
                <a:lnTo>
                  <a:pt x="437922" y="76572"/>
                </a:lnTo>
                <a:lnTo>
                  <a:pt x="437748" y="76608"/>
                </a:lnTo>
                <a:lnTo>
                  <a:pt x="437577" y="76649"/>
                </a:lnTo>
                <a:lnTo>
                  <a:pt x="437409" y="76695"/>
                </a:lnTo>
                <a:lnTo>
                  <a:pt x="437243" y="76747"/>
                </a:lnTo>
                <a:lnTo>
                  <a:pt x="437079" y="76805"/>
                </a:lnTo>
                <a:lnTo>
                  <a:pt x="436918" y="76867"/>
                </a:lnTo>
                <a:lnTo>
                  <a:pt x="436759" y="76936"/>
                </a:lnTo>
                <a:lnTo>
                  <a:pt x="436603" y="77010"/>
                </a:lnTo>
                <a:lnTo>
                  <a:pt x="436449" y="77089"/>
                </a:lnTo>
                <a:lnTo>
                  <a:pt x="436298" y="77174"/>
                </a:lnTo>
                <a:lnTo>
                  <a:pt x="436149" y="77264"/>
                </a:lnTo>
                <a:lnTo>
                  <a:pt x="436003" y="77359"/>
                </a:lnTo>
                <a:lnTo>
                  <a:pt x="435859" y="77461"/>
                </a:lnTo>
                <a:lnTo>
                  <a:pt x="435718" y="77567"/>
                </a:lnTo>
                <a:lnTo>
                  <a:pt x="435579" y="77679"/>
                </a:lnTo>
                <a:lnTo>
                  <a:pt x="435442" y="77797"/>
                </a:lnTo>
                <a:lnTo>
                  <a:pt x="435308" y="77920"/>
                </a:lnTo>
                <a:lnTo>
                  <a:pt x="435177" y="78048"/>
                </a:lnTo>
                <a:lnTo>
                  <a:pt x="435049" y="78181"/>
                </a:lnTo>
                <a:lnTo>
                  <a:pt x="434927" y="78316"/>
                </a:lnTo>
                <a:lnTo>
                  <a:pt x="434810" y="78454"/>
                </a:lnTo>
                <a:lnTo>
                  <a:pt x="434699" y="78594"/>
                </a:lnTo>
                <a:lnTo>
                  <a:pt x="434593" y="78738"/>
                </a:lnTo>
                <a:lnTo>
                  <a:pt x="434493" y="78884"/>
                </a:lnTo>
                <a:lnTo>
                  <a:pt x="434398" y="79033"/>
                </a:lnTo>
                <a:lnTo>
                  <a:pt x="434308" y="79184"/>
                </a:lnTo>
                <a:lnTo>
                  <a:pt x="434224" y="79338"/>
                </a:lnTo>
                <a:lnTo>
                  <a:pt x="434145" y="79495"/>
                </a:lnTo>
                <a:lnTo>
                  <a:pt x="434072" y="79655"/>
                </a:lnTo>
                <a:lnTo>
                  <a:pt x="434004" y="79817"/>
                </a:lnTo>
                <a:lnTo>
                  <a:pt x="433941" y="79983"/>
                </a:lnTo>
                <a:lnTo>
                  <a:pt x="433884" y="80150"/>
                </a:lnTo>
                <a:lnTo>
                  <a:pt x="433833" y="80321"/>
                </a:lnTo>
                <a:lnTo>
                  <a:pt x="433787" y="80494"/>
                </a:lnTo>
                <a:lnTo>
                  <a:pt x="433746" y="80671"/>
                </a:lnTo>
                <a:lnTo>
                  <a:pt x="433711" y="80849"/>
                </a:lnTo>
                <a:lnTo>
                  <a:pt x="433681" y="81031"/>
                </a:lnTo>
                <a:lnTo>
                  <a:pt x="433656" y="81215"/>
                </a:lnTo>
                <a:lnTo>
                  <a:pt x="433637" y="81402"/>
                </a:lnTo>
                <a:lnTo>
                  <a:pt x="433624" y="81592"/>
                </a:lnTo>
                <a:lnTo>
                  <a:pt x="433616" y="81784"/>
                </a:lnTo>
                <a:lnTo>
                  <a:pt x="433613" y="81980"/>
                </a:lnTo>
                <a:lnTo>
                  <a:pt x="433616" y="82198"/>
                </a:lnTo>
                <a:lnTo>
                  <a:pt x="433625" y="82413"/>
                </a:lnTo>
                <a:lnTo>
                  <a:pt x="433640" y="82624"/>
                </a:lnTo>
                <a:lnTo>
                  <a:pt x="433660" y="82832"/>
                </a:lnTo>
                <a:lnTo>
                  <a:pt x="433687" y="83035"/>
                </a:lnTo>
                <a:lnTo>
                  <a:pt x="433720" y="83235"/>
                </a:lnTo>
                <a:lnTo>
                  <a:pt x="433758" y="83431"/>
                </a:lnTo>
                <a:lnTo>
                  <a:pt x="433803" y="83624"/>
                </a:lnTo>
                <a:lnTo>
                  <a:pt x="433853" y="83813"/>
                </a:lnTo>
                <a:lnTo>
                  <a:pt x="433909" y="83998"/>
                </a:lnTo>
                <a:lnTo>
                  <a:pt x="433971" y="84179"/>
                </a:lnTo>
                <a:lnTo>
                  <a:pt x="434039" y="84357"/>
                </a:lnTo>
                <a:lnTo>
                  <a:pt x="434113" y="84530"/>
                </a:lnTo>
                <a:lnTo>
                  <a:pt x="434193" y="84701"/>
                </a:lnTo>
                <a:lnTo>
                  <a:pt x="434279" y="84867"/>
                </a:lnTo>
                <a:lnTo>
                  <a:pt x="434371" y="85030"/>
                </a:lnTo>
                <a:lnTo>
                  <a:pt x="434469" y="85189"/>
                </a:lnTo>
                <a:lnTo>
                  <a:pt x="434572" y="85344"/>
                </a:lnTo>
                <a:lnTo>
                  <a:pt x="434682" y="85496"/>
                </a:lnTo>
                <a:lnTo>
                  <a:pt x="434798" y="85643"/>
                </a:lnTo>
                <a:lnTo>
                  <a:pt x="434919" y="85787"/>
                </a:lnTo>
                <a:lnTo>
                  <a:pt x="435046" y="85928"/>
                </a:lnTo>
                <a:lnTo>
                  <a:pt x="435180" y="86064"/>
                </a:lnTo>
                <a:lnTo>
                  <a:pt x="435319" y="86197"/>
                </a:lnTo>
                <a:lnTo>
                  <a:pt x="435515" y="86367"/>
                </a:lnTo>
                <a:lnTo>
                  <a:pt x="435713" y="86529"/>
                </a:lnTo>
                <a:lnTo>
                  <a:pt x="435913" y="86683"/>
                </a:lnTo>
                <a:lnTo>
                  <a:pt x="436114" y="86831"/>
                </a:lnTo>
                <a:lnTo>
                  <a:pt x="436318" y="86972"/>
                </a:lnTo>
                <a:lnTo>
                  <a:pt x="436523" y="87105"/>
                </a:lnTo>
                <a:lnTo>
                  <a:pt x="436729" y="87231"/>
                </a:lnTo>
                <a:lnTo>
                  <a:pt x="436938" y="87350"/>
                </a:lnTo>
                <a:lnTo>
                  <a:pt x="437148" y="87461"/>
                </a:lnTo>
                <a:lnTo>
                  <a:pt x="437360" y="87566"/>
                </a:lnTo>
                <a:lnTo>
                  <a:pt x="437573" y="87663"/>
                </a:lnTo>
                <a:lnTo>
                  <a:pt x="437789" y="87753"/>
                </a:lnTo>
                <a:lnTo>
                  <a:pt x="438006" y="87836"/>
                </a:lnTo>
                <a:lnTo>
                  <a:pt x="438224" y="87912"/>
                </a:lnTo>
                <a:lnTo>
                  <a:pt x="438445" y="87980"/>
                </a:lnTo>
                <a:lnTo>
                  <a:pt x="438667" y="88041"/>
                </a:lnTo>
                <a:lnTo>
                  <a:pt x="438891" y="88095"/>
                </a:lnTo>
                <a:lnTo>
                  <a:pt x="439117" y="88142"/>
                </a:lnTo>
                <a:lnTo>
                  <a:pt x="439344" y="88182"/>
                </a:lnTo>
                <a:lnTo>
                  <a:pt x="439573" y="88214"/>
                </a:lnTo>
                <a:lnTo>
                  <a:pt x="439804" y="88239"/>
                </a:lnTo>
                <a:lnTo>
                  <a:pt x="440037" y="88257"/>
                </a:lnTo>
                <a:lnTo>
                  <a:pt x="440271" y="88268"/>
                </a:lnTo>
                <a:lnTo>
                  <a:pt x="440507" y="88272"/>
                </a:lnTo>
                <a:lnTo>
                  <a:pt x="440845" y="88266"/>
                </a:lnTo>
                <a:lnTo>
                  <a:pt x="441184" y="88247"/>
                </a:lnTo>
                <a:lnTo>
                  <a:pt x="441524" y="88216"/>
                </a:lnTo>
                <a:lnTo>
                  <a:pt x="441865" y="88173"/>
                </a:lnTo>
                <a:lnTo>
                  <a:pt x="442207" y="88117"/>
                </a:lnTo>
                <a:lnTo>
                  <a:pt x="442550" y="88049"/>
                </a:lnTo>
                <a:lnTo>
                  <a:pt x="442894" y="87968"/>
                </a:lnTo>
                <a:lnTo>
                  <a:pt x="443239" y="87875"/>
                </a:lnTo>
                <a:lnTo>
                  <a:pt x="443585" y="87770"/>
                </a:lnTo>
                <a:lnTo>
                  <a:pt x="443932" y="87652"/>
                </a:lnTo>
                <a:lnTo>
                  <a:pt x="444280" y="87522"/>
                </a:lnTo>
                <a:lnTo>
                  <a:pt x="444629" y="87379"/>
                </a:lnTo>
                <a:lnTo>
                  <a:pt x="444979" y="87225"/>
                </a:lnTo>
                <a:lnTo>
                  <a:pt x="445330" y="87057"/>
                </a:lnTo>
                <a:lnTo>
                  <a:pt x="445682" y="86877"/>
                </a:lnTo>
                <a:lnTo>
                  <a:pt x="446035" y="86685"/>
                </a:lnTo>
                <a:lnTo>
                  <a:pt x="446389" y="86481"/>
                </a:lnTo>
                <a:lnTo>
                  <a:pt x="446744" y="86264"/>
                </a:lnTo>
                <a:lnTo>
                  <a:pt x="447099" y="86035"/>
                </a:lnTo>
                <a:lnTo>
                  <a:pt x="447456" y="85793"/>
                </a:lnTo>
                <a:lnTo>
                  <a:pt x="447814" y="85539"/>
                </a:lnTo>
                <a:lnTo>
                  <a:pt x="448173" y="85273"/>
                </a:lnTo>
                <a:lnTo>
                  <a:pt x="448533" y="84994"/>
                </a:lnTo>
                <a:lnTo>
                  <a:pt x="448894" y="84703"/>
                </a:lnTo>
                <a:lnTo>
                  <a:pt x="449458" y="84215"/>
                </a:lnTo>
                <a:lnTo>
                  <a:pt x="450038" y="83679"/>
                </a:lnTo>
                <a:lnTo>
                  <a:pt x="450633" y="83096"/>
                </a:lnTo>
                <a:lnTo>
                  <a:pt x="451243" y="82465"/>
                </a:lnTo>
                <a:lnTo>
                  <a:pt x="451868" y="81786"/>
                </a:lnTo>
                <a:lnTo>
                  <a:pt x="452509" y="81059"/>
                </a:lnTo>
                <a:lnTo>
                  <a:pt x="453166" y="80284"/>
                </a:lnTo>
                <a:lnTo>
                  <a:pt x="453837" y="79462"/>
                </a:lnTo>
                <a:lnTo>
                  <a:pt x="454524" y="78591"/>
                </a:lnTo>
                <a:lnTo>
                  <a:pt x="455226" y="77673"/>
                </a:lnTo>
                <a:lnTo>
                  <a:pt x="455943" y="76707"/>
                </a:lnTo>
                <a:lnTo>
                  <a:pt x="456676" y="75694"/>
                </a:lnTo>
                <a:lnTo>
                  <a:pt x="457424" y="74632"/>
                </a:lnTo>
                <a:lnTo>
                  <a:pt x="458187" y="73523"/>
                </a:lnTo>
                <a:lnTo>
                  <a:pt x="458966" y="72365"/>
                </a:lnTo>
                <a:lnTo>
                  <a:pt x="459760" y="71160"/>
                </a:lnTo>
                <a:lnTo>
                  <a:pt x="460569" y="69907"/>
                </a:lnTo>
                <a:lnTo>
                  <a:pt x="461393" y="68607"/>
                </a:lnTo>
                <a:lnTo>
                  <a:pt x="462233" y="67258"/>
                </a:lnTo>
                <a:lnTo>
                  <a:pt x="463088" y="65862"/>
                </a:lnTo>
                <a:lnTo>
                  <a:pt x="463959" y="64418"/>
                </a:lnTo>
                <a:lnTo>
                  <a:pt x="464844" y="62926"/>
                </a:lnTo>
                <a:lnTo>
                  <a:pt x="465745" y="61386"/>
                </a:lnTo>
                <a:lnTo>
                  <a:pt x="466662" y="59798"/>
                </a:lnTo>
                <a:lnTo>
                  <a:pt x="467047" y="61534"/>
                </a:lnTo>
                <a:lnTo>
                  <a:pt x="467421" y="63206"/>
                </a:lnTo>
                <a:lnTo>
                  <a:pt x="467784" y="64813"/>
                </a:lnTo>
                <a:lnTo>
                  <a:pt x="468136" y="66357"/>
                </a:lnTo>
                <a:lnTo>
                  <a:pt x="468477" y="67836"/>
                </a:lnTo>
                <a:lnTo>
                  <a:pt x="468807" y="69252"/>
                </a:lnTo>
                <a:lnTo>
                  <a:pt x="469126" y="70604"/>
                </a:lnTo>
                <a:lnTo>
                  <a:pt x="469433" y="71892"/>
                </a:lnTo>
                <a:lnTo>
                  <a:pt x="469730" y="73115"/>
                </a:lnTo>
                <a:lnTo>
                  <a:pt x="470015" y="74275"/>
                </a:lnTo>
                <a:lnTo>
                  <a:pt x="470290" y="75371"/>
                </a:lnTo>
                <a:lnTo>
                  <a:pt x="470553" y="76403"/>
                </a:lnTo>
                <a:lnTo>
                  <a:pt x="470805" y="77370"/>
                </a:lnTo>
                <a:lnTo>
                  <a:pt x="471046" y="78274"/>
                </a:lnTo>
                <a:lnTo>
                  <a:pt x="471276" y="79114"/>
                </a:lnTo>
                <a:lnTo>
                  <a:pt x="471495" y="79890"/>
                </a:lnTo>
                <a:lnTo>
                  <a:pt x="471702" y="80602"/>
                </a:lnTo>
                <a:lnTo>
                  <a:pt x="471899" y="81250"/>
                </a:lnTo>
                <a:lnTo>
                  <a:pt x="472084" y="81834"/>
                </a:lnTo>
                <a:lnTo>
                  <a:pt x="472259" y="82354"/>
                </a:lnTo>
                <a:lnTo>
                  <a:pt x="472422" y="82810"/>
                </a:lnTo>
                <a:lnTo>
                  <a:pt x="472574" y="83202"/>
                </a:lnTo>
                <a:lnTo>
                  <a:pt x="472715" y="83530"/>
                </a:lnTo>
                <a:lnTo>
                  <a:pt x="472845" y="83794"/>
                </a:lnTo>
                <a:lnTo>
                  <a:pt x="473043" y="84160"/>
                </a:lnTo>
                <a:lnTo>
                  <a:pt x="473247" y="84509"/>
                </a:lnTo>
                <a:lnTo>
                  <a:pt x="473457" y="84844"/>
                </a:lnTo>
                <a:lnTo>
                  <a:pt x="473672" y="85162"/>
                </a:lnTo>
                <a:lnTo>
                  <a:pt x="473893" y="85465"/>
                </a:lnTo>
                <a:lnTo>
                  <a:pt x="474120" y="85753"/>
                </a:lnTo>
                <a:lnTo>
                  <a:pt x="474352" y="86025"/>
                </a:lnTo>
                <a:lnTo>
                  <a:pt x="474590" y="86282"/>
                </a:lnTo>
                <a:lnTo>
                  <a:pt x="474834" y="86523"/>
                </a:lnTo>
                <a:lnTo>
                  <a:pt x="475083" y="86748"/>
                </a:lnTo>
                <a:lnTo>
                  <a:pt x="475338" y="86958"/>
                </a:lnTo>
                <a:lnTo>
                  <a:pt x="475599" y="87152"/>
                </a:lnTo>
                <a:lnTo>
                  <a:pt x="475865" y="87331"/>
                </a:lnTo>
                <a:lnTo>
                  <a:pt x="476137" y="87494"/>
                </a:lnTo>
                <a:lnTo>
                  <a:pt x="476415" y="87642"/>
                </a:lnTo>
                <a:lnTo>
                  <a:pt x="476699" y="87774"/>
                </a:lnTo>
                <a:lnTo>
                  <a:pt x="476988" y="87891"/>
                </a:lnTo>
                <a:lnTo>
                  <a:pt x="477282" y="87992"/>
                </a:lnTo>
                <a:lnTo>
                  <a:pt x="477583" y="88077"/>
                </a:lnTo>
                <a:lnTo>
                  <a:pt x="477889" y="88147"/>
                </a:lnTo>
                <a:lnTo>
                  <a:pt x="478201" y="88202"/>
                </a:lnTo>
                <a:lnTo>
                  <a:pt x="478518" y="88241"/>
                </a:lnTo>
                <a:lnTo>
                  <a:pt x="478841" y="88264"/>
                </a:lnTo>
                <a:lnTo>
                  <a:pt x="479170" y="88272"/>
                </a:lnTo>
                <a:lnTo>
                  <a:pt x="479397" y="88266"/>
                </a:lnTo>
                <a:lnTo>
                  <a:pt x="479629" y="88250"/>
                </a:lnTo>
                <a:lnTo>
                  <a:pt x="479864" y="88223"/>
                </a:lnTo>
                <a:lnTo>
                  <a:pt x="480104" y="88185"/>
                </a:lnTo>
                <a:lnTo>
                  <a:pt x="480348" y="88136"/>
                </a:lnTo>
                <a:lnTo>
                  <a:pt x="480596" y="88076"/>
                </a:lnTo>
                <a:lnTo>
                  <a:pt x="480849" y="88006"/>
                </a:lnTo>
                <a:lnTo>
                  <a:pt x="481105" y="87924"/>
                </a:lnTo>
                <a:lnTo>
                  <a:pt x="481366" y="87832"/>
                </a:lnTo>
                <a:lnTo>
                  <a:pt x="481631" y="87729"/>
                </a:lnTo>
                <a:lnTo>
                  <a:pt x="481900" y="87615"/>
                </a:lnTo>
                <a:lnTo>
                  <a:pt x="482173" y="87490"/>
                </a:lnTo>
                <a:lnTo>
                  <a:pt x="482451" y="87355"/>
                </a:lnTo>
                <a:lnTo>
                  <a:pt x="482732" y="87208"/>
                </a:lnTo>
                <a:lnTo>
                  <a:pt x="483018" y="87051"/>
                </a:lnTo>
                <a:lnTo>
                  <a:pt x="483308" y="86883"/>
                </a:lnTo>
                <a:lnTo>
                  <a:pt x="483603" y="86704"/>
                </a:lnTo>
                <a:lnTo>
                  <a:pt x="483901" y="86514"/>
                </a:lnTo>
                <a:lnTo>
                  <a:pt x="484204" y="86313"/>
                </a:lnTo>
                <a:lnTo>
                  <a:pt x="484511" y="86102"/>
                </a:lnTo>
                <a:lnTo>
                  <a:pt x="484822" y="85879"/>
                </a:lnTo>
                <a:lnTo>
                  <a:pt x="485137" y="85646"/>
                </a:lnTo>
                <a:lnTo>
                  <a:pt x="485456" y="85402"/>
                </a:lnTo>
                <a:lnTo>
                  <a:pt x="485780" y="85147"/>
                </a:lnTo>
                <a:lnTo>
                  <a:pt x="486350" y="84680"/>
                </a:lnTo>
                <a:lnTo>
                  <a:pt x="486912" y="84204"/>
                </a:lnTo>
                <a:lnTo>
                  <a:pt x="487466" y="83718"/>
                </a:lnTo>
                <a:lnTo>
                  <a:pt x="488011" y="83222"/>
                </a:lnTo>
                <a:lnTo>
                  <a:pt x="488548" y="82716"/>
                </a:lnTo>
                <a:lnTo>
                  <a:pt x="489076" y="82201"/>
                </a:lnTo>
                <a:lnTo>
                  <a:pt x="489596" y="81675"/>
                </a:lnTo>
                <a:lnTo>
                  <a:pt x="490108" y="81140"/>
                </a:lnTo>
                <a:lnTo>
                  <a:pt x="490611" y="80594"/>
                </a:lnTo>
                <a:lnTo>
                  <a:pt x="491106" y="80039"/>
                </a:lnTo>
                <a:lnTo>
                  <a:pt x="491592" y="79474"/>
                </a:lnTo>
                <a:lnTo>
                  <a:pt x="492070" y="78899"/>
                </a:lnTo>
                <a:lnTo>
                  <a:pt x="492540" y="78314"/>
                </a:lnTo>
                <a:lnTo>
                  <a:pt x="493001" y="77720"/>
                </a:lnTo>
                <a:lnTo>
                  <a:pt x="493454" y="77115"/>
                </a:lnTo>
                <a:lnTo>
                  <a:pt x="493898" y="76501"/>
                </a:lnTo>
                <a:lnTo>
                  <a:pt x="494334" y="75876"/>
                </a:lnTo>
                <a:lnTo>
                  <a:pt x="494762" y="75242"/>
                </a:lnTo>
                <a:lnTo>
                  <a:pt x="495181" y="74598"/>
                </a:lnTo>
                <a:lnTo>
                  <a:pt x="495592" y="73944"/>
                </a:lnTo>
                <a:lnTo>
                  <a:pt x="495994" y="73280"/>
                </a:lnTo>
                <a:lnTo>
                  <a:pt x="496389" y="72607"/>
                </a:lnTo>
                <a:lnTo>
                  <a:pt x="496774" y="71923"/>
                </a:lnTo>
                <a:lnTo>
                  <a:pt x="497152" y="71230"/>
                </a:lnTo>
                <a:lnTo>
                  <a:pt x="494664" y="69951"/>
                </a:lnTo>
                <a:lnTo>
                  <a:pt x="494431" y="70385"/>
                </a:lnTo>
                <a:lnTo>
                  <a:pt x="494194" y="70813"/>
                </a:lnTo>
                <a:lnTo>
                  <a:pt x="493953" y="71234"/>
                </a:lnTo>
                <a:lnTo>
                  <a:pt x="493709" y="71648"/>
                </a:lnTo>
                <a:lnTo>
                  <a:pt x="493460" y="72055"/>
                </a:lnTo>
                <a:lnTo>
                  <a:pt x="493207" y="72455"/>
                </a:lnTo>
                <a:lnTo>
                  <a:pt x="492950" y="72848"/>
                </a:lnTo>
                <a:lnTo>
                  <a:pt x="492690" y="73234"/>
                </a:lnTo>
                <a:lnTo>
                  <a:pt x="492425" y="73613"/>
                </a:lnTo>
                <a:lnTo>
                  <a:pt x="492157" y="73986"/>
                </a:lnTo>
                <a:lnTo>
                  <a:pt x="491884" y="74351"/>
                </a:lnTo>
                <a:lnTo>
                  <a:pt x="491608" y="74710"/>
                </a:lnTo>
                <a:lnTo>
                  <a:pt x="491328" y="75061"/>
                </a:lnTo>
                <a:lnTo>
                  <a:pt x="491043" y="75406"/>
                </a:lnTo>
                <a:lnTo>
                  <a:pt x="490755" y="75744"/>
                </a:lnTo>
                <a:lnTo>
                  <a:pt x="490463" y="76075"/>
                </a:lnTo>
                <a:lnTo>
                  <a:pt x="490167" y="76399"/>
                </a:lnTo>
                <a:lnTo>
                  <a:pt x="489867" y="76716"/>
                </a:lnTo>
                <a:lnTo>
                  <a:pt x="489563" y="77026"/>
                </a:lnTo>
                <a:lnTo>
                  <a:pt x="489255" y="77329"/>
                </a:lnTo>
                <a:lnTo>
                  <a:pt x="488943" y="77625"/>
                </a:lnTo>
                <a:lnTo>
                  <a:pt x="488627" y="77915"/>
                </a:lnTo>
                <a:lnTo>
                  <a:pt x="488307" y="78197"/>
                </a:lnTo>
                <a:lnTo>
                  <a:pt x="487983" y="78473"/>
                </a:lnTo>
                <a:lnTo>
                  <a:pt x="487818" y="78606"/>
                </a:lnTo>
                <a:lnTo>
                  <a:pt x="487655" y="78734"/>
                </a:lnTo>
                <a:lnTo>
                  <a:pt x="487494" y="78856"/>
                </a:lnTo>
                <a:lnTo>
                  <a:pt x="487334" y="78972"/>
                </a:lnTo>
                <a:lnTo>
                  <a:pt x="487176" y="79083"/>
                </a:lnTo>
                <a:lnTo>
                  <a:pt x="487019" y="79188"/>
                </a:lnTo>
                <a:lnTo>
                  <a:pt x="486865" y="79287"/>
                </a:lnTo>
                <a:lnTo>
                  <a:pt x="486712" y="79381"/>
                </a:lnTo>
                <a:lnTo>
                  <a:pt x="486561" y="79469"/>
                </a:lnTo>
                <a:lnTo>
                  <a:pt x="486411" y="79551"/>
                </a:lnTo>
                <a:lnTo>
                  <a:pt x="486264" y="79628"/>
                </a:lnTo>
                <a:lnTo>
                  <a:pt x="486118" y="79699"/>
                </a:lnTo>
                <a:lnTo>
                  <a:pt x="485973" y="79764"/>
                </a:lnTo>
                <a:lnTo>
                  <a:pt x="485831" y="79823"/>
                </a:lnTo>
                <a:lnTo>
                  <a:pt x="485690" y="79877"/>
                </a:lnTo>
                <a:lnTo>
                  <a:pt x="485551" y="79926"/>
                </a:lnTo>
                <a:lnTo>
                  <a:pt x="485414" y="79968"/>
                </a:lnTo>
                <a:lnTo>
                  <a:pt x="485278" y="80005"/>
                </a:lnTo>
                <a:lnTo>
                  <a:pt x="485144" y="80036"/>
                </a:lnTo>
                <a:lnTo>
                  <a:pt x="485012" y="80062"/>
                </a:lnTo>
                <a:lnTo>
                  <a:pt x="484882" y="80082"/>
                </a:lnTo>
                <a:lnTo>
                  <a:pt x="484753" y="80096"/>
                </a:lnTo>
                <a:lnTo>
                  <a:pt x="484626" y="80104"/>
                </a:lnTo>
                <a:lnTo>
                  <a:pt x="484501" y="80107"/>
                </a:lnTo>
                <a:lnTo>
                  <a:pt x="484424" y="80105"/>
                </a:lnTo>
                <a:lnTo>
                  <a:pt x="484347" y="80100"/>
                </a:lnTo>
                <a:lnTo>
                  <a:pt x="484270" y="80090"/>
                </a:lnTo>
                <a:lnTo>
                  <a:pt x="484193" y="80077"/>
                </a:lnTo>
                <a:lnTo>
                  <a:pt x="484116" y="80060"/>
                </a:lnTo>
                <a:lnTo>
                  <a:pt x="484039" y="80039"/>
                </a:lnTo>
                <a:lnTo>
                  <a:pt x="483962" y="80014"/>
                </a:lnTo>
                <a:lnTo>
                  <a:pt x="483885" y="79985"/>
                </a:lnTo>
                <a:lnTo>
                  <a:pt x="483808" y="79953"/>
                </a:lnTo>
                <a:lnTo>
                  <a:pt x="483731" y="79916"/>
                </a:lnTo>
                <a:lnTo>
                  <a:pt x="483654" y="79876"/>
                </a:lnTo>
                <a:lnTo>
                  <a:pt x="483577" y="79832"/>
                </a:lnTo>
                <a:lnTo>
                  <a:pt x="483500" y="79785"/>
                </a:lnTo>
                <a:lnTo>
                  <a:pt x="483423" y="79733"/>
                </a:lnTo>
                <a:lnTo>
                  <a:pt x="483346" y="79678"/>
                </a:lnTo>
                <a:lnTo>
                  <a:pt x="483269" y="79619"/>
                </a:lnTo>
                <a:lnTo>
                  <a:pt x="483192" y="79556"/>
                </a:lnTo>
                <a:lnTo>
                  <a:pt x="483115" y="79489"/>
                </a:lnTo>
                <a:lnTo>
                  <a:pt x="483038" y="79418"/>
                </a:lnTo>
                <a:lnTo>
                  <a:pt x="482961" y="79344"/>
                </a:lnTo>
                <a:lnTo>
                  <a:pt x="482884" y="79266"/>
                </a:lnTo>
                <a:lnTo>
                  <a:pt x="482807" y="79183"/>
                </a:lnTo>
                <a:lnTo>
                  <a:pt x="482730" y="79098"/>
                </a:lnTo>
                <a:lnTo>
                  <a:pt x="482653" y="79008"/>
                </a:lnTo>
                <a:lnTo>
                  <a:pt x="482575" y="78908"/>
                </a:lnTo>
                <a:lnTo>
                  <a:pt x="482496" y="78793"/>
                </a:lnTo>
                <a:lnTo>
                  <a:pt x="482415" y="78662"/>
                </a:lnTo>
                <a:lnTo>
                  <a:pt x="482333" y="78515"/>
                </a:lnTo>
                <a:lnTo>
                  <a:pt x="482249" y="78353"/>
                </a:lnTo>
                <a:lnTo>
                  <a:pt x="482164" y="78175"/>
                </a:lnTo>
                <a:lnTo>
                  <a:pt x="482078" y="77982"/>
                </a:lnTo>
                <a:lnTo>
                  <a:pt x="481990" y="77773"/>
                </a:lnTo>
                <a:lnTo>
                  <a:pt x="481900" y="77548"/>
                </a:lnTo>
                <a:lnTo>
                  <a:pt x="481809" y="77307"/>
                </a:lnTo>
                <a:lnTo>
                  <a:pt x="481716" y="77051"/>
                </a:lnTo>
                <a:lnTo>
                  <a:pt x="481622" y="76779"/>
                </a:lnTo>
                <a:lnTo>
                  <a:pt x="481527" y="76492"/>
                </a:lnTo>
                <a:lnTo>
                  <a:pt x="481430" y="76188"/>
                </a:lnTo>
                <a:lnTo>
                  <a:pt x="481331" y="75870"/>
                </a:lnTo>
                <a:lnTo>
                  <a:pt x="481231" y="75535"/>
                </a:lnTo>
                <a:lnTo>
                  <a:pt x="481130" y="75185"/>
                </a:lnTo>
                <a:lnTo>
                  <a:pt x="481027" y="74819"/>
                </a:lnTo>
                <a:lnTo>
                  <a:pt x="480923" y="74438"/>
                </a:lnTo>
                <a:lnTo>
                  <a:pt x="480817" y="74041"/>
                </a:lnTo>
                <a:lnTo>
                  <a:pt x="480709" y="73628"/>
                </a:lnTo>
                <a:lnTo>
                  <a:pt x="480601" y="73200"/>
                </a:lnTo>
                <a:lnTo>
                  <a:pt x="480490" y="72756"/>
                </a:lnTo>
                <a:lnTo>
                  <a:pt x="480379" y="72296"/>
                </a:lnTo>
                <a:lnTo>
                  <a:pt x="474551" y="47849"/>
                </a:lnTo>
                <a:lnTo>
                  <a:pt x="475057" y="46978"/>
                </a:lnTo>
                <a:lnTo>
                  <a:pt x="475557" y="46130"/>
                </a:lnTo>
                <a:lnTo>
                  <a:pt x="476052" y="45307"/>
                </a:lnTo>
                <a:lnTo>
                  <a:pt x="476541" y="44507"/>
                </a:lnTo>
                <a:lnTo>
                  <a:pt x="477023" y="43732"/>
                </a:lnTo>
                <a:lnTo>
                  <a:pt x="477500" y="42980"/>
                </a:lnTo>
                <a:lnTo>
                  <a:pt x="477971" y="42253"/>
                </a:lnTo>
                <a:lnTo>
                  <a:pt x="478436" y="41549"/>
                </a:lnTo>
                <a:lnTo>
                  <a:pt x="478895" y="40869"/>
                </a:lnTo>
                <a:lnTo>
                  <a:pt x="479348" y="40213"/>
                </a:lnTo>
                <a:lnTo>
                  <a:pt x="479795" y="39582"/>
                </a:lnTo>
                <a:lnTo>
                  <a:pt x="480236" y="38974"/>
                </a:lnTo>
                <a:lnTo>
                  <a:pt x="480672" y="38390"/>
                </a:lnTo>
                <a:lnTo>
                  <a:pt x="481101" y="37830"/>
                </a:lnTo>
                <a:lnTo>
                  <a:pt x="481525" y="37294"/>
                </a:lnTo>
                <a:lnTo>
                  <a:pt x="481942" y="36782"/>
                </a:lnTo>
                <a:lnTo>
                  <a:pt x="482354" y="36294"/>
                </a:lnTo>
                <a:lnTo>
                  <a:pt x="482759" y="35830"/>
                </a:lnTo>
                <a:lnTo>
                  <a:pt x="483159" y="35390"/>
                </a:lnTo>
                <a:lnTo>
                  <a:pt x="483553" y="34973"/>
                </a:lnTo>
                <a:lnTo>
                  <a:pt x="483941" y="34581"/>
                </a:lnTo>
                <a:lnTo>
                  <a:pt x="484323" y="34213"/>
                </a:lnTo>
                <a:lnTo>
                  <a:pt x="484699" y="33869"/>
                </a:lnTo>
                <a:lnTo>
                  <a:pt x="485069" y="33548"/>
                </a:lnTo>
                <a:lnTo>
                  <a:pt x="485264" y="33386"/>
                </a:lnTo>
                <a:lnTo>
                  <a:pt x="485456" y="33230"/>
                </a:lnTo>
                <a:lnTo>
                  <a:pt x="485646" y="33081"/>
                </a:lnTo>
                <a:lnTo>
                  <a:pt x="485833" y="32940"/>
                </a:lnTo>
                <a:lnTo>
                  <a:pt x="486019" y="32805"/>
                </a:lnTo>
                <a:lnTo>
                  <a:pt x="486202" y="32677"/>
                </a:lnTo>
                <a:lnTo>
                  <a:pt x="486383" y="32556"/>
                </a:lnTo>
                <a:lnTo>
                  <a:pt x="486562" y="32442"/>
                </a:lnTo>
                <a:lnTo>
                  <a:pt x="486738" y="32334"/>
                </a:lnTo>
                <a:lnTo>
                  <a:pt x="486913" y="32234"/>
                </a:lnTo>
                <a:lnTo>
                  <a:pt x="487085" y="32141"/>
                </a:lnTo>
                <a:lnTo>
                  <a:pt x="487255" y="32054"/>
                </a:lnTo>
                <a:lnTo>
                  <a:pt x="487422" y="31975"/>
                </a:lnTo>
                <a:lnTo>
                  <a:pt x="487588" y="31902"/>
                </a:lnTo>
                <a:lnTo>
                  <a:pt x="487751" y="31836"/>
                </a:lnTo>
                <a:lnTo>
                  <a:pt x="487912" y="31777"/>
                </a:lnTo>
                <a:lnTo>
                  <a:pt x="488071" y="31726"/>
                </a:lnTo>
                <a:lnTo>
                  <a:pt x="488228" y="31681"/>
                </a:lnTo>
                <a:lnTo>
                  <a:pt x="488382" y="31643"/>
                </a:lnTo>
                <a:lnTo>
                  <a:pt x="488534" y="31611"/>
                </a:lnTo>
                <a:lnTo>
                  <a:pt x="488684" y="31587"/>
                </a:lnTo>
                <a:lnTo>
                  <a:pt x="488832" y="31570"/>
                </a:lnTo>
                <a:lnTo>
                  <a:pt x="488977" y="31560"/>
                </a:lnTo>
                <a:lnTo>
                  <a:pt x="489120" y="31556"/>
                </a:lnTo>
                <a:lnTo>
                  <a:pt x="489219" y="31558"/>
                </a:lnTo>
                <a:lnTo>
                  <a:pt x="489325" y="31564"/>
                </a:lnTo>
                <a:lnTo>
                  <a:pt x="489439" y="31575"/>
                </a:lnTo>
                <a:lnTo>
                  <a:pt x="489561" y="31589"/>
                </a:lnTo>
                <a:lnTo>
                  <a:pt x="489690" y="31607"/>
                </a:lnTo>
                <a:lnTo>
                  <a:pt x="489827" y="31630"/>
                </a:lnTo>
                <a:lnTo>
                  <a:pt x="489971" y="31657"/>
                </a:lnTo>
                <a:lnTo>
                  <a:pt x="490123" y="31687"/>
                </a:lnTo>
                <a:lnTo>
                  <a:pt x="490283" y="31722"/>
                </a:lnTo>
                <a:lnTo>
                  <a:pt x="490451" y="31761"/>
                </a:lnTo>
                <a:lnTo>
                  <a:pt x="490626" y="31804"/>
                </a:lnTo>
                <a:lnTo>
                  <a:pt x="490808" y="31851"/>
                </a:lnTo>
                <a:lnTo>
                  <a:pt x="490999" y="31903"/>
                </a:lnTo>
                <a:lnTo>
                  <a:pt x="491197" y="31958"/>
                </a:lnTo>
                <a:lnTo>
                  <a:pt x="491403" y="32018"/>
                </a:lnTo>
                <a:lnTo>
                  <a:pt x="491616" y="32081"/>
                </a:lnTo>
                <a:lnTo>
                  <a:pt x="491837" y="32149"/>
                </a:lnTo>
                <a:lnTo>
                  <a:pt x="492065" y="32221"/>
                </a:lnTo>
                <a:lnTo>
                  <a:pt x="492302" y="32297"/>
                </a:lnTo>
                <a:lnTo>
                  <a:pt x="492546" y="32377"/>
                </a:lnTo>
                <a:lnTo>
                  <a:pt x="492797" y="32461"/>
                </a:lnTo>
                <a:lnTo>
                  <a:pt x="493057" y="32549"/>
                </a:lnTo>
                <a:lnTo>
                  <a:pt x="493323" y="32641"/>
                </a:lnTo>
                <a:lnTo>
                  <a:pt x="493598" y="32738"/>
                </a:lnTo>
                <a:lnTo>
                  <a:pt x="493740" y="32792"/>
                </a:lnTo>
                <a:lnTo>
                  <a:pt x="493881" y="32844"/>
                </a:lnTo>
                <a:lnTo>
                  <a:pt x="494021" y="32894"/>
                </a:lnTo>
                <a:lnTo>
                  <a:pt x="494161" y="32941"/>
                </a:lnTo>
                <a:lnTo>
                  <a:pt x="494299" y="32986"/>
                </a:lnTo>
                <a:lnTo>
                  <a:pt x="494438" y="33029"/>
                </a:lnTo>
                <a:lnTo>
                  <a:pt x="494575" y="33070"/>
                </a:lnTo>
                <a:lnTo>
                  <a:pt x="494711" y="33108"/>
                </a:lnTo>
                <a:lnTo>
                  <a:pt x="494847" y="33144"/>
                </a:lnTo>
                <a:lnTo>
                  <a:pt x="494982" y="33177"/>
                </a:lnTo>
                <a:lnTo>
                  <a:pt x="495117" y="33208"/>
                </a:lnTo>
                <a:lnTo>
                  <a:pt x="495250" y="33237"/>
                </a:lnTo>
                <a:lnTo>
                  <a:pt x="495383" y="33264"/>
                </a:lnTo>
                <a:lnTo>
                  <a:pt x="495515" y="33288"/>
                </a:lnTo>
                <a:lnTo>
                  <a:pt x="495647" y="33310"/>
                </a:lnTo>
                <a:lnTo>
                  <a:pt x="495778" y="33330"/>
                </a:lnTo>
                <a:lnTo>
                  <a:pt x="495907" y="33347"/>
                </a:lnTo>
                <a:lnTo>
                  <a:pt x="496037" y="33362"/>
                </a:lnTo>
                <a:lnTo>
                  <a:pt x="496165" y="33375"/>
                </a:lnTo>
                <a:lnTo>
                  <a:pt x="496293" y="33385"/>
                </a:lnTo>
                <a:lnTo>
                  <a:pt x="496420" y="33394"/>
                </a:lnTo>
                <a:lnTo>
                  <a:pt x="496546" y="33399"/>
                </a:lnTo>
                <a:lnTo>
                  <a:pt x="496671" y="33403"/>
                </a:lnTo>
                <a:lnTo>
                  <a:pt x="496796" y="33404"/>
                </a:lnTo>
                <a:lnTo>
                  <a:pt x="497008" y="33401"/>
                </a:lnTo>
                <a:lnTo>
                  <a:pt x="497219" y="33391"/>
                </a:lnTo>
                <a:lnTo>
                  <a:pt x="497427" y="33376"/>
                </a:lnTo>
                <a:lnTo>
                  <a:pt x="497633" y="33354"/>
                </a:lnTo>
                <a:lnTo>
                  <a:pt x="497838" y="33326"/>
                </a:lnTo>
                <a:lnTo>
                  <a:pt x="498040" y="33292"/>
                </a:lnTo>
                <a:lnTo>
                  <a:pt x="498240" y="33251"/>
                </a:lnTo>
                <a:lnTo>
                  <a:pt x="498439" y="33204"/>
                </a:lnTo>
                <a:lnTo>
                  <a:pt x="498635" y="33151"/>
                </a:lnTo>
                <a:lnTo>
                  <a:pt x="498830" y="33092"/>
                </a:lnTo>
                <a:lnTo>
                  <a:pt x="499022" y="33026"/>
                </a:lnTo>
                <a:lnTo>
                  <a:pt x="499213" y="32954"/>
                </a:lnTo>
                <a:lnTo>
                  <a:pt x="499401" y="32876"/>
                </a:lnTo>
                <a:lnTo>
                  <a:pt x="499588" y="32792"/>
                </a:lnTo>
                <a:lnTo>
                  <a:pt x="499772" y="32701"/>
                </a:lnTo>
                <a:lnTo>
                  <a:pt x="499955" y="32604"/>
                </a:lnTo>
                <a:lnTo>
                  <a:pt x="500136" y="32501"/>
                </a:lnTo>
                <a:lnTo>
                  <a:pt x="500314" y="32392"/>
                </a:lnTo>
                <a:lnTo>
                  <a:pt x="500491" y="32276"/>
                </a:lnTo>
                <a:lnTo>
                  <a:pt x="500666" y="32155"/>
                </a:lnTo>
                <a:lnTo>
                  <a:pt x="500838" y="32027"/>
                </a:lnTo>
                <a:lnTo>
                  <a:pt x="501009" y="31892"/>
                </a:lnTo>
                <a:lnTo>
                  <a:pt x="501178" y="31752"/>
                </a:lnTo>
                <a:lnTo>
                  <a:pt x="501345" y="31605"/>
                </a:lnTo>
                <a:lnTo>
                  <a:pt x="501432" y="31518"/>
                </a:lnTo>
                <a:lnTo>
                  <a:pt x="501515" y="31425"/>
                </a:lnTo>
                <a:lnTo>
                  <a:pt x="501595" y="31326"/>
                </a:lnTo>
                <a:lnTo>
                  <a:pt x="501671" y="31221"/>
                </a:lnTo>
                <a:lnTo>
                  <a:pt x="501743" y="31110"/>
                </a:lnTo>
                <a:lnTo>
                  <a:pt x="501811" y="30993"/>
                </a:lnTo>
                <a:lnTo>
                  <a:pt x="501876" y="30870"/>
                </a:lnTo>
                <a:lnTo>
                  <a:pt x="501937" y="30741"/>
                </a:lnTo>
                <a:lnTo>
                  <a:pt x="501994" y="30606"/>
                </a:lnTo>
                <a:lnTo>
                  <a:pt x="502048" y="30465"/>
                </a:lnTo>
                <a:lnTo>
                  <a:pt x="502098" y="30318"/>
                </a:lnTo>
                <a:lnTo>
                  <a:pt x="502144" y="30165"/>
                </a:lnTo>
                <a:lnTo>
                  <a:pt x="502187" y="30006"/>
                </a:lnTo>
                <a:lnTo>
                  <a:pt x="502226" y="29841"/>
                </a:lnTo>
                <a:lnTo>
                  <a:pt x="502261" y="29670"/>
                </a:lnTo>
                <a:lnTo>
                  <a:pt x="502292" y="29493"/>
                </a:lnTo>
                <a:lnTo>
                  <a:pt x="502320" y="29309"/>
                </a:lnTo>
                <a:lnTo>
                  <a:pt x="502344" y="29120"/>
                </a:lnTo>
                <a:lnTo>
                  <a:pt x="502365" y="28925"/>
                </a:lnTo>
                <a:lnTo>
                  <a:pt x="502381" y="28724"/>
                </a:lnTo>
                <a:lnTo>
                  <a:pt x="502394" y="28517"/>
                </a:lnTo>
                <a:lnTo>
                  <a:pt x="502404" y="28304"/>
                </a:lnTo>
                <a:lnTo>
                  <a:pt x="502409" y="28085"/>
                </a:lnTo>
                <a:lnTo>
                  <a:pt x="502411" y="27860"/>
                </a:lnTo>
                <a:lnTo>
                  <a:pt x="502408" y="27664"/>
                </a:lnTo>
                <a:lnTo>
                  <a:pt x="502398" y="27470"/>
                </a:lnTo>
                <a:lnTo>
                  <a:pt x="502383" y="27278"/>
                </a:lnTo>
                <a:lnTo>
                  <a:pt x="502361" y="27089"/>
                </a:lnTo>
                <a:lnTo>
                  <a:pt x="502332" y="26902"/>
                </a:lnTo>
                <a:lnTo>
                  <a:pt x="502298" y="26718"/>
                </a:lnTo>
                <a:lnTo>
                  <a:pt x="502257" y="26537"/>
                </a:lnTo>
                <a:lnTo>
                  <a:pt x="502210" y="26357"/>
                </a:lnTo>
                <a:lnTo>
                  <a:pt x="502156" y="26181"/>
                </a:lnTo>
                <a:lnTo>
                  <a:pt x="502096" y="26007"/>
                </a:lnTo>
                <a:lnTo>
                  <a:pt x="502030" y="25835"/>
                </a:lnTo>
                <a:lnTo>
                  <a:pt x="501958" y="25666"/>
                </a:lnTo>
                <a:lnTo>
                  <a:pt x="501879" y="25499"/>
                </a:lnTo>
                <a:lnTo>
                  <a:pt x="501794" y="25335"/>
                </a:lnTo>
                <a:lnTo>
                  <a:pt x="501703" y="25174"/>
                </a:lnTo>
                <a:lnTo>
                  <a:pt x="501605" y="25014"/>
                </a:lnTo>
                <a:lnTo>
                  <a:pt x="501502" y="24858"/>
                </a:lnTo>
                <a:lnTo>
                  <a:pt x="501391" y="24704"/>
                </a:lnTo>
                <a:lnTo>
                  <a:pt x="501275" y="24552"/>
                </a:lnTo>
                <a:lnTo>
                  <a:pt x="501152" y="24403"/>
                </a:lnTo>
                <a:lnTo>
                  <a:pt x="501023" y="24256"/>
                </a:lnTo>
                <a:lnTo>
                  <a:pt x="500888" y="24112"/>
                </a:lnTo>
                <a:lnTo>
                  <a:pt x="500746" y="23971"/>
                </a:lnTo>
                <a:lnTo>
                  <a:pt x="500599" y="23831"/>
                </a:lnTo>
                <a:lnTo>
                  <a:pt x="500445" y="23696"/>
                </a:lnTo>
                <a:lnTo>
                  <a:pt x="500288" y="23567"/>
                </a:lnTo>
                <a:lnTo>
                  <a:pt x="500126" y="23443"/>
                </a:lnTo>
                <a:lnTo>
                  <a:pt x="499960" y="23325"/>
                </a:lnTo>
                <a:lnTo>
                  <a:pt x="499789" y="23213"/>
                </a:lnTo>
                <a:lnTo>
                  <a:pt x="499615" y="23107"/>
                </a:lnTo>
                <a:lnTo>
                  <a:pt x="499436" y="23006"/>
                </a:lnTo>
                <a:lnTo>
                  <a:pt x="499252" y="22911"/>
                </a:lnTo>
                <a:lnTo>
                  <a:pt x="499064" y="22822"/>
                </a:lnTo>
                <a:lnTo>
                  <a:pt x="498872" y="22738"/>
                </a:lnTo>
                <a:lnTo>
                  <a:pt x="498676" y="22661"/>
                </a:lnTo>
                <a:lnTo>
                  <a:pt x="498475" y="22589"/>
                </a:lnTo>
                <a:lnTo>
                  <a:pt x="498270" y="22523"/>
                </a:lnTo>
                <a:lnTo>
                  <a:pt x="498061" y="22462"/>
                </a:lnTo>
                <a:lnTo>
                  <a:pt x="497847" y="22408"/>
                </a:lnTo>
                <a:lnTo>
                  <a:pt x="497629" y="22359"/>
                </a:lnTo>
                <a:lnTo>
                  <a:pt x="497407" y="22315"/>
                </a:lnTo>
                <a:lnTo>
                  <a:pt x="497180" y="22278"/>
                </a:lnTo>
                <a:lnTo>
                  <a:pt x="496950" y="22246"/>
                </a:lnTo>
                <a:lnTo>
                  <a:pt x="496714" y="22221"/>
                </a:lnTo>
                <a:lnTo>
                  <a:pt x="496475" y="22200"/>
                </a:lnTo>
                <a:lnTo>
                  <a:pt x="496231" y="22186"/>
                </a:lnTo>
                <a:lnTo>
                  <a:pt x="495983" y="22177"/>
                </a:lnTo>
                <a:lnTo>
                  <a:pt x="495730" y="22175"/>
                </a:lnTo>
                <a:lnTo>
                  <a:pt x="495559" y="22176"/>
                </a:lnTo>
                <a:lnTo>
                  <a:pt x="495389" y="22180"/>
                </a:lnTo>
                <a:lnTo>
                  <a:pt x="495220" y="22186"/>
                </a:lnTo>
                <a:lnTo>
                  <a:pt x="495053" y="22194"/>
                </a:lnTo>
                <a:lnTo>
                  <a:pt x="494887" y="22206"/>
                </a:lnTo>
                <a:lnTo>
                  <a:pt x="494722" y="22219"/>
                </a:lnTo>
                <a:lnTo>
                  <a:pt x="494558" y="22235"/>
                </a:lnTo>
                <a:lnTo>
                  <a:pt x="494396" y="22254"/>
                </a:lnTo>
                <a:lnTo>
                  <a:pt x="494234" y="22275"/>
                </a:lnTo>
                <a:lnTo>
                  <a:pt x="494074" y="22299"/>
                </a:lnTo>
                <a:lnTo>
                  <a:pt x="493915" y="22325"/>
                </a:lnTo>
                <a:lnTo>
                  <a:pt x="493758" y="22353"/>
                </a:lnTo>
                <a:lnTo>
                  <a:pt x="493602" y="22384"/>
                </a:lnTo>
                <a:lnTo>
                  <a:pt x="493446" y="22418"/>
                </a:lnTo>
                <a:lnTo>
                  <a:pt x="493293" y="22454"/>
                </a:lnTo>
                <a:lnTo>
                  <a:pt x="493140" y="22492"/>
                </a:lnTo>
                <a:lnTo>
                  <a:pt x="492989" y="22533"/>
                </a:lnTo>
                <a:lnTo>
                  <a:pt x="492838" y="22577"/>
                </a:lnTo>
                <a:lnTo>
                  <a:pt x="492689" y="22623"/>
                </a:lnTo>
                <a:lnTo>
                  <a:pt x="492542" y="22671"/>
                </a:lnTo>
                <a:lnTo>
                  <a:pt x="492395" y="22722"/>
                </a:lnTo>
                <a:lnTo>
                  <a:pt x="492250" y="22775"/>
                </a:lnTo>
                <a:lnTo>
                  <a:pt x="492106" y="22831"/>
                </a:lnTo>
                <a:lnTo>
                  <a:pt x="491963" y="22890"/>
                </a:lnTo>
                <a:lnTo>
                  <a:pt x="491737" y="22988"/>
                </a:lnTo>
                <a:lnTo>
                  <a:pt x="491507" y="23094"/>
                </a:lnTo>
                <a:lnTo>
                  <a:pt x="491275" y="23206"/>
                </a:lnTo>
                <a:lnTo>
                  <a:pt x="491039" y="23326"/>
                </a:lnTo>
                <a:lnTo>
                  <a:pt x="490801" y="23452"/>
                </a:lnTo>
                <a:lnTo>
                  <a:pt x="490560" y="23585"/>
                </a:lnTo>
                <a:lnTo>
                  <a:pt x="490315" y="23724"/>
                </a:lnTo>
                <a:lnTo>
                  <a:pt x="490068" y="23871"/>
                </a:lnTo>
                <a:lnTo>
                  <a:pt x="489818" y="24024"/>
                </a:lnTo>
                <a:lnTo>
                  <a:pt x="489565" y="24185"/>
                </a:lnTo>
                <a:lnTo>
                  <a:pt x="489308" y="24352"/>
                </a:lnTo>
                <a:lnTo>
                  <a:pt x="489049" y="24525"/>
                </a:lnTo>
                <a:lnTo>
                  <a:pt x="488787" y="24706"/>
                </a:lnTo>
                <a:lnTo>
                  <a:pt x="488522" y="24894"/>
                </a:lnTo>
                <a:lnTo>
                  <a:pt x="488254" y="25088"/>
                </a:lnTo>
                <a:lnTo>
                  <a:pt x="487983" y="25289"/>
                </a:lnTo>
                <a:lnTo>
                  <a:pt x="487709" y="25497"/>
                </a:lnTo>
                <a:lnTo>
                  <a:pt x="487432" y="25712"/>
                </a:lnTo>
                <a:lnTo>
                  <a:pt x="487153" y="25934"/>
                </a:lnTo>
                <a:lnTo>
                  <a:pt x="486870" y="26163"/>
                </a:lnTo>
                <a:lnTo>
                  <a:pt x="486584" y="26398"/>
                </a:lnTo>
                <a:lnTo>
                  <a:pt x="486295" y="26640"/>
                </a:lnTo>
                <a:lnTo>
                  <a:pt x="486004" y="26889"/>
                </a:lnTo>
                <a:lnTo>
                  <a:pt x="485709" y="27145"/>
                </a:lnTo>
                <a:lnTo>
                  <a:pt x="485415" y="27405"/>
                </a:lnTo>
                <a:lnTo>
                  <a:pt x="485124" y="27666"/>
                </a:lnTo>
                <a:lnTo>
                  <a:pt x="484837" y="27928"/>
                </a:lnTo>
                <a:lnTo>
                  <a:pt x="484554" y="28191"/>
                </a:lnTo>
                <a:lnTo>
                  <a:pt x="484275" y="28456"/>
                </a:lnTo>
                <a:lnTo>
                  <a:pt x="483999" y="28721"/>
                </a:lnTo>
                <a:lnTo>
                  <a:pt x="483727" y="28987"/>
                </a:lnTo>
                <a:lnTo>
                  <a:pt x="483458" y="29255"/>
                </a:lnTo>
                <a:lnTo>
                  <a:pt x="483194" y="29524"/>
                </a:lnTo>
                <a:lnTo>
                  <a:pt x="482933" y="29794"/>
                </a:lnTo>
                <a:lnTo>
                  <a:pt x="482675" y="30065"/>
                </a:lnTo>
                <a:lnTo>
                  <a:pt x="482422" y="30337"/>
                </a:lnTo>
                <a:lnTo>
                  <a:pt x="482172" y="30610"/>
                </a:lnTo>
                <a:lnTo>
                  <a:pt x="481926" y="30884"/>
                </a:lnTo>
                <a:lnTo>
                  <a:pt x="481683" y="31160"/>
                </a:lnTo>
                <a:lnTo>
                  <a:pt x="481445" y="31436"/>
                </a:lnTo>
                <a:lnTo>
                  <a:pt x="481210" y="31714"/>
                </a:lnTo>
                <a:lnTo>
                  <a:pt x="480978" y="31992"/>
                </a:lnTo>
                <a:lnTo>
                  <a:pt x="480751" y="32272"/>
                </a:lnTo>
                <a:lnTo>
                  <a:pt x="480527" y="32553"/>
                </a:lnTo>
                <a:lnTo>
                  <a:pt x="480306" y="32835"/>
                </a:lnTo>
                <a:lnTo>
                  <a:pt x="480090" y="33119"/>
                </a:lnTo>
                <a:lnTo>
                  <a:pt x="479877" y="33403"/>
                </a:lnTo>
                <a:lnTo>
                  <a:pt x="479668" y="33688"/>
                </a:lnTo>
                <a:lnTo>
                  <a:pt x="473413" y="43130"/>
                </a:lnTo>
                <a:lnTo>
                  <a:pt x="473173" y="42234"/>
                </a:lnTo>
                <a:lnTo>
                  <a:pt x="472939" y="41368"/>
                </a:lnTo>
                <a:lnTo>
                  <a:pt x="472711" y="40531"/>
                </a:lnTo>
                <a:lnTo>
                  <a:pt x="472488" y="39722"/>
                </a:lnTo>
                <a:lnTo>
                  <a:pt x="472270" y="38943"/>
                </a:lnTo>
                <a:lnTo>
                  <a:pt x="472059" y="38192"/>
                </a:lnTo>
                <a:lnTo>
                  <a:pt x="471853" y="37471"/>
                </a:lnTo>
                <a:lnTo>
                  <a:pt x="471652" y="36778"/>
                </a:lnTo>
                <a:lnTo>
                  <a:pt x="471458" y="36115"/>
                </a:lnTo>
                <a:lnTo>
                  <a:pt x="471269" y="35480"/>
                </a:lnTo>
                <a:lnTo>
                  <a:pt x="471086" y="34875"/>
                </a:lnTo>
                <a:lnTo>
                  <a:pt x="470908" y="34298"/>
                </a:lnTo>
                <a:lnTo>
                  <a:pt x="470736" y="33751"/>
                </a:lnTo>
                <a:lnTo>
                  <a:pt x="470570" y="33232"/>
                </a:lnTo>
                <a:lnTo>
                  <a:pt x="470410" y="32743"/>
                </a:lnTo>
                <a:lnTo>
                  <a:pt x="470255" y="32282"/>
                </a:lnTo>
                <a:lnTo>
                  <a:pt x="470106" y="31851"/>
                </a:lnTo>
                <a:lnTo>
                  <a:pt x="469962" y="31448"/>
                </a:lnTo>
                <a:lnTo>
                  <a:pt x="469824" y="31075"/>
                </a:lnTo>
                <a:lnTo>
                  <a:pt x="469692" y="30730"/>
                </a:lnTo>
                <a:lnTo>
                  <a:pt x="469566" y="30414"/>
                </a:lnTo>
                <a:lnTo>
                  <a:pt x="469445" y="30128"/>
                </a:lnTo>
                <a:lnTo>
                  <a:pt x="469330" y="29870"/>
                </a:lnTo>
                <a:lnTo>
                  <a:pt x="469220" y="29642"/>
                </a:lnTo>
                <a:lnTo>
                  <a:pt x="469069" y="29330"/>
                </a:lnTo>
                <a:lnTo>
                  <a:pt x="468912" y="29019"/>
                </a:lnTo>
                <a:lnTo>
                  <a:pt x="468749" y="28708"/>
                </a:lnTo>
                <a:lnTo>
                  <a:pt x="468581" y="28397"/>
                </a:lnTo>
                <a:lnTo>
                  <a:pt x="468406" y="28086"/>
                </a:lnTo>
                <a:lnTo>
                  <a:pt x="468225" y="27775"/>
                </a:lnTo>
                <a:lnTo>
                  <a:pt x="468039" y="27464"/>
                </a:lnTo>
                <a:lnTo>
                  <a:pt x="467846" y="27153"/>
                </a:lnTo>
                <a:lnTo>
                  <a:pt x="467648" y="26841"/>
                </a:lnTo>
                <a:lnTo>
                  <a:pt x="467443" y="26530"/>
                </a:lnTo>
                <a:lnTo>
                  <a:pt x="467233" y="26219"/>
                </a:lnTo>
                <a:lnTo>
                  <a:pt x="467017" y="25908"/>
                </a:lnTo>
                <a:lnTo>
                  <a:pt x="466795" y="25597"/>
                </a:lnTo>
                <a:lnTo>
                  <a:pt x="466567" y="25286"/>
                </a:lnTo>
                <a:lnTo>
                  <a:pt x="466333" y="24975"/>
                </a:lnTo>
                <a:lnTo>
                  <a:pt x="466093" y="24664"/>
                </a:lnTo>
                <a:lnTo>
                  <a:pt x="465847" y="24352"/>
                </a:lnTo>
                <a:lnTo>
                  <a:pt x="465596" y="24041"/>
                </a:lnTo>
                <a:lnTo>
                  <a:pt x="465338" y="23730"/>
                </a:lnTo>
                <a:lnTo>
                  <a:pt x="465074" y="23419"/>
                </a:lnTo>
                <a:lnTo>
                  <a:pt x="464805" y="23108"/>
                </a:lnTo>
                <a:lnTo>
                  <a:pt x="464529" y="22797"/>
                </a:lnTo>
                <a:lnTo>
                  <a:pt x="464248" y="22486"/>
                </a:lnTo>
                <a:lnTo>
                  <a:pt x="463961" y="22175"/>
                </a:lnTo>
                <a:lnTo>
                  <a:pt x="444985" y="25586"/>
                </a:lnTo>
                <a:lnTo>
                  <a:pt x="444985" y="28145"/>
                </a:lnTo>
                <a:lnTo>
                  <a:pt x="445161" y="28133"/>
                </a:lnTo>
                <a:close/>
                <a:moveTo>
                  <a:pt x="155617" y="115064"/>
                </a:moveTo>
                <a:lnTo>
                  <a:pt x="155190" y="115059"/>
                </a:lnTo>
                <a:lnTo>
                  <a:pt x="154774" y="115049"/>
                </a:lnTo>
                <a:lnTo>
                  <a:pt x="154370" y="115036"/>
                </a:lnTo>
                <a:lnTo>
                  <a:pt x="153978" y="115020"/>
                </a:lnTo>
                <a:lnTo>
                  <a:pt x="153597" y="114999"/>
                </a:lnTo>
                <a:lnTo>
                  <a:pt x="153227" y="114975"/>
                </a:lnTo>
                <a:lnTo>
                  <a:pt x="152869" y="114947"/>
                </a:lnTo>
                <a:lnTo>
                  <a:pt x="152522" y="114916"/>
                </a:lnTo>
                <a:lnTo>
                  <a:pt x="152187" y="114881"/>
                </a:lnTo>
                <a:lnTo>
                  <a:pt x="151863" y="114842"/>
                </a:lnTo>
                <a:lnTo>
                  <a:pt x="151551" y="114799"/>
                </a:lnTo>
                <a:lnTo>
                  <a:pt x="151250" y="114753"/>
                </a:lnTo>
                <a:lnTo>
                  <a:pt x="150961" y="114703"/>
                </a:lnTo>
                <a:lnTo>
                  <a:pt x="150683" y="114649"/>
                </a:lnTo>
                <a:lnTo>
                  <a:pt x="150417" y="114592"/>
                </a:lnTo>
                <a:lnTo>
                  <a:pt x="150162" y="114531"/>
                </a:lnTo>
                <a:lnTo>
                  <a:pt x="149919" y="114466"/>
                </a:lnTo>
                <a:lnTo>
                  <a:pt x="149687" y="114398"/>
                </a:lnTo>
                <a:lnTo>
                  <a:pt x="149466" y="114326"/>
                </a:lnTo>
                <a:lnTo>
                  <a:pt x="149257" y="114250"/>
                </a:lnTo>
                <a:lnTo>
                  <a:pt x="149060" y="114170"/>
                </a:lnTo>
                <a:lnTo>
                  <a:pt x="148874" y="114087"/>
                </a:lnTo>
                <a:lnTo>
                  <a:pt x="148699" y="114000"/>
                </a:lnTo>
                <a:lnTo>
                  <a:pt x="148533" y="113910"/>
                </a:lnTo>
                <a:lnTo>
                  <a:pt x="148370" y="113817"/>
                </a:lnTo>
                <a:lnTo>
                  <a:pt x="148212" y="113722"/>
                </a:lnTo>
                <a:lnTo>
                  <a:pt x="148058" y="113624"/>
                </a:lnTo>
                <a:lnTo>
                  <a:pt x="147908" y="113523"/>
                </a:lnTo>
                <a:lnTo>
                  <a:pt x="147762" y="113420"/>
                </a:lnTo>
                <a:lnTo>
                  <a:pt x="147621" y="113314"/>
                </a:lnTo>
                <a:lnTo>
                  <a:pt x="147483" y="113206"/>
                </a:lnTo>
                <a:lnTo>
                  <a:pt x="147350" y="113095"/>
                </a:lnTo>
                <a:lnTo>
                  <a:pt x="147221" y="112982"/>
                </a:lnTo>
                <a:lnTo>
                  <a:pt x="147096" y="112866"/>
                </a:lnTo>
                <a:lnTo>
                  <a:pt x="146976" y="112747"/>
                </a:lnTo>
                <a:lnTo>
                  <a:pt x="146859" y="112626"/>
                </a:lnTo>
                <a:lnTo>
                  <a:pt x="146747" y="112502"/>
                </a:lnTo>
                <a:lnTo>
                  <a:pt x="146639" y="112376"/>
                </a:lnTo>
                <a:lnTo>
                  <a:pt x="146536" y="112247"/>
                </a:lnTo>
                <a:lnTo>
                  <a:pt x="146436" y="112115"/>
                </a:lnTo>
                <a:lnTo>
                  <a:pt x="146341" y="111981"/>
                </a:lnTo>
                <a:lnTo>
                  <a:pt x="146249" y="111844"/>
                </a:lnTo>
                <a:lnTo>
                  <a:pt x="146162" y="111705"/>
                </a:lnTo>
                <a:lnTo>
                  <a:pt x="146080" y="111563"/>
                </a:lnTo>
                <a:lnTo>
                  <a:pt x="146001" y="111418"/>
                </a:lnTo>
                <a:lnTo>
                  <a:pt x="145927" y="111271"/>
                </a:lnTo>
                <a:lnTo>
                  <a:pt x="145856" y="111121"/>
                </a:lnTo>
                <a:lnTo>
                  <a:pt x="145790" y="110962"/>
                </a:lnTo>
                <a:lnTo>
                  <a:pt x="145726" y="110786"/>
                </a:lnTo>
                <a:lnTo>
                  <a:pt x="145665" y="110592"/>
                </a:lnTo>
                <a:lnTo>
                  <a:pt x="145607" y="110382"/>
                </a:lnTo>
                <a:lnTo>
                  <a:pt x="145551" y="110155"/>
                </a:lnTo>
                <a:lnTo>
                  <a:pt x="145499" y="109911"/>
                </a:lnTo>
                <a:lnTo>
                  <a:pt x="145449" y="109650"/>
                </a:lnTo>
                <a:lnTo>
                  <a:pt x="145402" y="109372"/>
                </a:lnTo>
                <a:lnTo>
                  <a:pt x="145358" y="109078"/>
                </a:lnTo>
                <a:lnTo>
                  <a:pt x="145317" y="108766"/>
                </a:lnTo>
                <a:lnTo>
                  <a:pt x="145279" y="108437"/>
                </a:lnTo>
                <a:lnTo>
                  <a:pt x="145243" y="108092"/>
                </a:lnTo>
                <a:lnTo>
                  <a:pt x="145211" y="107730"/>
                </a:lnTo>
                <a:lnTo>
                  <a:pt x="145181" y="107350"/>
                </a:lnTo>
                <a:lnTo>
                  <a:pt x="145154" y="106954"/>
                </a:lnTo>
                <a:lnTo>
                  <a:pt x="145130" y="106541"/>
                </a:lnTo>
                <a:lnTo>
                  <a:pt x="145109" y="106111"/>
                </a:lnTo>
                <a:lnTo>
                  <a:pt x="145090" y="105664"/>
                </a:lnTo>
                <a:lnTo>
                  <a:pt x="145075" y="105201"/>
                </a:lnTo>
                <a:lnTo>
                  <a:pt x="145062" y="104720"/>
                </a:lnTo>
                <a:lnTo>
                  <a:pt x="145052" y="104222"/>
                </a:lnTo>
                <a:lnTo>
                  <a:pt x="145045" y="103708"/>
                </a:lnTo>
                <a:lnTo>
                  <a:pt x="145040" y="103177"/>
                </a:lnTo>
                <a:lnTo>
                  <a:pt x="145039" y="102628"/>
                </a:lnTo>
                <a:lnTo>
                  <a:pt x="145039" y="82799"/>
                </a:lnTo>
                <a:lnTo>
                  <a:pt x="145334" y="83062"/>
                </a:lnTo>
                <a:lnTo>
                  <a:pt x="145626" y="83317"/>
                </a:lnTo>
                <a:lnTo>
                  <a:pt x="145916" y="83565"/>
                </a:lnTo>
                <a:lnTo>
                  <a:pt x="146204" y="83806"/>
                </a:lnTo>
                <a:lnTo>
                  <a:pt x="146489" y="84039"/>
                </a:lnTo>
                <a:lnTo>
                  <a:pt x="146771" y="84265"/>
                </a:lnTo>
                <a:lnTo>
                  <a:pt x="147052" y="84483"/>
                </a:lnTo>
                <a:lnTo>
                  <a:pt x="147329" y="84694"/>
                </a:lnTo>
                <a:lnTo>
                  <a:pt x="147604" y="84898"/>
                </a:lnTo>
                <a:lnTo>
                  <a:pt x="147877" y="85094"/>
                </a:lnTo>
                <a:lnTo>
                  <a:pt x="148147" y="85283"/>
                </a:lnTo>
                <a:lnTo>
                  <a:pt x="148415" y="85464"/>
                </a:lnTo>
                <a:lnTo>
                  <a:pt x="148680" y="85638"/>
                </a:lnTo>
                <a:lnTo>
                  <a:pt x="148943" y="85805"/>
                </a:lnTo>
                <a:lnTo>
                  <a:pt x="149203" y="85964"/>
                </a:lnTo>
                <a:lnTo>
                  <a:pt x="149461" y="86116"/>
                </a:lnTo>
                <a:lnTo>
                  <a:pt x="149717" y="86260"/>
                </a:lnTo>
                <a:lnTo>
                  <a:pt x="149970" y="86397"/>
                </a:lnTo>
                <a:lnTo>
                  <a:pt x="150220" y="86527"/>
                </a:lnTo>
                <a:lnTo>
                  <a:pt x="150468" y="86649"/>
                </a:lnTo>
                <a:lnTo>
                  <a:pt x="150714" y="86764"/>
                </a:lnTo>
                <a:lnTo>
                  <a:pt x="150957" y="86871"/>
                </a:lnTo>
                <a:lnTo>
                  <a:pt x="151197" y="86971"/>
                </a:lnTo>
                <a:lnTo>
                  <a:pt x="151436" y="87063"/>
                </a:lnTo>
                <a:lnTo>
                  <a:pt x="151758" y="87185"/>
                </a:lnTo>
                <a:lnTo>
                  <a:pt x="152085" y="87302"/>
                </a:lnTo>
                <a:lnTo>
                  <a:pt x="152417" y="87413"/>
                </a:lnTo>
                <a:lnTo>
                  <a:pt x="152754" y="87520"/>
                </a:lnTo>
                <a:lnTo>
                  <a:pt x="153096" y="87621"/>
                </a:lnTo>
                <a:lnTo>
                  <a:pt x="153443" y="87716"/>
                </a:lnTo>
                <a:lnTo>
                  <a:pt x="153795" y="87807"/>
                </a:lnTo>
                <a:lnTo>
                  <a:pt x="154152" y="87893"/>
                </a:lnTo>
                <a:lnTo>
                  <a:pt x="154514" y="87973"/>
                </a:lnTo>
                <a:lnTo>
                  <a:pt x="154881" y="88048"/>
                </a:lnTo>
                <a:lnTo>
                  <a:pt x="155252" y="88118"/>
                </a:lnTo>
                <a:lnTo>
                  <a:pt x="155629" y="88183"/>
                </a:lnTo>
                <a:lnTo>
                  <a:pt x="156010" y="88242"/>
                </a:lnTo>
                <a:lnTo>
                  <a:pt x="156397" y="88297"/>
                </a:lnTo>
                <a:lnTo>
                  <a:pt x="156788" y="88346"/>
                </a:lnTo>
                <a:lnTo>
                  <a:pt x="157185" y="88390"/>
                </a:lnTo>
                <a:lnTo>
                  <a:pt x="157586" y="88429"/>
                </a:lnTo>
                <a:lnTo>
                  <a:pt x="157992" y="88463"/>
                </a:lnTo>
                <a:lnTo>
                  <a:pt x="158403" y="88491"/>
                </a:lnTo>
                <a:lnTo>
                  <a:pt x="158819" y="88515"/>
                </a:lnTo>
                <a:lnTo>
                  <a:pt x="159240" y="88533"/>
                </a:lnTo>
                <a:lnTo>
                  <a:pt x="159666" y="88546"/>
                </a:lnTo>
                <a:lnTo>
                  <a:pt x="160097" y="88553"/>
                </a:lnTo>
                <a:lnTo>
                  <a:pt x="160533" y="88556"/>
                </a:lnTo>
                <a:lnTo>
                  <a:pt x="161533" y="88540"/>
                </a:lnTo>
                <a:lnTo>
                  <a:pt x="162518" y="88493"/>
                </a:lnTo>
                <a:lnTo>
                  <a:pt x="163489" y="88415"/>
                </a:lnTo>
                <a:lnTo>
                  <a:pt x="164446" y="88306"/>
                </a:lnTo>
                <a:lnTo>
                  <a:pt x="165388" y="88165"/>
                </a:lnTo>
                <a:lnTo>
                  <a:pt x="166316" y="87992"/>
                </a:lnTo>
                <a:lnTo>
                  <a:pt x="167230" y="87789"/>
                </a:lnTo>
                <a:lnTo>
                  <a:pt x="168130" y="87554"/>
                </a:lnTo>
                <a:lnTo>
                  <a:pt x="169015" y="87288"/>
                </a:lnTo>
                <a:lnTo>
                  <a:pt x="169886" y="86990"/>
                </a:lnTo>
                <a:lnTo>
                  <a:pt x="170742" y="86662"/>
                </a:lnTo>
                <a:lnTo>
                  <a:pt x="171585" y="86302"/>
                </a:lnTo>
                <a:lnTo>
                  <a:pt x="172412" y="85910"/>
                </a:lnTo>
                <a:lnTo>
                  <a:pt x="173226" y="85488"/>
                </a:lnTo>
                <a:lnTo>
                  <a:pt x="174025" y="85034"/>
                </a:lnTo>
                <a:lnTo>
                  <a:pt x="174810" y="84548"/>
                </a:lnTo>
                <a:lnTo>
                  <a:pt x="175581" y="84032"/>
                </a:lnTo>
                <a:lnTo>
                  <a:pt x="176338" y="83484"/>
                </a:lnTo>
                <a:lnTo>
                  <a:pt x="177080" y="82905"/>
                </a:lnTo>
                <a:lnTo>
                  <a:pt x="177807" y="82294"/>
                </a:lnTo>
                <a:lnTo>
                  <a:pt x="178521" y="81652"/>
                </a:lnTo>
                <a:lnTo>
                  <a:pt x="179220" y="80979"/>
                </a:lnTo>
                <a:lnTo>
                  <a:pt x="179905" y="80274"/>
                </a:lnTo>
                <a:lnTo>
                  <a:pt x="180575" y="79539"/>
                </a:lnTo>
                <a:lnTo>
                  <a:pt x="181364" y="78612"/>
                </a:lnTo>
                <a:lnTo>
                  <a:pt x="182119" y="77664"/>
                </a:lnTo>
                <a:lnTo>
                  <a:pt x="182841" y="76696"/>
                </a:lnTo>
                <a:lnTo>
                  <a:pt x="183529" y="75709"/>
                </a:lnTo>
                <a:lnTo>
                  <a:pt x="184183" y="74701"/>
                </a:lnTo>
                <a:lnTo>
                  <a:pt x="184804" y="73672"/>
                </a:lnTo>
                <a:lnTo>
                  <a:pt x="185391" y="72624"/>
                </a:lnTo>
                <a:lnTo>
                  <a:pt x="185945" y="71555"/>
                </a:lnTo>
                <a:lnTo>
                  <a:pt x="186465" y="70466"/>
                </a:lnTo>
                <a:lnTo>
                  <a:pt x="186952" y="69357"/>
                </a:lnTo>
                <a:lnTo>
                  <a:pt x="187405" y="68228"/>
                </a:lnTo>
                <a:lnTo>
                  <a:pt x="187825" y="67078"/>
                </a:lnTo>
                <a:lnTo>
                  <a:pt x="188211" y="65909"/>
                </a:lnTo>
                <a:lnTo>
                  <a:pt x="188563" y="64719"/>
                </a:lnTo>
                <a:lnTo>
                  <a:pt x="188882" y="63508"/>
                </a:lnTo>
                <a:lnTo>
                  <a:pt x="189167" y="62278"/>
                </a:lnTo>
                <a:lnTo>
                  <a:pt x="189419" y="61027"/>
                </a:lnTo>
                <a:lnTo>
                  <a:pt x="189637" y="59757"/>
                </a:lnTo>
                <a:lnTo>
                  <a:pt x="189821" y="58466"/>
                </a:lnTo>
                <a:lnTo>
                  <a:pt x="189973" y="57154"/>
                </a:lnTo>
                <a:lnTo>
                  <a:pt x="190090" y="55823"/>
                </a:lnTo>
                <a:lnTo>
                  <a:pt x="190174" y="54471"/>
                </a:lnTo>
                <a:lnTo>
                  <a:pt x="190224" y="53099"/>
                </a:lnTo>
                <a:lnTo>
                  <a:pt x="190241" y="51707"/>
                </a:lnTo>
                <a:lnTo>
                  <a:pt x="190227" y="50463"/>
                </a:lnTo>
                <a:lnTo>
                  <a:pt x="190185" y="49238"/>
                </a:lnTo>
                <a:lnTo>
                  <a:pt x="190116" y="48033"/>
                </a:lnTo>
                <a:lnTo>
                  <a:pt x="190018" y="46848"/>
                </a:lnTo>
                <a:lnTo>
                  <a:pt x="189892" y="45682"/>
                </a:lnTo>
                <a:lnTo>
                  <a:pt x="189739" y="44536"/>
                </a:lnTo>
                <a:lnTo>
                  <a:pt x="189558" y="43410"/>
                </a:lnTo>
                <a:lnTo>
                  <a:pt x="189349" y="42304"/>
                </a:lnTo>
                <a:lnTo>
                  <a:pt x="189112" y="41217"/>
                </a:lnTo>
                <a:lnTo>
                  <a:pt x="188847" y="40150"/>
                </a:lnTo>
                <a:lnTo>
                  <a:pt x="188554" y="39103"/>
                </a:lnTo>
                <a:lnTo>
                  <a:pt x="188233" y="38075"/>
                </a:lnTo>
                <a:lnTo>
                  <a:pt x="187885" y="37067"/>
                </a:lnTo>
                <a:lnTo>
                  <a:pt x="187508" y="36079"/>
                </a:lnTo>
                <a:lnTo>
                  <a:pt x="187104" y="35111"/>
                </a:lnTo>
                <a:lnTo>
                  <a:pt x="186672" y="34162"/>
                </a:lnTo>
                <a:lnTo>
                  <a:pt x="186211" y="33233"/>
                </a:lnTo>
                <a:lnTo>
                  <a:pt x="185723" y="32324"/>
                </a:lnTo>
                <a:lnTo>
                  <a:pt x="185208" y="31435"/>
                </a:lnTo>
                <a:lnTo>
                  <a:pt x="184664" y="30565"/>
                </a:lnTo>
                <a:lnTo>
                  <a:pt x="184092" y="29715"/>
                </a:lnTo>
                <a:lnTo>
                  <a:pt x="183493" y="28884"/>
                </a:lnTo>
                <a:lnTo>
                  <a:pt x="182865" y="28074"/>
                </a:lnTo>
                <a:lnTo>
                  <a:pt x="182210" y="27283"/>
                </a:lnTo>
                <a:lnTo>
                  <a:pt x="181659" y="26657"/>
                </a:lnTo>
                <a:lnTo>
                  <a:pt x="181097" y="26058"/>
                </a:lnTo>
                <a:lnTo>
                  <a:pt x="180524" y="25486"/>
                </a:lnTo>
                <a:lnTo>
                  <a:pt x="179939" y="24940"/>
                </a:lnTo>
                <a:lnTo>
                  <a:pt x="179344" y="24421"/>
                </a:lnTo>
                <a:lnTo>
                  <a:pt x="178736" y="23929"/>
                </a:lnTo>
                <a:lnTo>
                  <a:pt x="178118" y="23463"/>
                </a:lnTo>
                <a:lnTo>
                  <a:pt x="177487" y="23023"/>
                </a:lnTo>
                <a:lnTo>
                  <a:pt x="176846" y="22611"/>
                </a:lnTo>
                <a:lnTo>
                  <a:pt x="176193" y="22225"/>
                </a:lnTo>
                <a:lnTo>
                  <a:pt x="175529" y="21865"/>
                </a:lnTo>
                <a:lnTo>
                  <a:pt x="174854" y="21533"/>
                </a:lnTo>
                <a:lnTo>
                  <a:pt x="174167" y="21227"/>
                </a:lnTo>
                <a:lnTo>
                  <a:pt x="173469" y="20947"/>
                </a:lnTo>
                <a:lnTo>
                  <a:pt x="172759" y="20694"/>
                </a:lnTo>
                <a:lnTo>
                  <a:pt x="172039" y="20468"/>
                </a:lnTo>
                <a:lnTo>
                  <a:pt x="171306" y="20268"/>
                </a:lnTo>
                <a:lnTo>
                  <a:pt x="170563" y="20095"/>
                </a:lnTo>
                <a:lnTo>
                  <a:pt x="169808" y="19949"/>
                </a:lnTo>
                <a:lnTo>
                  <a:pt x="169042" y="19829"/>
                </a:lnTo>
                <a:lnTo>
                  <a:pt x="168264" y="19736"/>
                </a:lnTo>
                <a:lnTo>
                  <a:pt x="167475" y="19669"/>
                </a:lnTo>
                <a:lnTo>
                  <a:pt x="166675" y="19629"/>
                </a:lnTo>
                <a:lnTo>
                  <a:pt x="165863" y="19616"/>
                </a:lnTo>
                <a:lnTo>
                  <a:pt x="165396" y="19622"/>
                </a:lnTo>
                <a:lnTo>
                  <a:pt x="164931" y="19639"/>
                </a:lnTo>
                <a:lnTo>
                  <a:pt x="164468" y="19669"/>
                </a:lnTo>
                <a:lnTo>
                  <a:pt x="164006" y="19710"/>
                </a:lnTo>
                <a:lnTo>
                  <a:pt x="163547" y="19762"/>
                </a:lnTo>
                <a:lnTo>
                  <a:pt x="163089" y="19827"/>
                </a:lnTo>
                <a:lnTo>
                  <a:pt x="162633" y="19903"/>
                </a:lnTo>
                <a:lnTo>
                  <a:pt x="162179" y="19991"/>
                </a:lnTo>
                <a:lnTo>
                  <a:pt x="161727" y="20091"/>
                </a:lnTo>
                <a:lnTo>
                  <a:pt x="161277" y="20202"/>
                </a:lnTo>
                <a:lnTo>
                  <a:pt x="160828" y="20325"/>
                </a:lnTo>
                <a:lnTo>
                  <a:pt x="160382" y="20460"/>
                </a:lnTo>
                <a:lnTo>
                  <a:pt x="159937" y="20606"/>
                </a:lnTo>
                <a:lnTo>
                  <a:pt x="159494" y="20765"/>
                </a:lnTo>
                <a:lnTo>
                  <a:pt x="159053" y="20935"/>
                </a:lnTo>
                <a:lnTo>
                  <a:pt x="158614" y="21116"/>
                </a:lnTo>
                <a:lnTo>
                  <a:pt x="158177" y="21310"/>
                </a:lnTo>
                <a:lnTo>
                  <a:pt x="157741" y="21515"/>
                </a:lnTo>
                <a:lnTo>
                  <a:pt x="157307" y="21732"/>
                </a:lnTo>
                <a:lnTo>
                  <a:pt x="156876" y="21960"/>
                </a:lnTo>
                <a:lnTo>
                  <a:pt x="156446" y="22201"/>
                </a:lnTo>
                <a:lnTo>
                  <a:pt x="156018" y="22453"/>
                </a:lnTo>
                <a:lnTo>
                  <a:pt x="155591" y="22716"/>
                </a:lnTo>
                <a:lnTo>
                  <a:pt x="155167" y="22992"/>
                </a:lnTo>
                <a:lnTo>
                  <a:pt x="154743" y="23282"/>
                </a:lnTo>
                <a:lnTo>
                  <a:pt x="154320" y="23591"/>
                </a:lnTo>
                <a:lnTo>
                  <a:pt x="153897" y="23917"/>
                </a:lnTo>
                <a:lnTo>
                  <a:pt x="153474" y="24262"/>
                </a:lnTo>
                <a:lnTo>
                  <a:pt x="153051" y="24625"/>
                </a:lnTo>
                <a:lnTo>
                  <a:pt x="152628" y="25006"/>
                </a:lnTo>
                <a:lnTo>
                  <a:pt x="152206" y="25406"/>
                </a:lnTo>
                <a:lnTo>
                  <a:pt x="151783" y="25823"/>
                </a:lnTo>
                <a:lnTo>
                  <a:pt x="151361" y="26258"/>
                </a:lnTo>
                <a:lnTo>
                  <a:pt x="150938" y="26712"/>
                </a:lnTo>
                <a:lnTo>
                  <a:pt x="150516" y="27184"/>
                </a:lnTo>
                <a:lnTo>
                  <a:pt x="150094" y="27674"/>
                </a:lnTo>
                <a:lnTo>
                  <a:pt x="149672" y="28182"/>
                </a:lnTo>
                <a:lnTo>
                  <a:pt x="149250" y="28708"/>
                </a:lnTo>
                <a:lnTo>
                  <a:pt x="148829" y="29252"/>
                </a:lnTo>
                <a:lnTo>
                  <a:pt x="148407" y="29815"/>
                </a:lnTo>
                <a:lnTo>
                  <a:pt x="147986" y="30395"/>
                </a:lnTo>
                <a:lnTo>
                  <a:pt x="147564" y="30994"/>
                </a:lnTo>
                <a:lnTo>
                  <a:pt x="147143" y="31611"/>
                </a:lnTo>
                <a:lnTo>
                  <a:pt x="146722" y="32246"/>
                </a:lnTo>
                <a:lnTo>
                  <a:pt x="146301" y="32899"/>
                </a:lnTo>
                <a:lnTo>
                  <a:pt x="145880" y="33571"/>
                </a:lnTo>
                <a:lnTo>
                  <a:pt x="145460" y="34260"/>
                </a:lnTo>
                <a:lnTo>
                  <a:pt x="145039" y="34968"/>
                </a:lnTo>
                <a:lnTo>
                  <a:pt x="145039" y="19758"/>
                </a:lnTo>
                <a:lnTo>
                  <a:pt x="142338" y="19758"/>
                </a:lnTo>
                <a:lnTo>
                  <a:pt x="122296" y="27867"/>
                </a:lnTo>
                <a:lnTo>
                  <a:pt x="123149" y="30141"/>
                </a:lnTo>
                <a:lnTo>
                  <a:pt x="123366" y="30060"/>
                </a:lnTo>
                <a:lnTo>
                  <a:pt x="123581" y="29982"/>
                </a:lnTo>
                <a:lnTo>
                  <a:pt x="123792" y="29908"/>
                </a:lnTo>
                <a:lnTo>
                  <a:pt x="124000" y="29837"/>
                </a:lnTo>
                <a:lnTo>
                  <a:pt x="124204" y="29770"/>
                </a:lnTo>
                <a:lnTo>
                  <a:pt x="124406" y="29706"/>
                </a:lnTo>
                <a:lnTo>
                  <a:pt x="124604" y="29646"/>
                </a:lnTo>
                <a:lnTo>
                  <a:pt x="124799" y="29589"/>
                </a:lnTo>
                <a:lnTo>
                  <a:pt x="124991" y="29535"/>
                </a:lnTo>
                <a:lnTo>
                  <a:pt x="125180" y="29485"/>
                </a:lnTo>
                <a:lnTo>
                  <a:pt x="125365" y="29438"/>
                </a:lnTo>
                <a:lnTo>
                  <a:pt x="125548" y="29395"/>
                </a:lnTo>
                <a:lnTo>
                  <a:pt x="125727" y="29355"/>
                </a:lnTo>
                <a:lnTo>
                  <a:pt x="125902" y="29319"/>
                </a:lnTo>
                <a:lnTo>
                  <a:pt x="126075" y="29286"/>
                </a:lnTo>
                <a:lnTo>
                  <a:pt x="126244" y="29257"/>
                </a:lnTo>
                <a:lnTo>
                  <a:pt x="126411" y="29231"/>
                </a:lnTo>
                <a:lnTo>
                  <a:pt x="126574" y="29208"/>
                </a:lnTo>
                <a:lnTo>
                  <a:pt x="126733" y="29189"/>
                </a:lnTo>
                <a:lnTo>
                  <a:pt x="126890" y="29174"/>
                </a:lnTo>
                <a:lnTo>
                  <a:pt x="127043" y="29162"/>
                </a:lnTo>
                <a:lnTo>
                  <a:pt x="127194" y="29153"/>
                </a:lnTo>
                <a:lnTo>
                  <a:pt x="127340" y="29148"/>
                </a:lnTo>
                <a:lnTo>
                  <a:pt x="127484" y="29146"/>
                </a:lnTo>
                <a:lnTo>
                  <a:pt x="127660" y="29148"/>
                </a:lnTo>
                <a:lnTo>
                  <a:pt x="127833" y="29152"/>
                </a:lnTo>
                <a:lnTo>
                  <a:pt x="128003" y="29160"/>
                </a:lnTo>
                <a:lnTo>
                  <a:pt x="128170" y="29170"/>
                </a:lnTo>
                <a:lnTo>
                  <a:pt x="128334" y="29183"/>
                </a:lnTo>
                <a:lnTo>
                  <a:pt x="128495" y="29200"/>
                </a:lnTo>
                <a:lnTo>
                  <a:pt x="128652" y="29219"/>
                </a:lnTo>
                <a:lnTo>
                  <a:pt x="128807" y="29241"/>
                </a:lnTo>
                <a:lnTo>
                  <a:pt x="128958" y="29267"/>
                </a:lnTo>
                <a:lnTo>
                  <a:pt x="129107" y="29295"/>
                </a:lnTo>
                <a:lnTo>
                  <a:pt x="129252" y="29326"/>
                </a:lnTo>
                <a:lnTo>
                  <a:pt x="129394" y="29360"/>
                </a:lnTo>
                <a:lnTo>
                  <a:pt x="129533" y="29397"/>
                </a:lnTo>
                <a:lnTo>
                  <a:pt x="129669" y="29437"/>
                </a:lnTo>
                <a:lnTo>
                  <a:pt x="129802" y="29480"/>
                </a:lnTo>
                <a:lnTo>
                  <a:pt x="129932" y="29526"/>
                </a:lnTo>
                <a:lnTo>
                  <a:pt x="130059" y="29575"/>
                </a:lnTo>
                <a:lnTo>
                  <a:pt x="130183" y="29627"/>
                </a:lnTo>
                <a:lnTo>
                  <a:pt x="130303" y="29682"/>
                </a:lnTo>
                <a:lnTo>
                  <a:pt x="130421" y="29740"/>
                </a:lnTo>
                <a:lnTo>
                  <a:pt x="130535" y="29801"/>
                </a:lnTo>
                <a:lnTo>
                  <a:pt x="130647" y="29865"/>
                </a:lnTo>
                <a:lnTo>
                  <a:pt x="130755" y="29932"/>
                </a:lnTo>
                <a:lnTo>
                  <a:pt x="130860" y="30001"/>
                </a:lnTo>
                <a:lnTo>
                  <a:pt x="130963" y="30074"/>
                </a:lnTo>
                <a:lnTo>
                  <a:pt x="131063" y="30149"/>
                </a:lnTo>
                <a:lnTo>
                  <a:pt x="131161" y="30228"/>
                </a:lnTo>
                <a:lnTo>
                  <a:pt x="131256" y="30309"/>
                </a:lnTo>
                <a:lnTo>
                  <a:pt x="131349" y="30394"/>
                </a:lnTo>
                <a:lnTo>
                  <a:pt x="131440" y="30481"/>
                </a:lnTo>
                <a:lnTo>
                  <a:pt x="131528" y="30572"/>
                </a:lnTo>
                <a:lnTo>
                  <a:pt x="131614" y="30665"/>
                </a:lnTo>
                <a:lnTo>
                  <a:pt x="131698" y="30761"/>
                </a:lnTo>
                <a:lnTo>
                  <a:pt x="131779" y="30861"/>
                </a:lnTo>
                <a:lnTo>
                  <a:pt x="131858" y="30963"/>
                </a:lnTo>
                <a:lnTo>
                  <a:pt x="131935" y="31068"/>
                </a:lnTo>
                <a:lnTo>
                  <a:pt x="132009" y="31176"/>
                </a:lnTo>
                <a:lnTo>
                  <a:pt x="132081" y="31287"/>
                </a:lnTo>
                <a:lnTo>
                  <a:pt x="132151" y="31401"/>
                </a:lnTo>
                <a:lnTo>
                  <a:pt x="132218" y="31519"/>
                </a:lnTo>
                <a:lnTo>
                  <a:pt x="132283" y="31639"/>
                </a:lnTo>
                <a:lnTo>
                  <a:pt x="132346" y="31762"/>
                </a:lnTo>
                <a:lnTo>
                  <a:pt x="132406" y="31888"/>
                </a:lnTo>
                <a:lnTo>
                  <a:pt x="132464" y="32017"/>
                </a:lnTo>
                <a:lnTo>
                  <a:pt x="132520" y="32149"/>
                </a:lnTo>
                <a:lnTo>
                  <a:pt x="132573" y="32283"/>
                </a:lnTo>
                <a:lnTo>
                  <a:pt x="132624" y="32421"/>
                </a:lnTo>
                <a:lnTo>
                  <a:pt x="132673" y="32562"/>
                </a:lnTo>
                <a:lnTo>
                  <a:pt x="132719" y="32712"/>
                </a:lnTo>
                <a:lnTo>
                  <a:pt x="132763" y="32879"/>
                </a:lnTo>
                <a:lnTo>
                  <a:pt x="132806" y="33061"/>
                </a:lnTo>
                <a:lnTo>
                  <a:pt x="132846" y="33259"/>
                </a:lnTo>
                <a:lnTo>
                  <a:pt x="132885" y="33474"/>
                </a:lnTo>
                <a:lnTo>
                  <a:pt x="132921" y="33704"/>
                </a:lnTo>
                <a:lnTo>
                  <a:pt x="132956" y="33951"/>
                </a:lnTo>
                <a:lnTo>
                  <a:pt x="132988" y="34213"/>
                </a:lnTo>
                <a:lnTo>
                  <a:pt x="133019" y="34492"/>
                </a:lnTo>
                <a:lnTo>
                  <a:pt x="133048" y="34786"/>
                </a:lnTo>
                <a:lnTo>
                  <a:pt x="133074" y="35097"/>
                </a:lnTo>
                <a:lnTo>
                  <a:pt x="133099" y="35424"/>
                </a:lnTo>
                <a:lnTo>
                  <a:pt x="133122" y="35767"/>
                </a:lnTo>
                <a:lnTo>
                  <a:pt x="133142" y="36126"/>
                </a:lnTo>
                <a:lnTo>
                  <a:pt x="133161" y="36501"/>
                </a:lnTo>
                <a:lnTo>
                  <a:pt x="133178" y="36892"/>
                </a:lnTo>
                <a:lnTo>
                  <a:pt x="133193" y="37299"/>
                </a:lnTo>
                <a:lnTo>
                  <a:pt x="133206" y="37722"/>
                </a:lnTo>
                <a:lnTo>
                  <a:pt x="133216" y="38161"/>
                </a:lnTo>
                <a:lnTo>
                  <a:pt x="133225" y="38616"/>
                </a:lnTo>
                <a:lnTo>
                  <a:pt x="133232" y="39088"/>
                </a:lnTo>
                <a:lnTo>
                  <a:pt x="133237" y="39575"/>
                </a:lnTo>
                <a:lnTo>
                  <a:pt x="133240" y="40078"/>
                </a:lnTo>
                <a:lnTo>
                  <a:pt x="133241" y="40598"/>
                </a:lnTo>
                <a:lnTo>
                  <a:pt x="133241" y="102193"/>
                </a:lnTo>
                <a:lnTo>
                  <a:pt x="133240" y="102776"/>
                </a:lnTo>
                <a:lnTo>
                  <a:pt x="133236" y="103341"/>
                </a:lnTo>
                <a:lnTo>
                  <a:pt x="133229" y="103887"/>
                </a:lnTo>
                <a:lnTo>
                  <a:pt x="133220" y="104414"/>
                </a:lnTo>
                <a:lnTo>
                  <a:pt x="133209" y="104923"/>
                </a:lnTo>
                <a:lnTo>
                  <a:pt x="133194" y="105413"/>
                </a:lnTo>
                <a:lnTo>
                  <a:pt x="133178" y="105885"/>
                </a:lnTo>
                <a:lnTo>
                  <a:pt x="133158" y="106337"/>
                </a:lnTo>
                <a:lnTo>
                  <a:pt x="133136" y="106772"/>
                </a:lnTo>
                <a:lnTo>
                  <a:pt x="133112" y="107187"/>
                </a:lnTo>
                <a:lnTo>
                  <a:pt x="133084" y="107584"/>
                </a:lnTo>
                <a:lnTo>
                  <a:pt x="133055" y="107962"/>
                </a:lnTo>
                <a:lnTo>
                  <a:pt x="133022" y="108322"/>
                </a:lnTo>
                <a:lnTo>
                  <a:pt x="132987" y="108662"/>
                </a:lnTo>
                <a:lnTo>
                  <a:pt x="132950" y="108985"/>
                </a:lnTo>
                <a:lnTo>
                  <a:pt x="132909" y="109288"/>
                </a:lnTo>
                <a:lnTo>
                  <a:pt x="132867" y="109573"/>
                </a:lnTo>
                <a:lnTo>
                  <a:pt x="132821" y="109840"/>
                </a:lnTo>
                <a:lnTo>
                  <a:pt x="132773" y="110087"/>
                </a:lnTo>
                <a:lnTo>
                  <a:pt x="132723" y="110316"/>
                </a:lnTo>
                <a:lnTo>
                  <a:pt x="132670" y="110527"/>
                </a:lnTo>
                <a:lnTo>
                  <a:pt x="132614" y="110718"/>
                </a:lnTo>
                <a:lnTo>
                  <a:pt x="132556" y="110891"/>
                </a:lnTo>
                <a:lnTo>
                  <a:pt x="132495" y="111046"/>
                </a:lnTo>
                <a:lnTo>
                  <a:pt x="132432" y="111190"/>
                </a:lnTo>
                <a:lnTo>
                  <a:pt x="132366" y="111330"/>
                </a:lnTo>
                <a:lnTo>
                  <a:pt x="132299" y="111467"/>
                </a:lnTo>
                <a:lnTo>
                  <a:pt x="132229" y="111600"/>
                </a:lnTo>
                <a:lnTo>
                  <a:pt x="132158" y="111731"/>
                </a:lnTo>
                <a:lnTo>
                  <a:pt x="132084" y="111858"/>
                </a:lnTo>
                <a:lnTo>
                  <a:pt x="132008" y="111981"/>
                </a:lnTo>
                <a:lnTo>
                  <a:pt x="131930" y="112101"/>
                </a:lnTo>
                <a:lnTo>
                  <a:pt x="131850" y="112218"/>
                </a:lnTo>
                <a:lnTo>
                  <a:pt x="131768" y="112332"/>
                </a:lnTo>
                <a:lnTo>
                  <a:pt x="131684" y="112442"/>
                </a:lnTo>
                <a:lnTo>
                  <a:pt x="131598" y="112549"/>
                </a:lnTo>
                <a:lnTo>
                  <a:pt x="131509" y="112653"/>
                </a:lnTo>
                <a:lnTo>
                  <a:pt x="131419" y="112753"/>
                </a:lnTo>
                <a:lnTo>
                  <a:pt x="131326" y="112850"/>
                </a:lnTo>
                <a:lnTo>
                  <a:pt x="131231" y="112943"/>
                </a:lnTo>
                <a:lnTo>
                  <a:pt x="131135" y="113033"/>
                </a:lnTo>
                <a:lnTo>
                  <a:pt x="131036" y="113120"/>
                </a:lnTo>
                <a:lnTo>
                  <a:pt x="130935" y="113204"/>
                </a:lnTo>
                <a:lnTo>
                  <a:pt x="130832" y="113284"/>
                </a:lnTo>
                <a:lnTo>
                  <a:pt x="130726" y="113361"/>
                </a:lnTo>
                <a:lnTo>
                  <a:pt x="130619" y="113434"/>
                </a:lnTo>
                <a:lnTo>
                  <a:pt x="130510" y="113504"/>
                </a:lnTo>
                <a:lnTo>
                  <a:pt x="130398" y="113571"/>
                </a:lnTo>
                <a:lnTo>
                  <a:pt x="130165" y="113699"/>
                </a:lnTo>
                <a:lnTo>
                  <a:pt x="129928" y="113821"/>
                </a:lnTo>
                <a:lnTo>
                  <a:pt x="129687" y="113937"/>
                </a:lnTo>
                <a:lnTo>
                  <a:pt x="129443" y="114048"/>
                </a:lnTo>
                <a:lnTo>
                  <a:pt x="129194" y="114153"/>
                </a:lnTo>
                <a:lnTo>
                  <a:pt x="128941" y="114252"/>
                </a:lnTo>
                <a:lnTo>
                  <a:pt x="128685" y="114345"/>
                </a:lnTo>
                <a:lnTo>
                  <a:pt x="128424" y="114433"/>
                </a:lnTo>
                <a:lnTo>
                  <a:pt x="128159" y="114515"/>
                </a:lnTo>
                <a:lnTo>
                  <a:pt x="127891" y="114592"/>
                </a:lnTo>
                <a:lnTo>
                  <a:pt x="127618" y="114663"/>
                </a:lnTo>
                <a:lnTo>
                  <a:pt x="127342" y="114728"/>
                </a:lnTo>
                <a:lnTo>
                  <a:pt x="127062" y="114787"/>
                </a:lnTo>
                <a:lnTo>
                  <a:pt x="126777" y="114841"/>
                </a:lnTo>
                <a:lnTo>
                  <a:pt x="126489" y="114889"/>
                </a:lnTo>
                <a:lnTo>
                  <a:pt x="126197" y="114931"/>
                </a:lnTo>
                <a:lnTo>
                  <a:pt x="125901" y="114968"/>
                </a:lnTo>
                <a:lnTo>
                  <a:pt x="125601" y="114999"/>
                </a:lnTo>
                <a:lnTo>
                  <a:pt x="125297" y="115024"/>
                </a:lnTo>
                <a:lnTo>
                  <a:pt x="124989" y="115044"/>
                </a:lnTo>
                <a:lnTo>
                  <a:pt x="124677" y="115058"/>
                </a:lnTo>
                <a:lnTo>
                  <a:pt x="124361" y="115066"/>
                </a:lnTo>
                <a:lnTo>
                  <a:pt x="124041" y="115069"/>
                </a:lnTo>
                <a:lnTo>
                  <a:pt x="123717" y="115066"/>
                </a:lnTo>
                <a:lnTo>
                  <a:pt x="123717" y="112081"/>
                </a:lnTo>
                <a:lnTo>
                  <a:pt x="48452" y="112081"/>
                </a:lnTo>
                <a:lnTo>
                  <a:pt x="48452" y="117980"/>
                </a:lnTo>
                <a:lnTo>
                  <a:pt x="123717" y="117980"/>
                </a:lnTo>
                <a:lnTo>
                  <a:pt x="123717" y="117696"/>
                </a:lnTo>
                <a:lnTo>
                  <a:pt x="156055" y="117696"/>
                </a:lnTo>
                <a:lnTo>
                  <a:pt x="156055" y="115066"/>
                </a:lnTo>
                <a:lnTo>
                  <a:pt x="155617" y="115064"/>
                </a:lnTo>
                <a:close/>
                <a:moveTo>
                  <a:pt x="146462" y="37773"/>
                </a:moveTo>
                <a:lnTo>
                  <a:pt x="146913" y="37302"/>
                </a:lnTo>
                <a:lnTo>
                  <a:pt x="147352" y="36850"/>
                </a:lnTo>
                <a:lnTo>
                  <a:pt x="147780" y="36415"/>
                </a:lnTo>
                <a:lnTo>
                  <a:pt x="148196" y="35998"/>
                </a:lnTo>
                <a:lnTo>
                  <a:pt x="148601" y="35599"/>
                </a:lnTo>
                <a:lnTo>
                  <a:pt x="148994" y="35218"/>
                </a:lnTo>
                <a:lnTo>
                  <a:pt x="149375" y="34854"/>
                </a:lnTo>
                <a:lnTo>
                  <a:pt x="149745" y="34508"/>
                </a:lnTo>
                <a:lnTo>
                  <a:pt x="150103" y="34180"/>
                </a:lnTo>
                <a:lnTo>
                  <a:pt x="150450" y="33869"/>
                </a:lnTo>
                <a:lnTo>
                  <a:pt x="150785" y="33576"/>
                </a:lnTo>
                <a:lnTo>
                  <a:pt x="151108" y="33301"/>
                </a:lnTo>
                <a:lnTo>
                  <a:pt x="151420" y="33044"/>
                </a:lnTo>
                <a:lnTo>
                  <a:pt x="151720" y="32805"/>
                </a:lnTo>
                <a:lnTo>
                  <a:pt x="152009" y="32583"/>
                </a:lnTo>
                <a:lnTo>
                  <a:pt x="152286" y="32379"/>
                </a:lnTo>
                <a:lnTo>
                  <a:pt x="152551" y="32193"/>
                </a:lnTo>
                <a:lnTo>
                  <a:pt x="152805" y="32024"/>
                </a:lnTo>
                <a:lnTo>
                  <a:pt x="153047" y="31873"/>
                </a:lnTo>
                <a:lnTo>
                  <a:pt x="153278" y="31740"/>
                </a:lnTo>
                <a:lnTo>
                  <a:pt x="153497" y="31625"/>
                </a:lnTo>
                <a:lnTo>
                  <a:pt x="153775" y="31486"/>
                </a:lnTo>
                <a:lnTo>
                  <a:pt x="154054" y="31353"/>
                </a:lnTo>
                <a:lnTo>
                  <a:pt x="154333" y="31226"/>
                </a:lnTo>
                <a:lnTo>
                  <a:pt x="154612" y="31104"/>
                </a:lnTo>
                <a:lnTo>
                  <a:pt x="154892" y="30989"/>
                </a:lnTo>
                <a:lnTo>
                  <a:pt x="155171" y="30880"/>
                </a:lnTo>
                <a:lnTo>
                  <a:pt x="155451" y="30776"/>
                </a:lnTo>
                <a:lnTo>
                  <a:pt x="155731" y="30679"/>
                </a:lnTo>
                <a:lnTo>
                  <a:pt x="156012" y="30587"/>
                </a:lnTo>
                <a:lnTo>
                  <a:pt x="156293" y="30501"/>
                </a:lnTo>
                <a:lnTo>
                  <a:pt x="156574" y="30421"/>
                </a:lnTo>
                <a:lnTo>
                  <a:pt x="156855" y="30347"/>
                </a:lnTo>
                <a:lnTo>
                  <a:pt x="157136" y="30279"/>
                </a:lnTo>
                <a:lnTo>
                  <a:pt x="157418" y="30217"/>
                </a:lnTo>
                <a:lnTo>
                  <a:pt x="157700" y="30161"/>
                </a:lnTo>
                <a:lnTo>
                  <a:pt x="157982" y="30111"/>
                </a:lnTo>
                <a:lnTo>
                  <a:pt x="158265" y="30066"/>
                </a:lnTo>
                <a:lnTo>
                  <a:pt x="158547" y="30028"/>
                </a:lnTo>
                <a:lnTo>
                  <a:pt x="158830" y="29995"/>
                </a:lnTo>
                <a:lnTo>
                  <a:pt x="159113" y="29969"/>
                </a:lnTo>
                <a:lnTo>
                  <a:pt x="159397" y="29948"/>
                </a:lnTo>
                <a:lnTo>
                  <a:pt x="159680" y="29933"/>
                </a:lnTo>
                <a:lnTo>
                  <a:pt x="159964" y="29924"/>
                </a:lnTo>
                <a:lnTo>
                  <a:pt x="160249" y="29921"/>
                </a:lnTo>
                <a:lnTo>
                  <a:pt x="160767" y="29931"/>
                </a:lnTo>
                <a:lnTo>
                  <a:pt x="161279" y="29960"/>
                </a:lnTo>
                <a:lnTo>
                  <a:pt x="161785" y="30008"/>
                </a:lnTo>
                <a:lnTo>
                  <a:pt x="162286" y="30075"/>
                </a:lnTo>
                <a:lnTo>
                  <a:pt x="162780" y="30162"/>
                </a:lnTo>
                <a:lnTo>
                  <a:pt x="163269" y="30267"/>
                </a:lnTo>
                <a:lnTo>
                  <a:pt x="163752" y="30392"/>
                </a:lnTo>
                <a:lnTo>
                  <a:pt x="164229" y="30537"/>
                </a:lnTo>
                <a:lnTo>
                  <a:pt x="164699" y="30700"/>
                </a:lnTo>
                <a:lnTo>
                  <a:pt x="165164" y="30883"/>
                </a:lnTo>
                <a:lnTo>
                  <a:pt x="165623" y="31085"/>
                </a:lnTo>
                <a:lnTo>
                  <a:pt x="166076" y="31306"/>
                </a:lnTo>
                <a:lnTo>
                  <a:pt x="166524" y="31546"/>
                </a:lnTo>
                <a:lnTo>
                  <a:pt x="166965" y="31806"/>
                </a:lnTo>
                <a:lnTo>
                  <a:pt x="167400" y="32084"/>
                </a:lnTo>
                <a:lnTo>
                  <a:pt x="167830" y="32382"/>
                </a:lnTo>
                <a:lnTo>
                  <a:pt x="168253" y="32700"/>
                </a:lnTo>
                <a:lnTo>
                  <a:pt x="168671" y="33036"/>
                </a:lnTo>
                <a:lnTo>
                  <a:pt x="169082" y="33392"/>
                </a:lnTo>
                <a:lnTo>
                  <a:pt x="169488" y="33767"/>
                </a:lnTo>
                <a:lnTo>
                  <a:pt x="169888" y="34161"/>
                </a:lnTo>
                <a:lnTo>
                  <a:pt x="170282" y="34574"/>
                </a:lnTo>
                <a:lnTo>
                  <a:pt x="170669" y="35007"/>
                </a:lnTo>
                <a:lnTo>
                  <a:pt x="171052" y="35458"/>
                </a:lnTo>
                <a:lnTo>
                  <a:pt x="171585" y="36139"/>
                </a:lnTo>
                <a:lnTo>
                  <a:pt x="172096" y="36843"/>
                </a:lnTo>
                <a:lnTo>
                  <a:pt x="172584" y="37571"/>
                </a:lnTo>
                <a:lnTo>
                  <a:pt x="173049" y="38323"/>
                </a:lnTo>
                <a:lnTo>
                  <a:pt x="173492" y="39099"/>
                </a:lnTo>
                <a:lnTo>
                  <a:pt x="173912" y="39899"/>
                </a:lnTo>
                <a:lnTo>
                  <a:pt x="174309" y="40722"/>
                </a:lnTo>
                <a:lnTo>
                  <a:pt x="174684" y="41570"/>
                </a:lnTo>
                <a:lnTo>
                  <a:pt x="175036" y="42442"/>
                </a:lnTo>
                <a:lnTo>
                  <a:pt x="175365" y="43337"/>
                </a:lnTo>
                <a:lnTo>
                  <a:pt x="175672" y="44256"/>
                </a:lnTo>
                <a:lnTo>
                  <a:pt x="175955" y="45200"/>
                </a:lnTo>
                <a:lnTo>
                  <a:pt x="176217" y="46167"/>
                </a:lnTo>
                <a:lnTo>
                  <a:pt x="176455" y="47158"/>
                </a:lnTo>
                <a:lnTo>
                  <a:pt x="176671" y="48173"/>
                </a:lnTo>
                <a:lnTo>
                  <a:pt x="176864" y="49212"/>
                </a:lnTo>
                <a:lnTo>
                  <a:pt x="177034" y="50275"/>
                </a:lnTo>
                <a:lnTo>
                  <a:pt x="177181" y="51361"/>
                </a:lnTo>
                <a:lnTo>
                  <a:pt x="177306" y="52472"/>
                </a:lnTo>
                <a:lnTo>
                  <a:pt x="177409" y="53606"/>
                </a:lnTo>
                <a:lnTo>
                  <a:pt x="177488" y="54765"/>
                </a:lnTo>
                <a:lnTo>
                  <a:pt x="177545" y="55947"/>
                </a:lnTo>
                <a:lnTo>
                  <a:pt x="177579" y="57153"/>
                </a:lnTo>
                <a:lnTo>
                  <a:pt x="177590" y="58384"/>
                </a:lnTo>
                <a:lnTo>
                  <a:pt x="177580" y="59468"/>
                </a:lnTo>
                <a:lnTo>
                  <a:pt x="177550" y="60531"/>
                </a:lnTo>
                <a:lnTo>
                  <a:pt x="177500" y="61575"/>
                </a:lnTo>
                <a:lnTo>
                  <a:pt x="177430" y="62597"/>
                </a:lnTo>
                <a:lnTo>
                  <a:pt x="177340" y="63600"/>
                </a:lnTo>
                <a:lnTo>
                  <a:pt x="177230" y="64582"/>
                </a:lnTo>
                <a:lnTo>
                  <a:pt x="177100" y="65543"/>
                </a:lnTo>
                <a:lnTo>
                  <a:pt x="176951" y="66484"/>
                </a:lnTo>
                <a:lnTo>
                  <a:pt x="176781" y="67404"/>
                </a:lnTo>
                <a:lnTo>
                  <a:pt x="176591" y="68304"/>
                </a:lnTo>
                <a:lnTo>
                  <a:pt x="176381" y="69184"/>
                </a:lnTo>
                <a:lnTo>
                  <a:pt x="176151" y="70043"/>
                </a:lnTo>
                <a:lnTo>
                  <a:pt x="175901" y="70881"/>
                </a:lnTo>
                <a:lnTo>
                  <a:pt x="175631" y="71699"/>
                </a:lnTo>
                <a:lnTo>
                  <a:pt x="175341" y="72497"/>
                </a:lnTo>
                <a:lnTo>
                  <a:pt x="175032" y="73274"/>
                </a:lnTo>
                <a:lnTo>
                  <a:pt x="174702" y="74031"/>
                </a:lnTo>
                <a:lnTo>
                  <a:pt x="174352" y="74767"/>
                </a:lnTo>
                <a:lnTo>
                  <a:pt x="173982" y="75483"/>
                </a:lnTo>
                <a:lnTo>
                  <a:pt x="173592" y="76178"/>
                </a:lnTo>
                <a:lnTo>
                  <a:pt x="173183" y="76853"/>
                </a:lnTo>
                <a:lnTo>
                  <a:pt x="172753" y="77507"/>
                </a:lnTo>
                <a:lnTo>
                  <a:pt x="172303" y="78141"/>
                </a:lnTo>
                <a:lnTo>
                  <a:pt x="171833" y="78755"/>
                </a:lnTo>
                <a:lnTo>
                  <a:pt x="171461" y="79206"/>
                </a:lnTo>
                <a:lnTo>
                  <a:pt x="171080" y="79639"/>
                </a:lnTo>
                <a:lnTo>
                  <a:pt x="170689" y="80052"/>
                </a:lnTo>
                <a:lnTo>
                  <a:pt x="170289" y="80447"/>
                </a:lnTo>
                <a:lnTo>
                  <a:pt x="169880" y="80821"/>
                </a:lnTo>
                <a:lnTo>
                  <a:pt x="169461" y="81177"/>
                </a:lnTo>
                <a:lnTo>
                  <a:pt x="169033" y="81514"/>
                </a:lnTo>
                <a:lnTo>
                  <a:pt x="168596" y="81831"/>
                </a:lnTo>
                <a:lnTo>
                  <a:pt x="168149" y="82129"/>
                </a:lnTo>
                <a:lnTo>
                  <a:pt x="167692" y="82408"/>
                </a:lnTo>
                <a:lnTo>
                  <a:pt x="167227" y="82667"/>
                </a:lnTo>
                <a:lnTo>
                  <a:pt x="166752" y="82907"/>
                </a:lnTo>
                <a:lnTo>
                  <a:pt x="166267" y="83129"/>
                </a:lnTo>
                <a:lnTo>
                  <a:pt x="165773" y="83330"/>
                </a:lnTo>
                <a:lnTo>
                  <a:pt x="165270" y="83513"/>
                </a:lnTo>
                <a:lnTo>
                  <a:pt x="164758" y="83676"/>
                </a:lnTo>
                <a:lnTo>
                  <a:pt x="164236" y="83821"/>
                </a:lnTo>
                <a:lnTo>
                  <a:pt x="163704" y="83946"/>
                </a:lnTo>
                <a:lnTo>
                  <a:pt x="163164" y="84051"/>
                </a:lnTo>
                <a:lnTo>
                  <a:pt x="162614" y="84138"/>
                </a:lnTo>
                <a:lnTo>
                  <a:pt x="162054" y="84205"/>
                </a:lnTo>
                <a:lnTo>
                  <a:pt x="161485" y="84253"/>
                </a:lnTo>
                <a:lnTo>
                  <a:pt x="160907" y="84282"/>
                </a:lnTo>
                <a:lnTo>
                  <a:pt x="160320" y="84292"/>
                </a:lnTo>
                <a:lnTo>
                  <a:pt x="159832" y="84286"/>
                </a:lnTo>
                <a:lnTo>
                  <a:pt x="159351" y="84270"/>
                </a:lnTo>
                <a:lnTo>
                  <a:pt x="158877" y="84243"/>
                </a:lnTo>
                <a:lnTo>
                  <a:pt x="158410" y="84205"/>
                </a:lnTo>
                <a:lnTo>
                  <a:pt x="157950" y="84156"/>
                </a:lnTo>
                <a:lnTo>
                  <a:pt x="157497" y="84096"/>
                </a:lnTo>
                <a:lnTo>
                  <a:pt x="157051" y="84026"/>
                </a:lnTo>
                <a:lnTo>
                  <a:pt x="156612" y="83945"/>
                </a:lnTo>
                <a:lnTo>
                  <a:pt x="156180" y="83853"/>
                </a:lnTo>
                <a:lnTo>
                  <a:pt x="155755" y="83750"/>
                </a:lnTo>
                <a:lnTo>
                  <a:pt x="155338" y="83636"/>
                </a:lnTo>
                <a:lnTo>
                  <a:pt x="154927" y="83511"/>
                </a:lnTo>
                <a:lnTo>
                  <a:pt x="154523" y="83375"/>
                </a:lnTo>
                <a:lnTo>
                  <a:pt x="154127" y="83229"/>
                </a:lnTo>
                <a:lnTo>
                  <a:pt x="153737" y="83072"/>
                </a:lnTo>
                <a:lnTo>
                  <a:pt x="153355" y="82904"/>
                </a:lnTo>
                <a:lnTo>
                  <a:pt x="152979" y="82725"/>
                </a:lnTo>
                <a:lnTo>
                  <a:pt x="152610" y="82535"/>
                </a:lnTo>
                <a:lnTo>
                  <a:pt x="152249" y="82335"/>
                </a:lnTo>
                <a:lnTo>
                  <a:pt x="151895" y="82123"/>
                </a:lnTo>
                <a:lnTo>
                  <a:pt x="151547" y="81901"/>
                </a:lnTo>
                <a:lnTo>
                  <a:pt x="151207" y="81668"/>
                </a:lnTo>
                <a:lnTo>
                  <a:pt x="150873" y="81424"/>
                </a:lnTo>
                <a:lnTo>
                  <a:pt x="150547" y="81169"/>
                </a:lnTo>
                <a:lnTo>
                  <a:pt x="150229" y="80907"/>
                </a:lnTo>
                <a:lnTo>
                  <a:pt x="149922" y="80642"/>
                </a:lnTo>
                <a:lnTo>
                  <a:pt x="149624" y="80373"/>
                </a:lnTo>
                <a:lnTo>
                  <a:pt x="149336" y="80100"/>
                </a:lnTo>
                <a:lnTo>
                  <a:pt x="149058" y="79825"/>
                </a:lnTo>
                <a:lnTo>
                  <a:pt x="148790" y="79545"/>
                </a:lnTo>
                <a:lnTo>
                  <a:pt x="148533" y="79263"/>
                </a:lnTo>
                <a:lnTo>
                  <a:pt x="148285" y="78977"/>
                </a:lnTo>
                <a:lnTo>
                  <a:pt x="148047" y="78687"/>
                </a:lnTo>
                <a:lnTo>
                  <a:pt x="147819" y="78394"/>
                </a:lnTo>
                <a:lnTo>
                  <a:pt x="147601" y="78097"/>
                </a:lnTo>
                <a:lnTo>
                  <a:pt x="147393" y="77797"/>
                </a:lnTo>
                <a:lnTo>
                  <a:pt x="147195" y="77494"/>
                </a:lnTo>
                <a:lnTo>
                  <a:pt x="147008" y="77187"/>
                </a:lnTo>
                <a:lnTo>
                  <a:pt x="146830" y="76877"/>
                </a:lnTo>
                <a:lnTo>
                  <a:pt x="146662" y="76563"/>
                </a:lnTo>
                <a:lnTo>
                  <a:pt x="146504" y="76246"/>
                </a:lnTo>
                <a:lnTo>
                  <a:pt x="146356" y="75925"/>
                </a:lnTo>
                <a:lnTo>
                  <a:pt x="146218" y="75601"/>
                </a:lnTo>
                <a:lnTo>
                  <a:pt x="146090" y="75273"/>
                </a:lnTo>
                <a:lnTo>
                  <a:pt x="145972" y="74942"/>
                </a:lnTo>
                <a:lnTo>
                  <a:pt x="145865" y="74608"/>
                </a:lnTo>
                <a:lnTo>
                  <a:pt x="145767" y="74270"/>
                </a:lnTo>
                <a:lnTo>
                  <a:pt x="145679" y="73928"/>
                </a:lnTo>
                <a:lnTo>
                  <a:pt x="145627" y="73712"/>
                </a:lnTo>
                <a:lnTo>
                  <a:pt x="145577" y="73477"/>
                </a:lnTo>
                <a:lnTo>
                  <a:pt x="145529" y="73223"/>
                </a:lnTo>
                <a:lnTo>
                  <a:pt x="145483" y="72951"/>
                </a:lnTo>
                <a:lnTo>
                  <a:pt x="145440" y="72660"/>
                </a:lnTo>
                <a:lnTo>
                  <a:pt x="145399" y="72350"/>
                </a:lnTo>
                <a:lnTo>
                  <a:pt x="145360" y="72021"/>
                </a:lnTo>
                <a:lnTo>
                  <a:pt x="145323" y="71673"/>
                </a:lnTo>
                <a:lnTo>
                  <a:pt x="145289" y="71307"/>
                </a:lnTo>
                <a:lnTo>
                  <a:pt x="145257" y="70922"/>
                </a:lnTo>
                <a:lnTo>
                  <a:pt x="145227" y="70519"/>
                </a:lnTo>
                <a:lnTo>
                  <a:pt x="145199" y="70096"/>
                </a:lnTo>
                <a:lnTo>
                  <a:pt x="145173" y="69655"/>
                </a:lnTo>
                <a:lnTo>
                  <a:pt x="145150" y="69195"/>
                </a:lnTo>
                <a:lnTo>
                  <a:pt x="145129" y="68716"/>
                </a:lnTo>
                <a:lnTo>
                  <a:pt x="145110" y="68219"/>
                </a:lnTo>
                <a:lnTo>
                  <a:pt x="145093" y="67703"/>
                </a:lnTo>
                <a:lnTo>
                  <a:pt x="145079" y="67168"/>
                </a:lnTo>
                <a:lnTo>
                  <a:pt x="145067" y="66614"/>
                </a:lnTo>
                <a:lnTo>
                  <a:pt x="145057" y="66042"/>
                </a:lnTo>
                <a:lnTo>
                  <a:pt x="145049" y="65451"/>
                </a:lnTo>
                <a:lnTo>
                  <a:pt x="145044" y="64841"/>
                </a:lnTo>
                <a:lnTo>
                  <a:pt x="145040" y="64213"/>
                </a:lnTo>
                <a:lnTo>
                  <a:pt x="145039" y="63565"/>
                </a:lnTo>
                <a:lnTo>
                  <a:pt x="145039" y="39290"/>
                </a:lnTo>
                <a:lnTo>
                  <a:pt x="145525" y="38766"/>
                </a:lnTo>
                <a:lnTo>
                  <a:pt x="145999" y="38261"/>
                </a:lnTo>
                <a:lnTo>
                  <a:pt x="146462" y="37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1">
            <a:extLst xmlns:a="http://schemas.openxmlformats.org/drawingml/2006/main">
              <a:ext uri="{FF2B5EF4-FFF2-40B4-BE49-F238E27FC236}">
                <a16:creationId xmlns:a16="http://schemas.microsoft.com/office/drawing/2014/main" id="{28EA246F-EA5D-415A-A169-190EDE89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020" y="2614031"/>
            <a:ext cx="34588" cy="65576"/>
          </a:xfrm>
          <a:custGeom xmlns:a="http://schemas.openxmlformats.org/drawingml/2006/main">
            <a:pathLst>
              <a:path w="34588" h="65576">
                <a:moveTo>
                  <a:pt x="34588" y="0"/>
                </a:moveTo>
                <a:lnTo>
                  <a:pt x="19332" y="53115"/>
                </a:lnTo>
                <a:cubicBezTo>
                  <a:pt x="18447" y="56256"/>
                  <a:pt x="18005" y="58524"/>
                  <a:pt x="18005" y="59920"/>
                </a:cubicBezTo>
                <a:cubicBezTo>
                  <a:pt x="18005" y="61093"/>
                  <a:pt x="18408" y="61990"/>
                  <a:pt x="19213" y="62609"/>
                </a:cubicBezTo>
                <a:cubicBezTo>
                  <a:pt x="20019" y="63228"/>
                  <a:pt x="21906" y="63648"/>
                  <a:pt x="24875" y="63870"/>
                </a:cubicBezTo>
                <a:lnTo>
                  <a:pt x="24401" y="65576"/>
                </a:lnTo>
                <a:lnTo>
                  <a:pt x="0" y="65576"/>
                </a:lnTo>
                <a:lnTo>
                  <a:pt x="663" y="63870"/>
                </a:lnTo>
                <a:cubicBezTo>
                  <a:pt x="3254" y="63807"/>
                  <a:pt x="4959" y="63601"/>
                  <a:pt x="5781" y="63251"/>
                </a:cubicBezTo>
                <a:cubicBezTo>
                  <a:pt x="7107" y="62681"/>
                  <a:pt x="8102" y="61919"/>
                  <a:pt x="8766" y="60967"/>
                </a:cubicBezTo>
                <a:cubicBezTo>
                  <a:pt x="9808" y="59508"/>
                  <a:pt x="10866" y="56890"/>
                  <a:pt x="11940" y="53115"/>
                </a:cubicBezTo>
                <a:lnTo>
                  <a:pt x="22933" y="14973"/>
                </a:lnTo>
                <a:cubicBezTo>
                  <a:pt x="23596" y="12667"/>
                  <a:pt x="23959" y="11340"/>
                  <a:pt x="24022" y="10993"/>
                </a:cubicBezTo>
                <a:cubicBezTo>
                  <a:pt x="24117" y="10361"/>
                  <a:pt x="24165" y="9745"/>
                  <a:pt x="24165" y="9145"/>
                </a:cubicBezTo>
                <a:cubicBezTo>
                  <a:pt x="24165" y="8039"/>
                  <a:pt x="23864" y="7170"/>
                  <a:pt x="23264" y="6539"/>
                </a:cubicBezTo>
                <a:cubicBezTo>
                  <a:pt x="22664" y="5907"/>
                  <a:pt x="21843" y="5591"/>
                  <a:pt x="20800" y="5591"/>
                </a:cubicBezTo>
                <a:cubicBezTo>
                  <a:pt x="19979" y="5591"/>
                  <a:pt x="18700" y="5781"/>
                  <a:pt x="16963" y="6160"/>
                </a:cubicBezTo>
                <a:lnTo>
                  <a:pt x="16347" y="4454"/>
                </a:lnTo>
                <a:lnTo>
                  <a:pt x="32314" y="0"/>
                </a:lnTo>
                <a:lnTo>
                  <a:pt x="345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,seq=arb">
            <a:extLst xmlns:a="http://schemas.openxmlformats.org/drawingml/2006/main">
              <a:ext uri="{FF2B5EF4-FFF2-40B4-BE49-F238E27FC236}">
                <a16:creationId xmlns:a16="http://schemas.microsoft.com/office/drawing/2014/main" id="{AE61563A-9B5C-4A02-BBA4-4ED0A870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434" y="2542638"/>
            <a:ext cx="538924" cy="132194"/>
          </a:xfrm>
          <a:custGeom xmlns:a="http://schemas.openxmlformats.org/drawingml/2006/main">
            <a:pathLst>
              <a:path w="538924" h="132194">
                <a:moveTo>
                  <a:pt x="0" y="125371"/>
                </a:moveTo>
                <a:lnTo>
                  <a:pt x="0" y="122244"/>
                </a:lnTo>
                <a:cubicBezTo>
                  <a:pt x="4880" y="120627"/>
                  <a:pt x="8659" y="118118"/>
                  <a:pt x="11336" y="114717"/>
                </a:cubicBezTo>
                <a:cubicBezTo>
                  <a:pt x="14013" y="111318"/>
                  <a:pt x="15352" y="107715"/>
                  <a:pt x="15352" y="103910"/>
                </a:cubicBezTo>
                <a:cubicBezTo>
                  <a:pt x="15352" y="103008"/>
                  <a:pt x="15138" y="102249"/>
                  <a:pt x="14712" y="101633"/>
                </a:cubicBezTo>
                <a:cubicBezTo>
                  <a:pt x="14380" y="101207"/>
                  <a:pt x="14049" y="100994"/>
                  <a:pt x="13717" y="100994"/>
                </a:cubicBezTo>
                <a:cubicBezTo>
                  <a:pt x="13196" y="100994"/>
                  <a:pt x="12059" y="101467"/>
                  <a:pt x="10305" y="102415"/>
                </a:cubicBezTo>
                <a:cubicBezTo>
                  <a:pt x="9453" y="102842"/>
                  <a:pt x="8552" y="103055"/>
                  <a:pt x="7605" y="103055"/>
                </a:cubicBezTo>
                <a:cubicBezTo>
                  <a:pt x="5283" y="103055"/>
                  <a:pt x="3435" y="102368"/>
                  <a:pt x="2061" y="100994"/>
                </a:cubicBezTo>
                <a:cubicBezTo>
                  <a:pt x="687" y="99620"/>
                  <a:pt x="0" y="97724"/>
                  <a:pt x="0" y="95308"/>
                </a:cubicBezTo>
                <a:cubicBezTo>
                  <a:pt x="0" y="92986"/>
                  <a:pt x="888" y="90996"/>
                  <a:pt x="2665" y="89338"/>
                </a:cubicBezTo>
                <a:cubicBezTo>
                  <a:pt x="4442" y="87679"/>
                  <a:pt x="6610" y="86850"/>
                  <a:pt x="9168" y="86850"/>
                </a:cubicBezTo>
                <a:cubicBezTo>
                  <a:pt x="12295" y="86850"/>
                  <a:pt x="15079" y="88215"/>
                  <a:pt x="17519" y="90946"/>
                </a:cubicBezTo>
                <a:cubicBezTo>
                  <a:pt x="19959" y="93675"/>
                  <a:pt x="21180" y="97293"/>
                  <a:pt x="21180" y="101802"/>
                </a:cubicBezTo>
                <a:cubicBezTo>
                  <a:pt x="21180" y="106693"/>
                  <a:pt x="19486" y="111238"/>
                  <a:pt x="16098" y="115439"/>
                </a:cubicBezTo>
                <a:cubicBezTo>
                  <a:pt x="12710" y="119640"/>
                  <a:pt x="7344" y="122951"/>
                  <a:pt x="0" y="125371"/>
                </a:cubicBezTo>
                <a:close/>
                <a:moveTo>
                  <a:pt x="111583" y="34115"/>
                </a:moveTo>
                <a:lnTo>
                  <a:pt x="111583" y="56147"/>
                </a:lnTo>
                <a:lnTo>
                  <a:pt x="109238" y="56147"/>
                </a:lnTo>
                <a:cubicBezTo>
                  <a:pt x="107437" y="49237"/>
                  <a:pt x="105127" y="44536"/>
                  <a:pt x="102308" y="42046"/>
                </a:cubicBezTo>
                <a:cubicBezTo>
                  <a:pt x="99489" y="39554"/>
                  <a:pt x="95900" y="38308"/>
                  <a:pt x="91541" y="38308"/>
                </a:cubicBezTo>
                <a:cubicBezTo>
                  <a:pt x="88224" y="38308"/>
                  <a:pt x="85547" y="39184"/>
                  <a:pt x="83510" y="40935"/>
                </a:cubicBezTo>
                <a:cubicBezTo>
                  <a:pt x="81472" y="42686"/>
                  <a:pt x="80453" y="44626"/>
                  <a:pt x="80453" y="46757"/>
                </a:cubicBezTo>
                <a:cubicBezTo>
                  <a:pt x="80453" y="49407"/>
                  <a:pt x="81212" y="51678"/>
                  <a:pt x="82728" y="53571"/>
                </a:cubicBezTo>
                <a:cubicBezTo>
                  <a:pt x="84197" y="55512"/>
                  <a:pt x="87182" y="57571"/>
                  <a:pt x="91683" y="59747"/>
                </a:cubicBezTo>
                <a:lnTo>
                  <a:pt x="102059" y="64789"/>
                </a:lnTo>
                <a:cubicBezTo>
                  <a:pt x="111678" y="69474"/>
                  <a:pt x="116487" y="75650"/>
                  <a:pt x="116487" y="83319"/>
                </a:cubicBezTo>
                <a:cubicBezTo>
                  <a:pt x="116487" y="89234"/>
                  <a:pt x="114248" y="94003"/>
                  <a:pt x="109771" y="97624"/>
                </a:cubicBezTo>
                <a:cubicBezTo>
                  <a:pt x="105293" y="101245"/>
                  <a:pt x="100283" y="103055"/>
                  <a:pt x="94739" y="103055"/>
                </a:cubicBezTo>
                <a:cubicBezTo>
                  <a:pt x="90759" y="103055"/>
                  <a:pt x="86210" y="102344"/>
                  <a:pt x="81093" y="100923"/>
                </a:cubicBezTo>
                <a:cubicBezTo>
                  <a:pt x="79530" y="100449"/>
                  <a:pt x="78250" y="100212"/>
                  <a:pt x="77255" y="100212"/>
                </a:cubicBezTo>
                <a:cubicBezTo>
                  <a:pt x="76165" y="100212"/>
                  <a:pt x="75313" y="100828"/>
                  <a:pt x="74697" y="102060"/>
                </a:cubicBezTo>
                <a:lnTo>
                  <a:pt x="72351" y="102060"/>
                </a:lnTo>
                <a:lnTo>
                  <a:pt x="72351" y="78748"/>
                </a:lnTo>
                <a:lnTo>
                  <a:pt x="74697" y="78748"/>
                </a:lnTo>
                <a:cubicBezTo>
                  <a:pt x="76023" y="85405"/>
                  <a:pt x="78558" y="90422"/>
                  <a:pt x="82301" y="93798"/>
                </a:cubicBezTo>
                <a:cubicBezTo>
                  <a:pt x="86044" y="97173"/>
                  <a:pt x="90238" y="98861"/>
                  <a:pt x="94881" y="98861"/>
                </a:cubicBezTo>
                <a:cubicBezTo>
                  <a:pt x="98150" y="98861"/>
                  <a:pt x="100816" y="97903"/>
                  <a:pt x="102877" y="95987"/>
                </a:cubicBezTo>
                <a:cubicBezTo>
                  <a:pt x="104938" y="94070"/>
                  <a:pt x="105968" y="91762"/>
                  <a:pt x="105968" y="89065"/>
                </a:cubicBezTo>
                <a:cubicBezTo>
                  <a:pt x="105968" y="85798"/>
                  <a:pt x="104819" y="83053"/>
                  <a:pt x="102521" y="80829"/>
                </a:cubicBezTo>
                <a:cubicBezTo>
                  <a:pt x="100223" y="78605"/>
                  <a:pt x="95639" y="75790"/>
                  <a:pt x="88769" y="72383"/>
                </a:cubicBezTo>
                <a:cubicBezTo>
                  <a:pt x="81899" y="68974"/>
                  <a:pt x="77397" y="65897"/>
                  <a:pt x="75265" y="63152"/>
                </a:cubicBezTo>
                <a:cubicBezTo>
                  <a:pt x="73133" y="60454"/>
                  <a:pt x="72067" y="57047"/>
                  <a:pt x="72067" y="52929"/>
                </a:cubicBezTo>
                <a:cubicBezTo>
                  <a:pt x="72067" y="47581"/>
                  <a:pt x="73903" y="43108"/>
                  <a:pt x="77575" y="39512"/>
                </a:cubicBezTo>
                <a:cubicBezTo>
                  <a:pt x="81247" y="35914"/>
                  <a:pt x="85997" y="34115"/>
                  <a:pt x="91825" y="34115"/>
                </a:cubicBezTo>
                <a:cubicBezTo>
                  <a:pt x="94384" y="34115"/>
                  <a:pt x="97487" y="34660"/>
                  <a:pt x="101135" y="35749"/>
                </a:cubicBezTo>
                <a:cubicBezTo>
                  <a:pt x="103552" y="36460"/>
                  <a:pt x="105163" y="36815"/>
                  <a:pt x="105968" y="36815"/>
                </a:cubicBezTo>
                <a:cubicBezTo>
                  <a:pt x="106726" y="36815"/>
                  <a:pt x="107319" y="36650"/>
                  <a:pt x="107745" y="36318"/>
                </a:cubicBezTo>
                <a:cubicBezTo>
                  <a:pt x="108172" y="35986"/>
                  <a:pt x="108669" y="35252"/>
                  <a:pt x="109238" y="34115"/>
                </a:cubicBezTo>
                <a:lnTo>
                  <a:pt x="111583" y="34115"/>
                </a:lnTo>
                <a:close/>
                <a:moveTo>
                  <a:pt x="137221" y="60554"/>
                </a:moveTo>
                <a:cubicBezTo>
                  <a:pt x="137173" y="70197"/>
                  <a:pt x="139519" y="77761"/>
                  <a:pt x="144257" y="83246"/>
                </a:cubicBezTo>
                <a:cubicBezTo>
                  <a:pt x="148995" y="88728"/>
                  <a:pt x="154562" y="91470"/>
                  <a:pt x="160959" y="91470"/>
                </a:cubicBezTo>
                <a:cubicBezTo>
                  <a:pt x="165223" y="91470"/>
                  <a:pt x="168931" y="90297"/>
                  <a:pt x="172081" y="87952"/>
                </a:cubicBezTo>
                <a:cubicBezTo>
                  <a:pt x="175232" y="85606"/>
                  <a:pt x="177874" y="81591"/>
                  <a:pt x="180006" y="75905"/>
                </a:cubicBezTo>
                <a:lnTo>
                  <a:pt x="182209" y="77327"/>
                </a:lnTo>
                <a:cubicBezTo>
                  <a:pt x="181214" y="83818"/>
                  <a:pt x="178324" y="89729"/>
                  <a:pt x="173538" y="95059"/>
                </a:cubicBezTo>
                <a:cubicBezTo>
                  <a:pt x="168753" y="100390"/>
                  <a:pt x="162759" y="103055"/>
                  <a:pt x="155557" y="103055"/>
                </a:cubicBezTo>
                <a:cubicBezTo>
                  <a:pt x="147739" y="103055"/>
                  <a:pt x="141047" y="100017"/>
                  <a:pt x="135479" y="93942"/>
                </a:cubicBezTo>
                <a:cubicBezTo>
                  <a:pt x="129912" y="87865"/>
                  <a:pt x="127128" y="79696"/>
                  <a:pt x="127128" y="69435"/>
                </a:cubicBezTo>
                <a:cubicBezTo>
                  <a:pt x="127128" y="58324"/>
                  <a:pt x="129983" y="49660"/>
                  <a:pt x="135693" y="43443"/>
                </a:cubicBezTo>
                <a:cubicBezTo>
                  <a:pt x="141402" y="37224"/>
                  <a:pt x="148568" y="34115"/>
                  <a:pt x="157192" y="34115"/>
                </a:cubicBezTo>
                <a:cubicBezTo>
                  <a:pt x="164489" y="34115"/>
                  <a:pt x="170482" y="36513"/>
                  <a:pt x="175173" y="41311"/>
                </a:cubicBezTo>
                <a:cubicBezTo>
                  <a:pt x="179864" y="46107"/>
                  <a:pt x="182209" y="52521"/>
                  <a:pt x="182209" y="60554"/>
                </a:cubicBezTo>
                <a:lnTo>
                  <a:pt x="137221" y="60554"/>
                </a:lnTo>
                <a:moveTo>
                  <a:pt x="137221" y="56431"/>
                </a:moveTo>
                <a:lnTo>
                  <a:pt x="167355" y="56431"/>
                </a:lnTo>
                <a:cubicBezTo>
                  <a:pt x="167118" y="52262"/>
                  <a:pt x="166621" y="49324"/>
                  <a:pt x="165863" y="47618"/>
                </a:cubicBezTo>
                <a:cubicBezTo>
                  <a:pt x="164678" y="44965"/>
                  <a:pt x="162913" y="42880"/>
                  <a:pt x="160568" y="41364"/>
                </a:cubicBezTo>
                <a:cubicBezTo>
                  <a:pt x="158222" y="39848"/>
                  <a:pt x="155770" y="39090"/>
                  <a:pt x="153212" y="39090"/>
                </a:cubicBezTo>
                <a:cubicBezTo>
                  <a:pt x="149279" y="39090"/>
                  <a:pt x="145761" y="40618"/>
                  <a:pt x="142658" y="43674"/>
                </a:cubicBezTo>
                <a:cubicBezTo>
                  <a:pt x="139554" y="46730"/>
                  <a:pt x="137742" y="50982"/>
                  <a:pt x="137221" y="56431"/>
                </a:cubicBezTo>
                <a:close/>
                <a:moveTo>
                  <a:pt x="248440" y="34115"/>
                </a:moveTo>
                <a:lnTo>
                  <a:pt x="248440" y="117776"/>
                </a:lnTo>
                <a:cubicBezTo>
                  <a:pt x="248440" y="121942"/>
                  <a:pt x="248724" y="124617"/>
                  <a:pt x="249293" y="125800"/>
                </a:cubicBezTo>
                <a:cubicBezTo>
                  <a:pt x="249861" y="126985"/>
                  <a:pt x="250750" y="127908"/>
                  <a:pt x="251958" y="128570"/>
                </a:cubicBezTo>
                <a:cubicBezTo>
                  <a:pt x="253166" y="129233"/>
                  <a:pt x="255523" y="129565"/>
                  <a:pt x="259030" y="129565"/>
                </a:cubicBezTo>
                <a:lnTo>
                  <a:pt x="259030" y="132194"/>
                </a:lnTo>
                <a:lnTo>
                  <a:pt x="226194" y="132194"/>
                </a:lnTo>
                <a:lnTo>
                  <a:pt x="226194" y="129565"/>
                </a:lnTo>
                <a:lnTo>
                  <a:pt x="227545" y="129565"/>
                </a:lnTo>
                <a:cubicBezTo>
                  <a:pt x="230198" y="129565"/>
                  <a:pt x="232212" y="129186"/>
                  <a:pt x="233586" y="128428"/>
                </a:cubicBezTo>
                <a:cubicBezTo>
                  <a:pt x="234533" y="127906"/>
                  <a:pt x="235292" y="126971"/>
                  <a:pt x="235860" y="125620"/>
                </a:cubicBezTo>
                <a:cubicBezTo>
                  <a:pt x="236429" y="124270"/>
                  <a:pt x="236713" y="121652"/>
                  <a:pt x="236713" y="117767"/>
                </a:cubicBezTo>
                <a:lnTo>
                  <a:pt x="236713" y="89764"/>
                </a:lnTo>
                <a:cubicBezTo>
                  <a:pt x="232401" y="94881"/>
                  <a:pt x="228634" y="98376"/>
                  <a:pt x="225413" y="100247"/>
                </a:cubicBezTo>
                <a:cubicBezTo>
                  <a:pt x="222191" y="102119"/>
                  <a:pt x="218850" y="103055"/>
                  <a:pt x="215391" y="103055"/>
                </a:cubicBezTo>
                <a:cubicBezTo>
                  <a:pt x="209090" y="103055"/>
                  <a:pt x="203463" y="100191"/>
                  <a:pt x="198512" y="94464"/>
                </a:cubicBezTo>
                <a:cubicBezTo>
                  <a:pt x="193560" y="88737"/>
                  <a:pt x="191085" y="81069"/>
                  <a:pt x="191085" y="71461"/>
                </a:cubicBezTo>
                <a:cubicBezTo>
                  <a:pt x="191085" y="60431"/>
                  <a:pt x="194354" y="51450"/>
                  <a:pt x="200893" y="44516"/>
                </a:cubicBezTo>
                <a:cubicBezTo>
                  <a:pt x="207431" y="37582"/>
                  <a:pt x="215320" y="34115"/>
                  <a:pt x="224560" y="34115"/>
                </a:cubicBezTo>
                <a:cubicBezTo>
                  <a:pt x="227260" y="34115"/>
                  <a:pt x="229748" y="34494"/>
                  <a:pt x="232022" y="35252"/>
                </a:cubicBezTo>
                <a:cubicBezTo>
                  <a:pt x="234297" y="36010"/>
                  <a:pt x="236334" y="37147"/>
                  <a:pt x="238134" y="38663"/>
                </a:cubicBezTo>
                <a:cubicBezTo>
                  <a:pt x="240883" y="37337"/>
                  <a:pt x="243512" y="35820"/>
                  <a:pt x="246023" y="34115"/>
                </a:cubicBezTo>
                <a:lnTo>
                  <a:pt x="248440" y="34115"/>
                </a:lnTo>
                <a:moveTo>
                  <a:pt x="236713" y="85298"/>
                </a:moveTo>
                <a:lnTo>
                  <a:pt x="236713" y="54777"/>
                </a:lnTo>
                <a:cubicBezTo>
                  <a:pt x="236713" y="51228"/>
                  <a:pt x="236251" y="48436"/>
                  <a:pt x="235327" y="46401"/>
                </a:cubicBezTo>
                <a:cubicBezTo>
                  <a:pt x="234403" y="44365"/>
                  <a:pt x="232757" y="42638"/>
                  <a:pt x="230388" y="41220"/>
                </a:cubicBezTo>
                <a:cubicBezTo>
                  <a:pt x="228019" y="39800"/>
                  <a:pt x="225341" y="39090"/>
                  <a:pt x="222356" y="39090"/>
                </a:cubicBezTo>
                <a:cubicBezTo>
                  <a:pt x="217050" y="39090"/>
                  <a:pt x="212501" y="41337"/>
                  <a:pt x="208711" y="45833"/>
                </a:cubicBezTo>
                <a:cubicBezTo>
                  <a:pt x="204920" y="50328"/>
                  <a:pt x="203025" y="57142"/>
                  <a:pt x="203025" y="66275"/>
                </a:cubicBezTo>
                <a:cubicBezTo>
                  <a:pt x="203025" y="75029"/>
                  <a:pt x="204956" y="81677"/>
                  <a:pt x="208817" y="86219"/>
                </a:cubicBezTo>
                <a:cubicBezTo>
                  <a:pt x="212679" y="90762"/>
                  <a:pt x="217334" y="93034"/>
                  <a:pt x="222783" y="93034"/>
                </a:cubicBezTo>
                <a:cubicBezTo>
                  <a:pt x="225578" y="93034"/>
                  <a:pt x="228066" y="92430"/>
                  <a:pt x="230245" y="91223"/>
                </a:cubicBezTo>
                <a:cubicBezTo>
                  <a:pt x="232425" y="90017"/>
                  <a:pt x="234581" y="88041"/>
                  <a:pt x="236713" y="85298"/>
                </a:cubicBezTo>
                <a:close/>
                <a:moveTo>
                  <a:pt x="261659" y="38237"/>
                </a:moveTo>
                <a:lnTo>
                  <a:pt x="338346" y="38237"/>
                </a:lnTo>
                <a:lnTo>
                  <a:pt x="338346" y="44136"/>
                </a:lnTo>
                <a:lnTo>
                  <a:pt x="261659" y="44136"/>
                </a:lnTo>
                <a:lnTo>
                  <a:pt x="261659" y="38237"/>
                </a:lnTo>
                <a:moveTo>
                  <a:pt x="261659" y="61335"/>
                </a:moveTo>
                <a:lnTo>
                  <a:pt x="338346" y="61335"/>
                </a:lnTo>
                <a:lnTo>
                  <a:pt x="338346" y="67234"/>
                </a:lnTo>
                <a:lnTo>
                  <a:pt x="261659" y="67234"/>
                </a:lnTo>
                <a:lnTo>
                  <a:pt x="261659" y="61335"/>
                </a:lnTo>
                <a:close/>
                <a:moveTo>
                  <a:pt x="409379" y="36673"/>
                </a:moveTo>
                <a:lnTo>
                  <a:pt x="395520" y="84934"/>
                </a:lnTo>
                <a:lnTo>
                  <a:pt x="393957" y="91419"/>
                </a:lnTo>
                <a:cubicBezTo>
                  <a:pt x="393815" y="92027"/>
                  <a:pt x="393744" y="92542"/>
                  <a:pt x="393744" y="92962"/>
                </a:cubicBezTo>
                <a:cubicBezTo>
                  <a:pt x="393744" y="93721"/>
                  <a:pt x="393981" y="94384"/>
                  <a:pt x="394454" y="94952"/>
                </a:cubicBezTo>
                <a:cubicBezTo>
                  <a:pt x="394833" y="95379"/>
                  <a:pt x="395307" y="95592"/>
                  <a:pt x="395876" y="95592"/>
                </a:cubicBezTo>
                <a:cubicBezTo>
                  <a:pt x="396492" y="95592"/>
                  <a:pt x="397297" y="95213"/>
                  <a:pt x="398292" y="94455"/>
                </a:cubicBezTo>
                <a:cubicBezTo>
                  <a:pt x="400140" y="93081"/>
                  <a:pt x="402604" y="90238"/>
                  <a:pt x="405684" y="85926"/>
                </a:cubicBezTo>
                <a:lnTo>
                  <a:pt x="408100" y="87632"/>
                </a:lnTo>
                <a:cubicBezTo>
                  <a:pt x="404831" y="92560"/>
                  <a:pt x="401467" y="96315"/>
                  <a:pt x="398008" y="98897"/>
                </a:cubicBezTo>
                <a:cubicBezTo>
                  <a:pt x="394549" y="101479"/>
                  <a:pt x="391351" y="102770"/>
                  <a:pt x="388413" y="102770"/>
                </a:cubicBezTo>
                <a:cubicBezTo>
                  <a:pt x="386376" y="102770"/>
                  <a:pt x="384848" y="102261"/>
                  <a:pt x="383829" y="101242"/>
                </a:cubicBezTo>
                <a:cubicBezTo>
                  <a:pt x="382810" y="100224"/>
                  <a:pt x="382301" y="98743"/>
                  <a:pt x="382301" y="96800"/>
                </a:cubicBezTo>
                <a:cubicBezTo>
                  <a:pt x="382301" y="94479"/>
                  <a:pt x="382822" y="91423"/>
                  <a:pt x="383865" y="87632"/>
                </a:cubicBezTo>
                <a:lnTo>
                  <a:pt x="385357" y="82126"/>
                </a:lnTo>
                <a:cubicBezTo>
                  <a:pt x="379150" y="90298"/>
                  <a:pt x="373441" y="96009"/>
                  <a:pt x="368229" y="99259"/>
                </a:cubicBezTo>
                <a:cubicBezTo>
                  <a:pt x="364486" y="101600"/>
                  <a:pt x="360813" y="102770"/>
                  <a:pt x="357212" y="102770"/>
                </a:cubicBezTo>
                <a:cubicBezTo>
                  <a:pt x="353754" y="102770"/>
                  <a:pt x="350769" y="101336"/>
                  <a:pt x="348257" y="98466"/>
                </a:cubicBezTo>
                <a:cubicBezTo>
                  <a:pt x="345746" y="95597"/>
                  <a:pt x="344491" y="91648"/>
                  <a:pt x="344491" y="86619"/>
                </a:cubicBezTo>
                <a:cubicBezTo>
                  <a:pt x="344491" y="79078"/>
                  <a:pt x="346753" y="71122"/>
                  <a:pt x="351278" y="62750"/>
                </a:cubicBezTo>
                <a:cubicBezTo>
                  <a:pt x="355803" y="54378"/>
                  <a:pt x="361548" y="47678"/>
                  <a:pt x="368513" y="42650"/>
                </a:cubicBezTo>
                <a:cubicBezTo>
                  <a:pt x="373962" y="38666"/>
                  <a:pt x="379103" y="36673"/>
                  <a:pt x="383936" y="36673"/>
                </a:cubicBezTo>
                <a:cubicBezTo>
                  <a:pt x="386826" y="36673"/>
                  <a:pt x="389231" y="37438"/>
                  <a:pt x="391149" y="38968"/>
                </a:cubicBezTo>
                <a:cubicBezTo>
                  <a:pt x="393068" y="40497"/>
                  <a:pt x="394525" y="43030"/>
                  <a:pt x="395520" y="46566"/>
                </a:cubicBezTo>
                <a:lnTo>
                  <a:pt x="398079" y="38379"/>
                </a:lnTo>
                <a:lnTo>
                  <a:pt x="409379" y="36673"/>
                </a:lnTo>
                <a:moveTo>
                  <a:pt x="384078" y="40227"/>
                </a:moveTo>
                <a:cubicBezTo>
                  <a:pt x="381045" y="40227"/>
                  <a:pt x="377823" y="41654"/>
                  <a:pt x="374412" y="44509"/>
                </a:cubicBezTo>
                <a:cubicBezTo>
                  <a:pt x="369579" y="48551"/>
                  <a:pt x="365279" y="54544"/>
                  <a:pt x="361512" y="62488"/>
                </a:cubicBezTo>
                <a:cubicBezTo>
                  <a:pt x="357746" y="70432"/>
                  <a:pt x="355862" y="77615"/>
                  <a:pt x="355862" y="84036"/>
                </a:cubicBezTo>
                <a:cubicBezTo>
                  <a:pt x="355862" y="87272"/>
                  <a:pt x="356668" y="89829"/>
                  <a:pt x="358279" y="91708"/>
                </a:cubicBezTo>
                <a:cubicBezTo>
                  <a:pt x="359890" y="93587"/>
                  <a:pt x="361737" y="94526"/>
                  <a:pt x="363822" y="94526"/>
                </a:cubicBezTo>
                <a:cubicBezTo>
                  <a:pt x="368987" y="94526"/>
                  <a:pt x="374601" y="90697"/>
                  <a:pt x="380666" y="83039"/>
                </a:cubicBezTo>
                <a:cubicBezTo>
                  <a:pt x="388769" y="72859"/>
                  <a:pt x="392820" y="62418"/>
                  <a:pt x="392820" y="51714"/>
                </a:cubicBezTo>
                <a:cubicBezTo>
                  <a:pt x="392820" y="47672"/>
                  <a:pt x="392038" y="44747"/>
                  <a:pt x="390474" y="42939"/>
                </a:cubicBezTo>
                <a:cubicBezTo>
                  <a:pt x="388911" y="41131"/>
                  <a:pt x="386779" y="40227"/>
                  <a:pt x="384078" y="40227"/>
                </a:cubicBezTo>
                <a:close/>
                <a:moveTo>
                  <a:pt x="421462" y="40653"/>
                </a:moveTo>
                <a:lnTo>
                  <a:pt x="445982" y="36673"/>
                </a:lnTo>
                <a:lnTo>
                  <a:pt x="435748" y="71285"/>
                </a:lnTo>
                <a:cubicBezTo>
                  <a:pt x="444040" y="57089"/>
                  <a:pt x="451573" y="47165"/>
                  <a:pt x="458349" y="41515"/>
                </a:cubicBezTo>
                <a:cubicBezTo>
                  <a:pt x="462187" y="38287"/>
                  <a:pt x="465314" y="36673"/>
                  <a:pt x="467730" y="36673"/>
                </a:cubicBezTo>
                <a:cubicBezTo>
                  <a:pt x="469294" y="36673"/>
                  <a:pt x="470526" y="37137"/>
                  <a:pt x="471426" y="38066"/>
                </a:cubicBezTo>
                <a:cubicBezTo>
                  <a:pt x="472326" y="38993"/>
                  <a:pt x="472776" y="40336"/>
                  <a:pt x="472776" y="42097"/>
                </a:cubicBezTo>
                <a:cubicBezTo>
                  <a:pt x="472776" y="45236"/>
                  <a:pt x="471971" y="48233"/>
                  <a:pt x="470360" y="51088"/>
                </a:cubicBezTo>
                <a:cubicBezTo>
                  <a:pt x="469223" y="53229"/>
                  <a:pt x="467588" y="54299"/>
                  <a:pt x="465456" y="54299"/>
                </a:cubicBezTo>
                <a:cubicBezTo>
                  <a:pt x="464366" y="54299"/>
                  <a:pt x="463430" y="53944"/>
                  <a:pt x="462649" y="53233"/>
                </a:cubicBezTo>
                <a:cubicBezTo>
                  <a:pt x="461867" y="52522"/>
                  <a:pt x="461381" y="51433"/>
                  <a:pt x="461192" y="49964"/>
                </a:cubicBezTo>
                <a:cubicBezTo>
                  <a:pt x="461097" y="49064"/>
                  <a:pt x="460884" y="48471"/>
                  <a:pt x="460552" y="48187"/>
                </a:cubicBezTo>
                <a:cubicBezTo>
                  <a:pt x="460173" y="47808"/>
                  <a:pt x="459723" y="47618"/>
                  <a:pt x="459202" y="47618"/>
                </a:cubicBezTo>
                <a:cubicBezTo>
                  <a:pt x="458396" y="47618"/>
                  <a:pt x="457638" y="47808"/>
                  <a:pt x="456927" y="48187"/>
                </a:cubicBezTo>
                <a:cubicBezTo>
                  <a:pt x="455695" y="48850"/>
                  <a:pt x="453824" y="50697"/>
                  <a:pt x="451313" y="53728"/>
                </a:cubicBezTo>
                <a:cubicBezTo>
                  <a:pt x="447380" y="58372"/>
                  <a:pt x="443116" y="64388"/>
                  <a:pt x="438520" y="71779"/>
                </a:cubicBezTo>
                <a:cubicBezTo>
                  <a:pt x="436530" y="74904"/>
                  <a:pt x="434824" y="78433"/>
                  <a:pt x="433402" y="82366"/>
                </a:cubicBezTo>
                <a:cubicBezTo>
                  <a:pt x="431412" y="87766"/>
                  <a:pt x="430275" y="91011"/>
                  <a:pt x="429991" y="92101"/>
                </a:cubicBezTo>
                <a:lnTo>
                  <a:pt x="427717" y="101065"/>
                </a:lnTo>
                <a:lnTo>
                  <a:pt x="416843" y="101065"/>
                </a:lnTo>
                <a:lnTo>
                  <a:pt x="429991" y="56858"/>
                </a:lnTo>
                <a:cubicBezTo>
                  <a:pt x="431507" y="51714"/>
                  <a:pt x="432265" y="48046"/>
                  <a:pt x="432265" y="45855"/>
                </a:cubicBezTo>
                <a:cubicBezTo>
                  <a:pt x="432265" y="44998"/>
                  <a:pt x="431910" y="44283"/>
                  <a:pt x="431199" y="43712"/>
                </a:cubicBezTo>
                <a:cubicBezTo>
                  <a:pt x="430252" y="42952"/>
                  <a:pt x="428996" y="42572"/>
                  <a:pt x="427432" y="42572"/>
                </a:cubicBezTo>
                <a:cubicBezTo>
                  <a:pt x="426437" y="42572"/>
                  <a:pt x="424613" y="42785"/>
                  <a:pt x="421960" y="43212"/>
                </a:cubicBezTo>
                <a:lnTo>
                  <a:pt x="421462" y="40653"/>
                </a:lnTo>
                <a:close/>
                <a:moveTo>
                  <a:pt x="512628" y="0"/>
                </a:moveTo>
                <a:lnTo>
                  <a:pt x="498626" y="49104"/>
                </a:lnTo>
                <a:cubicBezTo>
                  <a:pt x="503175" y="44341"/>
                  <a:pt x="507143" y="41078"/>
                  <a:pt x="510531" y="39316"/>
                </a:cubicBezTo>
                <a:cubicBezTo>
                  <a:pt x="513919" y="37554"/>
                  <a:pt x="517460" y="36673"/>
                  <a:pt x="521156" y="36673"/>
                </a:cubicBezTo>
                <a:cubicBezTo>
                  <a:pt x="526368" y="36673"/>
                  <a:pt x="530632" y="38405"/>
                  <a:pt x="533949" y="41868"/>
                </a:cubicBezTo>
                <a:cubicBezTo>
                  <a:pt x="537266" y="45330"/>
                  <a:pt x="538924" y="50025"/>
                  <a:pt x="538924" y="55954"/>
                </a:cubicBezTo>
                <a:cubicBezTo>
                  <a:pt x="538924" y="63591"/>
                  <a:pt x="536745" y="71193"/>
                  <a:pt x="532386" y="78759"/>
                </a:cubicBezTo>
                <a:cubicBezTo>
                  <a:pt x="528027" y="86324"/>
                  <a:pt x="522554" y="92217"/>
                  <a:pt x="515968" y="96438"/>
                </a:cubicBezTo>
                <a:cubicBezTo>
                  <a:pt x="509382" y="100660"/>
                  <a:pt x="502891" y="102770"/>
                  <a:pt x="496494" y="102770"/>
                </a:cubicBezTo>
                <a:cubicBezTo>
                  <a:pt x="489340" y="102770"/>
                  <a:pt x="481995" y="100070"/>
                  <a:pt x="474462" y="94668"/>
                </a:cubicBezTo>
                <a:lnTo>
                  <a:pt x="496068" y="20185"/>
                </a:lnTo>
                <a:cubicBezTo>
                  <a:pt x="497726" y="14451"/>
                  <a:pt x="498555" y="11087"/>
                  <a:pt x="498555" y="10092"/>
                </a:cubicBezTo>
                <a:cubicBezTo>
                  <a:pt x="498555" y="8860"/>
                  <a:pt x="498176" y="7936"/>
                  <a:pt x="497418" y="7320"/>
                </a:cubicBezTo>
                <a:cubicBezTo>
                  <a:pt x="496328" y="6468"/>
                  <a:pt x="494717" y="6041"/>
                  <a:pt x="492585" y="6041"/>
                </a:cubicBezTo>
                <a:cubicBezTo>
                  <a:pt x="491590" y="6041"/>
                  <a:pt x="490074" y="6207"/>
                  <a:pt x="488037" y="6539"/>
                </a:cubicBezTo>
                <a:lnTo>
                  <a:pt x="488037" y="3980"/>
                </a:lnTo>
                <a:lnTo>
                  <a:pt x="512628" y="0"/>
                </a:lnTo>
                <a:moveTo>
                  <a:pt x="485123" y="95450"/>
                </a:moveTo>
                <a:cubicBezTo>
                  <a:pt x="489861" y="98056"/>
                  <a:pt x="494030" y="99359"/>
                  <a:pt x="497631" y="99359"/>
                </a:cubicBezTo>
                <a:cubicBezTo>
                  <a:pt x="501801" y="99359"/>
                  <a:pt x="506124" y="97833"/>
                  <a:pt x="510602" y="94781"/>
                </a:cubicBezTo>
                <a:cubicBezTo>
                  <a:pt x="515080" y="91728"/>
                  <a:pt x="518965" y="86582"/>
                  <a:pt x="522258" y="79343"/>
                </a:cubicBezTo>
                <a:cubicBezTo>
                  <a:pt x="525551" y="72103"/>
                  <a:pt x="527197" y="64791"/>
                  <a:pt x="527197" y="57409"/>
                </a:cubicBezTo>
                <a:cubicBezTo>
                  <a:pt x="527197" y="53055"/>
                  <a:pt x="526119" y="49648"/>
                  <a:pt x="523964" y="47188"/>
                </a:cubicBezTo>
                <a:cubicBezTo>
                  <a:pt x="521808" y="44727"/>
                  <a:pt x="519261" y="43496"/>
                  <a:pt x="516323" y="43496"/>
                </a:cubicBezTo>
                <a:cubicBezTo>
                  <a:pt x="511917" y="43496"/>
                  <a:pt x="507605" y="45260"/>
                  <a:pt x="503388" y="48789"/>
                </a:cubicBezTo>
                <a:cubicBezTo>
                  <a:pt x="499171" y="52316"/>
                  <a:pt x="496162" y="57229"/>
                  <a:pt x="494362" y="63527"/>
                </a:cubicBezTo>
                <a:lnTo>
                  <a:pt x="485123" y="95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736A4-F902-4602-BEB3-8A2D60CD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539" y="3782939"/>
            <a:ext cx="976680" cy="150893"/>
          </a:xfrm>
          <a:custGeom xmlns:a="http://schemas.openxmlformats.org/drawingml/2006/main">
            <a:pathLst>
              <a:path w="976680" h="150893">
                <a:moveTo>
                  <a:pt x="0" y="0"/>
                </a:moveTo>
                <a:lnTo>
                  <a:pt x="976680" y="0"/>
                </a:lnTo>
                <a:lnTo>
                  <a:pt x="976680" y="150893"/>
                </a:lnTo>
                <a:lnTo>
                  <a:pt x="0" y="1508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DUPACK">
            <a:extLst xmlns:a="http://schemas.openxmlformats.org/drawingml/2006/main">
              <a:ext uri="{FF2B5EF4-FFF2-40B4-BE49-F238E27FC236}">
                <a16:creationId xmlns:a16="http://schemas.microsoft.com/office/drawing/2014/main" id="{6A0A4E5E-007F-44B9-ACAD-63C4189A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244" y="3818299"/>
            <a:ext cx="550472" cy="89568"/>
          </a:xfrm>
          <a:custGeom xmlns:a="http://schemas.openxmlformats.org/drawingml/2006/main">
            <a:pathLst>
              <a:path w="550472" h="89568">
                <a:moveTo>
                  <a:pt x="0" y="87670"/>
                </a:moveTo>
                <a:lnTo>
                  <a:pt x="0" y="85330"/>
                </a:lnTo>
                <a:lnTo>
                  <a:pt x="3226" y="85330"/>
                </a:lnTo>
                <a:cubicBezTo>
                  <a:pt x="6853" y="85330"/>
                  <a:pt x="9425" y="84170"/>
                  <a:pt x="10943" y="81851"/>
                </a:cubicBezTo>
                <a:cubicBezTo>
                  <a:pt x="11871" y="80459"/>
                  <a:pt x="12335" y="77339"/>
                  <a:pt x="12335" y="72489"/>
                </a:cubicBezTo>
                <a:lnTo>
                  <a:pt x="12335" y="17079"/>
                </a:lnTo>
                <a:cubicBezTo>
                  <a:pt x="12335" y="11723"/>
                  <a:pt x="11744" y="8371"/>
                  <a:pt x="10563" y="7021"/>
                </a:cubicBezTo>
                <a:cubicBezTo>
                  <a:pt x="8919" y="5166"/>
                  <a:pt x="6473" y="4238"/>
                  <a:pt x="3226" y="4238"/>
                </a:cubicBezTo>
                <a:lnTo>
                  <a:pt x="0" y="4238"/>
                </a:lnTo>
                <a:lnTo>
                  <a:pt x="0" y="1898"/>
                </a:lnTo>
                <a:lnTo>
                  <a:pt x="34916" y="1898"/>
                </a:lnTo>
                <a:cubicBezTo>
                  <a:pt x="47736" y="1898"/>
                  <a:pt x="57488" y="3352"/>
                  <a:pt x="64171" y="6262"/>
                </a:cubicBezTo>
                <a:cubicBezTo>
                  <a:pt x="70855" y="9172"/>
                  <a:pt x="76232" y="14021"/>
                  <a:pt x="80301" y="20811"/>
                </a:cubicBezTo>
                <a:cubicBezTo>
                  <a:pt x="84371" y="27600"/>
                  <a:pt x="86405" y="35443"/>
                  <a:pt x="86405" y="44341"/>
                </a:cubicBezTo>
                <a:cubicBezTo>
                  <a:pt x="86405" y="56275"/>
                  <a:pt x="82779" y="66248"/>
                  <a:pt x="75526" y="74261"/>
                </a:cubicBezTo>
                <a:cubicBezTo>
                  <a:pt x="67387" y="83200"/>
                  <a:pt x="54989" y="87670"/>
                  <a:pt x="38332" y="87670"/>
                </a:cubicBezTo>
                <a:lnTo>
                  <a:pt x="0" y="87670"/>
                </a:lnTo>
                <a:moveTo>
                  <a:pt x="24479" y="81535"/>
                </a:moveTo>
                <a:cubicBezTo>
                  <a:pt x="29835" y="82673"/>
                  <a:pt x="34326" y="83243"/>
                  <a:pt x="37953" y="83243"/>
                </a:cubicBezTo>
                <a:cubicBezTo>
                  <a:pt x="47736" y="83243"/>
                  <a:pt x="55854" y="79806"/>
                  <a:pt x="62305" y="72932"/>
                </a:cubicBezTo>
                <a:cubicBezTo>
                  <a:pt x="68757" y="66059"/>
                  <a:pt x="71983" y="56739"/>
                  <a:pt x="71983" y="44974"/>
                </a:cubicBezTo>
                <a:cubicBezTo>
                  <a:pt x="71983" y="33124"/>
                  <a:pt x="68757" y="23784"/>
                  <a:pt x="62305" y="16952"/>
                </a:cubicBezTo>
                <a:cubicBezTo>
                  <a:pt x="55854" y="10121"/>
                  <a:pt x="47567" y="6705"/>
                  <a:pt x="37447" y="6705"/>
                </a:cubicBezTo>
                <a:cubicBezTo>
                  <a:pt x="33651" y="6705"/>
                  <a:pt x="29329" y="7316"/>
                  <a:pt x="24479" y="8539"/>
                </a:cubicBezTo>
                <a:lnTo>
                  <a:pt x="24479" y="81535"/>
                </a:lnTo>
                <a:close/>
                <a:moveTo>
                  <a:pt x="153246" y="4238"/>
                </a:moveTo>
                <a:lnTo>
                  <a:pt x="153246" y="1898"/>
                </a:lnTo>
                <a:lnTo>
                  <a:pt x="183608" y="1898"/>
                </a:lnTo>
                <a:lnTo>
                  <a:pt x="183608" y="4238"/>
                </a:lnTo>
                <a:lnTo>
                  <a:pt x="180382" y="4238"/>
                </a:lnTo>
                <a:cubicBezTo>
                  <a:pt x="177009" y="4238"/>
                  <a:pt x="174415" y="5649"/>
                  <a:pt x="172602" y="8470"/>
                </a:cubicBezTo>
                <a:cubicBezTo>
                  <a:pt x="171716" y="9775"/>
                  <a:pt x="171274" y="12806"/>
                  <a:pt x="171274" y="17565"/>
                </a:cubicBezTo>
                <a:lnTo>
                  <a:pt x="171274" y="52303"/>
                </a:lnTo>
                <a:cubicBezTo>
                  <a:pt x="171274" y="60893"/>
                  <a:pt x="170420" y="67556"/>
                  <a:pt x="168712" y="72294"/>
                </a:cubicBezTo>
                <a:cubicBezTo>
                  <a:pt x="167004" y="77031"/>
                  <a:pt x="163651" y="81095"/>
                  <a:pt x="158654" y="84484"/>
                </a:cubicBezTo>
                <a:cubicBezTo>
                  <a:pt x="153657" y="87873"/>
                  <a:pt x="146857" y="89568"/>
                  <a:pt x="138255" y="89568"/>
                </a:cubicBezTo>
                <a:cubicBezTo>
                  <a:pt x="128893" y="89568"/>
                  <a:pt x="121788" y="87947"/>
                  <a:pt x="116938" y="84705"/>
                </a:cubicBezTo>
                <a:cubicBezTo>
                  <a:pt x="112089" y="81462"/>
                  <a:pt x="108652" y="77104"/>
                  <a:pt x="106628" y="71630"/>
                </a:cubicBezTo>
                <a:cubicBezTo>
                  <a:pt x="105278" y="67883"/>
                  <a:pt x="104604" y="60851"/>
                  <a:pt x="104604" y="50534"/>
                </a:cubicBezTo>
                <a:lnTo>
                  <a:pt x="104604" y="17059"/>
                </a:lnTo>
                <a:cubicBezTo>
                  <a:pt x="104604" y="11796"/>
                  <a:pt x="103876" y="8343"/>
                  <a:pt x="102421" y="6701"/>
                </a:cubicBezTo>
                <a:cubicBezTo>
                  <a:pt x="100966" y="5059"/>
                  <a:pt x="98615" y="4238"/>
                  <a:pt x="95368" y="4238"/>
                </a:cubicBezTo>
                <a:lnTo>
                  <a:pt x="92142" y="4238"/>
                </a:lnTo>
                <a:lnTo>
                  <a:pt x="92142" y="1898"/>
                </a:lnTo>
                <a:lnTo>
                  <a:pt x="129209" y="1898"/>
                </a:lnTo>
                <a:lnTo>
                  <a:pt x="129209" y="4238"/>
                </a:lnTo>
                <a:lnTo>
                  <a:pt x="125920" y="4238"/>
                </a:lnTo>
                <a:cubicBezTo>
                  <a:pt x="122378" y="4238"/>
                  <a:pt x="119848" y="5355"/>
                  <a:pt x="118330" y="7589"/>
                </a:cubicBezTo>
                <a:cubicBezTo>
                  <a:pt x="117275" y="9105"/>
                  <a:pt x="116748" y="12265"/>
                  <a:pt x="116748" y="17069"/>
                </a:cubicBezTo>
                <a:lnTo>
                  <a:pt x="116748" y="54422"/>
                </a:lnTo>
                <a:cubicBezTo>
                  <a:pt x="116748" y="57751"/>
                  <a:pt x="117054" y="61565"/>
                  <a:pt x="117666" y="65864"/>
                </a:cubicBezTo>
                <a:cubicBezTo>
                  <a:pt x="118277" y="70161"/>
                  <a:pt x="119384" y="73511"/>
                  <a:pt x="120986" y="75913"/>
                </a:cubicBezTo>
                <a:cubicBezTo>
                  <a:pt x="122589" y="78314"/>
                  <a:pt x="124898" y="80294"/>
                  <a:pt x="127913" y="81853"/>
                </a:cubicBezTo>
                <a:cubicBezTo>
                  <a:pt x="130928" y="83412"/>
                  <a:pt x="134628" y="84191"/>
                  <a:pt x="139014" y="84191"/>
                </a:cubicBezTo>
                <a:cubicBezTo>
                  <a:pt x="144622" y="84191"/>
                  <a:pt x="149641" y="82970"/>
                  <a:pt x="154068" y="80527"/>
                </a:cubicBezTo>
                <a:cubicBezTo>
                  <a:pt x="158496" y="78082"/>
                  <a:pt x="161522" y="74954"/>
                  <a:pt x="163145" y="71141"/>
                </a:cubicBezTo>
                <a:cubicBezTo>
                  <a:pt x="164769" y="67328"/>
                  <a:pt x="165581" y="60870"/>
                  <a:pt x="165581" y="51768"/>
                </a:cubicBezTo>
                <a:lnTo>
                  <a:pt x="165581" y="17069"/>
                </a:lnTo>
                <a:cubicBezTo>
                  <a:pt x="165581" y="11717"/>
                  <a:pt x="164990" y="8367"/>
                  <a:pt x="163810" y="7019"/>
                </a:cubicBezTo>
                <a:cubicBezTo>
                  <a:pt x="162165" y="5165"/>
                  <a:pt x="159719" y="4238"/>
                  <a:pt x="156472" y="4238"/>
                </a:cubicBezTo>
                <a:lnTo>
                  <a:pt x="153246" y="4238"/>
                </a:lnTo>
                <a:close/>
                <a:moveTo>
                  <a:pt x="211674" y="47441"/>
                </a:moveTo>
                <a:lnTo>
                  <a:pt x="211674" y="72468"/>
                </a:lnTo>
                <a:cubicBezTo>
                  <a:pt x="211674" y="77875"/>
                  <a:pt x="212264" y="81233"/>
                  <a:pt x="213445" y="82543"/>
                </a:cubicBezTo>
                <a:cubicBezTo>
                  <a:pt x="215048" y="84401"/>
                  <a:pt x="217472" y="85330"/>
                  <a:pt x="220719" y="85330"/>
                </a:cubicBezTo>
                <a:lnTo>
                  <a:pt x="224009" y="85330"/>
                </a:lnTo>
                <a:lnTo>
                  <a:pt x="224009" y="87670"/>
                </a:lnTo>
                <a:lnTo>
                  <a:pt x="187258" y="87670"/>
                </a:lnTo>
                <a:lnTo>
                  <a:pt x="187258" y="85330"/>
                </a:lnTo>
                <a:lnTo>
                  <a:pt x="190484" y="85330"/>
                </a:lnTo>
                <a:cubicBezTo>
                  <a:pt x="194110" y="85330"/>
                  <a:pt x="196704" y="84149"/>
                  <a:pt x="198264" y="81788"/>
                </a:cubicBezTo>
                <a:cubicBezTo>
                  <a:pt x="199108" y="80481"/>
                  <a:pt x="199529" y="77381"/>
                  <a:pt x="199529" y="72489"/>
                </a:cubicBezTo>
                <a:lnTo>
                  <a:pt x="199529" y="17079"/>
                </a:lnTo>
                <a:cubicBezTo>
                  <a:pt x="199529" y="11681"/>
                  <a:pt x="198960" y="8328"/>
                  <a:pt x="197821" y="7021"/>
                </a:cubicBezTo>
                <a:cubicBezTo>
                  <a:pt x="196177" y="5166"/>
                  <a:pt x="193731" y="4238"/>
                  <a:pt x="190484" y="4238"/>
                </a:cubicBezTo>
                <a:lnTo>
                  <a:pt x="187258" y="4238"/>
                </a:lnTo>
                <a:lnTo>
                  <a:pt x="187258" y="1898"/>
                </a:lnTo>
                <a:lnTo>
                  <a:pt x="218695" y="1898"/>
                </a:lnTo>
                <a:cubicBezTo>
                  <a:pt x="226370" y="1898"/>
                  <a:pt x="232421" y="2688"/>
                  <a:pt x="236849" y="4268"/>
                </a:cubicBezTo>
                <a:cubicBezTo>
                  <a:pt x="241277" y="5846"/>
                  <a:pt x="245009" y="8510"/>
                  <a:pt x="248045" y="12257"/>
                </a:cubicBezTo>
                <a:cubicBezTo>
                  <a:pt x="251081" y="16005"/>
                  <a:pt x="252600" y="20448"/>
                  <a:pt x="252600" y="25586"/>
                </a:cubicBezTo>
                <a:cubicBezTo>
                  <a:pt x="252600" y="32577"/>
                  <a:pt x="250291" y="38263"/>
                  <a:pt x="245673" y="42643"/>
                </a:cubicBezTo>
                <a:cubicBezTo>
                  <a:pt x="241056" y="47022"/>
                  <a:pt x="234530" y="49212"/>
                  <a:pt x="226096" y="49212"/>
                </a:cubicBezTo>
                <a:cubicBezTo>
                  <a:pt x="224030" y="49212"/>
                  <a:pt x="221795" y="49064"/>
                  <a:pt x="219391" y="48769"/>
                </a:cubicBezTo>
                <a:cubicBezTo>
                  <a:pt x="216987" y="48474"/>
                  <a:pt x="214415" y="48031"/>
                  <a:pt x="211674" y="47441"/>
                </a:cubicBezTo>
                <a:moveTo>
                  <a:pt x="211674" y="43772"/>
                </a:moveTo>
                <a:cubicBezTo>
                  <a:pt x="213909" y="44194"/>
                  <a:pt x="215891" y="44510"/>
                  <a:pt x="217620" y="44721"/>
                </a:cubicBezTo>
                <a:cubicBezTo>
                  <a:pt x="219349" y="44932"/>
                  <a:pt x="220825" y="45037"/>
                  <a:pt x="222048" y="45037"/>
                </a:cubicBezTo>
                <a:cubicBezTo>
                  <a:pt x="226433" y="45037"/>
                  <a:pt x="230218" y="43340"/>
                  <a:pt x="233402" y="39945"/>
                </a:cubicBezTo>
                <a:cubicBezTo>
                  <a:pt x="236586" y="36550"/>
                  <a:pt x="238178" y="32154"/>
                  <a:pt x="238178" y="26757"/>
                </a:cubicBezTo>
                <a:cubicBezTo>
                  <a:pt x="238178" y="23046"/>
                  <a:pt x="237419" y="19598"/>
                  <a:pt x="235900" y="16414"/>
                </a:cubicBezTo>
                <a:cubicBezTo>
                  <a:pt x="234382" y="13231"/>
                  <a:pt x="232232" y="10848"/>
                  <a:pt x="229448" y="9267"/>
                </a:cubicBezTo>
                <a:cubicBezTo>
                  <a:pt x="226665" y="7685"/>
                  <a:pt x="223503" y="6895"/>
                  <a:pt x="219960" y="6895"/>
                </a:cubicBezTo>
                <a:cubicBezTo>
                  <a:pt x="217810" y="6895"/>
                  <a:pt x="215048" y="7295"/>
                  <a:pt x="211674" y="8097"/>
                </a:cubicBezTo>
                <a:lnTo>
                  <a:pt x="211674" y="43772"/>
                </a:lnTo>
                <a:close/>
                <a:moveTo>
                  <a:pt x="335098" y="58953"/>
                </a:moveTo>
                <a:lnTo>
                  <a:pt x="301889" y="58953"/>
                </a:lnTo>
                <a:lnTo>
                  <a:pt x="296070" y="72489"/>
                </a:lnTo>
                <a:cubicBezTo>
                  <a:pt x="294636" y="75821"/>
                  <a:pt x="293919" y="78309"/>
                  <a:pt x="293919" y="79953"/>
                </a:cubicBezTo>
                <a:cubicBezTo>
                  <a:pt x="293919" y="81261"/>
                  <a:pt x="294541" y="82410"/>
                  <a:pt x="295785" y="83401"/>
                </a:cubicBezTo>
                <a:cubicBezTo>
                  <a:pt x="297029" y="84392"/>
                  <a:pt x="299717" y="85035"/>
                  <a:pt x="303850" y="85330"/>
                </a:cubicBezTo>
                <a:lnTo>
                  <a:pt x="303850" y="87670"/>
                </a:lnTo>
                <a:lnTo>
                  <a:pt x="276840" y="87670"/>
                </a:lnTo>
                <a:lnTo>
                  <a:pt x="276840" y="85330"/>
                </a:lnTo>
                <a:cubicBezTo>
                  <a:pt x="280425" y="84697"/>
                  <a:pt x="282744" y="83876"/>
                  <a:pt x="283798" y="82865"/>
                </a:cubicBezTo>
                <a:cubicBezTo>
                  <a:pt x="285949" y="80842"/>
                  <a:pt x="288332" y="76734"/>
                  <a:pt x="290946" y="70540"/>
                </a:cubicBezTo>
                <a:lnTo>
                  <a:pt x="321118" y="0"/>
                </a:lnTo>
                <a:lnTo>
                  <a:pt x="323332" y="0"/>
                </a:lnTo>
                <a:lnTo>
                  <a:pt x="353188" y="71297"/>
                </a:lnTo>
                <a:cubicBezTo>
                  <a:pt x="355592" y="77029"/>
                  <a:pt x="357774" y="80747"/>
                  <a:pt x="359735" y="82454"/>
                </a:cubicBezTo>
                <a:cubicBezTo>
                  <a:pt x="361696" y="84160"/>
                  <a:pt x="364426" y="85119"/>
                  <a:pt x="367927" y="85330"/>
                </a:cubicBezTo>
                <a:lnTo>
                  <a:pt x="367927" y="87670"/>
                </a:lnTo>
                <a:lnTo>
                  <a:pt x="334085" y="87670"/>
                </a:lnTo>
                <a:lnTo>
                  <a:pt x="334085" y="85330"/>
                </a:lnTo>
                <a:cubicBezTo>
                  <a:pt x="337501" y="85161"/>
                  <a:pt x="339810" y="84592"/>
                  <a:pt x="341012" y="83622"/>
                </a:cubicBezTo>
                <a:cubicBezTo>
                  <a:pt x="342214" y="82652"/>
                  <a:pt x="342815" y="81472"/>
                  <a:pt x="342815" y="80080"/>
                </a:cubicBezTo>
                <a:cubicBezTo>
                  <a:pt x="342815" y="78224"/>
                  <a:pt x="341971" y="75294"/>
                  <a:pt x="340284" y="71288"/>
                </a:cubicBezTo>
                <a:lnTo>
                  <a:pt x="335098" y="58953"/>
                </a:lnTo>
                <a:moveTo>
                  <a:pt x="333326" y="54272"/>
                </a:moveTo>
                <a:lnTo>
                  <a:pt x="318778" y="19658"/>
                </a:lnTo>
                <a:lnTo>
                  <a:pt x="303850" y="54272"/>
                </a:lnTo>
                <a:lnTo>
                  <a:pt x="333326" y="54272"/>
                </a:lnTo>
                <a:close/>
                <a:moveTo>
                  <a:pt x="447481" y="0"/>
                </a:moveTo>
                <a:lnTo>
                  <a:pt x="449442" y="29097"/>
                </a:lnTo>
                <a:lnTo>
                  <a:pt x="447481" y="29097"/>
                </a:lnTo>
                <a:cubicBezTo>
                  <a:pt x="444867" y="20345"/>
                  <a:pt x="441135" y="14046"/>
                  <a:pt x="436285" y="10200"/>
                </a:cubicBezTo>
                <a:cubicBezTo>
                  <a:pt x="431436" y="6352"/>
                  <a:pt x="425616" y="4428"/>
                  <a:pt x="418827" y="4428"/>
                </a:cubicBezTo>
                <a:cubicBezTo>
                  <a:pt x="413134" y="4428"/>
                  <a:pt x="407990" y="5873"/>
                  <a:pt x="403393" y="8765"/>
                </a:cubicBezTo>
                <a:cubicBezTo>
                  <a:pt x="398797" y="11655"/>
                  <a:pt x="395181" y="16265"/>
                  <a:pt x="392545" y="22596"/>
                </a:cubicBezTo>
                <a:cubicBezTo>
                  <a:pt x="389909" y="28926"/>
                  <a:pt x="388592" y="36798"/>
                  <a:pt x="388592" y="46209"/>
                </a:cubicBezTo>
                <a:cubicBezTo>
                  <a:pt x="388592" y="53974"/>
                  <a:pt x="389836" y="60705"/>
                  <a:pt x="392324" y="66403"/>
                </a:cubicBezTo>
                <a:cubicBezTo>
                  <a:pt x="394812" y="72100"/>
                  <a:pt x="398554" y="76468"/>
                  <a:pt x="403551" y="79507"/>
                </a:cubicBezTo>
                <a:cubicBezTo>
                  <a:pt x="408548" y="82546"/>
                  <a:pt x="414252" y="84065"/>
                  <a:pt x="420662" y="84065"/>
                </a:cubicBezTo>
                <a:cubicBezTo>
                  <a:pt x="426228" y="84065"/>
                  <a:pt x="431141" y="82874"/>
                  <a:pt x="435400" y="80491"/>
                </a:cubicBezTo>
                <a:cubicBezTo>
                  <a:pt x="439659" y="78108"/>
                  <a:pt x="444340" y="73375"/>
                  <a:pt x="449442" y="66290"/>
                </a:cubicBezTo>
                <a:lnTo>
                  <a:pt x="451403" y="67552"/>
                </a:lnTo>
                <a:cubicBezTo>
                  <a:pt x="447102" y="75165"/>
                  <a:pt x="442084" y="80737"/>
                  <a:pt x="436349" y="84271"/>
                </a:cubicBezTo>
                <a:cubicBezTo>
                  <a:pt x="430614" y="87802"/>
                  <a:pt x="423803" y="89568"/>
                  <a:pt x="415917" y="89568"/>
                </a:cubicBezTo>
                <a:cubicBezTo>
                  <a:pt x="401706" y="89568"/>
                  <a:pt x="390700" y="84304"/>
                  <a:pt x="382899" y="73776"/>
                </a:cubicBezTo>
                <a:cubicBezTo>
                  <a:pt x="377079" y="65945"/>
                  <a:pt x="374170" y="56723"/>
                  <a:pt x="374170" y="46110"/>
                </a:cubicBezTo>
                <a:cubicBezTo>
                  <a:pt x="374170" y="37562"/>
                  <a:pt x="376088" y="29708"/>
                  <a:pt x="379926" y="22550"/>
                </a:cubicBezTo>
                <a:cubicBezTo>
                  <a:pt x="383763" y="15392"/>
                  <a:pt x="389045" y="9844"/>
                  <a:pt x="395771" y="5906"/>
                </a:cubicBezTo>
                <a:cubicBezTo>
                  <a:pt x="402497" y="1969"/>
                  <a:pt x="409845" y="0"/>
                  <a:pt x="417815" y="0"/>
                </a:cubicBezTo>
                <a:cubicBezTo>
                  <a:pt x="424014" y="0"/>
                  <a:pt x="430129" y="1518"/>
                  <a:pt x="436159" y="4554"/>
                </a:cubicBezTo>
                <a:cubicBezTo>
                  <a:pt x="437930" y="5482"/>
                  <a:pt x="439195" y="5946"/>
                  <a:pt x="439954" y="5946"/>
                </a:cubicBezTo>
                <a:cubicBezTo>
                  <a:pt x="441093" y="5946"/>
                  <a:pt x="442084" y="5545"/>
                  <a:pt x="442927" y="4744"/>
                </a:cubicBezTo>
                <a:cubicBezTo>
                  <a:pt x="444023" y="3605"/>
                  <a:pt x="444804" y="2024"/>
                  <a:pt x="445267" y="0"/>
                </a:cubicBezTo>
                <a:lnTo>
                  <a:pt x="447481" y="0"/>
                </a:lnTo>
                <a:close/>
                <a:moveTo>
                  <a:pt x="494555" y="40103"/>
                </a:moveTo>
                <a:lnTo>
                  <a:pt x="526182" y="71541"/>
                </a:lnTo>
                <a:cubicBezTo>
                  <a:pt x="531369" y="76727"/>
                  <a:pt x="535797" y="80259"/>
                  <a:pt x="539466" y="82136"/>
                </a:cubicBezTo>
                <a:cubicBezTo>
                  <a:pt x="543134" y="84012"/>
                  <a:pt x="546803" y="85077"/>
                  <a:pt x="550472" y="85330"/>
                </a:cubicBezTo>
                <a:lnTo>
                  <a:pt x="550472" y="87670"/>
                </a:lnTo>
                <a:lnTo>
                  <a:pt x="509673" y="87670"/>
                </a:lnTo>
                <a:lnTo>
                  <a:pt x="509673" y="85330"/>
                </a:lnTo>
                <a:cubicBezTo>
                  <a:pt x="512119" y="85330"/>
                  <a:pt x="513879" y="84919"/>
                  <a:pt x="514954" y="84097"/>
                </a:cubicBezTo>
                <a:cubicBezTo>
                  <a:pt x="516030" y="83274"/>
                  <a:pt x="516567" y="82357"/>
                  <a:pt x="516567" y="81345"/>
                </a:cubicBezTo>
                <a:cubicBezTo>
                  <a:pt x="516567" y="80333"/>
                  <a:pt x="516367" y="79426"/>
                  <a:pt x="515967" y="78625"/>
                </a:cubicBezTo>
                <a:cubicBezTo>
                  <a:pt x="515566" y="77824"/>
                  <a:pt x="514248" y="76327"/>
                  <a:pt x="512013" y="74134"/>
                </a:cubicBezTo>
                <a:lnTo>
                  <a:pt x="482410" y="44847"/>
                </a:lnTo>
                <a:lnTo>
                  <a:pt x="482410" y="72489"/>
                </a:lnTo>
                <a:cubicBezTo>
                  <a:pt x="482410" y="76833"/>
                  <a:pt x="482684" y="79700"/>
                  <a:pt x="483232" y="81092"/>
                </a:cubicBezTo>
                <a:cubicBezTo>
                  <a:pt x="483654" y="82146"/>
                  <a:pt x="484540" y="83053"/>
                  <a:pt x="485889" y="83812"/>
                </a:cubicBezTo>
                <a:cubicBezTo>
                  <a:pt x="487702" y="84824"/>
                  <a:pt x="489621" y="85330"/>
                  <a:pt x="491645" y="85330"/>
                </a:cubicBezTo>
                <a:lnTo>
                  <a:pt x="494555" y="85330"/>
                </a:lnTo>
                <a:lnTo>
                  <a:pt x="494555" y="87670"/>
                </a:lnTo>
                <a:lnTo>
                  <a:pt x="457994" y="87670"/>
                </a:lnTo>
                <a:lnTo>
                  <a:pt x="457994" y="85330"/>
                </a:lnTo>
                <a:lnTo>
                  <a:pt x="461030" y="85330"/>
                </a:lnTo>
                <a:cubicBezTo>
                  <a:pt x="464572" y="85330"/>
                  <a:pt x="467145" y="84297"/>
                  <a:pt x="468747" y="82231"/>
                </a:cubicBezTo>
                <a:cubicBezTo>
                  <a:pt x="469759" y="80881"/>
                  <a:pt x="470265" y="77634"/>
                  <a:pt x="470265" y="72489"/>
                </a:cubicBezTo>
                <a:lnTo>
                  <a:pt x="470265" y="17079"/>
                </a:lnTo>
                <a:cubicBezTo>
                  <a:pt x="470265" y="12735"/>
                  <a:pt x="469991" y="9847"/>
                  <a:pt x="469443" y="8413"/>
                </a:cubicBezTo>
                <a:cubicBezTo>
                  <a:pt x="469021" y="7401"/>
                  <a:pt x="468157" y="6515"/>
                  <a:pt x="466850" y="5756"/>
                </a:cubicBezTo>
                <a:cubicBezTo>
                  <a:pt x="464994" y="4744"/>
                  <a:pt x="463054" y="4238"/>
                  <a:pt x="461030" y="4238"/>
                </a:cubicBezTo>
                <a:lnTo>
                  <a:pt x="457994" y="4238"/>
                </a:lnTo>
                <a:lnTo>
                  <a:pt x="457994" y="1898"/>
                </a:lnTo>
                <a:lnTo>
                  <a:pt x="494555" y="1898"/>
                </a:lnTo>
                <a:lnTo>
                  <a:pt x="494555" y="4238"/>
                </a:lnTo>
                <a:lnTo>
                  <a:pt x="491645" y="4238"/>
                </a:lnTo>
                <a:cubicBezTo>
                  <a:pt x="489663" y="4238"/>
                  <a:pt x="487745" y="4723"/>
                  <a:pt x="485889" y="5693"/>
                </a:cubicBezTo>
                <a:cubicBezTo>
                  <a:pt x="484582" y="6368"/>
                  <a:pt x="483675" y="7380"/>
                  <a:pt x="483169" y="8729"/>
                </a:cubicBezTo>
                <a:cubicBezTo>
                  <a:pt x="482663" y="10079"/>
                  <a:pt x="482410" y="12862"/>
                  <a:pt x="482410" y="17079"/>
                </a:cubicBezTo>
                <a:lnTo>
                  <a:pt x="482410" y="43329"/>
                </a:lnTo>
                <a:cubicBezTo>
                  <a:pt x="483254" y="42528"/>
                  <a:pt x="486142" y="39850"/>
                  <a:pt x="491076" y="35296"/>
                </a:cubicBezTo>
                <a:cubicBezTo>
                  <a:pt x="503600" y="23826"/>
                  <a:pt x="511170" y="16172"/>
                  <a:pt x="513784" y="12335"/>
                </a:cubicBezTo>
                <a:cubicBezTo>
                  <a:pt x="514923" y="10648"/>
                  <a:pt x="515492" y="9172"/>
                  <a:pt x="515492" y="7907"/>
                </a:cubicBezTo>
                <a:cubicBezTo>
                  <a:pt x="515492" y="6937"/>
                  <a:pt x="515049" y="6083"/>
                  <a:pt x="514164" y="5345"/>
                </a:cubicBezTo>
                <a:cubicBezTo>
                  <a:pt x="513278" y="4607"/>
                  <a:pt x="511781" y="4238"/>
                  <a:pt x="509673" y="4238"/>
                </a:cubicBezTo>
                <a:lnTo>
                  <a:pt x="507712" y="4238"/>
                </a:lnTo>
                <a:lnTo>
                  <a:pt x="507712" y="1898"/>
                </a:lnTo>
                <a:lnTo>
                  <a:pt x="539212" y="1898"/>
                </a:lnTo>
                <a:lnTo>
                  <a:pt x="539212" y="4238"/>
                </a:lnTo>
                <a:cubicBezTo>
                  <a:pt x="537357" y="4280"/>
                  <a:pt x="535670" y="4533"/>
                  <a:pt x="534152" y="4997"/>
                </a:cubicBezTo>
                <a:cubicBezTo>
                  <a:pt x="532634" y="5461"/>
                  <a:pt x="530779" y="6357"/>
                  <a:pt x="528586" y="7685"/>
                </a:cubicBezTo>
                <a:cubicBezTo>
                  <a:pt x="526393" y="9014"/>
                  <a:pt x="523694" y="11154"/>
                  <a:pt x="520489" y="14106"/>
                </a:cubicBezTo>
                <a:cubicBezTo>
                  <a:pt x="519561" y="14949"/>
                  <a:pt x="515281" y="19271"/>
                  <a:pt x="507649" y="27073"/>
                </a:cubicBezTo>
                <a:lnTo>
                  <a:pt x="494555" y="401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withack=">
            <a:extLst xmlns:a="http://schemas.openxmlformats.org/drawingml/2006/main">
              <a:ext uri="{FF2B5EF4-FFF2-40B4-BE49-F238E27FC236}">
                <a16:creationId xmlns:a16="http://schemas.microsoft.com/office/drawing/2014/main" id="{764E6FA8-DC0F-451F-AA1F-D60AAA6E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711" y="3803349"/>
            <a:ext cx="611608" cy="103055"/>
          </a:xfrm>
          <a:custGeom xmlns:a="http://schemas.openxmlformats.org/drawingml/2006/main">
            <a:pathLst>
              <a:path w="611608" h="103055">
                <a:moveTo>
                  <a:pt x="0" y="35963"/>
                </a:moveTo>
                <a:lnTo>
                  <a:pt x="27292" y="35963"/>
                </a:lnTo>
                <a:lnTo>
                  <a:pt x="27292" y="38592"/>
                </a:lnTo>
                <a:cubicBezTo>
                  <a:pt x="24781" y="38782"/>
                  <a:pt x="23134" y="39232"/>
                  <a:pt x="22352" y="39943"/>
                </a:cubicBezTo>
                <a:cubicBezTo>
                  <a:pt x="21570" y="40653"/>
                  <a:pt x="21180" y="41672"/>
                  <a:pt x="21180" y="42999"/>
                </a:cubicBezTo>
                <a:cubicBezTo>
                  <a:pt x="21180" y="44468"/>
                  <a:pt x="21582" y="46244"/>
                  <a:pt x="22388" y="48329"/>
                </a:cubicBezTo>
                <a:lnTo>
                  <a:pt x="36318" y="85784"/>
                </a:lnTo>
                <a:lnTo>
                  <a:pt x="50319" y="55294"/>
                </a:lnTo>
                <a:lnTo>
                  <a:pt x="46623" y="45699"/>
                </a:lnTo>
                <a:cubicBezTo>
                  <a:pt x="45486" y="42857"/>
                  <a:pt x="43994" y="40890"/>
                  <a:pt x="42146" y="39800"/>
                </a:cubicBezTo>
                <a:cubicBezTo>
                  <a:pt x="41103" y="39137"/>
                  <a:pt x="39161" y="38734"/>
                  <a:pt x="36318" y="38592"/>
                </a:cubicBezTo>
                <a:lnTo>
                  <a:pt x="36318" y="35963"/>
                </a:lnTo>
                <a:lnTo>
                  <a:pt x="67305" y="35963"/>
                </a:lnTo>
                <a:lnTo>
                  <a:pt x="67305" y="38592"/>
                </a:lnTo>
                <a:cubicBezTo>
                  <a:pt x="63894" y="38734"/>
                  <a:pt x="61477" y="39350"/>
                  <a:pt x="60056" y="40440"/>
                </a:cubicBezTo>
                <a:cubicBezTo>
                  <a:pt x="59108" y="41198"/>
                  <a:pt x="58635" y="42406"/>
                  <a:pt x="58635" y="44065"/>
                </a:cubicBezTo>
                <a:cubicBezTo>
                  <a:pt x="58635" y="45012"/>
                  <a:pt x="58824" y="45984"/>
                  <a:pt x="59203" y="46979"/>
                </a:cubicBezTo>
                <a:lnTo>
                  <a:pt x="73986" y="84363"/>
                </a:lnTo>
                <a:lnTo>
                  <a:pt x="87703" y="48329"/>
                </a:lnTo>
                <a:cubicBezTo>
                  <a:pt x="88651" y="45771"/>
                  <a:pt x="89125" y="43733"/>
                  <a:pt x="89125" y="42217"/>
                </a:cubicBezTo>
                <a:cubicBezTo>
                  <a:pt x="89125" y="41317"/>
                  <a:pt x="88663" y="40511"/>
                  <a:pt x="87739" y="39800"/>
                </a:cubicBezTo>
                <a:cubicBezTo>
                  <a:pt x="86815" y="39090"/>
                  <a:pt x="85002" y="38687"/>
                  <a:pt x="82302" y="38592"/>
                </a:cubicBezTo>
                <a:lnTo>
                  <a:pt x="82302" y="35963"/>
                </a:lnTo>
                <a:lnTo>
                  <a:pt x="102841" y="35963"/>
                </a:lnTo>
                <a:lnTo>
                  <a:pt x="102841" y="38592"/>
                </a:lnTo>
                <a:cubicBezTo>
                  <a:pt x="98719" y="39208"/>
                  <a:pt x="95687" y="42004"/>
                  <a:pt x="93744" y="46979"/>
                </a:cubicBezTo>
                <a:lnTo>
                  <a:pt x="71996" y="103055"/>
                </a:lnTo>
                <a:lnTo>
                  <a:pt x="69082" y="103055"/>
                </a:lnTo>
                <a:lnTo>
                  <a:pt x="52807" y="61477"/>
                </a:lnTo>
                <a:lnTo>
                  <a:pt x="33830" y="103055"/>
                </a:lnTo>
                <a:lnTo>
                  <a:pt x="31201" y="103055"/>
                </a:lnTo>
                <a:lnTo>
                  <a:pt x="10305" y="48329"/>
                </a:lnTo>
                <a:cubicBezTo>
                  <a:pt x="8931" y="44870"/>
                  <a:pt x="7581" y="42537"/>
                  <a:pt x="6254" y="41328"/>
                </a:cubicBezTo>
                <a:cubicBezTo>
                  <a:pt x="4928" y="40120"/>
                  <a:pt x="2843" y="39208"/>
                  <a:pt x="0" y="38592"/>
                </a:cubicBezTo>
                <a:lnTo>
                  <a:pt x="0" y="35963"/>
                </a:lnTo>
                <a:close/>
                <a:moveTo>
                  <a:pt x="125464" y="0"/>
                </a:moveTo>
                <a:cubicBezTo>
                  <a:pt x="127454" y="0"/>
                  <a:pt x="129148" y="703"/>
                  <a:pt x="130546" y="2108"/>
                </a:cubicBezTo>
                <a:cubicBezTo>
                  <a:pt x="131943" y="3511"/>
                  <a:pt x="132642" y="5213"/>
                  <a:pt x="132642" y="7214"/>
                </a:cubicBezTo>
                <a:cubicBezTo>
                  <a:pt x="132642" y="9214"/>
                  <a:pt x="131943" y="10929"/>
                  <a:pt x="130546" y="12358"/>
                </a:cubicBezTo>
                <a:cubicBezTo>
                  <a:pt x="129148" y="13785"/>
                  <a:pt x="127454" y="14499"/>
                  <a:pt x="125464" y="14499"/>
                </a:cubicBezTo>
                <a:cubicBezTo>
                  <a:pt x="123474" y="14499"/>
                  <a:pt x="121768" y="13785"/>
                  <a:pt x="120347" y="12358"/>
                </a:cubicBezTo>
                <a:cubicBezTo>
                  <a:pt x="118925" y="10929"/>
                  <a:pt x="118215" y="9214"/>
                  <a:pt x="118215" y="7214"/>
                </a:cubicBezTo>
                <a:cubicBezTo>
                  <a:pt x="118215" y="5213"/>
                  <a:pt x="118913" y="3511"/>
                  <a:pt x="120311" y="2108"/>
                </a:cubicBezTo>
                <a:cubicBezTo>
                  <a:pt x="121709" y="703"/>
                  <a:pt x="123427" y="0"/>
                  <a:pt x="125464" y="0"/>
                </a:cubicBezTo>
                <a:moveTo>
                  <a:pt x="131363" y="34115"/>
                </a:moveTo>
                <a:lnTo>
                  <a:pt x="131363" y="86308"/>
                </a:lnTo>
                <a:cubicBezTo>
                  <a:pt x="131363" y="90374"/>
                  <a:pt x="131659" y="93081"/>
                  <a:pt x="132251" y="94428"/>
                </a:cubicBezTo>
                <a:cubicBezTo>
                  <a:pt x="132844" y="95776"/>
                  <a:pt x="133720" y="96780"/>
                  <a:pt x="134881" y="97442"/>
                </a:cubicBezTo>
                <a:cubicBezTo>
                  <a:pt x="136042" y="98104"/>
                  <a:pt x="138162" y="98435"/>
                  <a:pt x="141242" y="98435"/>
                </a:cubicBezTo>
                <a:lnTo>
                  <a:pt x="141242" y="101065"/>
                </a:lnTo>
                <a:lnTo>
                  <a:pt x="109615" y="101065"/>
                </a:lnTo>
                <a:lnTo>
                  <a:pt x="109615" y="98435"/>
                </a:lnTo>
                <a:cubicBezTo>
                  <a:pt x="112789" y="98435"/>
                  <a:pt x="114922" y="98128"/>
                  <a:pt x="116011" y="97513"/>
                </a:cubicBezTo>
                <a:cubicBezTo>
                  <a:pt x="117101" y="96899"/>
                  <a:pt x="117966" y="95882"/>
                  <a:pt x="118605" y="94464"/>
                </a:cubicBezTo>
                <a:cubicBezTo>
                  <a:pt x="119245" y="93045"/>
                  <a:pt x="119565" y="90327"/>
                  <a:pt x="119565" y="86308"/>
                </a:cubicBezTo>
                <a:lnTo>
                  <a:pt x="119565" y="61275"/>
                </a:lnTo>
                <a:cubicBezTo>
                  <a:pt x="119565" y="54230"/>
                  <a:pt x="119352" y="49668"/>
                  <a:pt x="118925" y="47590"/>
                </a:cubicBezTo>
                <a:cubicBezTo>
                  <a:pt x="118594" y="46076"/>
                  <a:pt x="118072" y="45024"/>
                  <a:pt x="117362" y="44433"/>
                </a:cubicBezTo>
                <a:cubicBezTo>
                  <a:pt x="116651" y="43843"/>
                  <a:pt x="115680" y="43547"/>
                  <a:pt x="114448" y="43547"/>
                </a:cubicBezTo>
                <a:cubicBezTo>
                  <a:pt x="113121" y="43547"/>
                  <a:pt x="111510" y="43902"/>
                  <a:pt x="109615" y="44611"/>
                </a:cubicBezTo>
                <a:lnTo>
                  <a:pt x="108620" y="42057"/>
                </a:lnTo>
                <a:lnTo>
                  <a:pt x="128236" y="34115"/>
                </a:lnTo>
                <a:lnTo>
                  <a:pt x="131363" y="34115"/>
                </a:lnTo>
                <a:close/>
                <a:moveTo>
                  <a:pt x="168086" y="14499"/>
                </a:moveTo>
                <a:lnTo>
                  <a:pt x="168086" y="35963"/>
                </a:lnTo>
                <a:lnTo>
                  <a:pt x="183295" y="35963"/>
                </a:lnTo>
                <a:lnTo>
                  <a:pt x="183295" y="40938"/>
                </a:lnTo>
                <a:lnTo>
                  <a:pt x="168086" y="40938"/>
                </a:lnTo>
                <a:lnTo>
                  <a:pt x="168086" y="83097"/>
                </a:lnTo>
                <a:cubicBezTo>
                  <a:pt x="168086" y="87309"/>
                  <a:pt x="168690" y="90149"/>
                  <a:pt x="169898" y="91617"/>
                </a:cubicBezTo>
                <a:cubicBezTo>
                  <a:pt x="171106" y="93082"/>
                  <a:pt x="172658" y="93815"/>
                  <a:pt x="174553" y="93815"/>
                </a:cubicBezTo>
                <a:cubicBezTo>
                  <a:pt x="176117" y="93815"/>
                  <a:pt x="177633" y="93330"/>
                  <a:pt x="179102" y="92358"/>
                </a:cubicBezTo>
                <a:cubicBezTo>
                  <a:pt x="180571" y="91387"/>
                  <a:pt x="181708" y="89954"/>
                  <a:pt x="182513" y="88058"/>
                </a:cubicBezTo>
                <a:lnTo>
                  <a:pt x="185285" y="88058"/>
                </a:lnTo>
                <a:cubicBezTo>
                  <a:pt x="183627" y="92715"/>
                  <a:pt x="181281" y="96237"/>
                  <a:pt x="178249" y="98624"/>
                </a:cubicBezTo>
                <a:cubicBezTo>
                  <a:pt x="175216" y="101009"/>
                  <a:pt x="172089" y="102202"/>
                  <a:pt x="168867" y="102202"/>
                </a:cubicBezTo>
                <a:cubicBezTo>
                  <a:pt x="166688" y="102202"/>
                  <a:pt x="164556" y="101597"/>
                  <a:pt x="162471" y="100387"/>
                </a:cubicBezTo>
                <a:cubicBezTo>
                  <a:pt x="160386" y="99178"/>
                  <a:pt x="158846" y="97447"/>
                  <a:pt x="157851" y="95195"/>
                </a:cubicBezTo>
                <a:cubicBezTo>
                  <a:pt x="156856" y="92941"/>
                  <a:pt x="156359" y="89466"/>
                  <a:pt x="156359" y="84769"/>
                </a:cubicBezTo>
                <a:lnTo>
                  <a:pt x="156359" y="40938"/>
                </a:lnTo>
                <a:lnTo>
                  <a:pt x="146053" y="40938"/>
                </a:lnTo>
                <a:lnTo>
                  <a:pt x="146053" y="38592"/>
                </a:lnTo>
                <a:cubicBezTo>
                  <a:pt x="148659" y="37547"/>
                  <a:pt x="151324" y="35777"/>
                  <a:pt x="154049" y="33282"/>
                </a:cubicBezTo>
                <a:cubicBezTo>
                  <a:pt x="156773" y="30787"/>
                  <a:pt x="159201" y="27828"/>
                  <a:pt x="161334" y="24407"/>
                </a:cubicBezTo>
                <a:cubicBezTo>
                  <a:pt x="162423" y="22602"/>
                  <a:pt x="163940" y="19299"/>
                  <a:pt x="165882" y="14499"/>
                </a:cubicBezTo>
                <a:lnTo>
                  <a:pt x="168086" y="14499"/>
                </a:lnTo>
                <a:close/>
                <a:moveTo>
                  <a:pt x="208575" y="0"/>
                </a:moveTo>
                <a:lnTo>
                  <a:pt x="208575" y="47689"/>
                </a:lnTo>
                <a:cubicBezTo>
                  <a:pt x="213834" y="41909"/>
                  <a:pt x="218004" y="38201"/>
                  <a:pt x="221083" y="36567"/>
                </a:cubicBezTo>
                <a:cubicBezTo>
                  <a:pt x="224163" y="34932"/>
                  <a:pt x="227243" y="34115"/>
                  <a:pt x="230323" y="34115"/>
                </a:cubicBezTo>
                <a:cubicBezTo>
                  <a:pt x="234018" y="34115"/>
                  <a:pt x="237193" y="35131"/>
                  <a:pt x="239846" y="37164"/>
                </a:cubicBezTo>
                <a:cubicBezTo>
                  <a:pt x="242500" y="39197"/>
                  <a:pt x="244466" y="42388"/>
                  <a:pt x="245745" y="46737"/>
                </a:cubicBezTo>
                <a:cubicBezTo>
                  <a:pt x="246646" y="49763"/>
                  <a:pt x="247096" y="55295"/>
                  <a:pt x="247096" y="63332"/>
                </a:cubicBezTo>
                <a:lnTo>
                  <a:pt x="247096" y="86308"/>
                </a:lnTo>
                <a:cubicBezTo>
                  <a:pt x="247096" y="90422"/>
                  <a:pt x="247427" y="93235"/>
                  <a:pt x="248091" y="94748"/>
                </a:cubicBezTo>
                <a:cubicBezTo>
                  <a:pt x="248565" y="95882"/>
                  <a:pt x="249370" y="96780"/>
                  <a:pt x="250507" y="97442"/>
                </a:cubicBezTo>
                <a:cubicBezTo>
                  <a:pt x="251644" y="98104"/>
                  <a:pt x="253729" y="98435"/>
                  <a:pt x="256762" y="98435"/>
                </a:cubicBezTo>
                <a:lnTo>
                  <a:pt x="256762" y="101065"/>
                </a:lnTo>
                <a:lnTo>
                  <a:pt x="224779" y="101065"/>
                </a:lnTo>
                <a:lnTo>
                  <a:pt x="224779" y="98435"/>
                </a:lnTo>
                <a:lnTo>
                  <a:pt x="226272" y="98435"/>
                </a:lnTo>
                <a:cubicBezTo>
                  <a:pt x="229304" y="98435"/>
                  <a:pt x="231412" y="97973"/>
                  <a:pt x="232597" y="97049"/>
                </a:cubicBezTo>
                <a:cubicBezTo>
                  <a:pt x="233782" y="96125"/>
                  <a:pt x="234611" y="94763"/>
                  <a:pt x="235085" y="92962"/>
                </a:cubicBezTo>
                <a:cubicBezTo>
                  <a:pt x="235227" y="92204"/>
                  <a:pt x="235298" y="89977"/>
                  <a:pt x="235298" y="86282"/>
                </a:cubicBezTo>
                <a:lnTo>
                  <a:pt x="235298" y="63254"/>
                </a:lnTo>
                <a:cubicBezTo>
                  <a:pt x="235298" y="56147"/>
                  <a:pt x="234931" y="51480"/>
                  <a:pt x="234196" y="49253"/>
                </a:cubicBezTo>
                <a:cubicBezTo>
                  <a:pt x="233462" y="47026"/>
                  <a:pt x="232289" y="45356"/>
                  <a:pt x="230678" y="44242"/>
                </a:cubicBezTo>
                <a:cubicBezTo>
                  <a:pt x="229067" y="43129"/>
                  <a:pt x="227124" y="42572"/>
                  <a:pt x="224850" y="42572"/>
                </a:cubicBezTo>
                <a:cubicBezTo>
                  <a:pt x="222528" y="42572"/>
                  <a:pt x="220112" y="43188"/>
                  <a:pt x="217601" y="44420"/>
                </a:cubicBezTo>
                <a:cubicBezTo>
                  <a:pt x="215090" y="45652"/>
                  <a:pt x="212081" y="48140"/>
                  <a:pt x="208575" y="51883"/>
                </a:cubicBezTo>
                <a:lnTo>
                  <a:pt x="208575" y="86282"/>
                </a:lnTo>
                <a:cubicBezTo>
                  <a:pt x="208575" y="90736"/>
                  <a:pt x="208823" y="93507"/>
                  <a:pt x="209321" y="94597"/>
                </a:cubicBezTo>
                <a:cubicBezTo>
                  <a:pt x="209818" y="95687"/>
                  <a:pt x="210742" y="96599"/>
                  <a:pt x="212093" y="97333"/>
                </a:cubicBezTo>
                <a:cubicBezTo>
                  <a:pt x="213443" y="98068"/>
                  <a:pt x="215777" y="98435"/>
                  <a:pt x="219093" y="98435"/>
                </a:cubicBezTo>
                <a:lnTo>
                  <a:pt x="219093" y="101065"/>
                </a:lnTo>
                <a:lnTo>
                  <a:pt x="186827" y="101065"/>
                </a:lnTo>
                <a:lnTo>
                  <a:pt x="186827" y="98435"/>
                </a:lnTo>
                <a:cubicBezTo>
                  <a:pt x="189717" y="98435"/>
                  <a:pt x="191991" y="97985"/>
                  <a:pt x="193649" y="97085"/>
                </a:cubicBezTo>
                <a:cubicBezTo>
                  <a:pt x="194597" y="96612"/>
                  <a:pt x="195355" y="95714"/>
                  <a:pt x="195924" y="94388"/>
                </a:cubicBezTo>
                <a:cubicBezTo>
                  <a:pt x="196492" y="93062"/>
                  <a:pt x="196777" y="90362"/>
                  <a:pt x="196777" y="86291"/>
                </a:cubicBezTo>
                <a:lnTo>
                  <a:pt x="196777" y="27414"/>
                </a:lnTo>
                <a:cubicBezTo>
                  <a:pt x="196777" y="19981"/>
                  <a:pt x="196599" y="15412"/>
                  <a:pt x="196244" y="13708"/>
                </a:cubicBezTo>
                <a:cubicBezTo>
                  <a:pt x="195888" y="12002"/>
                  <a:pt x="195343" y="10842"/>
                  <a:pt x="194609" y="10228"/>
                </a:cubicBezTo>
                <a:cubicBezTo>
                  <a:pt x="193875" y="9612"/>
                  <a:pt x="192891" y="9304"/>
                  <a:pt x="191659" y="9304"/>
                </a:cubicBezTo>
                <a:cubicBezTo>
                  <a:pt x="190664" y="9304"/>
                  <a:pt x="189053" y="9683"/>
                  <a:pt x="186827" y="10441"/>
                </a:cubicBezTo>
                <a:lnTo>
                  <a:pt x="185832" y="7953"/>
                </a:lnTo>
                <a:lnTo>
                  <a:pt x="205305" y="0"/>
                </a:lnTo>
                <a:lnTo>
                  <a:pt x="208575" y="0"/>
                </a:lnTo>
                <a:close/>
                <a:moveTo>
                  <a:pt x="371898" y="91683"/>
                </a:moveTo>
                <a:cubicBezTo>
                  <a:pt x="365218" y="96848"/>
                  <a:pt x="361024" y="99833"/>
                  <a:pt x="359319" y="100638"/>
                </a:cubicBezTo>
                <a:cubicBezTo>
                  <a:pt x="356760" y="101870"/>
                  <a:pt x="354035" y="102486"/>
                  <a:pt x="351145" y="102486"/>
                </a:cubicBezTo>
                <a:cubicBezTo>
                  <a:pt x="346644" y="102486"/>
                  <a:pt x="342936" y="100946"/>
                  <a:pt x="340022" y="97866"/>
                </a:cubicBezTo>
                <a:cubicBezTo>
                  <a:pt x="337108" y="94787"/>
                  <a:pt x="335651" y="90736"/>
                  <a:pt x="335651" y="85713"/>
                </a:cubicBezTo>
                <a:cubicBezTo>
                  <a:pt x="335651" y="82539"/>
                  <a:pt x="336362" y="79790"/>
                  <a:pt x="337784" y="77469"/>
                </a:cubicBezTo>
                <a:cubicBezTo>
                  <a:pt x="339726" y="74247"/>
                  <a:pt x="343102" y="71214"/>
                  <a:pt x="347911" y="68371"/>
                </a:cubicBezTo>
                <a:cubicBezTo>
                  <a:pt x="352721" y="65529"/>
                  <a:pt x="360716" y="62070"/>
                  <a:pt x="371898" y="57995"/>
                </a:cubicBezTo>
                <a:lnTo>
                  <a:pt x="371898" y="55436"/>
                </a:lnTo>
                <a:cubicBezTo>
                  <a:pt x="371898" y="48945"/>
                  <a:pt x="370868" y="44491"/>
                  <a:pt x="368807" y="42075"/>
                </a:cubicBezTo>
                <a:cubicBezTo>
                  <a:pt x="366746" y="39658"/>
                  <a:pt x="363749" y="38450"/>
                  <a:pt x="359816" y="38450"/>
                </a:cubicBezTo>
                <a:cubicBezTo>
                  <a:pt x="356831" y="38450"/>
                  <a:pt x="354462" y="39253"/>
                  <a:pt x="352709" y="40858"/>
                </a:cubicBezTo>
                <a:cubicBezTo>
                  <a:pt x="350908" y="42463"/>
                  <a:pt x="350008" y="44304"/>
                  <a:pt x="350008" y="46381"/>
                </a:cubicBezTo>
                <a:lnTo>
                  <a:pt x="350150" y="50488"/>
                </a:lnTo>
                <a:cubicBezTo>
                  <a:pt x="350150" y="52659"/>
                  <a:pt x="349593" y="54334"/>
                  <a:pt x="348480" y="55514"/>
                </a:cubicBezTo>
                <a:cubicBezTo>
                  <a:pt x="347367" y="56694"/>
                  <a:pt x="345910" y="57284"/>
                  <a:pt x="344109" y="57284"/>
                </a:cubicBezTo>
                <a:cubicBezTo>
                  <a:pt x="342356" y="57284"/>
                  <a:pt x="340923" y="56670"/>
                  <a:pt x="339809" y="55443"/>
                </a:cubicBezTo>
                <a:cubicBezTo>
                  <a:pt x="338696" y="54214"/>
                  <a:pt x="338139" y="52536"/>
                  <a:pt x="338139" y="50410"/>
                </a:cubicBezTo>
                <a:cubicBezTo>
                  <a:pt x="338139" y="46349"/>
                  <a:pt x="340224" y="42617"/>
                  <a:pt x="344393" y="39216"/>
                </a:cubicBezTo>
                <a:cubicBezTo>
                  <a:pt x="348563" y="35815"/>
                  <a:pt x="354415" y="34115"/>
                  <a:pt x="361948" y="34115"/>
                </a:cubicBezTo>
                <a:cubicBezTo>
                  <a:pt x="367729" y="34115"/>
                  <a:pt x="372467" y="35085"/>
                  <a:pt x="376163" y="37024"/>
                </a:cubicBezTo>
                <a:cubicBezTo>
                  <a:pt x="378958" y="38492"/>
                  <a:pt x="381019" y="40787"/>
                  <a:pt x="382346" y="43912"/>
                </a:cubicBezTo>
                <a:cubicBezTo>
                  <a:pt x="383199" y="45946"/>
                  <a:pt x="383625" y="50110"/>
                  <a:pt x="383625" y="56405"/>
                </a:cubicBezTo>
                <a:lnTo>
                  <a:pt x="383625" y="78482"/>
                </a:lnTo>
                <a:cubicBezTo>
                  <a:pt x="383625" y="84681"/>
                  <a:pt x="383744" y="88479"/>
                  <a:pt x="383981" y="89875"/>
                </a:cubicBezTo>
                <a:cubicBezTo>
                  <a:pt x="384217" y="91272"/>
                  <a:pt x="384608" y="92207"/>
                  <a:pt x="385153" y="92680"/>
                </a:cubicBezTo>
                <a:cubicBezTo>
                  <a:pt x="385698" y="93153"/>
                  <a:pt x="386326" y="93389"/>
                  <a:pt x="387037" y="93389"/>
                </a:cubicBezTo>
                <a:cubicBezTo>
                  <a:pt x="387795" y="93389"/>
                  <a:pt x="388458" y="93223"/>
                  <a:pt x="389027" y="92891"/>
                </a:cubicBezTo>
                <a:cubicBezTo>
                  <a:pt x="390022" y="92275"/>
                  <a:pt x="391941" y="90546"/>
                  <a:pt x="394784" y="87703"/>
                </a:cubicBezTo>
                <a:lnTo>
                  <a:pt x="394784" y="91683"/>
                </a:lnTo>
                <a:cubicBezTo>
                  <a:pt x="389477" y="98790"/>
                  <a:pt x="384407" y="102344"/>
                  <a:pt x="379574" y="102344"/>
                </a:cubicBezTo>
                <a:cubicBezTo>
                  <a:pt x="377252" y="102344"/>
                  <a:pt x="375405" y="101539"/>
                  <a:pt x="374030" y="99928"/>
                </a:cubicBezTo>
                <a:cubicBezTo>
                  <a:pt x="372656" y="98317"/>
                  <a:pt x="371946" y="95568"/>
                  <a:pt x="371898" y="91683"/>
                </a:cubicBezTo>
                <a:moveTo>
                  <a:pt x="371898" y="87023"/>
                </a:moveTo>
                <a:lnTo>
                  <a:pt x="371898" y="62330"/>
                </a:lnTo>
                <a:cubicBezTo>
                  <a:pt x="364744" y="65160"/>
                  <a:pt x="360124" y="67165"/>
                  <a:pt x="358039" y="68345"/>
                </a:cubicBezTo>
                <a:cubicBezTo>
                  <a:pt x="354296" y="70421"/>
                  <a:pt x="351619" y="72591"/>
                  <a:pt x="350008" y="74855"/>
                </a:cubicBezTo>
                <a:cubicBezTo>
                  <a:pt x="348397" y="77119"/>
                  <a:pt x="347592" y="79595"/>
                  <a:pt x="347592" y="82284"/>
                </a:cubicBezTo>
                <a:cubicBezTo>
                  <a:pt x="347592" y="85681"/>
                  <a:pt x="348610" y="88499"/>
                  <a:pt x="350648" y="90739"/>
                </a:cubicBezTo>
                <a:cubicBezTo>
                  <a:pt x="352685" y="92979"/>
                  <a:pt x="355030" y="94100"/>
                  <a:pt x="357684" y="94100"/>
                </a:cubicBezTo>
                <a:cubicBezTo>
                  <a:pt x="361285" y="94100"/>
                  <a:pt x="366023" y="91741"/>
                  <a:pt x="371898" y="87023"/>
                </a:cubicBezTo>
                <a:close/>
                <a:moveTo>
                  <a:pt x="454831" y="76332"/>
                </a:moveTo>
                <a:cubicBezTo>
                  <a:pt x="453078" y="84908"/>
                  <a:pt x="449643" y="91505"/>
                  <a:pt x="444525" y="96125"/>
                </a:cubicBezTo>
                <a:cubicBezTo>
                  <a:pt x="439408" y="100745"/>
                  <a:pt x="433746" y="103055"/>
                  <a:pt x="427539" y="103055"/>
                </a:cubicBezTo>
                <a:cubicBezTo>
                  <a:pt x="420148" y="103055"/>
                  <a:pt x="413704" y="99955"/>
                  <a:pt x="408208" y="93755"/>
                </a:cubicBezTo>
                <a:cubicBezTo>
                  <a:pt x="402711" y="87554"/>
                  <a:pt x="399963" y="79176"/>
                  <a:pt x="399963" y="68620"/>
                </a:cubicBezTo>
                <a:cubicBezTo>
                  <a:pt x="399963" y="58396"/>
                  <a:pt x="403007" y="50090"/>
                  <a:pt x="409096" y="43701"/>
                </a:cubicBezTo>
                <a:cubicBezTo>
                  <a:pt x="415184" y="37310"/>
                  <a:pt x="422493" y="34115"/>
                  <a:pt x="431022" y="34115"/>
                </a:cubicBezTo>
                <a:cubicBezTo>
                  <a:pt x="437418" y="34115"/>
                  <a:pt x="442678" y="35803"/>
                  <a:pt x="446800" y="39181"/>
                </a:cubicBezTo>
                <a:cubicBezTo>
                  <a:pt x="450922" y="42557"/>
                  <a:pt x="452983" y="46063"/>
                  <a:pt x="452983" y="49699"/>
                </a:cubicBezTo>
                <a:cubicBezTo>
                  <a:pt x="452983" y="51494"/>
                  <a:pt x="452403" y="52947"/>
                  <a:pt x="451242" y="54057"/>
                </a:cubicBezTo>
                <a:cubicBezTo>
                  <a:pt x="450081" y="55166"/>
                  <a:pt x="448458" y="55721"/>
                  <a:pt x="446373" y="55721"/>
                </a:cubicBezTo>
                <a:cubicBezTo>
                  <a:pt x="443578" y="55721"/>
                  <a:pt x="441469" y="54820"/>
                  <a:pt x="440048" y="53020"/>
                </a:cubicBezTo>
                <a:cubicBezTo>
                  <a:pt x="439242" y="52025"/>
                  <a:pt x="438709" y="50130"/>
                  <a:pt x="438449" y="47334"/>
                </a:cubicBezTo>
                <a:cubicBezTo>
                  <a:pt x="438188" y="44539"/>
                  <a:pt x="437229" y="42406"/>
                  <a:pt x="435570" y="40938"/>
                </a:cubicBezTo>
                <a:cubicBezTo>
                  <a:pt x="433912" y="39516"/>
                  <a:pt x="431614" y="38805"/>
                  <a:pt x="428676" y="38805"/>
                </a:cubicBezTo>
                <a:cubicBezTo>
                  <a:pt x="423938" y="38805"/>
                  <a:pt x="420124" y="40559"/>
                  <a:pt x="417234" y="44065"/>
                </a:cubicBezTo>
                <a:cubicBezTo>
                  <a:pt x="413396" y="48708"/>
                  <a:pt x="411477" y="54844"/>
                  <a:pt x="411477" y="62472"/>
                </a:cubicBezTo>
                <a:cubicBezTo>
                  <a:pt x="411477" y="70243"/>
                  <a:pt x="413384" y="77102"/>
                  <a:pt x="417198" y="83048"/>
                </a:cubicBezTo>
                <a:cubicBezTo>
                  <a:pt x="421012" y="88994"/>
                  <a:pt x="426165" y="91967"/>
                  <a:pt x="432656" y="91967"/>
                </a:cubicBezTo>
                <a:cubicBezTo>
                  <a:pt x="437300" y="91967"/>
                  <a:pt x="441469" y="90380"/>
                  <a:pt x="445165" y="87206"/>
                </a:cubicBezTo>
                <a:cubicBezTo>
                  <a:pt x="447771" y="85026"/>
                  <a:pt x="450306" y="81070"/>
                  <a:pt x="452770" y="75337"/>
                </a:cubicBezTo>
                <a:lnTo>
                  <a:pt x="454831" y="76332"/>
                </a:lnTo>
                <a:close/>
                <a:moveTo>
                  <a:pt x="483323" y="0"/>
                </a:moveTo>
                <a:lnTo>
                  <a:pt x="483323" y="64747"/>
                </a:lnTo>
                <a:lnTo>
                  <a:pt x="499883" y="49679"/>
                </a:lnTo>
                <a:cubicBezTo>
                  <a:pt x="503389" y="46458"/>
                  <a:pt x="505427" y="44420"/>
                  <a:pt x="505995" y="43567"/>
                </a:cubicBezTo>
                <a:cubicBezTo>
                  <a:pt x="506374" y="42999"/>
                  <a:pt x="506564" y="42430"/>
                  <a:pt x="506564" y="41862"/>
                </a:cubicBezTo>
                <a:cubicBezTo>
                  <a:pt x="506564" y="40914"/>
                  <a:pt x="506173" y="40097"/>
                  <a:pt x="505391" y="39410"/>
                </a:cubicBezTo>
                <a:cubicBezTo>
                  <a:pt x="504609" y="38723"/>
                  <a:pt x="503318" y="38332"/>
                  <a:pt x="501518" y="38237"/>
                </a:cubicBezTo>
                <a:lnTo>
                  <a:pt x="501518" y="35963"/>
                </a:lnTo>
                <a:lnTo>
                  <a:pt x="529804" y="35963"/>
                </a:lnTo>
                <a:lnTo>
                  <a:pt x="529804" y="38237"/>
                </a:lnTo>
                <a:cubicBezTo>
                  <a:pt x="525919" y="38332"/>
                  <a:pt x="522685" y="38924"/>
                  <a:pt x="520103" y="40014"/>
                </a:cubicBezTo>
                <a:cubicBezTo>
                  <a:pt x="517521" y="41103"/>
                  <a:pt x="514690" y="43046"/>
                  <a:pt x="511610" y="45842"/>
                </a:cubicBezTo>
                <a:lnTo>
                  <a:pt x="494908" y="61264"/>
                </a:lnTo>
                <a:lnTo>
                  <a:pt x="511610" y="82333"/>
                </a:lnTo>
                <a:cubicBezTo>
                  <a:pt x="516253" y="88149"/>
                  <a:pt x="519380" y="91837"/>
                  <a:pt x="520991" y="93398"/>
                </a:cubicBezTo>
                <a:cubicBezTo>
                  <a:pt x="523266" y="95620"/>
                  <a:pt x="525256" y="97063"/>
                  <a:pt x="526961" y="97727"/>
                </a:cubicBezTo>
                <a:cubicBezTo>
                  <a:pt x="528146" y="98199"/>
                  <a:pt x="530207" y="98435"/>
                  <a:pt x="533145" y="98435"/>
                </a:cubicBezTo>
                <a:lnTo>
                  <a:pt x="533145" y="101065"/>
                </a:lnTo>
                <a:lnTo>
                  <a:pt x="501518" y="101065"/>
                </a:lnTo>
                <a:lnTo>
                  <a:pt x="501518" y="98435"/>
                </a:lnTo>
                <a:cubicBezTo>
                  <a:pt x="503318" y="98388"/>
                  <a:pt x="504538" y="98116"/>
                  <a:pt x="505178" y="97620"/>
                </a:cubicBezTo>
                <a:cubicBezTo>
                  <a:pt x="505817" y="97122"/>
                  <a:pt x="506137" y="96425"/>
                  <a:pt x="506137" y="95528"/>
                </a:cubicBezTo>
                <a:cubicBezTo>
                  <a:pt x="506137" y="94439"/>
                  <a:pt x="505190" y="92690"/>
                  <a:pt x="503294" y="90279"/>
                </a:cubicBezTo>
                <a:lnTo>
                  <a:pt x="483323" y="64818"/>
                </a:lnTo>
                <a:lnTo>
                  <a:pt x="483323" y="86377"/>
                </a:lnTo>
                <a:cubicBezTo>
                  <a:pt x="483323" y="90585"/>
                  <a:pt x="483619" y="93352"/>
                  <a:pt x="484211" y="94677"/>
                </a:cubicBezTo>
                <a:cubicBezTo>
                  <a:pt x="484804" y="96001"/>
                  <a:pt x="485645" y="96946"/>
                  <a:pt x="486735" y="97513"/>
                </a:cubicBezTo>
                <a:cubicBezTo>
                  <a:pt x="487824" y="98080"/>
                  <a:pt x="490193" y="98388"/>
                  <a:pt x="493842" y="98435"/>
                </a:cubicBezTo>
                <a:lnTo>
                  <a:pt x="493842" y="101065"/>
                </a:lnTo>
                <a:lnTo>
                  <a:pt x="460722" y="101065"/>
                </a:lnTo>
                <a:lnTo>
                  <a:pt x="460722" y="98435"/>
                </a:lnTo>
                <a:cubicBezTo>
                  <a:pt x="464039" y="98435"/>
                  <a:pt x="466526" y="98032"/>
                  <a:pt x="468185" y="97227"/>
                </a:cubicBezTo>
                <a:cubicBezTo>
                  <a:pt x="469180" y="96707"/>
                  <a:pt x="469938" y="95902"/>
                  <a:pt x="470459" y="94813"/>
                </a:cubicBezTo>
                <a:cubicBezTo>
                  <a:pt x="471170" y="93250"/>
                  <a:pt x="471525" y="90552"/>
                  <a:pt x="471525" y="86717"/>
                </a:cubicBezTo>
                <a:lnTo>
                  <a:pt x="471525" y="27485"/>
                </a:lnTo>
                <a:cubicBezTo>
                  <a:pt x="471525" y="19957"/>
                  <a:pt x="471359" y="15353"/>
                  <a:pt x="471028" y="13673"/>
                </a:cubicBezTo>
                <a:cubicBezTo>
                  <a:pt x="470696" y="11990"/>
                  <a:pt x="470151" y="10830"/>
                  <a:pt x="469393" y="10192"/>
                </a:cubicBezTo>
                <a:cubicBezTo>
                  <a:pt x="468635" y="9553"/>
                  <a:pt x="467640" y="9233"/>
                  <a:pt x="466408" y="9233"/>
                </a:cubicBezTo>
                <a:cubicBezTo>
                  <a:pt x="465413" y="9233"/>
                  <a:pt x="463920" y="9635"/>
                  <a:pt x="461930" y="10441"/>
                </a:cubicBezTo>
                <a:lnTo>
                  <a:pt x="460722" y="7953"/>
                </a:lnTo>
                <a:lnTo>
                  <a:pt x="480054" y="0"/>
                </a:lnTo>
                <a:lnTo>
                  <a:pt x="483323" y="0"/>
                </a:lnTo>
                <a:close/>
                <a:moveTo>
                  <a:pt x="534921" y="38237"/>
                </a:moveTo>
                <a:lnTo>
                  <a:pt x="611608" y="38237"/>
                </a:lnTo>
                <a:lnTo>
                  <a:pt x="611608" y="44136"/>
                </a:lnTo>
                <a:lnTo>
                  <a:pt x="534921" y="44136"/>
                </a:lnTo>
                <a:lnTo>
                  <a:pt x="534921" y="38237"/>
                </a:lnTo>
                <a:moveTo>
                  <a:pt x="534921" y="61335"/>
                </a:moveTo>
                <a:lnTo>
                  <a:pt x="611608" y="61335"/>
                </a:lnTo>
                <a:lnTo>
                  <a:pt x="611608" y="67234"/>
                </a:lnTo>
                <a:lnTo>
                  <a:pt x="534921" y="67234"/>
                </a:lnTo>
                <a:lnTo>
                  <a:pt x="534921" y="613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rcv">
            <a:extLst xmlns:a="http://schemas.openxmlformats.org/drawingml/2006/main">
              <a:ext uri="{FF2B5EF4-FFF2-40B4-BE49-F238E27FC236}">
                <a16:creationId xmlns:a16="http://schemas.microsoft.com/office/drawing/2014/main" id="{253ECC13-6BF3-412D-B053-5C4BA648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539" y="3838459"/>
            <a:ext cx="183196" cy="67945"/>
          </a:xfrm>
          <a:custGeom xmlns:a="http://schemas.openxmlformats.org/drawingml/2006/main">
            <a:pathLst>
              <a:path w="183196" h="67945">
                <a:moveTo>
                  <a:pt x="31982" y="0"/>
                </a:moveTo>
                <a:lnTo>
                  <a:pt x="21251" y="39985"/>
                </a:lnTo>
                <a:cubicBezTo>
                  <a:pt x="30064" y="20490"/>
                  <a:pt x="36697" y="8490"/>
                  <a:pt x="41151" y="3984"/>
                </a:cubicBezTo>
                <a:cubicBezTo>
                  <a:pt x="43757" y="1328"/>
                  <a:pt x="46505" y="0"/>
                  <a:pt x="49395" y="0"/>
                </a:cubicBezTo>
                <a:cubicBezTo>
                  <a:pt x="51385" y="0"/>
                  <a:pt x="52996" y="723"/>
                  <a:pt x="54228" y="2168"/>
                </a:cubicBezTo>
                <a:cubicBezTo>
                  <a:pt x="55460" y="3613"/>
                  <a:pt x="56076" y="5662"/>
                  <a:pt x="56076" y="8315"/>
                </a:cubicBezTo>
                <a:cubicBezTo>
                  <a:pt x="56076" y="12911"/>
                  <a:pt x="54963" y="16773"/>
                  <a:pt x="52736" y="19900"/>
                </a:cubicBezTo>
                <a:cubicBezTo>
                  <a:pt x="51314" y="21890"/>
                  <a:pt x="49727" y="22885"/>
                  <a:pt x="47974" y="22885"/>
                </a:cubicBezTo>
                <a:cubicBezTo>
                  <a:pt x="46078" y="22885"/>
                  <a:pt x="44657" y="22019"/>
                  <a:pt x="43709" y="20287"/>
                </a:cubicBezTo>
                <a:cubicBezTo>
                  <a:pt x="42762" y="18553"/>
                  <a:pt x="42098" y="17534"/>
                  <a:pt x="41719" y="17231"/>
                </a:cubicBezTo>
                <a:cubicBezTo>
                  <a:pt x="41340" y="16926"/>
                  <a:pt x="40938" y="16773"/>
                  <a:pt x="40511" y="16773"/>
                </a:cubicBezTo>
                <a:cubicBezTo>
                  <a:pt x="40037" y="16773"/>
                  <a:pt x="39540" y="16915"/>
                  <a:pt x="39019" y="17199"/>
                </a:cubicBezTo>
                <a:cubicBezTo>
                  <a:pt x="37976" y="17768"/>
                  <a:pt x="36614" y="19154"/>
                  <a:pt x="34932" y="21357"/>
                </a:cubicBezTo>
                <a:cubicBezTo>
                  <a:pt x="33250" y="23559"/>
                  <a:pt x="31177" y="27242"/>
                  <a:pt x="28713" y="32407"/>
                </a:cubicBezTo>
                <a:cubicBezTo>
                  <a:pt x="26249" y="37570"/>
                  <a:pt x="24330" y="41940"/>
                  <a:pt x="22956" y="45517"/>
                </a:cubicBezTo>
                <a:cubicBezTo>
                  <a:pt x="21582" y="49093"/>
                  <a:pt x="19663" y="55906"/>
                  <a:pt x="17199" y="65955"/>
                </a:cubicBezTo>
                <a:lnTo>
                  <a:pt x="0" y="65955"/>
                </a:lnTo>
                <a:lnTo>
                  <a:pt x="11727" y="18834"/>
                </a:lnTo>
                <a:cubicBezTo>
                  <a:pt x="12580" y="15328"/>
                  <a:pt x="13006" y="13006"/>
                  <a:pt x="13006" y="11869"/>
                </a:cubicBezTo>
                <a:cubicBezTo>
                  <a:pt x="13006" y="10590"/>
                  <a:pt x="12781" y="9595"/>
                  <a:pt x="12331" y="8884"/>
                </a:cubicBezTo>
                <a:cubicBezTo>
                  <a:pt x="11881" y="8173"/>
                  <a:pt x="11265" y="7652"/>
                  <a:pt x="10483" y="7320"/>
                </a:cubicBezTo>
                <a:cubicBezTo>
                  <a:pt x="9701" y="6989"/>
                  <a:pt x="8079" y="6823"/>
                  <a:pt x="5615" y="6823"/>
                </a:cubicBezTo>
                <a:lnTo>
                  <a:pt x="6254" y="4691"/>
                </a:lnTo>
                <a:lnTo>
                  <a:pt x="27718" y="0"/>
                </a:lnTo>
                <a:lnTo>
                  <a:pt x="31982" y="0"/>
                </a:lnTo>
                <a:close/>
                <a:moveTo>
                  <a:pt x="108934" y="49040"/>
                </a:moveTo>
                <a:lnTo>
                  <a:pt x="111066" y="50937"/>
                </a:lnTo>
                <a:cubicBezTo>
                  <a:pt x="106470" y="56372"/>
                  <a:pt x="101945" y="60355"/>
                  <a:pt x="97491" y="62886"/>
                </a:cubicBezTo>
                <a:cubicBezTo>
                  <a:pt x="91569" y="66259"/>
                  <a:pt x="85433" y="67945"/>
                  <a:pt x="79084" y="67945"/>
                </a:cubicBezTo>
                <a:cubicBezTo>
                  <a:pt x="74819" y="67945"/>
                  <a:pt x="71041" y="67032"/>
                  <a:pt x="67748" y="65207"/>
                </a:cubicBezTo>
                <a:cubicBezTo>
                  <a:pt x="64455" y="63379"/>
                  <a:pt x="62026" y="60818"/>
                  <a:pt x="60463" y="57522"/>
                </a:cubicBezTo>
                <a:cubicBezTo>
                  <a:pt x="58899" y="54226"/>
                  <a:pt x="58117" y="50846"/>
                  <a:pt x="58117" y="47383"/>
                </a:cubicBezTo>
                <a:cubicBezTo>
                  <a:pt x="58117" y="39605"/>
                  <a:pt x="60226" y="31957"/>
                  <a:pt x="64443" y="24440"/>
                </a:cubicBezTo>
                <a:cubicBezTo>
                  <a:pt x="68660" y="16921"/>
                  <a:pt x="74227" y="10968"/>
                  <a:pt x="81145" y="6581"/>
                </a:cubicBezTo>
                <a:cubicBezTo>
                  <a:pt x="88063" y="2194"/>
                  <a:pt x="94862" y="0"/>
                  <a:pt x="101543" y="0"/>
                </a:cubicBezTo>
                <a:cubicBezTo>
                  <a:pt x="106897" y="0"/>
                  <a:pt x="110924" y="1188"/>
                  <a:pt x="113625" y="3565"/>
                </a:cubicBezTo>
                <a:cubicBezTo>
                  <a:pt x="116326" y="5941"/>
                  <a:pt x="117676" y="8888"/>
                  <a:pt x="117676" y="12404"/>
                </a:cubicBezTo>
                <a:cubicBezTo>
                  <a:pt x="117676" y="15588"/>
                  <a:pt x="116657" y="18297"/>
                  <a:pt x="114620" y="20531"/>
                </a:cubicBezTo>
                <a:cubicBezTo>
                  <a:pt x="112582" y="22764"/>
                  <a:pt x="110308" y="23880"/>
                  <a:pt x="107797" y="23880"/>
                </a:cubicBezTo>
                <a:cubicBezTo>
                  <a:pt x="105617" y="23880"/>
                  <a:pt x="103805" y="23167"/>
                  <a:pt x="102360" y="21741"/>
                </a:cubicBezTo>
                <a:cubicBezTo>
                  <a:pt x="100915" y="20314"/>
                  <a:pt x="100192" y="18626"/>
                  <a:pt x="100192" y="16678"/>
                </a:cubicBezTo>
                <a:cubicBezTo>
                  <a:pt x="100192" y="14110"/>
                  <a:pt x="101472" y="11875"/>
                  <a:pt x="104030" y="9972"/>
                </a:cubicBezTo>
                <a:cubicBezTo>
                  <a:pt x="105783" y="8641"/>
                  <a:pt x="106660" y="7477"/>
                  <a:pt x="106660" y="6479"/>
                </a:cubicBezTo>
                <a:cubicBezTo>
                  <a:pt x="106660" y="5623"/>
                  <a:pt x="106304" y="4934"/>
                  <a:pt x="105594" y="4411"/>
                </a:cubicBezTo>
                <a:cubicBezTo>
                  <a:pt x="104646" y="3650"/>
                  <a:pt x="103414" y="3269"/>
                  <a:pt x="101898" y="3269"/>
                </a:cubicBezTo>
                <a:cubicBezTo>
                  <a:pt x="97918" y="3269"/>
                  <a:pt x="94175" y="4883"/>
                  <a:pt x="90669" y="8109"/>
                </a:cubicBezTo>
                <a:cubicBezTo>
                  <a:pt x="86025" y="12379"/>
                  <a:pt x="82472" y="17788"/>
                  <a:pt x="80008" y="24336"/>
                </a:cubicBezTo>
                <a:cubicBezTo>
                  <a:pt x="77544" y="30882"/>
                  <a:pt x="76312" y="37096"/>
                  <a:pt x="76312" y="42979"/>
                </a:cubicBezTo>
                <a:cubicBezTo>
                  <a:pt x="76312" y="47628"/>
                  <a:pt x="77568" y="51341"/>
                  <a:pt x="80079" y="54117"/>
                </a:cubicBezTo>
                <a:cubicBezTo>
                  <a:pt x="82590" y="56892"/>
                  <a:pt x="85575" y="58279"/>
                  <a:pt x="89034" y="58279"/>
                </a:cubicBezTo>
                <a:cubicBezTo>
                  <a:pt x="92066" y="58279"/>
                  <a:pt x="95347" y="57515"/>
                  <a:pt x="98877" y="55987"/>
                </a:cubicBezTo>
                <a:cubicBezTo>
                  <a:pt x="102407" y="54459"/>
                  <a:pt x="105760" y="52143"/>
                  <a:pt x="108934" y="49040"/>
                </a:cubicBezTo>
                <a:close/>
                <a:moveTo>
                  <a:pt x="138847" y="67945"/>
                </a:moveTo>
                <a:lnTo>
                  <a:pt x="136288" y="67945"/>
                </a:lnTo>
                <a:cubicBezTo>
                  <a:pt x="136430" y="64060"/>
                  <a:pt x="136501" y="61122"/>
                  <a:pt x="136501" y="59132"/>
                </a:cubicBezTo>
                <a:cubicBezTo>
                  <a:pt x="136501" y="53731"/>
                  <a:pt x="136087" y="45924"/>
                  <a:pt x="135258" y="35714"/>
                </a:cubicBezTo>
                <a:cubicBezTo>
                  <a:pt x="134429" y="25503"/>
                  <a:pt x="133493" y="18692"/>
                  <a:pt x="132450" y="15281"/>
                </a:cubicBezTo>
                <a:cubicBezTo>
                  <a:pt x="131645" y="12769"/>
                  <a:pt x="130579" y="10945"/>
                  <a:pt x="129252" y="9808"/>
                </a:cubicBezTo>
                <a:cubicBezTo>
                  <a:pt x="128352" y="9050"/>
                  <a:pt x="127191" y="8671"/>
                  <a:pt x="125770" y="8671"/>
                </a:cubicBezTo>
                <a:cubicBezTo>
                  <a:pt x="124964" y="8671"/>
                  <a:pt x="123993" y="8766"/>
                  <a:pt x="122856" y="8955"/>
                </a:cubicBezTo>
                <a:lnTo>
                  <a:pt x="122856" y="6396"/>
                </a:lnTo>
                <a:lnTo>
                  <a:pt x="146523" y="0"/>
                </a:lnTo>
                <a:cubicBezTo>
                  <a:pt x="151261" y="12948"/>
                  <a:pt x="153559" y="29525"/>
                  <a:pt x="153417" y="49731"/>
                </a:cubicBezTo>
                <a:cubicBezTo>
                  <a:pt x="160382" y="43102"/>
                  <a:pt x="165179" y="37728"/>
                  <a:pt x="167809" y="33608"/>
                </a:cubicBezTo>
                <a:cubicBezTo>
                  <a:pt x="170438" y="29489"/>
                  <a:pt x="171753" y="26056"/>
                  <a:pt x="171753" y="23309"/>
                </a:cubicBezTo>
                <a:cubicBezTo>
                  <a:pt x="171753" y="21131"/>
                  <a:pt x="170936" y="18917"/>
                  <a:pt x="169301" y="16666"/>
                </a:cubicBezTo>
                <a:cubicBezTo>
                  <a:pt x="167667" y="14416"/>
                  <a:pt x="166648" y="12814"/>
                  <a:pt x="166245" y="11862"/>
                </a:cubicBezTo>
                <a:cubicBezTo>
                  <a:pt x="165842" y="10909"/>
                  <a:pt x="165641" y="9861"/>
                  <a:pt x="165641" y="8717"/>
                </a:cubicBezTo>
                <a:cubicBezTo>
                  <a:pt x="165641" y="6240"/>
                  <a:pt x="166447" y="4168"/>
                  <a:pt x="168058" y="2501"/>
                </a:cubicBezTo>
                <a:cubicBezTo>
                  <a:pt x="169669" y="834"/>
                  <a:pt x="171706" y="0"/>
                  <a:pt x="174170" y="0"/>
                </a:cubicBezTo>
                <a:cubicBezTo>
                  <a:pt x="176776" y="0"/>
                  <a:pt x="178789" y="831"/>
                  <a:pt x="180211" y="2492"/>
                </a:cubicBezTo>
                <a:cubicBezTo>
                  <a:pt x="182201" y="4817"/>
                  <a:pt x="183196" y="7568"/>
                  <a:pt x="183196" y="10745"/>
                </a:cubicBezTo>
                <a:cubicBezTo>
                  <a:pt x="183196" y="14019"/>
                  <a:pt x="182615" y="17234"/>
                  <a:pt x="181455" y="20389"/>
                </a:cubicBezTo>
                <a:cubicBezTo>
                  <a:pt x="180294" y="23544"/>
                  <a:pt x="178304" y="27269"/>
                  <a:pt x="175485" y="31563"/>
                </a:cubicBezTo>
                <a:cubicBezTo>
                  <a:pt x="172665" y="35857"/>
                  <a:pt x="169526" y="39759"/>
                  <a:pt x="166068" y="43270"/>
                </a:cubicBezTo>
                <a:cubicBezTo>
                  <a:pt x="159718" y="49722"/>
                  <a:pt x="150645" y="57948"/>
                  <a:pt x="138847" y="67945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.nxt">
            <a:extLst xmlns:a="http://schemas.openxmlformats.org/drawingml/2006/main">
              <a:ext uri="{FF2B5EF4-FFF2-40B4-BE49-F238E27FC236}">
                <a16:creationId xmlns:a16="http://schemas.microsoft.com/office/drawing/2014/main" id="{209ACC5B-FAF1-46D1-AC90-BF2C8687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23" y="3821117"/>
            <a:ext cx="237460" cy="85287"/>
          </a:xfrm>
          <a:custGeom xmlns:a="http://schemas.openxmlformats.org/drawingml/2006/main">
            <a:pathLst>
              <a:path w="237460" h="85287">
                <a:moveTo>
                  <a:pt x="11656" y="61833"/>
                </a:moveTo>
                <a:cubicBezTo>
                  <a:pt x="14925" y="61833"/>
                  <a:pt x="17697" y="62977"/>
                  <a:pt x="19971" y="65267"/>
                </a:cubicBezTo>
                <a:cubicBezTo>
                  <a:pt x="22246" y="67554"/>
                  <a:pt x="23383" y="70319"/>
                  <a:pt x="23383" y="73560"/>
                </a:cubicBezTo>
                <a:cubicBezTo>
                  <a:pt x="23383" y="76801"/>
                  <a:pt x="22234" y="79566"/>
                  <a:pt x="19936" y="81855"/>
                </a:cubicBezTo>
                <a:cubicBezTo>
                  <a:pt x="17638" y="84143"/>
                  <a:pt x="14878" y="85287"/>
                  <a:pt x="11656" y="85287"/>
                </a:cubicBezTo>
                <a:cubicBezTo>
                  <a:pt x="8434" y="85287"/>
                  <a:pt x="5686" y="84143"/>
                  <a:pt x="3411" y="81855"/>
                </a:cubicBezTo>
                <a:cubicBezTo>
                  <a:pt x="1137" y="79566"/>
                  <a:pt x="0" y="76801"/>
                  <a:pt x="0" y="73560"/>
                </a:cubicBezTo>
                <a:cubicBezTo>
                  <a:pt x="0" y="70319"/>
                  <a:pt x="1137" y="67554"/>
                  <a:pt x="3411" y="65267"/>
                </a:cubicBezTo>
                <a:cubicBezTo>
                  <a:pt x="5686" y="62977"/>
                  <a:pt x="8434" y="61833"/>
                  <a:pt x="11656" y="61833"/>
                </a:cubicBezTo>
                <a:close/>
                <a:moveTo>
                  <a:pt x="77184" y="17342"/>
                </a:moveTo>
                <a:lnTo>
                  <a:pt x="68371" y="47865"/>
                </a:lnTo>
                <a:cubicBezTo>
                  <a:pt x="74293" y="38947"/>
                  <a:pt x="78724" y="32852"/>
                  <a:pt x="81661" y="29579"/>
                </a:cubicBezTo>
                <a:cubicBezTo>
                  <a:pt x="85973" y="24837"/>
                  <a:pt x="89692" y="21612"/>
                  <a:pt x="92820" y="19905"/>
                </a:cubicBezTo>
                <a:cubicBezTo>
                  <a:pt x="95947" y="18196"/>
                  <a:pt x="98884" y="17342"/>
                  <a:pt x="101633" y="17342"/>
                </a:cubicBezTo>
                <a:cubicBezTo>
                  <a:pt x="104096" y="17342"/>
                  <a:pt x="106205" y="18260"/>
                  <a:pt x="107958" y="20098"/>
                </a:cubicBezTo>
                <a:cubicBezTo>
                  <a:pt x="109711" y="21934"/>
                  <a:pt x="110588" y="24330"/>
                  <a:pt x="110588" y="27287"/>
                </a:cubicBezTo>
                <a:cubicBezTo>
                  <a:pt x="110588" y="29951"/>
                  <a:pt x="110019" y="33186"/>
                  <a:pt x="108882" y="36991"/>
                </a:cubicBezTo>
                <a:lnTo>
                  <a:pt x="99785" y="67459"/>
                </a:lnTo>
                <a:cubicBezTo>
                  <a:pt x="99027" y="70122"/>
                  <a:pt x="98648" y="71858"/>
                  <a:pt x="98648" y="72667"/>
                </a:cubicBezTo>
                <a:cubicBezTo>
                  <a:pt x="98648" y="73141"/>
                  <a:pt x="98825" y="73567"/>
                  <a:pt x="99181" y="73946"/>
                </a:cubicBezTo>
                <a:cubicBezTo>
                  <a:pt x="99536" y="74325"/>
                  <a:pt x="99903" y="74515"/>
                  <a:pt x="100282" y="74515"/>
                </a:cubicBezTo>
                <a:cubicBezTo>
                  <a:pt x="100756" y="74515"/>
                  <a:pt x="101254" y="74325"/>
                  <a:pt x="101775" y="73946"/>
                </a:cubicBezTo>
                <a:cubicBezTo>
                  <a:pt x="103433" y="72580"/>
                  <a:pt x="105115" y="70659"/>
                  <a:pt x="106821" y="68185"/>
                </a:cubicBezTo>
                <a:cubicBezTo>
                  <a:pt x="107247" y="67532"/>
                  <a:pt x="107934" y="66552"/>
                  <a:pt x="108882" y="65244"/>
                </a:cubicBezTo>
                <a:lnTo>
                  <a:pt x="111583" y="66855"/>
                </a:lnTo>
                <a:cubicBezTo>
                  <a:pt x="104618" y="78385"/>
                  <a:pt x="97297" y="84150"/>
                  <a:pt x="89621" y="84150"/>
                </a:cubicBezTo>
                <a:cubicBezTo>
                  <a:pt x="86684" y="84150"/>
                  <a:pt x="84386" y="83391"/>
                  <a:pt x="82727" y="81875"/>
                </a:cubicBezTo>
                <a:cubicBezTo>
                  <a:pt x="81069" y="80359"/>
                  <a:pt x="80240" y="78464"/>
                  <a:pt x="80240" y="76189"/>
                </a:cubicBezTo>
                <a:cubicBezTo>
                  <a:pt x="80240" y="74193"/>
                  <a:pt x="80808" y="71223"/>
                  <a:pt x="81946" y="67279"/>
                </a:cubicBezTo>
                <a:lnTo>
                  <a:pt x="90830" y="36835"/>
                </a:lnTo>
                <a:cubicBezTo>
                  <a:pt x="91446" y="34839"/>
                  <a:pt x="91754" y="33366"/>
                  <a:pt x="91754" y="32416"/>
                </a:cubicBezTo>
                <a:cubicBezTo>
                  <a:pt x="91754" y="31893"/>
                  <a:pt x="91540" y="31429"/>
                  <a:pt x="91114" y="31025"/>
                </a:cubicBezTo>
                <a:cubicBezTo>
                  <a:pt x="90687" y="30621"/>
                  <a:pt x="90190" y="30419"/>
                  <a:pt x="89621" y="30419"/>
                </a:cubicBezTo>
                <a:cubicBezTo>
                  <a:pt x="87821" y="30419"/>
                  <a:pt x="85641" y="31656"/>
                  <a:pt x="83083" y="34130"/>
                </a:cubicBezTo>
                <a:cubicBezTo>
                  <a:pt x="76544" y="40413"/>
                  <a:pt x="70219" y="49765"/>
                  <a:pt x="64106" y="62188"/>
                </a:cubicBezTo>
                <a:lnTo>
                  <a:pt x="58279" y="83297"/>
                </a:lnTo>
                <a:lnTo>
                  <a:pt x="40155" y="83297"/>
                </a:lnTo>
                <a:lnTo>
                  <a:pt x="53446" y="37673"/>
                </a:lnTo>
                <a:cubicBezTo>
                  <a:pt x="54725" y="33161"/>
                  <a:pt x="55365" y="29959"/>
                  <a:pt x="55365" y="28067"/>
                </a:cubicBezTo>
                <a:cubicBezTo>
                  <a:pt x="55365" y="27263"/>
                  <a:pt x="55175" y="26589"/>
                  <a:pt x="54796" y="26046"/>
                </a:cubicBezTo>
                <a:cubicBezTo>
                  <a:pt x="54417" y="25501"/>
                  <a:pt x="53801" y="25075"/>
                  <a:pt x="52948" y="24769"/>
                </a:cubicBezTo>
                <a:cubicBezTo>
                  <a:pt x="52095" y="24461"/>
                  <a:pt x="50484" y="24307"/>
                  <a:pt x="48115" y="24307"/>
                </a:cubicBezTo>
                <a:lnTo>
                  <a:pt x="48897" y="21606"/>
                </a:lnTo>
                <a:lnTo>
                  <a:pt x="72848" y="17342"/>
                </a:lnTo>
                <a:lnTo>
                  <a:pt x="77184" y="17342"/>
                </a:lnTo>
                <a:close/>
                <a:moveTo>
                  <a:pt x="125948" y="21606"/>
                </a:moveTo>
                <a:lnTo>
                  <a:pt x="150752" y="17342"/>
                </a:lnTo>
                <a:cubicBezTo>
                  <a:pt x="155253" y="24409"/>
                  <a:pt x="158428" y="32188"/>
                  <a:pt x="160276" y="40678"/>
                </a:cubicBezTo>
                <a:cubicBezTo>
                  <a:pt x="164919" y="33800"/>
                  <a:pt x="168425" y="28986"/>
                  <a:pt x="170794" y="26235"/>
                </a:cubicBezTo>
                <a:cubicBezTo>
                  <a:pt x="173969" y="22536"/>
                  <a:pt x="176587" y="20129"/>
                  <a:pt x="178648" y="19014"/>
                </a:cubicBezTo>
                <a:cubicBezTo>
                  <a:pt x="180709" y="17899"/>
                  <a:pt x="182900" y="17342"/>
                  <a:pt x="185222" y="17342"/>
                </a:cubicBezTo>
                <a:cubicBezTo>
                  <a:pt x="187828" y="17342"/>
                  <a:pt x="189830" y="18059"/>
                  <a:pt x="191228" y="19494"/>
                </a:cubicBezTo>
                <a:cubicBezTo>
                  <a:pt x="192625" y="20927"/>
                  <a:pt x="193324" y="22863"/>
                  <a:pt x="193324" y="25302"/>
                </a:cubicBezTo>
                <a:cubicBezTo>
                  <a:pt x="193324" y="27597"/>
                  <a:pt x="192625" y="29473"/>
                  <a:pt x="191228" y="30932"/>
                </a:cubicBezTo>
                <a:cubicBezTo>
                  <a:pt x="189830" y="32390"/>
                  <a:pt x="188089" y="33120"/>
                  <a:pt x="186004" y="33120"/>
                </a:cubicBezTo>
                <a:cubicBezTo>
                  <a:pt x="184488" y="33120"/>
                  <a:pt x="182746" y="32835"/>
                  <a:pt x="180780" y="32267"/>
                </a:cubicBezTo>
                <a:cubicBezTo>
                  <a:pt x="178814" y="31698"/>
                  <a:pt x="177452" y="31414"/>
                  <a:pt x="176693" y="31414"/>
                </a:cubicBezTo>
                <a:cubicBezTo>
                  <a:pt x="174703" y="31414"/>
                  <a:pt x="172808" y="32122"/>
                  <a:pt x="171008" y="33539"/>
                </a:cubicBezTo>
                <a:cubicBezTo>
                  <a:pt x="168544" y="35476"/>
                  <a:pt x="165511" y="39610"/>
                  <a:pt x="161910" y="45942"/>
                </a:cubicBezTo>
                <a:cubicBezTo>
                  <a:pt x="165938" y="60177"/>
                  <a:pt x="169160" y="68860"/>
                  <a:pt x="171576" y="71992"/>
                </a:cubicBezTo>
                <a:cubicBezTo>
                  <a:pt x="172998" y="73843"/>
                  <a:pt x="174443" y="74768"/>
                  <a:pt x="175912" y="74768"/>
                </a:cubicBezTo>
                <a:cubicBezTo>
                  <a:pt x="177144" y="74768"/>
                  <a:pt x="178210" y="74434"/>
                  <a:pt x="179110" y="73766"/>
                </a:cubicBezTo>
                <a:cubicBezTo>
                  <a:pt x="180484" y="72687"/>
                  <a:pt x="182592" y="69988"/>
                  <a:pt x="185435" y="65671"/>
                </a:cubicBezTo>
                <a:lnTo>
                  <a:pt x="187994" y="67219"/>
                </a:lnTo>
                <a:cubicBezTo>
                  <a:pt x="183824" y="74200"/>
                  <a:pt x="179750" y="79117"/>
                  <a:pt x="175770" y="81968"/>
                </a:cubicBezTo>
                <a:cubicBezTo>
                  <a:pt x="172737" y="84181"/>
                  <a:pt x="169752" y="85287"/>
                  <a:pt x="166814" y="85287"/>
                </a:cubicBezTo>
                <a:cubicBezTo>
                  <a:pt x="163782" y="85287"/>
                  <a:pt x="161259" y="84609"/>
                  <a:pt x="159245" y="83252"/>
                </a:cubicBezTo>
                <a:cubicBezTo>
                  <a:pt x="157232" y="81894"/>
                  <a:pt x="155443" y="79680"/>
                  <a:pt x="153879" y="76609"/>
                </a:cubicBezTo>
                <a:cubicBezTo>
                  <a:pt x="152316" y="73538"/>
                  <a:pt x="150468" y="68622"/>
                  <a:pt x="148336" y="61862"/>
                </a:cubicBezTo>
                <a:cubicBezTo>
                  <a:pt x="142792" y="68956"/>
                  <a:pt x="138445" y="74134"/>
                  <a:pt x="135294" y="77395"/>
                </a:cubicBezTo>
                <a:cubicBezTo>
                  <a:pt x="132143" y="80656"/>
                  <a:pt x="129525" y="82786"/>
                  <a:pt x="127440" y="83785"/>
                </a:cubicBezTo>
                <a:cubicBezTo>
                  <a:pt x="125356" y="84786"/>
                  <a:pt x="123129" y="85287"/>
                  <a:pt x="120760" y="85287"/>
                </a:cubicBezTo>
                <a:cubicBezTo>
                  <a:pt x="118296" y="85287"/>
                  <a:pt x="116341" y="84573"/>
                  <a:pt x="114896" y="83146"/>
                </a:cubicBezTo>
                <a:cubicBezTo>
                  <a:pt x="113451" y="81717"/>
                  <a:pt x="112728" y="79861"/>
                  <a:pt x="112728" y="77578"/>
                </a:cubicBezTo>
                <a:cubicBezTo>
                  <a:pt x="112728" y="75149"/>
                  <a:pt x="113510" y="73150"/>
                  <a:pt x="115074" y="71581"/>
                </a:cubicBezTo>
                <a:cubicBezTo>
                  <a:pt x="116637" y="70010"/>
                  <a:pt x="118627" y="69224"/>
                  <a:pt x="121044" y="69224"/>
                </a:cubicBezTo>
                <a:cubicBezTo>
                  <a:pt x="122323" y="69224"/>
                  <a:pt x="123768" y="69623"/>
                  <a:pt x="125379" y="70419"/>
                </a:cubicBezTo>
                <a:cubicBezTo>
                  <a:pt x="127748" y="71613"/>
                  <a:pt x="129454" y="72209"/>
                  <a:pt x="130497" y="72209"/>
                </a:cubicBezTo>
                <a:cubicBezTo>
                  <a:pt x="131871" y="72209"/>
                  <a:pt x="133103" y="71924"/>
                  <a:pt x="134192" y="71352"/>
                </a:cubicBezTo>
                <a:cubicBezTo>
                  <a:pt x="135614" y="70637"/>
                  <a:pt x="137414" y="69087"/>
                  <a:pt x="139594" y="66703"/>
                </a:cubicBezTo>
                <a:cubicBezTo>
                  <a:pt x="140920" y="65226"/>
                  <a:pt x="143361" y="62079"/>
                  <a:pt x="146914" y="57264"/>
                </a:cubicBezTo>
                <a:cubicBezTo>
                  <a:pt x="142366" y="40370"/>
                  <a:pt x="138812" y="30262"/>
                  <a:pt x="136253" y="26941"/>
                </a:cubicBezTo>
                <a:cubicBezTo>
                  <a:pt x="134642" y="24806"/>
                  <a:pt x="132605" y="23738"/>
                  <a:pt x="130141" y="23738"/>
                </a:cubicBezTo>
                <a:cubicBezTo>
                  <a:pt x="128862" y="23738"/>
                  <a:pt x="127298" y="23928"/>
                  <a:pt x="125450" y="24307"/>
                </a:cubicBezTo>
                <a:lnTo>
                  <a:pt x="125948" y="21606"/>
                </a:lnTo>
                <a:close/>
                <a:moveTo>
                  <a:pt x="233835" y="0"/>
                </a:moveTo>
                <a:lnTo>
                  <a:pt x="228149" y="19332"/>
                </a:lnTo>
                <a:lnTo>
                  <a:pt x="237460" y="19332"/>
                </a:lnTo>
                <a:lnTo>
                  <a:pt x="234972" y="27576"/>
                </a:lnTo>
                <a:lnTo>
                  <a:pt x="225804" y="27576"/>
                </a:lnTo>
                <a:lnTo>
                  <a:pt x="213935" y="68789"/>
                </a:lnTo>
                <a:cubicBezTo>
                  <a:pt x="213177" y="71348"/>
                  <a:pt x="212798" y="73290"/>
                  <a:pt x="212798" y="74617"/>
                </a:cubicBezTo>
                <a:cubicBezTo>
                  <a:pt x="212798" y="75236"/>
                  <a:pt x="213011" y="75771"/>
                  <a:pt x="213438" y="76223"/>
                </a:cubicBezTo>
                <a:cubicBezTo>
                  <a:pt x="213864" y="76674"/>
                  <a:pt x="214338" y="76900"/>
                  <a:pt x="214859" y="76900"/>
                </a:cubicBezTo>
                <a:cubicBezTo>
                  <a:pt x="215664" y="76900"/>
                  <a:pt x="216494" y="76568"/>
                  <a:pt x="217347" y="75905"/>
                </a:cubicBezTo>
                <a:cubicBezTo>
                  <a:pt x="219526" y="74247"/>
                  <a:pt x="222061" y="71357"/>
                  <a:pt x="224951" y="67234"/>
                </a:cubicBezTo>
                <a:lnTo>
                  <a:pt x="227439" y="68798"/>
                </a:lnTo>
                <a:cubicBezTo>
                  <a:pt x="224169" y="74484"/>
                  <a:pt x="220568" y="78653"/>
                  <a:pt x="216636" y="81307"/>
                </a:cubicBezTo>
                <a:cubicBezTo>
                  <a:pt x="212703" y="83960"/>
                  <a:pt x="208842" y="85287"/>
                  <a:pt x="205051" y="85287"/>
                </a:cubicBezTo>
                <a:cubicBezTo>
                  <a:pt x="201829" y="85287"/>
                  <a:pt x="199330" y="84469"/>
                  <a:pt x="197553" y="82835"/>
                </a:cubicBezTo>
                <a:cubicBezTo>
                  <a:pt x="195776" y="81200"/>
                  <a:pt x="194888" y="79127"/>
                  <a:pt x="194888" y="76616"/>
                </a:cubicBezTo>
                <a:cubicBezTo>
                  <a:pt x="194888" y="73868"/>
                  <a:pt x="195504" y="70338"/>
                  <a:pt x="196736" y="66026"/>
                </a:cubicBezTo>
                <a:lnTo>
                  <a:pt x="207965" y="27576"/>
                </a:lnTo>
                <a:lnTo>
                  <a:pt x="198299" y="27576"/>
                </a:lnTo>
                <a:lnTo>
                  <a:pt x="199721" y="22303"/>
                </a:lnTo>
                <a:cubicBezTo>
                  <a:pt x="205785" y="20070"/>
                  <a:pt x="210903" y="17458"/>
                  <a:pt x="215072" y="14465"/>
                </a:cubicBezTo>
                <a:cubicBezTo>
                  <a:pt x="219242" y="11473"/>
                  <a:pt x="224264" y="6651"/>
                  <a:pt x="230140" y="0"/>
                </a:cubicBezTo>
                <a:lnTo>
                  <a:pt x="233835" y="0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3E5F3-1BFD-4ECA-AC8A-41CB8F9E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423" y="4805712"/>
            <a:ext cx="656457" cy="131971"/>
          </a:xfrm>
          <a:custGeom xmlns:a="http://schemas.openxmlformats.org/drawingml/2006/main">
            <a:pathLst>
              <a:path w="656457" h="131971">
                <a:moveTo>
                  <a:pt x="0" y="0"/>
                </a:moveTo>
                <a:lnTo>
                  <a:pt x="656457" y="0"/>
                </a:lnTo>
                <a:lnTo>
                  <a:pt x="656457" y="131971"/>
                </a:lnTo>
                <a:lnTo>
                  <a:pt x="0" y="1319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RST">
            <a:extLst xmlns:a="http://schemas.openxmlformats.org/drawingml/2006/main">
              <a:ext uri="{FF2B5EF4-FFF2-40B4-BE49-F238E27FC236}">
                <a16:creationId xmlns:a16="http://schemas.microsoft.com/office/drawing/2014/main" id="{0F708343-F8BD-4D8F-87D3-423617D5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27" y="4836396"/>
            <a:ext cx="213809" cy="78162"/>
          </a:xfrm>
          <a:custGeom xmlns:a="http://schemas.openxmlformats.org/drawingml/2006/main">
            <a:pathLst>
              <a:path w="213809" h="78162">
                <a:moveTo>
                  <a:pt x="27931" y="42393"/>
                </a:moveTo>
                <a:lnTo>
                  <a:pt x="27931" y="63479"/>
                </a:lnTo>
                <a:cubicBezTo>
                  <a:pt x="27931" y="67507"/>
                  <a:pt x="28179" y="70042"/>
                  <a:pt x="28676" y="71087"/>
                </a:cubicBezTo>
                <a:cubicBezTo>
                  <a:pt x="29173" y="72130"/>
                  <a:pt x="30047" y="72963"/>
                  <a:pt x="31298" y="73586"/>
                </a:cubicBezTo>
                <a:cubicBezTo>
                  <a:pt x="32549" y="74208"/>
                  <a:pt x="34886" y="74519"/>
                  <a:pt x="38308" y="74519"/>
                </a:cubicBezTo>
                <a:lnTo>
                  <a:pt x="38308" y="76506"/>
                </a:lnTo>
                <a:lnTo>
                  <a:pt x="0" y="76506"/>
                </a:lnTo>
                <a:lnTo>
                  <a:pt x="0" y="74519"/>
                </a:lnTo>
                <a:cubicBezTo>
                  <a:pt x="3459" y="74519"/>
                  <a:pt x="5805" y="74199"/>
                  <a:pt x="7038" y="73558"/>
                </a:cubicBezTo>
                <a:cubicBezTo>
                  <a:pt x="8271" y="72918"/>
                  <a:pt x="9136" y="72085"/>
                  <a:pt x="9632" y="71059"/>
                </a:cubicBezTo>
                <a:cubicBezTo>
                  <a:pt x="10129" y="70033"/>
                  <a:pt x="10377" y="67507"/>
                  <a:pt x="10377" y="63479"/>
                </a:cubicBezTo>
                <a:lnTo>
                  <a:pt x="10377" y="14683"/>
                </a:lnTo>
                <a:cubicBezTo>
                  <a:pt x="10377" y="10656"/>
                  <a:pt x="10129" y="8121"/>
                  <a:pt x="9632" y="7078"/>
                </a:cubicBezTo>
                <a:cubicBezTo>
                  <a:pt x="9136" y="6033"/>
                  <a:pt x="8262" y="5200"/>
                  <a:pt x="7010" y="4578"/>
                </a:cubicBezTo>
                <a:cubicBezTo>
                  <a:pt x="5759" y="3955"/>
                  <a:pt x="3422" y="3643"/>
                  <a:pt x="0" y="3643"/>
                </a:cubicBezTo>
                <a:lnTo>
                  <a:pt x="0" y="1656"/>
                </a:lnTo>
                <a:lnTo>
                  <a:pt x="34776" y="1656"/>
                </a:lnTo>
                <a:cubicBezTo>
                  <a:pt x="43828" y="1656"/>
                  <a:pt x="50452" y="2281"/>
                  <a:pt x="54647" y="3531"/>
                </a:cubicBezTo>
                <a:cubicBezTo>
                  <a:pt x="58843" y="4781"/>
                  <a:pt x="62265" y="7088"/>
                  <a:pt x="64915" y="10452"/>
                </a:cubicBezTo>
                <a:cubicBezTo>
                  <a:pt x="67564" y="13815"/>
                  <a:pt x="68889" y="17758"/>
                  <a:pt x="68889" y="22280"/>
                </a:cubicBezTo>
                <a:cubicBezTo>
                  <a:pt x="68889" y="27795"/>
                  <a:pt x="66902" y="32354"/>
                  <a:pt x="62927" y="35957"/>
                </a:cubicBezTo>
                <a:cubicBezTo>
                  <a:pt x="60388" y="38237"/>
                  <a:pt x="56837" y="39946"/>
                  <a:pt x="52274" y="41086"/>
                </a:cubicBezTo>
                <a:lnTo>
                  <a:pt x="70269" y="66484"/>
                </a:lnTo>
                <a:cubicBezTo>
                  <a:pt x="72624" y="69727"/>
                  <a:pt x="74298" y="71749"/>
                  <a:pt x="75292" y="72551"/>
                </a:cubicBezTo>
                <a:cubicBezTo>
                  <a:pt x="76801" y="73680"/>
                  <a:pt x="78549" y="74300"/>
                  <a:pt x="80536" y="74409"/>
                </a:cubicBezTo>
                <a:lnTo>
                  <a:pt x="80536" y="76506"/>
                </a:lnTo>
                <a:lnTo>
                  <a:pt x="56966" y="76506"/>
                </a:lnTo>
                <a:lnTo>
                  <a:pt x="32844" y="42393"/>
                </a:lnTo>
                <a:lnTo>
                  <a:pt x="27931" y="42393"/>
                </a:lnTo>
                <a:moveTo>
                  <a:pt x="27931" y="5851"/>
                </a:moveTo>
                <a:lnTo>
                  <a:pt x="27931" y="38419"/>
                </a:lnTo>
                <a:lnTo>
                  <a:pt x="31077" y="38419"/>
                </a:lnTo>
                <a:cubicBezTo>
                  <a:pt x="36192" y="38419"/>
                  <a:pt x="40020" y="37953"/>
                  <a:pt x="42559" y="37022"/>
                </a:cubicBezTo>
                <a:cubicBezTo>
                  <a:pt x="45098" y="36089"/>
                  <a:pt x="47094" y="34408"/>
                  <a:pt x="48548" y="31978"/>
                </a:cubicBezTo>
                <a:cubicBezTo>
                  <a:pt x="50001" y="29547"/>
                  <a:pt x="50728" y="26376"/>
                  <a:pt x="50728" y="22464"/>
                </a:cubicBezTo>
                <a:cubicBezTo>
                  <a:pt x="50728" y="16798"/>
                  <a:pt x="49394" y="12613"/>
                  <a:pt x="46726" y="9908"/>
                </a:cubicBezTo>
                <a:cubicBezTo>
                  <a:pt x="44058" y="7204"/>
                  <a:pt x="39762" y="5851"/>
                  <a:pt x="33837" y="5851"/>
                </a:cubicBezTo>
                <a:lnTo>
                  <a:pt x="27931" y="5851"/>
                </a:lnTo>
                <a:close/>
                <a:moveTo>
                  <a:pt x="132512" y="0"/>
                </a:moveTo>
                <a:lnTo>
                  <a:pt x="133119" y="24950"/>
                </a:lnTo>
                <a:lnTo>
                  <a:pt x="130856" y="24950"/>
                </a:lnTo>
                <a:cubicBezTo>
                  <a:pt x="129789" y="18710"/>
                  <a:pt x="127167" y="13691"/>
                  <a:pt x="122990" y="9893"/>
                </a:cubicBezTo>
                <a:cubicBezTo>
                  <a:pt x="118814" y="6094"/>
                  <a:pt x="114296" y="4195"/>
                  <a:pt x="109439" y="4195"/>
                </a:cubicBezTo>
                <a:cubicBezTo>
                  <a:pt x="105685" y="4195"/>
                  <a:pt x="102714" y="5195"/>
                  <a:pt x="100524" y="7195"/>
                </a:cubicBezTo>
                <a:cubicBezTo>
                  <a:pt x="98335" y="9194"/>
                  <a:pt x="97240" y="11495"/>
                  <a:pt x="97240" y="14100"/>
                </a:cubicBezTo>
                <a:cubicBezTo>
                  <a:pt x="97240" y="15750"/>
                  <a:pt x="97626" y="17218"/>
                  <a:pt x="98399" y="18502"/>
                </a:cubicBezTo>
                <a:cubicBezTo>
                  <a:pt x="99466" y="20226"/>
                  <a:pt x="101177" y="21931"/>
                  <a:pt x="103532" y="23618"/>
                </a:cubicBezTo>
                <a:cubicBezTo>
                  <a:pt x="105262" y="24829"/>
                  <a:pt x="109255" y="26976"/>
                  <a:pt x="115511" y="30058"/>
                </a:cubicBezTo>
                <a:cubicBezTo>
                  <a:pt x="124269" y="34350"/>
                  <a:pt x="130175" y="38404"/>
                  <a:pt x="133230" y="42221"/>
                </a:cubicBezTo>
                <a:cubicBezTo>
                  <a:pt x="136247" y="46036"/>
                  <a:pt x="137756" y="50403"/>
                  <a:pt x="137756" y="55320"/>
                </a:cubicBezTo>
                <a:cubicBezTo>
                  <a:pt x="137756" y="61558"/>
                  <a:pt x="135318" y="66924"/>
                  <a:pt x="130442" y="71419"/>
                </a:cubicBezTo>
                <a:cubicBezTo>
                  <a:pt x="125566" y="75915"/>
                  <a:pt x="119375" y="78162"/>
                  <a:pt x="111868" y="78162"/>
                </a:cubicBezTo>
                <a:cubicBezTo>
                  <a:pt x="109512" y="78162"/>
                  <a:pt x="107286" y="77923"/>
                  <a:pt x="105188" y="77445"/>
                </a:cubicBezTo>
                <a:cubicBezTo>
                  <a:pt x="103091" y="76966"/>
                  <a:pt x="100460" y="76065"/>
                  <a:pt x="97295" y="74740"/>
                </a:cubicBezTo>
                <a:cubicBezTo>
                  <a:pt x="95529" y="74004"/>
                  <a:pt x="94075" y="73636"/>
                  <a:pt x="92934" y="73636"/>
                </a:cubicBezTo>
                <a:cubicBezTo>
                  <a:pt x="91977" y="73636"/>
                  <a:pt x="90965" y="74009"/>
                  <a:pt x="89898" y="74754"/>
                </a:cubicBezTo>
                <a:cubicBezTo>
                  <a:pt x="88831" y="75499"/>
                  <a:pt x="87966" y="76635"/>
                  <a:pt x="87304" y="78162"/>
                </a:cubicBezTo>
                <a:lnTo>
                  <a:pt x="85261" y="78162"/>
                </a:lnTo>
                <a:lnTo>
                  <a:pt x="85261" y="49900"/>
                </a:lnTo>
                <a:lnTo>
                  <a:pt x="87304" y="49900"/>
                </a:lnTo>
                <a:cubicBezTo>
                  <a:pt x="88923" y="57831"/>
                  <a:pt x="92042" y="63880"/>
                  <a:pt x="96660" y="68047"/>
                </a:cubicBezTo>
                <a:cubicBezTo>
                  <a:pt x="101278" y="72215"/>
                  <a:pt x="106256" y="74298"/>
                  <a:pt x="111592" y="74298"/>
                </a:cubicBezTo>
                <a:cubicBezTo>
                  <a:pt x="115713" y="74298"/>
                  <a:pt x="118998" y="73179"/>
                  <a:pt x="121445" y="70942"/>
                </a:cubicBezTo>
                <a:cubicBezTo>
                  <a:pt x="123892" y="68704"/>
                  <a:pt x="125115" y="66099"/>
                  <a:pt x="125115" y="63127"/>
                </a:cubicBezTo>
                <a:cubicBezTo>
                  <a:pt x="125115" y="61367"/>
                  <a:pt x="124646" y="59661"/>
                  <a:pt x="123708" y="58011"/>
                </a:cubicBezTo>
                <a:cubicBezTo>
                  <a:pt x="122769" y="56360"/>
                  <a:pt x="121343" y="54791"/>
                  <a:pt x="119430" y="53305"/>
                </a:cubicBezTo>
                <a:cubicBezTo>
                  <a:pt x="117516" y="51820"/>
                  <a:pt x="114131" y="49885"/>
                  <a:pt x="109273" y="47501"/>
                </a:cubicBezTo>
                <a:cubicBezTo>
                  <a:pt x="102465" y="44162"/>
                  <a:pt x="97571" y="41317"/>
                  <a:pt x="94590" y="38966"/>
                </a:cubicBezTo>
                <a:cubicBezTo>
                  <a:pt x="91609" y="36614"/>
                  <a:pt x="89319" y="33987"/>
                  <a:pt x="87718" y="31084"/>
                </a:cubicBezTo>
                <a:cubicBezTo>
                  <a:pt x="86117" y="28182"/>
                  <a:pt x="85317" y="24985"/>
                  <a:pt x="85317" y="21495"/>
                </a:cubicBezTo>
                <a:cubicBezTo>
                  <a:pt x="85317" y="15543"/>
                  <a:pt x="87506" y="10472"/>
                  <a:pt x="91885" y="6284"/>
                </a:cubicBezTo>
                <a:cubicBezTo>
                  <a:pt x="96265" y="2095"/>
                  <a:pt x="101784" y="0"/>
                  <a:pt x="108445" y="0"/>
                </a:cubicBezTo>
                <a:cubicBezTo>
                  <a:pt x="110874" y="0"/>
                  <a:pt x="113229" y="298"/>
                  <a:pt x="115511" y="894"/>
                </a:cubicBezTo>
                <a:cubicBezTo>
                  <a:pt x="117240" y="1340"/>
                  <a:pt x="119347" y="2167"/>
                  <a:pt x="121831" y="3376"/>
                </a:cubicBezTo>
                <a:cubicBezTo>
                  <a:pt x="124315" y="4584"/>
                  <a:pt x="126054" y="5189"/>
                  <a:pt x="127047" y="5189"/>
                </a:cubicBezTo>
                <a:cubicBezTo>
                  <a:pt x="128004" y="5189"/>
                  <a:pt x="128759" y="4891"/>
                  <a:pt x="129311" y="4297"/>
                </a:cubicBezTo>
                <a:cubicBezTo>
                  <a:pt x="129863" y="3701"/>
                  <a:pt x="130378" y="2269"/>
                  <a:pt x="130856" y="0"/>
                </a:cubicBezTo>
                <a:lnTo>
                  <a:pt x="132512" y="0"/>
                </a:lnTo>
                <a:close/>
                <a:moveTo>
                  <a:pt x="213809" y="1656"/>
                </a:moveTo>
                <a:lnTo>
                  <a:pt x="213809" y="21969"/>
                </a:lnTo>
                <a:lnTo>
                  <a:pt x="211822" y="21969"/>
                </a:lnTo>
                <a:cubicBezTo>
                  <a:pt x="210644" y="17280"/>
                  <a:pt x="209338" y="13910"/>
                  <a:pt x="207903" y="11861"/>
                </a:cubicBezTo>
                <a:cubicBezTo>
                  <a:pt x="206468" y="9812"/>
                  <a:pt x="204499" y="8178"/>
                  <a:pt x="201997" y="6959"/>
                </a:cubicBezTo>
                <a:cubicBezTo>
                  <a:pt x="200598" y="6294"/>
                  <a:pt x="198151" y="5962"/>
                  <a:pt x="194655" y="5962"/>
                </a:cubicBezTo>
                <a:lnTo>
                  <a:pt x="189080" y="5962"/>
                </a:lnTo>
                <a:lnTo>
                  <a:pt x="189080" y="63700"/>
                </a:lnTo>
                <a:cubicBezTo>
                  <a:pt x="189080" y="67547"/>
                  <a:pt x="189292" y="69951"/>
                  <a:pt x="189715" y="70914"/>
                </a:cubicBezTo>
                <a:cubicBezTo>
                  <a:pt x="190138" y="71875"/>
                  <a:pt x="190966" y="72717"/>
                  <a:pt x="192199" y="73438"/>
                </a:cubicBezTo>
                <a:cubicBezTo>
                  <a:pt x="193431" y="74159"/>
                  <a:pt x="195115" y="74519"/>
                  <a:pt x="197249" y="74519"/>
                </a:cubicBezTo>
                <a:lnTo>
                  <a:pt x="199733" y="74519"/>
                </a:lnTo>
                <a:lnTo>
                  <a:pt x="199733" y="76506"/>
                </a:lnTo>
                <a:lnTo>
                  <a:pt x="160542" y="76506"/>
                </a:lnTo>
                <a:lnTo>
                  <a:pt x="160542" y="74519"/>
                </a:lnTo>
                <a:lnTo>
                  <a:pt x="163026" y="74519"/>
                </a:lnTo>
                <a:cubicBezTo>
                  <a:pt x="165197" y="74519"/>
                  <a:pt x="166945" y="74131"/>
                  <a:pt x="168270" y="73355"/>
                </a:cubicBezTo>
                <a:cubicBezTo>
                  <a:pt x="169227" y="72836"/>
                  <a:pt x="169981" y="71948"/>
                  <a:pt x="170533" y="70691"/>
                </a:cubicBezTo>
                <a:cubicBezTo>
                  <a:pt x="170938" y="69804"/>
                  <a:pt x="171140" y="67473"/>
                  <a:pt x="171140" y="63700"/>
                </a:cubicBezTo>
                <a:lnTo>
                  <a:pt x="171140" y="5962"/>
                </a:lnTo>
                <a:lnTo>
                  <a:pt x="165731" y="5962"/>
                </a:lnTo>
                <a:cubicBezTo>
                  <a:pt x="160689" y="5962"/>
                  <a:pt x="157027" y="7032"/>
                  <a:pt x="154746" y="9173"/>
                </a:cubicBezTo>
                <a:cubicBezTo>
                  <a:pt x="151544" y="12165"/>
                  <a:pt x="149520" y="16430"/>
                  <a:pt x="148674" y="21969"/>
                </a:cubicBezTo>
                <a:lnTo>
                  <a:pt x="146576" y="21969"/>
                </a:lnTo>
                <a:lnTo>
                  <a:pt x="146576" y="1656"/>
                </a:lnTo>
                <a:lnTo>
                  <a:pt x="213809" y="16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8B959-F58A-497A-91A6-9ADEB4D1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09" y="1291022"/>
            <a:ext cx="1415313" cy="4690"/>
          </a:xfrm>
          <a:custGeom xmlns:a="http://schemas.openxmlformats.org/drawingml/2006/main">
            <a:pathLst>
              <a:path w="1415313" h="4690" fill="none">
                <a:moveTo>
                  <a:pt x="0" y="4690"/>
                </a:moveTo>
                <a:lnTo>
                  <a:pt x="1415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D30A3-BC43-4B56-B83A-30A55C30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799" y="1250618"/>
            <a:ext cx="81002" cy="80864"/>
          </a:xfrm>
          <a:custGeom xmlns:a="http://schemas.openxmlformats.org/drawingml/2006/main">
            <a:pathLst>
              <a:path w="81002" h="80864">
                <a:moveTo>
                  <a:pt x="275" y="80864"/>
                </a:moveTo>
                <a:lnTo>
                  <a:pt x="0" y="0"/>
                </a:lnTo>
                <a:lnTo>
                  <a:pt x="81002" y="40157"/>
                </a:lnTo>
                <a:lnTo>
                  <a:pt x="275" y="80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Attacker">
            <a:extLst xmlns:a="http://schemas.openxmlformats.org/drawingml/2006/main">
              <a:ext uri="{FF2B5EF4-FFF2-40B4-BE49-F238E27FC236}">
                <a16:creationId xmlns:a16="http://schemas.microsoft.com/office/drawing/2014/main" id="{3BA367D4-6256-452A-9AAE-2864E54A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434" y="139393"/>
            <a:ext cx="668303" cy="137406"/>
          </a:xfrm>
          <a:custGeom xmlns:a="http://schemas.openxmlformats.org/drawingml/2006/main">
            <a:pathLst>
              <a:path w="668303" h="137406">
                <a:moveTo>
                  <a:pt x="87277" y="91731"/>
                </a:moveTo>
                <a:lnTo>
                  <a:pt x="37526" y="91731"/>
                </a:lnTo>
                <a:lnTo>
                  <a:pt x="28808" y="112010"/>
                </a:lnTo>
                <a:cubicBezTo>
                  <a:pt x="26660" y="117001"/>
                  <a:pt x="25586" y="120728"/>
                  <a:pt x="25586" y="123192"/>
                </a:cubicBezTo>
                <a:cubicBezTo>
                  <a:pt x="25586" y="125150"/>
                  <a:pt x="26518" y="126872"/>
                  <a:pt x="28382" y="128356"/>
                </a:cubicBezTo>
                <a:cubicBezTo>
                  <a:pt x="30245" y="129841"/>
                  <a:pt x="34273" y="130804"/>
                  <a:pt x="40464" y="131247"/>
                </a:cubicBezTo>
                <a:lnTo>
                  <a:pt x="40464" y="134753"/>
                </a:lnTo>
                <a:lnTo>
                  <a:pt x="0" y="134753"/>
                </a:lnTo>
                <a:lnTo>
                  <a:pt x="0" y="131247"/>
                </a:lnTo>
                <a:cubicBezTo>
                  <a:pt x="5370" y="130299"/>
                  <a:pt x="8845" y="129068"/>
                  <a:pt x="10424" y="127554"/>
                </a:cubicBezTo>
                <a:cubicBezTo>
                  <a:pt x="13646" y="124523"/>
                  <a:pt x="17215" y="118369"/>
                  <a:pt x="21132" y="109090"/>
                </a:cubicBezTo>
                <a:lnTo>
                  <a:pt x="66334" y="3411"/>
                </a:lnTo>
                <a:lnTo>
                  <a:pt x="69651" y="3411"/>
                </a:lnTo>
                <a:lnTo>
                  <a:pt x="114379" y="110224"/>
                </a:lnTo>
                <a:cubicBezTo>
                  <a:pt x="117980" y="118810"/>
                  <a:pt x="121249" y="124381"/>
                  <a:pt x="124187" y="126938"/>
                </a:cubicBezTo>
                <a:cubicBezTo>
                  <a:pt x="127125" y="129495"/>
                  <a:pt x="131215" y="130931"/>
                  <a:pt x="136459" y="131247"/>
                </a:cubicBezTo>
                <a:lnTo>
                  <a:pt x="136459" y="134753"/>
                </a:lnTo>
                <a:lnTo>
                  <a:pt x="85760" y="134753"/>
                </a:lnTo>
                <a:lnTo>
                  <a:pt x="85760" y="131247"/>
                </a:lnTo>
                <a:cubicBezTo>
                  <a:pt x="90878" y="130994"/>
                  <a:pt x="94337" y="130141"/>
                  <a:pt x="96137" y="128688"/>
                </a:cubicBezTo>
                <a:cubicBezTo>
                  <a:pt x="97938" y="127235"/>
                  <a:pt x="98838" y="125466"/>
                  <a:pt x="98838" y="123381"/>
                </a:cubicBezTo>
                <a:cubicBezTo>
                  <a:pt x="98838" y="120602"/>
                  <a:pt x="97574" y="116211"/>
                  <a:pt x="95047" y="110209"/>
                </a:cubicBezTo>
                <a:lnTo>
                  <a:pt x="87277" y="91731"/>
                </a:lnTo>
                <a:moveTo>
                  <a:pt x="84623" y="84718"/>
                </a:moveTo>
                <a:lnTo>
                  <a:pt x="62828" y="32862"/>
                </a:lnTo>
                <a:lnTo>
                  <a:pt x="40464" y="84718"/>
                </a:lnTo>
                <a:lnTo>
                  <a:pt x="84623" y="84718"/>
                </a:lnTo>
                <a:close/>
                <a:moveTo>
                  <a:pt x="169877" y="19332"/>
                </a:moveTo>
                <a:lnTo>
                  <a:pt x="169877" y="47950"/>
                </a:lnTo>
                <a:lnTo>
                  <a:pt x="190156" y="47950"/>
                </a:lnTo>
                <a:lnTo>
                  <a:pt x="190156" y="54583"/>
                </a:lnTo>
                <a:lnTo>
                  <a:pt x="169877" y="54583"/>
                </a:lnTo>
                <a:lnTo>
                  <a:pt x="169877" y="110796"/>
                </a:lnTo>
                <a:cubicBezTo>
                  <a:pt x="169877" y="116412"/>
                  <a:pt x="170682" y="120199"/>
                  <a:pt x="172293" y="122155"/>
                </a:cubicBezTo>
                <a:cubicBezTo>
                  <a:pt x="173904" y="124110"/>
                  <a:pt x="175973" y="125087"/>
                  <a:pt x="178500" y="125087"/>
                </a:cubicBezTo>
                <a:cubicBezTo>
                  <a:pt x="180585" y="125087"/>
                  <a:pt x="182607" y="124440"/>
                  <a:pt x="184565" y="123144"/>
                </a:cubicBezTo>
                <a:cubicBezTo>
                  <a:pt x="186523" y="121849"/>
                  <a:pt x="188040" y="119938"/>
                  <a:pt x="189114" y="117411"/>
                </a:cubicBezTo>
                <a:lnTo>
                  <a:pt x="192809" y="117411"/>
                </a:lnTo>
                <a:cubicBezTo>
                  <a:pt x="190598" y="123620"/>
                  <a:pt x="187471" y="128316"/>
                  <a:pt x="183428" y="131498"/>
                </a:cubicBezTo>
                <a:cubicBezTo>
                  <a:pt x="179385" y="134679"/>
                  <a:pt x="175215" y="136269"/>
                  <a:pt x="170919" y="136269"/>
                </a:cubicBezTo>
                <a:cubicBezTo>
                  <a:pt x="168013" y="136269"/>
                  <a:pt x="165170" y="135463"/>
                  <a:pt x="162391" y="133850"/>
                </a:cubicBezTo>
                <a:cubicBezTo>
                  <a:pt x="159611" y="132237"/>
                  <a:pt x="157558" y="129929"/>
                  <a:pt x="156231" y="126926"/>
                </a:cubicBezTo>
                <a:cubicBezTo>
                  <a:pt x="154904" y="123921"/>
                  <a:pt x="154241" y="119288"/>
                  <a:pt x="154241" y="113026"/>
                </a:cubicBezTo>
                <a:lnTo>
                  <a:pt x="154241" y="54583"/>
                </a:lnTo>
                <a:lnTo>
                  <a:pt x="140500" y="54583"/>
                </a:lnTo>
                <a:lnTo>
                  <a:pt x="140500" y="51456"/>
                </a:lnTo>
                <a:cubicBezTo>
                  <a:pt x="143975" y="50062"/>
                  <a:pt x="147529" y="47702"/>
                  <a:pt x="151161" y="44376"/>
                </a:cubicBezTo>
                <a:cubicBezTo>
                  <a:pt x="154794" y="41049"/>
                  <a:pt x="158031" y="37105"/>
                  <a:pt x="160874" y="32542"/>
                </a:cubicBezTo>
                <a:cubicBezTo>
                  <a:pt x="162327" y="30136"/>
                  <a:pt x="164349" y="25732"/>
                  <a:pt x="166939" y="19332"/>
                </a:cubicBezTo>
                <a:lnTo>
                  <a:pt x="169877" y="19332"/>
                </a:lnTo>
                <a:close/>
                <a:moveTo>
                  <a:pt x="223732" y="19332"/>
                </a:moveTo>
                <a:lnTo>
                  <a:pt x="223732" y="47950"/>
                </a:lnTo>
                <a:lnTo>
                  <a:pt x="244011" y="47950"/>
                </a:lnTo>
                <a:lnTo>
                  <a:pt x="244011" y="54583"/>
                </a:lnTo>
                <a:lnTo>
                  <a:pt x="223732" y="54583"/>
                </a:lnTo>
                <a:lnTo>
                  <a:pt x="223732" y="110796"/>
                </a:lnTo>
                <a:cubicBezTo>
                  <a:pt x="223732" y="116412"/>
                  <a:pt x="224538" y="120199"/>
                  <a:pt x="226149" y="122155"/>
                </a:cubicBezTo>
                <a:cubicBezTo>
                  <a:pt x="227760" y="124110"/>
                  <a:pt x="229829" y="125087"/>
                  <a:pt x="232356" y="125087"/>
                </a:cubicBezTo>
                <a:cubicBezTo>
                  <a:pt x="234440" y="125087"/>
                  <a:pt x="236462" y="124440"/>
                  <a:pt x="238420" y="123144"/>
                </a:cubicBezTo>
                <a:cubicBezTo>
                  <a:pt x="240379" y="121849"/>
                  <a:pt x="241895" y="119938"/>
                  <a:pt x="242969" y="117411"/>
                </a:cubicBezTo>
                <a:lnTo>
                  <a:pt x="246665" y="117411"/>
                </a:lnTo>
                <a:cubicBezTo>
                  <a:pt x="244454" y="123620"/>
                  <a:pt x="241326" y="128316"/>
                  <a:pt x="237283" y="131498"/>
                </a:cubicBezTo>
                <a:cubicBezTo>
                  <a:pt x="233240" y="134679"/>
                  <a:pt x="229070" y="136269"/>
                  <a:pt x="224774" y="136269"/>
                </a:cubicBezTo>
                <a:cubicBezTo>
                  <a:pt x="221868" y="136269"/>
                  <a:pt x="219026" y="135463"/>
                  <a:pt x="216246" y="133850"/>
                </a:cubicBezTo>
                <a:cubicBezTo>
                  <a:pt x="213466" y="132237"/>
                  <a:pt x="211413" y="129929"/>
                  <a:pt x="210086" y="126926"/>
                </a:cubicBezTo>
                <a:cubicBezTo>
                  <a:pt x="208760" y="123921"/>
                  <a:pt x="208096" y="119288"/>
                  <a:pt x="208096" y="113026"/>
                </a:cubicBezTo>
                <a:lnTo>
                  <a:pt x="208096" y="54583"/>
                </a:lnTo>
                <a:lnTo>
                  <a:pt x="194356" y="54583"/>
                </a:lnTo>
                <a:lnTo>
                  <a:pt x="194356" y="51456"/>
                </a:lnTo>
                <a:cubicBezTo>
                  <a:pt x="197830" y="50062"/>
                  <a:pt x="201384" y="47702"/>
                  <a:pt x="205016" y="44376"/>
                </a:cubicBezTo>
                <a:cubicBezTo>
                  <a:pt x="208649" y="41049"/>
                  <a:pt x="211887" y="37105"/>
                  <a:pt x="214730" y="32542"/>
                </a:cubicBezTo>
                <a:cubicBezTo>
                  <a:pt x="216183" y="30136"/>
                  <a:pt x="218204" y="25732"/>
                  <a:pt x="220794" y="19332"/>
                </a:cubicBezTo>
                <a:lnTo>
                  <a:pt x="223732" y="19332"/>
                </a:lnTo>
                <a:close/>
                <a:moveTo>
                  <a:pt x="301564" y="122244"/>
                </a:moveTo>
                <a:cubicBezTo>
                  <a:pt x="292656" y="129130"/>
                  <a:pt x="287065" y="133110"/>
                  <a:pt x="284791" y="134184"/>
                </a:cubicBezTo>
                <a:cubicBezTo>
                  <a:pt x="281379" y="135827"/>
                  <a:pt x="277746" y="136648"/>
                  <a:pt x="273893" y="136648"/>
                </a:cubicBezTo>
                <a:cubicBezTo>
                  <a:pt x="267891" y="136648"/>
                  <a:pt x="262948" y="134595"/>
                  <a:pt x="259062" y="130489"/>
                </a:cubicBezTo>
                <a:cubicBezTo>
                  <a:pt x="255177" y="126382"/>
                  <a:pt x="253234" y="120981"/>
                  <a:pt x="253234" y="114284"/>
                </a:cubicBezTo>
                <a:cubicBezTo>
                  <a:pt x="253234" y="110051"/>
                  <a:pt x="254182" y="106387"/>
                  <a:pt x="256077" y="103292"/>
                </a:cubicBezTo>
                <a:cubicBezTo>
                  <a:pt x="258668" y="98996"/>
                  <a:pt x="263169" y="94952"/>
                  <a:pt x="269581" y="91162"/>
                </a:cubicBezTo>
                <a:cubicBezTo>
                  <a:pt x="275993" y="87371"/>
                  <a:pt x="286654" y="82760"/>
                  <a:pt x="301564" y="77327"/>
                </a:cubicBezTo>
                <a:lnTo>
                  <a:pt x="301564" y="73915"/>
                </a:lnTo>
                <a:cubicBezTo>
                  <a:pt x="301564" y="65260"/>
                  <a:pt x="300190" y="59322"/>
                  <a:pt x="297441" y="56100"/>
                </a:cubicBezTo>
                <a:cubicBezTo>
                  <a:pt x="294693" y="52878"/>
                  <a:pt x="290697" y="51267"/>
                  <a:pt x="285454" y="51267"/>
                </a:cubicBezTo>
                <a:cubicBezTo>
                  <a:pt x="281474" y="51267"/>
                  <a:pt x="278315" y="52337"/>
                  <a:pt x="275978" y="54477"/>
                </a:cubicBezTo>
                <a:cubicBezTo>
                  <a:pt x="273577" y="56617"/>
                  <a:pt x="272377" y="59072"/>
                  <a:pt x="272377" y="61842"/>
                </a:cubicBezTo>
                <a:lnTo>
                  <a:pt x="272566" y="67317"/>
                </a:lnTo>
                <a:cubicBezTo>
                  <a:pt x="272566" y="70211"/>
                  <a:pt x="271824" y="72445"/>
                  <a:pt x="270339" y="74019"/>
                </a:cubicBezTo>
                <a:cubicBezTo>
                  <a:pt x="268855" y="75592"/>
                  <a:pt x="266912" y="76379"/>
                  <a:pt x="264511" y="76379"/>
                </a:cubicBezTo>
                <a:cubicBezTo>
                  <a:pt x="262174" y="76379"/>
                  <a:pt x="260263" y="75561"/>
                  <a:pt x="258778" y="73924"/>
                </a:cubicBezTo>
                <a:cubicBezTo>
                  <a:pt x="257293" y="72285"/>
                  <a:pt x="256551" y="70049"/>
                  <a:pt x="256551" y="67214"/>
                </a:cubicBezTo>
                <a:cubicBezTo>
                  <a:pt x="256551" y="61798"/>
                  <a:pt x="259331" y="56823"/>
                  <a:pt x="264890" y="52288"/>
                </a:cubicBezTo>
                <a:cubicBezTo>
                  <a:pt x="270450" y="47754"/>
                  <a:pt x="278252" y="45486"/>
                  <a:pt x="288297" y="45486"/>
                </a:cubicBezTo>
                <a:cubicBezTo>
                  <a:pt x="296004" y="45486"/>
                  <a:pt x="302322" y="46779"/>
                  <a:pt x="307249" y="49366"/>
                </a:cubicBezTo>
                <a:cubicBezTo>
                  <a:pt x="310977" y="51322"/>
                  <a:pt x="313725" y="54383"/>
                  <a:pt x="315494" y="58549"/>
                </a:cubicBezTo>
                <a:cubicBezTo>
                  <a:pt x="316631" y="61261"/>
                  <a:pt x="317199" y="66814"/>
                  <a:pt x="317199" y="75206"/>
                </a:cubicBezTo>
                <a:lnTo>
                  <a:pt x="317199" y="104642"/>
                </a:lnTo>
                <a:cubicBezTo>
                  <a:pt x="317199" y="112908"/>
                  <a:pt x="317357" y="117972"/>
                  <a:pt x="317673" y="119834"/>
                </a:cubicBezTo>
                <a:cubicBezTo>
                  <a:pt x="317989" y="121695"/>
                  <a:pt x="318510" y="122942"/>
                  <a:pt x="319237" y="123574"/>
                </a:cubicBezTo>
                <a:cubicBezTo>
                  <a:pt x="319963" y="124204"/>
                  <a:pt x="320800" y="124519"/>
                  <a:pt x="321748" y="124519"/>
                </a:cubicBezTo>
                <a:cubicBezTo>
                  <a:pt x="322759" y="124519"/>
                  <a:pt x="323643" y="124297"/>
                  <a:pt x="324401" y="123855"/>
                </a:cubicBezTo>
                <a:cubicBezTo>
                  <a:pt x="325728" y="123034"/>
                  <a:pt x="328287" y="120728"/>
                  <a:pt x="332077" y="116938"/>
                </a:cubicBezTo>
                <a:lnTo>
                  <a:pt x="332077" y="122244"/>
                </a:lnTo>
                <a:cubicBezTo>
                  <a:pt x="325002" y="131721"/>
                  <a:pt x="318242" y="136459"/>
                  <a:pt x="311798" y="136459"/>
                </a:cubicBezTo>
                <a:cubicBezTo>
                  <a:pt x="308702" y="136459"/>
                  <a:pt x="306239" y="135385"/>
                  <a:pt x="304406" y="133237"/>
                </a:cubicBezTo>
                <a:cubicBezTo>
                  <a:pt x="302574" y="131089"/>
                  <a:pt x="301627" y="127425"/>
                  <a:pt x="301564" y="122244"/>
                </a:cubicBezTo>
                <a:moveTo>
                  <a:pt x="301564" y="116031"/>
                </a:moveTo>
                <a:lnTo>
                  <a:pt x="301564" y="83107"/>
                </a:lnTo>
                <a:cubicBezTo>
                  <a:pt x="292024" y="86880"/>
                  <a:pt x="285865" y="89553"/>
                  <a:pt x="283085" y="91126"/>
                </a:cubicBezTo>
                <a:cubicBezTo>
                  <a:pt x="278094" y="93894"/>
                  <a:pt x="274525" y="96788"/>
                  <a:pt x="272377" y="99806"/>
                </a:cubicBezTo>
                <a:cubicBezTo>
                  <a:pt x="270229" y="102825"/>
                  <a:pt x="269155" y="106127"/>
                  <a:pt x="269155" y="109712"/>
                </a:cubicBezTo>
                <a:cubicBezTo>
                  <a:pt x="269155" y="114241"/>
                  <a:pt x="270513" y="117999"/>
                  <a:pt x="273229" y="120986"/>
                </a:cubicBezTo>
                <a:cubicBezTo>
                  <a:pt x="275946" y="123973"/>
                  <a:pt x="279073" y="125466"/>
                  <a:pt x="282611" y="125466"/>
                </a:cubicBezTo>
                <a:cubicBezTo>
                  <a:pt x="287412" y="125466"/>
                  <a:pt x="293730" y="122321"/>
                  <a:pt x="301564" y="116031"/>
                </a:cubicBezTo>
                <a:close/>
                <a:moveTo>
                  <a:pt x="412470" y="101775"/>
                </a:moveTo>
                <a:cubicBezTo>
                  <a:pt x="410132" y="113210"/>
                  <a:pt x="405552" y="122007"/>
                  <a:pt x="398729" y="128167"/>
                </a:cubicBezTo>
                <a:cubicBezTo>
                  <a:pt x="391906" y="134327"/>
                  <a:pt x="384357" y="137406"/>
                  <a:pt x="376081" y="137406"/>
                </a:cubicBezTo>
                <a:cubicBezTo>
                  <a:pt x="366225" y="137406"/>
                  <a:pt x="357634" y="133273"/>
                  <a:pt x="350305" y="125007"/>
                </a:cubicBezTo>
                <a:cubicBezTo>
                  <a:pt x="342977" y="116739"/>
                  <a:pt x="339313" y="105568"/>
                  <a:pt x="339313" y="91494"/>
                </a:cubicBezTo>
                <a:cubicBezTo>
                  <a:pt x="339313" y="77862"/>
                  <a:pt x="343372" y="66786"/>
                  <a:pt x="351490" y="58267"/>
                </a:cubicBezTo>
                <a:cubicBezTo>
                  <a:pt x="359608" y="49747"/>
                  <a:pt x="369353" y="45486"/>
                  <a:pt x="380724" y="45486"/>
                </a:cubicBezTo>
                <a:cubicBezTo>
                  <a:pt x="389253" y="45486"/>
                  <a:pt x="396265" y="47738"/>
                  <a:pt x="401761" y="52241"/>
                </a:cubicBezTo>
                <a:cubicBezTo>
                  <a:pt x="407258" y="56742"/>
                  <a:pt x="410006" y="61417"/>
                  <a:pt x="410006" y="66266"/>
                </a:cubicBezTo>
                <a:cubicBezTo>
                  <a:pt x="410006" y="68659"/>
                  <a:pt x="409232" y="70595"/>
                  <a:pt x="407684" y="72076"/>
                </a:cubicBezTo>
                <a:cubicBezTo>
                  <a:pt x="406136" y="73555"/>
                  <a:pt x="403973" y="74294"/>
                  <a:pt x="401193" y="74294"/>
                </a:cubicBezTo>
                <a:cubicBezTo>
                  <a:pt x="397466" y="74294"/>
                  <a:pt x="394654" y="73094"/>
                  <a:pt x="392759" y="70693"/>
                </a:cubicBezTo>
                <a:cubicBezTo>
                  <a:pt x="391685" y="69366"/>
                  <a:pt x="390974" y="66839"/>
                  <a:pt x="390627" y="63112"/>
                </a:cubicBezTo>
                <a:cubicBezTo>
                  <a:pt x="390279" y="59385"/>
                  <a:pt x="389000" y="56542"/>
                  <a:pt x="386789" y="54583"/>
                </a:cubicBezTo>
                <a:cubicBezTo>
                  <a:pt x="384578" y="52688"/>
                  <a:pt x="381514" y="51741"/>
                  <a:pt x="377597" y="51741"/>
                </a:cubicBezTo>
                <a:cubicBezTo>
                  <a:pt x="371279" y="51741"/>
                  <a:pt x="366194" y="54078"/>
                  <a:pt x="362340" y="58753"/>
                </a:cubicBezTo>
                <a:cubicBezTo>
                  <a:pt x="357223" y="64944"/>
                  <a:pt x="354664" y="73125"/>
                  <a:pt x="354664" y="83297"/>
                </a:cubicBezTo>
                <a:cubicBezTo>
                  <a:pt x="354664" y="93657"/>
                  <a:pt x="357207" y="102802"/>
                  <a:pt x="362293" y="110731"/>
                </a:cubicBezTo>
                <a:cubicBezTo>
                  <a:pt x="367378" y="118659"/>
                  <a:pt x="374249" y="122623"/>
                  <a:pt x="382904" y="122623"/>
                </a:cubicBezTo>
                <a:cubicBezTo>
                  <a:pt x="389095" y="122623"/>
                  <a:pt x="394654" y="120507"/>
                  <a:pt x="399582" y="116274"/>
                </a:cubicBezTo>
                <a:cubicBezTo>
                  <a:pt x="403057" y="113368"/>
                  <a:pt x="406436" y="108093"/>
                  <a:pt x="409722" y="100449"/>
                </a:cubicBezTo>
                <a:lnTo>
                  <a:pt x="412470" y="101775"/>
                </a:lnTo>
                <a:close/>
                <a:moveTo>
                  <a:pt x="450788" y="0"/>
                </a:moveTo>
                <a:lnTo>
                  <a:pt x="450788" y="86329"/>
                </a:lnTo>
                <a:lnTo>
                  <a:pt x="472868" y="66239"/>
                </a:lnTo>
                <a:cubicBezTo>
                  <a:pt x="477543" y="61943"/>
                  <a:pt x="480259" y="59227"/>
                  <a:pt x="481017" y="58090"/>
                </a:cubicBezTo>
                <a:cubicBezTo>
                  <a:pt x="481523" y="57332"/>
                  <a:pt x="481775" y="56573"/>
                  <a:pt x="481775" y="55815"/>
                </a:cubicBezTo>
                <a:cubicBezTo>
                  <a:pt x="481775" y="54552"/>
                  <a:pt x="481254" y="53462"/>
                  <a:pt x="480212" y="52546"/>
                </a:cubicBezTo>
                <a:cubicBezTo>
                  <a:pt x="479169" y="51630"/>
                  <a:pt x="477448" y="51109"/>
                  <a:pt x="475047" y="50982"/>
                </a:cubicBezTo>
                <a:lnTo>
                  <a:pt x="475047" y="47950"/>
                </a:lnTo>
                <a:lnTo>
                  <a:pt x="512763" y="47950"/>
                </a:lnTo>
                <a:lnTo>
                  <a:pt x="512763" y="50982"/>
                </a:lnTo>
                <a:cubicBezTo>
                  <a:pt x="507583" y="51109"/>
                  <a:pt x="503271" y="51899"/>
                  <a:pt x="499828" y="53352"/>
                </a:cubicBezTo>
                <a:cubicBezTo>
                  <a:pt x="496385" y="54805"/>
                  <a:pt x="492610" y="57395"/>
                  <a:pt x="488504" y="61122"/>
                </a:cubicBezTo>
                <a:lnTo>
                  <a:pt x="466234" y="81686"/>
                </a:lnTo>
                <a:lnTo>
                  <a:pt x="488504" y="109777"/>
                </a:lnTo>
                <a:cubicBezTo>
                  <a:pt x="494695" y="117532"/>
                  <a:pt x="498864" y="122450"/>
                  <a:pt x="501012" y="124530"/>
                </a:cubicBezTo>
                <a:cubicBezTo>
                  <a:pt x="504045" y="127494"/>
                  <a:pt x="506698" y="129418"/>
                  <a:pt x="508972" y="130302"/>
                </a:cubicBezTo>
                <a:cubicBezTo>
                  <a:pt x="510552" y="130932"/>
                  <a:pt x="513300" y="131247"/>
                  <a:pt x="517217" y="131247"/>
                </a:cubicBezTo>
                <a:lnTo>
                  <a:pt x="517217" y="134753"/>
                </a:lnTo>
                <a:lnTo>
                  <a:pt x="475047" y="134753"/>
                </a:lnTo>
                <a:lnTo>
                  <a:pt x="475047" y="131247"/>
                </a:lnTo>
                <a:cubicBezTo>
                  <a:pt x="477448" y="131184"/>
                  <a:pt x="479075" y="130821"/>
                  <a:pt x="479928" y="130160"/>
                </a:cubicBezTo>
                <a:cubicBezTo>
                  <a:pt x="480780" y="129497"/>
                  <a:pt x="481207" y="128567"/>
                  <a:pt x="481207" y="127370"/>
                </a:cubicBezTo>
                <a:cubicBezTo>
                  <a:pt x="481207" y="125919"/>
                  <a:pt x="479943" y="123587"/>
                  <a:pt x="477416" y="120373"/>
                </a:cubicBezTo>
                <a:lnTo>
                  <a:pt x="450788" y="86424"/>
                </a:lnTo>
                <a:lnTo>
                  <a:pt x="450788" y="115170"/>
                </a:lnTo>
                <a:cubicBezTo>
                  <a:pt x="450788" y="120780"/>
                  <a:pt x="451183" y="124469"/>
                  <a:pt x="451972" y="126236"/>
                </a:cubicBezTo>
                <a:cubicBezTo>
                  <a:pt x="452762" y="128001"/>
                  <a:pt x="453884" y="129262"/>
                  <a:pt x="455337" y="130018"/>
                </a:cubicBezTo>
                <a:cubicBezTo>
                  <a:pt x="456790" y="130774"/>
                  <a:pt x="459948" y="131184"/>
                  <a:pt x="464813" y="131247"/>
                </a:cubicBezTo>
                <a:lnTo>
                  <a:pt x="464813" y="134753"/>
                </a:lnTo>
                <a:lnTo>
                  <a:pt x="420653" y="134753"/>
                </a:lnTo>
                <a:lnTo>
                  <a:pt x="420653" y="131247"/>
                </a:lnTo>
                <a:cubicBezTo>
                  <a:pt x="425076" y="131247"/>
                  <a:pt x="428392" y="130710"/>
                  <a:pt x="430603" y="129636"/>
                </a:cubicBezTo>
                <a:cubicBezTo>
                  <a:pt x="431930" y="128943"/>
                  <a:pt x="432941" y="127870"/>
                  <a:pt x="433636" y="126417"/>
                </a:cubicBezTo>
                <a:cubicBezTo>
                  <a:pt x="434583" y="124334"/>
                  <a:pt x="435057" y="120736"/>
                  <a:pt x="435057" y="115623"/>
                </a:cubicBezTo>
                <a:lnTo>
                  <a:pt x="435057" y="36647"/>
                </a:lnTo>
                <a:cubicBezTo>
                  <a:pt x="435057" y="26610"/>
                  <a:pt x="434836" y="20471"/>
                  <a:pt x="434394" y="18230"/>
                </a:cubicBezTo>
                <a:cubicBezTo>
                  <a:pt x="433952" y="15987"/>
                  <a:pt x="433225" y="14440"/>
                  <a:pt x="432214" y="13590"/>
                </a:cubicBezTo>
                <a:cubicBezTo>
                  <a:pt x="431204" y="12737"/>
                  <a:pt x="429877" y="12310"/>
                  <a:pt x="428234" y="12310"/>
                </a:cubicBezTo>
                <a:cubicBezTo>
                  <a:pt x="426908" y="12310"/>
                  <a:pt x="424918" y="12847"/>
                  <a:pt x="422264" y="13921"/>
                </a:cubicBezTo>
                <a:lnTo>
                  <a:pt x="420653" y="10605"/>
                </a:lnTo>
                <a:lnTo>
                  <a:pt x="446429" y="0"/>
                </a:lnTo>
                <a:lnTo>
                  <a:pt x="450788" y="0"/>
                </a:lnTo>
                <a:close/>
                <a:moveTo>
                  <a:pt x="536738" y="80738"/>
                </a:moveTo>
                <a:cubicBezTo>
                  <a:pt x="536675" y="93596"/>
                  <a:pt x="539802" y="103682"/>
                  <a:pt x="546119" y="110994"/>
                </a:cubicBezTo>
                <a:cubicBezTo>
                  <a:pt x="552437" y="118305"/>
                  <a:pt x="559860" y="121960"/>
                  <a:pt x="568389" y="121960"/>
                </a:cubicBezTo>
                <a:cubicBezTo>
                  <a:pt x="574075" y="121960"/>
                  <a:pt x="579018" y="120396"/>
                  <a:pt x="583219" y="117269"/>
                </a:cubicBezTo>
                <a:cubicBezTo>
                  <a:pt x="587420" y="114142"/>
                  <a:pt x="590942" y="108788"/>
                  <a:pt x="593785" y="101207"/>
                </a:cubicBezTo>
                <a:lnTo>
                  <a:pt x="596723" y="103102"/>
                </a:lnTo>
                <a:cubicBezTo>
                  <a:pt x="595396" y="111757"/>
                  <a:pt x="591543" y="119638"/>
                  <a:pt x="585162" y="126745"/>
                </a:cubicBezTo>
                <a:cubicBezTo>
                  <a:pt x="578781" y="133853"/>
                  <a:pt x="570789" y="137406"/>
                  <a:pt x="561187" y="137406"/>
                </a:cubicBezTo>
                <a:cubicBezTo>
                  <a:pt x="550763" y="137406"/>
                  <a:pt x="541839" y="133356"/>
                  <a:pt x="534416" y="125256"/>
                </a:cubicBezTo>
                <a:cubicBezTo>
                  <a:pt x="526993" y="117154"/>
                  <a:pt x="523282" y="106262"/>
                  <a:pt x="523282" y="92580"/>
                </a:cubicBezTo>
                <a:cubicBezTo>
                  <a:pt x="523282" y="77766"/>
                  <a:pt x="527088" y="66214"/>
                  <a:pt x="534701" y="57924"/>
                </a:cubicBezTo>
                <a:cubicBezTo>
                  <a:pt x="542313" y="49632"/>
                  <a:pt x="551868" y="45486"/>
                  <a:pt x="563366" y="45486"/>
                </a:cubicBezTo>
                <a:cubicBezTo>
                  <a:pt x="573095" y="45486"/>
                  <a:pt x="581087" y="48684"/>
                  <a:pt x="587341" y="55081"/>
                </a:cubicBezTo>
                <a:cubicBezTo>
                  <a:pt x="593596" y="61476"/>
                  <a:pt x="596723" y="70028"/>
                  <a:pt x="596723" y="80738"/>
                </a:cubicBezTo>
                <a:lnTo>
                  <a:pt x="536738" y="80738"/>
                </a:lnTo>
                <a:moveTo>
                  <a:pt x="536738" y="75242"/>
                </a:moveTo>
                <a:lnTo>
                  <a:pt x="576917" y="75242"/>
                </a:lnTo>
                <a:cubicBezTo>
                  <a:pt x="576602" y="69682"/>
                  <a:pt x="575938" y="65766"/>
                  <a:pt x="574927" y="63491"/>
                </a:cubicBezTo>
                <a:cubicBezTo>
                  <a:pt x="573348" y="59953"/>
                  <a:pt x="570995" y="57174"/>
                  <a:pt x="567868" y="55152"/>
                </a:cubicBezTo>
                <a:cubicBezTo>
                  <a:pt x="564740" y="53130"/>
                  <a:pt x="561471" y="52120"/>
                  <a:pt x="558060" y="52120"/>
                </a:cubicBezTo>
                <a:cubicBezTo>
                  <a:pt x="552816" y="52120"/>
                  <a:pt x="548125" y="54157"/>
                  <a:pt x="543987" y="58232"/>
                </a:cubicBezTo>
                <a:cubicBezTo>
                  <a:pt x="539849" y="62307"/>
                  <a:pt x="537433" y="67977"/>
                  <a:pt x="536738" y="75242"/>
                </a:cubicBezTo>
                <a:close/>
                <a:moveTo>
                  <a:pt x="633904" y="45486"/>
                </a:moveTo>
                <a:lnTo>
                  <a:pt x="633904" y="65007"/>
                </a:lnTo>
                <a:cubicBezTo>
                  <a:pt x="641169" y="51993"/>
                  <a:pt x="648624" y="45486"/>
                  <a:pt x="656268" y="45486"/>
                </a:cubicBezTo>
                <a:cubicBezTo>
                  <a:pt x="659743" y="45486"/>
                  <a:pt x="662617" y="46544"/>
                  <a:pt x="664892" y="48661"/>
                </a:cubicBezTo>
                <a:cubicBezTo>
                  <a:pt x="667166" y="50777"/>
                  <a:pt x="668303" y="53225"/>
                  <a:pt x="668303" y="56005"/>
                </a:cubicBezTo>
                <a:cubicBezTo>
                  <a:pt x="668303" y="58469"/>
                  <a:pt x="667482" y="60554"/>
                  <a:pt x="665839" y="62259"/>
                </a:cubicBezTo>
                <a:cubicBezTo>
                  <a:pt x="664197" y="63965"/>
                  <a:pt x="662238" y="64818"/>
                  <a:pt x="659964" y="64818"/>
                </a:cubicBezTo>
                <a:cubicBezTo>
                  <a:pt x="657753" y="64818"/>
                  <a:pt x="655273" y="63728"/>
                  <a:pt x="652525" y="61549"/>
                </a:cubicBezTo>
                <a:cubicBezTo>
                  <a:pt x="649777" y="59369"/>
                  <a:pt x="647740" y="58279"/>
                  <a:pt x="646413" y="58279"/>
                </a:cubicBezTo>
                <a:cubicBezTo>
                  <a:pt x="645276" y="58279"/>
                  <a:pt x="644044" y="58909"/>
                  <a:pt x="642717" y="60169"/>
                </a:cubicBezTo>
                <a:cubicBezTo>
                  <a:pt x="639874" y="62753"/>
                  <a:pt x="636937" y="67006"/>
                  <a:pt x="633904" y="72929"/>
                </a:cubicBezTo>
                <a:lnTo>
                  <a:pt x="633904" y="114423"/>
                </a:lnTo>
                <a:cubicBezTo>
                  <a:pt x="633904" y="119211"/>
                  <a:pt x="634504" y="122834"/>
                  <a:pt x="635705" y="125291"/>
                </a:cubicBezTo>
                <a:cubicBezTo>
                  <a:pt x="636526" y="126993"/>
                  <a:pt x="637979" y="128412"/>
                  <a:pt x="640064" y="129547"/>
                </a:cubicBezTo>
                <a:cubicBezTo>
                  <a:pt x="642149" y="130680"/>
                  <a:pt x="645150" y="131247"/>
                  <a:pt x="649066" y="131247"/>
                </a:cubicBezTo>
                <a:lnTo>
                  <a:pt x="649066" y="134753"/>
                </a:lnTo>
                <a:lnTo>
                  <a:pt x="604623" y="134753"/>
                </a:lnTo>
                <a:lnTo>
                  <a:pt x="604623" y="131247"/>
                </a:lnTo>
                <a:cubicBezTo>
                  <a:pt x="609045" y="131247"/>
                  <a:pt x="612330" y="130554"/>
                  <a:pt x="614478" y="129168"/>
                </a:cubicBezTo>
                <a:cubicBezTo>
                  <a:pt x="616057" y="128159"/>
                  <a:pt x="617163" y="126551"/>
                  <a:pt x="617795" y="124344"/>
                </a:cubicBezTo>
                <a:cubicBezTo>
                  <a:pt x="618110" y="123272"/>
                  <a:pt x="618268" y="120215"/>
                  <a:pt x="618268" y="115173"/>
                </a:cubicBezTo>
                <a:lnTo>
                  <a:pt x="618268" y="81606"/>
                </a:lnTo>
                <a:cubicBezTo>
                  <a:pt x="618268" y="71519"/>
                  <a:pt x="618063" y="65516"/>
                  <a:pt x="617652" y="63595"/>
                </a:cubicBezTo>
                <a:cubicBezTo>
                  <a:pt x="617242" y="61672"/>
                  <a:pt x="616484" y="60269"/>
                  <a:pt x="615378" y="59387"/>
                </a:cubicBezTo>
                <a:cubicBezTo>
                  <a:pt x="614273" y="58504"/>
                  <a:pt x="612899" y="58063"/>
                  <a:pt x="611256" y="58063"/>
                </a:cubicBezTo>
                <a:cubicBezTo>
                  <a:pt x="609298" y="58063"/>
                  <a:pt x="607086" y="58536"/>
                  <a:pt x="604623" y="59482"/>
                </a:cubicBezTo>
                <a:lnTo>
                  <a:pt x="603675" y="56076"/>
                </a:lnTo>
                <a:lnTo>
                  <a:pt x="629924" y="45486"/>
                </a:lnTo>
                <a:lnTo>
                  <a:pt x="633904" y="45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Victimserver">
            <a:extLst xmlns:a="http://schemas.openxmlformats.org/drawingml/2006/main">
              <a:ext uri="{FF2B5EF4-FFF2-40B4-BE49-F238E27FC236}">
                <a16:creationId xmlns:a16="http://schemas.microsoft.com/office/drawing/2014/main" id="{4C6C775C-CAF2-44A3-B838-6BA4ADE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31" y="137646"/>
            <a:ext cx="1048596" cy="137596"/>
          </a:xfrm>
          <a:custGeom xmlns:a="http://schemas.openxmlformats.org/drawingml/2006/main">
            <a:pathLst>
              <a:path w="1048596" h="137596">
                <a:moveTo>
                  <a:pt x="136080" y="6254"/>
                </a:moveTo>
                <a:lnTo>
                  <a:pt x="136080" y="9761"/>
                </a:lnTo>
                <a:cubicBezTo>
                  <a:pt x="131531" y="10582"/>
                  <a:pt x="128088" y="12034"/>
                  <a:pt x="125750" y="14117"/>
                </a:cubicBezTo>
                <a:cubicBezTo>
                  <a:pt x="122402" y="17210"/>
                  <a:pt x="119433" y="21945"/>
                  <a:pt x="116843" y="28319"/>
                </a:cubicBezTo>
                <a:lnTo>
                  <a:pt x="72020" y="137596"/>
                </a:lnTo>
                <a:lnTo>
                  <a:pt x="68514" y="137596"/>
                </a:lnTo>
                <a:lnTo>
                  <a:pt x="20374" y="26901"/>
                </a:lnTo>
                <a:cubicBezTo>
                  <a:pt x="17910" y="21219"/>
                  <a:pt x="16173" y="17746"/>
                  <a:pt x="15162" y="16483"/>
                </a:cubicBezTo>
                <a:cubicBezTo>
                  <a:pt x="13583" y="14526"/>
                  <a:pt x="11640" y="12996"/>
                  <a:pt x="9334" y="11893"/>
                </a:cubicBezTo>
                <a:cubicBezTo>
                  <a:pt x="7028" y="10787"/>
                  <a:pt x="3917" y="10076"/>
                  <a:pt x="0" y="9761"/>
                </a:cubicBezTo>
                <a:lnTo>
                  <a:pt x="0" y="6254"/>
                </a:lnTo>
                <a:lnTo>
                  <a:pt x="52499" y="6254"/>
                </a:lnTo>
                <a:lnTo>
                  <a:pt x="52499" y="9761"/>
                </a:lnTo>
                <a:cubicBezTo>
                  <a:pt x="46560" y="10329"/>
                  <a:pt x="42707" y="11340"/>
                  <a:pt x="40938" y="12793"/>
                </a:cubicBezTo>
                <a:cubicBezTo>
                  <a:pt x="39169" y="14244"/>
                  <a:pt x="38284" y="16106"/>
                  <a:pt x="38284" y="18378"/>
                </a:cubicBezTo>
                <a:cubicBezTo>
                  <a:pt x="38284" y="21535"/>
                  <a:pt x="39737" y="26459"/>
                  <a:pt x="42643" y="33149"/>
                </a:cubicBezTo>
                <a:lnTo>
                  <a:pt x="75337" y="108430"/>
                </a:lnTo>
                <a:lnTo>
                  <a:pt x="105661" y="34097"/>
                </a:lnTo>
                <a:cubicBezTo>
                  <a:pt x="108630" y="26774"/>
                  <a:pt x="110115" y="21693"/>
                  <a:pt x="110115" y="18852"/>
                </a:cubicBezTo>
                <a:cubicBezTo>
                  <a:pt x="110115" y="17020"/>
                  <a:pt x="109199" y="15268"/>
                  <a:pt x="107366" y="13596"/>
                </a:cubicBezTo>
                <a:cubicBezTo>
                  <a:pt x="105534" y="11923"/>
                  <a:pt x="102439" y="10740"/>
                  <a:pt x="98080" y="10045"/>
                </a:cubicBezTo>
                <a:cubicBezTo>
                  <a:pt x="97764" y="9982"/>
                  <a:pt x="97227" y="9887"/>
                  <a:pt x="96469" y="9761"/>
                </a:cubicBezTo>
                <a:lnTo>
                  <a:pt x="96469" y="6254"/>
                </a:lnTo>
                <a:lnTo>
                  <a:pt x="136080" y="6254"/>
                </a:lnTo>
                <a:close/>
                <a:moveTo>
                  <a:pt x="155013" y="0"/>
                </a:moveTo>
                <a:cubicBezTo>
                  <a:pt x="157667" y="0"/>
                  <a:pt x="159925" y="937"/>
                  <a:pt x="161789" y="2810"/>
                </a:cubicBezTo>
                <a:cubicBezTo>
                  <a:pt x="163652" y="4682"/>
                  <a:pt x="164584" y="6951"/>
                  <a:pt x="164584" y="9618"/>
                </a:cubicBezTo>
                <a:cubicBezTo>
                  <a:pt x="164584" y="12286"/>
                  <a:pt x="163652" y="14572"/>
                  <a:pt x="161789" y="16477"/>
                </a:cubicBezTo>
                <a:cubicBezTo>
                  <a:pt x="159925" y="18380"/>
                  <a:pt x="157667" y="19332"/>
                  <a:pt x="155013" y="19332"/>
                </a:cubicBezTo>
                <a:cubicBezTo>
                  <a:pt x="152360" y="19332"/>
                  <a:pt x="150086" y="18380"/>
                  <a:pt x="148190" y="16477"/>
                </a:cubicBezTo>
                <a:cubicBezTo>
                  <a:pt x="146295" y="14572"/>
                  <a:pt x="145347" y="12286"/>
                  <a:pt x="145347" y="9618"/>
                </a:cubicBezTo>
                <a:cubicBezTo>
                  <a:pt x="145347" y="6951"/>
                  <a:pt x="146279" y="4682"/>
                  <a:pt x="148143" y="2810"/>
                </a:cubicBezTo>
                <a:cubicBezTo>
                  <a:pt x="150007" y="937"/>
                  <a:pt x="152297" y="0"/>
                  <a:pt x="155013" y="0"/>
                </a:cubicBezTo>
                <a:moveTo>
                  <a:pt x="162879" y="45486"/>
                </a:moveTo>
                <a:lnTo>
                  <a:pt x="162879" y="115078"/>
                </a:lnTo>
                <a:cubicBezTo>
                  <a:pt x="162879" y="120499"/>
                  <a:pt x="163273" y="124108"/>
                  <a:pt x="164063" y="125904"/>
                </a:cubicBezTo>
                <a:cubicBezTo>
                  <a:pt x="164853" y="127701"/>
                  <a:pt x="166022" y="129041"/>
                  <a:pt x="167569" y="129923"/>
                </a:cubicBezTo>
                <a:cubicBezTo>
                  <a:pt x="169117" y="130805"/>
                  <a:pt x="171944" y="131247"/>
                  <a:pt x="176051" y="131247"/>
                </a:cubicBezTo>
                <a:lnTo>
                  <a:pt x="176051" y="134753"/>
                </a:lnTo>
                <a:lnTo>
                  <a:pt x="133881" y="134753"/>
                </a:lnTo>
                <a:lnTo>
                  <a:pt x="133881" y="131247"/>
                </a:lnTo>
                <a:cubicBezTo>
                  <a:pt x="138114" y="131247"/>
                  <a:pt x="140957" y="130837"/>
                  <a:pt x="142410" y="130018"/>
                </a:cubicBezTo>
                <a:cubicBezTo>
                  <a:pt x="143863" y="129198"/>
                  <a:pt x="145016" y="127843"/>
                  <a:pt x="145869" y="125952"/>
                </a:cubicBezTo>
                <a:cubicBezTo>
                  <a:pt x="146721" y="124061"/>
                  <a:pt x="147148" y="120436"/>
                  <a:pt x="147148" y="115078"/>
                </a:cubicBezTo>
                <a:lnTo>
                  <a:pt x="147148" y="81700"/>
                </a:lnTo>
                <a:cubicBezTo>
                  <a:pt x="147148" y="72307"/>
                  <a:pt x="146864" y="66225"/>
                  <a:pt x="146295" y="63453"/>
                </a:cubicBezTo>
                <a:cubicBezTo>
                  <a:pt x="145853" y="61435"/>
                  <a:pt x="145158" y="60032"/>
                  <a:pt x="144210" y="59245"/>
                </a:cubicBezTo>
                <a:cubicBezTo>
                  <a:pt x="143263" y="58457"/>
                  <a:pt x="141968" y="58063"/>
                  <a:pt x="140325" y="58063"/>
                </a:cubicBezTo>
                <a:cubicBezTo>
                  <a:pt x="138556" y="58063"/>
                  <a:pt x="136408" y="58536"/>
                  <a:pt x="133881" y="59482"/>
                </a:cubicBezTo>
                <a:lnTo>
                  <a:pt x="132554" y="56076"/>
                </a:lnTo>
                <a:lnTo>
                  <a:pt x="158709" y="45486"/>
                </a:lnTo>
                <a:lnTo>
                  <a:pt x="162879" y="45486"/>
                </a:lnTo>
                <a:close/>
                <a:moveTo>
                  <a:pt x="260514" y="101775"/>
                </a:moveTo>
                <a:cubicBezTo>
                  <a:pt x="258177" y="113210"/>
                  <a:pt x="253597" y="122007"/>
                  <a:pt x="246774" y="128167"/>
                </a:cubicBezTo>
                <a:cubicBezTo>
                  <a:pt x="239951" y="134327"/>
                  <a:pt x="232401" y="137406"/>
                  <a:pt x="224125" y="137406"/>
                </a:cubicBezTo>
                <a:cubicBezTo>
                  <a:pt x="214270" y="137406"/>
                  <a:pt x="205678" y="133273"/>
                  <a:pt x="198350" y="125007"/>
                </a:cubicBezTo>
                <a:cubicBezTo>
                  <a:pt x="191022" y="116739"/>
                  <a:pt x="187357" y="105568"/>
                  <a:pt x="187357" y="91494"/>
                </a:cubicBezTo>
                <a:cubicBezTo>
                  <a:pt x="187357" y="77862"/>
                  <a:pt x="191416" y="66786"/>
                  <a:pt x="199534" y="58267"/>
                </a:cubicBezTo>
                <a:cubicBezTo>
                  <a:pt x="207652" y="49747"/>
                  <a:pt x="217397" y="45486"/>
                  <a:pt x="228769" y="45486"/>
                </a:cubicBezTo>
                <a:cubicBezTo>
                  <a:pt x="237297" y="45486"/>
                  <a:pt x="244310" y="47738"/>
                  <a:pt x="249806" y="52241"/>
                </a:cubicBezTo>
                <a:cubicBezTo>
                  <a:pt x="255302" y="56742"/>
                  <a:pt x="258051" y="61417"/>
                  <a:pt x="258051" y="66266"/>
                </a:cubicBezTo>
                <a:cubicBezTo>
                  <a:pt x="258051" y="68659"/>
                  <a:pt x="257277" y="70595"/>
                  <a:pt x="255729" y="72076"/>
                </a:cubicBezTo>
                <a:cubicBezTo>
                  <a:pt x="254181" y="73555"/>
                  <a:pt x="252017" y="74294"/>
                  <a:pt x="249238" y="74294"/>
                </a:cubicBezTo>
                <a:cubicBezTo>
                  <a:pt x="245510" y="74294"/>
                  <a:pt x="242699" y="73094"/>
                  <a:pt x="240804" y="70693"/>
                </a:cubicBezTo>
                <a:cubicBezTo>
                  <a:pt x="239730" y="69366"/>
                  <a:pt x="239019" y="66839"/>
                  <a:pt x="238671" y="63112"/>
                </a:cubicBezTo>
                <a:cubicBezTo>
                  <a:pt x="238324" y="59385"/>
                  <a:pt x="237045" y="56542"/>
                  <a:pt x="234834" y="54583"/>
                </a:cubicBezTo>
                <a:cubicBezTo>
                  <a:pt x="232622" y="52688"/>
                  <a:pt x="229558" y="51741"/>
                  <a:pt x="225642" y="51741"/>
                </a:cubicBezTo>
                <a:cubicBezTo>
                  <a:pt x="219324" y="51741"/>
                  <a:pt x="214238" y="54078"/>
                  <a:pt x="210385" y="58753"/>
                </a:cubicBezTo>
                <a:cubicBezTo>
                  <a:pt x="205268" y="64944"/>
                  <a:pt x="202709" y="73125"/>
                  <a:pt x="202709" y="83297"/>
                </a:cubicBezTo>
                <a:cubicBezTo>
                  <a:pt x="202709" y="93657"/>
                  <a:pt x="205252" y="102802"/>
                  <a:pt x="210337" y="110731"/>
                </a:cubicBezTo>
                <a:cubicBezTo>
                  <a:pt x="215423" y="118659"/>
                  <a:pt x="222293" y="122623"/>
                  <a:pt x="230948" y="122623"/>
                </a:cubicBezTo>
                <a:cubicBezTo>
                  <a:pt x="237139" y="122623"/>
                  <a:pt x="242699" y="120507"/>
                  <a:pt x="247627" y="116274"/>
                </a:cubicBezTo>
                <a:cubicBezTo>
                  <a:pt x="251101" y="113368"/>
                  <a:pt x="254481" y="108093"/>
                  <a:pt x="257766" y="100449"/>
                </a:cubicBezTo>
                <a:lnTo>
                  <a:pt x="260514" y="101775"/>
                </a:lnTo>
                <a:close/>
                <a:moveTo>
                  <a:pt x="298359" y="19332"/>
                </a:moveTo>
                <a:lnTo>
                  <a:pt x="298359" y="47950"/>
                </a:lnTo>
                <a:lnTo>
                  <a:pt x="318638" y="47950"/>
                </a:lnTo>
                <a:lnTo>
                  <a:pt x="318638" y="54583"/>
                </a:lnTo>
                <a:lnTo>
                  <a:pt x="298359" y="54583"/>
                </a:lnTo>
                <a:lnTo>
                  <a:pt x="298359" y="110796"/>
                </a:lnTo>
                <a:cubicBezTo>
                  <a:pt x="298359" y="116412"/>
                  <a:pt x="299165" y="120199"/>
                  <a:pt x="300776" y="122155"/>
                </a:cubicBezTo>
                <a:cubicBezTo>
                  <a:pt x="302386" y="124110"/>
                  <a:pt x="304455" y="125087"/>
                  <a:pt x="306982" y="125087"/>
                </a:cubicBezTo>
                <a:cubicBezTo>
                  <a:pt x="309067" y="125087"/>
                  <a:pt x="311089" y="124440"/>
                  <a:pt x="313047" y="123144"/>
                </a:cubicBezTo>
                <a:cubicBezTo>
                  <a:pt x="315006" y="121849"/>
                  <a:pt x="316522" y="119938"/>
                  <a:pt x="317596" y="117411"/>
                </a:cubicBezTo>
                <a:lnTo>
                  <a:pt x="321292" y="117411"/>
                </a:lnTo>
                <a:cubicBezTo>
                  <a:pt x="319081" y="123620"/>
                  <a:pt x="315953" y="128316"/>
                  <a:pt x="311910" y="131498"/>
                </a:cubicBezTo>
                <a:cubicBezTo>
                  <a:pt x="307867" y="134679"/>
                  <a:pt x="303697" y="136269"/>
                  <a:pt x="299401" y="136269"/>
                </a:cubicBezTo>
                <a:cubicBezTo>
                  <a:pt x="296495" y="136269"/>
                  <a:pt x="293653" y="135463"/>
                  <a:pt x="290873" y="133850"/>
                </a:cubicBezTo>
                <a:cubicBezTo>
                  <a:pt x="288093" y="132237"/>
                  <a:pt x="286040" y="129929"/>
                  <a:pt x="284713" y="126926"/>
                </a:cubicBezTo>
                <a:cubicBezTo>
                  <a:pt x="283387" y="123921"/>
                  <a:pt x="282723" y="119288"/>
                  <a:pt x="282723" y="113026"/>
                </a:cubicBezTo>
                <a:lnTo>
                  <a:pt x="282723" y="54583"/>
                </a:lnTo>
                <a:lnTo>
                  <a:pt x="268983" y="54583"/>
                </a:lnTo>
                <a:lnTo>
                  <a:pt x="268983" y="51456"/>
                </a:lnTo>
                <a:cubicBezTo>
                  <a:pt x="272457" y="50062"/>
                  <a:pt x="276011" y="47702"/>
                  <a:pt x="279643" y="44376"/>
                </a:cubicBezTo>
                <a:cubicBezTo>
                  <a:pt x="283276" y="41049"/>
                  <a:pt x="286514" y="37105"/>
                  <a:pt x="289357" y="32542"/>
                </a:cubicBezTo>
                <a:cubicBezTo>
                  <a:pt x="290810" y="30136"/>
                  <a:pt x="292831" y="25732"/>
                  <a:pt x="295421" y="19332"/>
                </a:cubicBezTo>
                <a:lnTo>
                  <a:pt x="298359" y="19332"/>
                </a:lnTo>
                <a:close/>
                <a:moveTo>
                  <a:pt x="349087" y="0"/>
                </a:moveTo>
                <a:cubicBezTo>
                  <a:pt x="351741" y="0"/>
                  <a:pt x="353999" y="937"/>
                  <a:pt x="355863" y="2810"/>
                </a:cubicBezTo>
                <a:cubicBezTo>
                  <a:pt x="357727" y="4682"/>
                  <a:pt x="358659" y="6951"/>
                  <a:pt x="358659" y="9618"/>
                </a:cubicBezTo>
                <a:cubicBezTo>
                  <a:pt x="358659" y="12286"/>
                  <a:pt x="357727" y="14572"/>
                  <a:pt x="355863" y="16477"/>
                </a:cubicBezTo>
                <a:cubicBezTo>
                  <a:pt x="353999" y="18380"/>
                  <a:pt x="351741" y="19332"/>
                  <a:pt x="349087" y="19332"/>
                </a:cubicBezTo>
                <a:cubicBezTo>
                  <a:pt x="346434" y="19332"/>
                  <a:pt x="344160" y="18380"/>
                  <a:pt x="342265" y="16477"/>
                </a:cubicBezTo>
                <a:cubicBezTo>
                  <a:pt x="340369" y="14572"/>
                  <a:pt x="339422" y="12286"/>
                  <a:pt x="339422" y="9618"/>
                </a:cubicBezTo>
                <a:cubicBezTo>
                  <a:pt x="339422" y="6951"/>
                  <a:pt x="340353" y="4682"/>
                  <a:pt x="342217" y="2810"/>
                </a:cubicBezTo>
                <a:cubicBezTo>
                  <a:pt x="344081" y="937"/>
                  <a:pt x="346371" y="0"/>
                  <a:pt x="349087" y="0"/>
                </a:cubicBezTo>
                <a:moveTo>
                  <a:pt x="356953" y="45486"/>
                </a:moveTo>
                <a:lnTo>
                  <a:pt x="356953" y="115078"/>
                </a:lnTo>
                <a:cubicBezTo>
                  <a:pt x="356953" y="120499"/>
                  <a:pt x="357348" y="124108"/>
                  <a:pt x="358137" y="125904"/>
                </a:cubicBezTo>
                <a:cubicBezTo>
                  <a:pt x="358927" y="127701"/>
                  <a:pt x="360096" y="129041"/>
                  <a:pt x="361644" y="129923"/>
                </a:cubicBezTo>
                <a:cubicBezTo>
                  <a:pt x="363191" y="130805"/>
                  <a:pt x="366018" y="131247"/>
                  <a:pt x="370125" y="131247"/>
                </a:cubicBezTo>
                <a:lnTo>
                  <a:pt x="370125" y="134753"/>
                </a:lnTo>
                <a:lnTo>
                  <a:pt x="327955" y="134753"/>
                </a:lnTo>
                <a:lnTo>
                  <a:pt x="327955" y="131247"/>
                </a:lnTo>
                <a:cubicBezTo>
                  <a:pt x="332188" y="131247"/>
                  <a:pt x="335031" y="130837"/>
                  <a:pt x="336484" y="130018"/>
                </a:cubicBezTo>
                <a:cubicBezTo>
                  <a:pt x="337937" y="129198"/>
                  <a:pt x="339090" y="127843"/>
                  <a:pt x="339943" y="125952"/>
                </a:cubicBezTo>
                <a:cubicBezTo>
                  <a:pt x="340796" y="124061"/>
                  <a:pt x="341222" y="120436"/>
                  <a:pt x="341222" y="115078"/>
                </a:cubicBezTo>
                <a:lnTo>
                  <a:pt x="341222" y="81700"/>
                </a:lnTo>
                <a:cubicBezTo>
                  <a:pt x="341222" y="72307"/>
                  <a:pt x="340938" y="66225"/>
                  <a:pt x="340369" y="63453"/>
                </a:cubicBezTo>
                <a:cubicBezTo>
                  <a:pt x="339927" y="61435"/>
                  <a:pt x="339232" y="60032"/>
                  <a:pt x="338285" y="59245"/>
                </a:cubicBezTo>
                <a:cubicBezTo>
                  <a:pt x="337337" y="58457"/>
                  <a:pt x="336042" y="58063"/>
                  <a:pt x="334399" y="58063"/>
                </a:cubicBezTo>
                <a:cubicBezTo>
                  <a:pt x="332630" y="58063"/>
                  <a:pt x="330482" y="58536"/>
                  <a:pt x="327955" y="59482"/>
                </a:cubicBezTo>
                <a:lnTo>
                  <a:pt x="326629" y="56076"/>
                </a:lnTo>
                <a:lnTo>
                  <a:pt x="352783" y="45486"/>
                </a:lnTo>
                <a:lnTo>
                  <a:pt x="356953" y="45486"/>
                </a:lnTo>
                <a:close/>
                <a:moveTo>
                  <a:pt x="406639" y="63965"/>
                </a:moveTo>
                <a:cubicBezTo>
                  <a:pt x="412956" y="57647"/>
                  <a:pt x="416683" y="54015"/>
                  <a:pt x="417821" y="53067"/>
                </a:cubicBezTo>
                <a:cubicBezTo>
                  <a:pt x="420663" y="50667"/>
                  <a:pt x="423727" y="48803"/>
                  <a:pt x="427013" y="47476"/>
                </a:cubicBezTo>
                <a:cubicBezTo>
                  <a:pt x="430298" y="46150"/>
                  <a:pt x="433551" y="45486"/>
                  <a:pt x="436773" y="45486"/>
                </a:cubicBezTo>
                <a:cubicBezTo>
                  <a:pt x="442206" y="45486"/>
                  <a:pt x="446881" y="47066"/>
                  <a:pt x="450798" y="50224"/>
                </a:cubicBezTo>
                <a:cubicBezTo>
                  <a:pt x="454715" y="53383"/>
                  <a:pt x="457337" y="57963"/>
                  <a:pt x="458663" y="63965"/>
                </a:cubicBezTo>
                <a:cubicBezTo>
                  <a:pt x="465170" y="56384"/>
                  <a:pt x="470667" y="51409"/>
                  <a:pt x="475152" y="49040"/>
                </a:cubicBezTo>
                <a:cubicBezTo>
                  <a:pt x="479638" y="46671"/>
                  <a:pt x="484249" y="45486"/>
                  <a:pt x="488988" y="45486"/>
                </a:cubicBezTo>
                <a:cubicBezTo>
                  <a:pt x="493599" y="45486"/>
                  <a:pt x="497690" y="46669"/>
                  <a:pt x="501259" y="49034"/>
                </a:cubicBezTo>
                <a:cubicBezTo>
                  <a:pt x="504829" y="51397"/>
                  <a:pt x="507656" y="55258"/>
                  <a:pt x="509741" y="60616"/>
                </a:cubicBezTo>
                <a:cubicBezTo>
                  <a:pt x="511131" y="64272"/>
                  <a:pt x="511825" y="70008"/>
                  <a:pt x="511825" y="77824"/>
                </a:cubicBezTo>
                <a:lnTo>
                  <a:pt x="511825" y="115078"/>
                </a:lnTo>
                <a:cubicBezTo>
                  <a:pt x="511825" y="120499"/>
                  <a:pt x="512236" y="124218"/>
                  <a:pt x="513057" y="126236"/>
                </a:cubicBezTo>
                <a:cubicBezTo>
                  <a:pt x="513689" y="127622"/>
                  <a:pt x="514858" y="128804"/>
                  <a:pt x="516564" y="129781"/>
                </a:cubicBezTo>
                <a:cubicBezTo>
                  <a:pt x="518269" y="130758"/>
                  <a:pt x="521049" y="131247"/>
                  <a:pt x="524903" y="131247"/>
                </a:cubicBezTo>
                <a:lnTo>
                  <a:pt x="524903" y="134753"/>
                </a:lnTo>
                <a:lnTo>
                  <a:pt x="482070" y="134753"/>
                </a:lnTo>
                <a:lnTo>
                  <a:pt x="482070" y="131247"/>
                </a:lnTo>
                <a:lnTo>
                  <a:pt x="483870" y="131247"/>
                </a:lnTo>
                <a:cubicBezTo>
                  <a:pt x="487598" y="131247"/>
                  <a:pt x="490504" y="130524"/>
                  <a:pt x="492589" y="129079"/>
                </a:cubicBezTo>
                <a:cubicBezTo>
                  <a:pt x="494042" y="128072"/>
                  <a:pt x="495084" y="126469"/>
                  <a:pt x="495716" y="124270"/>
                </a:cubicBezTo>
                <a:cubicBezTo>
                  <a:pt x="495968" y="123202"/>
                  <a:pt x="496095" y="120154"/>
                  <a:pt x="496095" y="115125"/>
                </a:cubicBezTo>
                <a:lnTo>
                  <a:pt x="496095" y="77978"/>
                </a:lnTo>
                <a:cubicBezTo>
                  <a:pt x="496095" y="70938"/>
                  <a:pt x="495242" y="65973"/>
                  <a:pt x="493536" y="63083"/>
                </a:cubicBezTo>
                <a:cubicBezTo>
                  <a:pt x="491072" y="59059"/>
                  <a:pt x="487124" y="57047"/>
                  <a:pt x="481691" y="57047"/>
                </a:cubicBezTo>
                <a:cubicBezTo>
                  <a:pt x="478343" y="57047"/>
                  <a:pt x="474978" y="57880"/>
                  <a:pt x="471599" y="59547"/>
                </a:cubicBezTo>
                <a:cubicBezTo>
                  <a:pt x="468219" y="61211"/>
                  <a:pt x="464128" y="64307"/>
                  <a:pt x="459327" y="68833"/>
                </a:cubicBezTo>
                <a:lnTo>
                  <a:pt x="459137" y="69870"/>
                </a:lnTo>
                <a:lnTo>
                  <a:pt x="459327" y="73924"/>
                </a:lnTo>
                <a:lnTo>
                  <a:pt x="459327" y="115125"/>
                </a:lnTo>
                <a:cubicBezTo>
                  <a:pt x="459327" y="121034"/>
                  <a:pt x="459658" y="124711"/>
                  <a:pt x="460322" y="126156"/>
                </a:cubicBezTo>
                <a:cubicBezTo>
                  <a:pt x="460985" y="127601"/>
                  <a:pt x="462233" y="128812"/>
                  <a:pt x="464065" y="129787"/>
                </a:cubicBezTo>
                <a:cubicBezTo>
                  <a:pt x="465897" y="130760"/>
                  <a:pt x="469024" y="131247"/>
                  <a:pt x="473446" y="131247"/>
                </a:cubicBezTo>
                <a:lnTo>
                  <a:pt x="473446" y="134753"/>
                </a:lnTo>
                <a:lnTo>
                  <a:pt x="429571" y="134753"/>
                </a:lnTo>
                <a:lnTo>
                  <a:pt x="429571" y="131247"/>
                </a:lnTo>
                <a:cubicBezTo>
                  <a:pt x="434373" y="131247"/>
                  <a:pt x="437673" y="130681"/>
                  <a:pt x="439474" y="129550"/>
                </a:cubicBezTo>
                <a:cubicBezTo>
                  <a:pt x="441274" y="128419"/>
                  <a:pt x="442522" y="126722"/>
                  <a:pt x="443217" y="124459"/>
                </a:cubicBezTo>
                <a:cubicBezTo>
                  <a:pt x="443533" y="123389"/>
                  <a:pt x="443691" y="120278"/>
                  <a:pt x="443691" y="115125"/>
                </a:cubicBezTo>
                <a:lnTo>
                  <a:pt x="443691" y="77978"/>
                </a:lnTo>
                <a:cubicBezTo>
                  <a:pt x="443691" y="70938"/>
                  <a:pt x="442648" y="65878"/>
                  <a:pt x="440564" y="62798"/>
                </a:cubicBezTo>
                <a:cubicBezTo>
                  <a:pt x="437784" y="58775"/>
                  <a:pt x="433899" y="56763"/>
                  <a:pt x="428908" y="56763"/>
                </a:cubicBezTo>
                <a:cubicBezTo>
                  <a:pt x="425496" y="56763"/>
                  <a:pt x="422116" y="57674"/>
                  <a:pt x="418768" y="59496"/>
                </a:cubicBezTo>
                <a:cubicBezTo>
                  <a:pt x="413525" y="62262"/>
                  <a:pt x="409481" y="65374"/>
                  <a:pt x="406639" y="68830"/>
                </a:cubicBezTo>
                <a:lnTo>
                  <a:pt x="406639" y="115125"/>
                </a:lnTo>
                <a:cubicBezTo>
                  <a:pt x="406639" y="120781"/>
                  <a:pt x="407033" y="124458"/>
                  <a:pt x="407823" y="126156"/>
                </a:cubicBezTo>
                <a:cubicBezTo>
                  <a:pt x="408613" y="127852"/>
                  <a:pt x="409782" y="129124"/>
                  <a:pt x="411329" y="129973"/>
                </a:cubicBezTo>
                <a:cubicBezTo>
                  <a:pt x="412877" y="130822"/>
                  <a:pt x="416020" y="131247"/>
                  <a:pt x="420758" y="131247"/>
                </a:cubicBezTo>
                <a:lnTo>
                  <a:pt x="420758" y="134753"/>
                </a:lnTo>
                <a:lnTo>
                  <a:pt x="377831" y="134753"/>
                </a:lnTo>
                <a:lnTo>
                  <a:pt x="377831" y="131247"/>
                </a:lnTo>
                <a:cubicBezTo>
                  <a:pt x="381811" y="131247"/>
                  <a:pt x="384590" y="130821"/>
                  <a:pt x="386170" y="129970"/>
                </a:cubicBezTo>
                <a:cubicBezTo>
                  <a:pt x="387749" y="129119"/>
                  <a:pt x="388949" y="127764"/>
                  <a:pt x="389771" y="125904"/>
                </a:cubicBezTo>
                <a:cubicBezTo>
                  <a:pt x="390592" y="124045"/>
                  <a:pt x="391003" y="120436"/>
                  <a:pt x="391003" y="115078"/>
                </a:cubicBezTo>
                <a:lnTo>
                  <a:pt x="391003" y="81985"/>
                </a:lnTo>
                <a:cubicBezTo>
                  <a:pt x="391003" y="72465"/>
                  <a:pt x="390718" y="66319"/>
                  <a:pt x="390150" y="63547"/>
                </a:cubicBezTo>
                <a:cubicBezTo>
                  <a:pt x="389708" y="61467"/>
                  <a:pt x="389013" y="60032"/>
                  <a:pt x="388065" y="59245"/>
                </a:cubicBezTo>
                <a:cubicBezTo>
                  <a:pt x="387117" y="58457"/>
                  <a:pt x="385822" y="58063"/>
                  <a:pt x="384180" y="58063"/>
                </a:cubicBezTo>
                <a:cubicBezTo>
                  <a:pt x="382411" y="58063"/>
                  <a:pt x="380294" y="58536"/>
                  <a:pt x="377831" y="59482"/>
                </a:cubicBezTo>
                <a:lnTo>
                  <a:pt x="376409" y="56076"/>
                </a:lnTo>
                <a:lnTo>
                  <a:pt x="402564" y="45486"/>
                </a:lnTo>
                <a:lnTo>
                  <a:pt x="406639" y="45486"/>
                </a:lnTo>
                <a:lnTo>
                  <a:pt x="406639" y="63965"/>
                </a:lnTo>
                <a:close/>
                <a:moveTo>
                  <a:pt x="634917" y="45486"/>
                </a:moveTo>
                <a:lnTo>
                  <a:pt x="634917" y="74863"/>
                </a:lnTo>
                <a:lnTo>
                  <a:pt x="631790" y="74863"/>
                </a:lnTo>
                <a:cubicBezTo>
                  <a:pt x="629390" y="65649"/>
                  <a:pt x="626310" y="59382"/>
                  <a:pt x="622551" y="56061"/>
                </a:cubicBezTo>
                <a:cubicBezTo>
                  <a:pt x="618792" y="52739"/>
                  <a:pt x="614006" y="51077"/>
                  <a:pt x="608194" y="51077"/>
                </a:cubicBezTo>
                <a:cubicBezTo>
                  <a:pt x="603772" y="51077"/>
                  <a:pt x="600203" y="52245"/>
                  <a:pt x="597486" y="54581"/>
                </a:cubicBezTo>
                <a:cubicBezTo>
                  <a:pt x="594770" y="56914"/>
                  <a:pt x="593411" y="59501"/>
                  <a:pt x="593411" y="62342"/>
                </a:cubicBezTo>
                <a:cubicBezTo>
                  <a:pt x="593411" y="65876"/>
                  <a:pt x="594422" y="68905"/>
                  <a:pt x="596444" y="71428"/>
                </a:cubicBezTo>
                <a:cubicBezTo>
                  <a:pt x="598402" y="74016"/>
                  <a:pt x="602382" y="76761"/>
                  <a:pt x="608384" y="79663"/>
                </a:cubicBezTo>
                <a:lnTo>
                  <a:pt x="622219" y="86385"/>
                </a:lnTo>
                <a:cubicBezTo>
                  <a:pt x="635044" y="92632"/>
                  <a:pt x="641456" y="100867"/>
                  <a:pt x="641456" y="111092"/>
                </a:cubicBezTo>
                <a:cubicBezTo>
                  <a:pt x="641456" y="118979"/>
                  <a:pt x="638471" y="125337"/>
                  <a:pt x="632501" y="130166"/>
                </a:cubicBezTo>
                <a:cubicBezTo>
                  <a:pt x="626531" y="134993"/>
                  <a:pt x="619850" y="137406"/>
                  <a:pt x="612459" y="137406"/>
                </a:cubicBezTo>
                <a:cubicBezTo>
                  <a:pt x="607152" y="137406"/>
                  <a:pt x="601087" y="136459"/>
                  <a:pt x="594264" y="134563"/>
                </a:cubicBezTo>
                <a:cubicBezTo>
                  <a:pt x="592179" y="133932"/>
                  <a:pt x="590474" y="133616"/>
                  <a:pt x="589147" y="133616"/>
                </a:cubicBezTo>
                <a:cubicBezTo>
                  <a:pt x="587694" y="133616"/>
                  <a:pt x="586557" y="134437"/>
                  <a:pt x="585735" y="136080"/>
                </a:cubicBezTo>
                <a:lnTo>
                  <a:pt x="582608" y="136080"/>
                </a:lnTo>
                <a:lnTo>
                  <a:pt x="582608" y="104997"/>
                </a:lnTo>
                <a:lnTo>
                  <a:pt x="585735" y="104997"/>
                </a:lnTo>
                <a:cubicBezTo>
                  <a:pt x="587504" y="113874"/>
                  <a:pt x="590884" y="120562"/>
                  <a:pt x="595875" y="125063"/>
                </a:cubicBezTo>
                <a:cubicBezTo>
                  <a:pt x="600866" y="129565"/>
                  <a:pt x="606457" y="131815"/>
                  <a:pt x="612648" y="131815"/>
                </a:cubicBezTo>
                <a:cubicBezTo>
                  <a:pt x="617007" y="131815"/>
                  <a:pt x="620561" y="130538"/>
                  <a:pt x="623309" y="127983"/>
                </a:cubicBezTo>
                <a:cubicBezTo>
                  <a:pt x="626057" y="125427"/>
                  <a:pt x="627431" y="122350"/>
                  <a:pt x="627431" y="118753"/>
                </a:cubicBezTo>
                <a:cubicBezTo>
                  <a:pt x="627431" y="114398"/>
                  <a:pt x="625899" y="110737"/>
                  <a:pt x="622835" y="107772"/>
                </a:cubicBezTo>
                <a:cubicBezTo>
                  <a:pt x="619771" y="104807"/>
                  <a:pt x="613659" y="101053"/>
                  <a:pt x="604499" y="96510"/>
                </a:cubicBezTo>
                <a:cubicBezTo>
                  <a:pt x="595338" y="91965"/>
                  <a:pt x="589336" y="87863"/>
                  <a:pt x="586494" y="84203"/>
                </a:cubicBezTo>
                <a:cubicBezTo>
                  <a:pt x="583651" y="80606"/>
                  <a:pt x="582229" y="76062"/>
                  <a:pt x="582229" y="70572"/>
                </a:cubicBezTo>
                <a:cubicBezTo>
                  <a:pt x="582229" y="63441"/>
                  <a:pt x="584677" y="57478"/>
                  <a:pt x="589573" y="52682"/>
                </a:cubicBezTo>
                <a:cubicBezTo>
                  <a:pt x="594469" y="47885"/>
                  <a:pt x="600803" y="45486"/>
                  <a:pt x="608573" y="45486"/>
                </a:cubicBezTo>
                <a:cubicBezTo>
                  <a:pt x="611985" y="45486"/>
                  <a:pt x="616123" y="46213"/>
                  <a:pt x="620987" y="47666"/>
                </a:cubicBezTo>
                <a:cubicBezTo>
                  <a:pt x="624209" y="48613"/>
                  <a:pt x="626357" y="49087"/>
                  <a:pt x="627431" y="49087"/>
                </a:cubicBezTo>
                <a:cubicBezTo>
                  <a:pt x="628442" y="49087"/>
                  <a:pt x="629232" y="48866"/>
                  <a:pt x="629800" y="48424"/>
                </a:cubicBezTo>
                <a:cubicBezTo>
                  <a:pt x="630369" y="47982"/>
                  <a:pt x="631032" y="47002"/>
                  <a:pt x="631790" y="45486"/>
                </a:cubicBezTo>
                <a:lnTo>
                  <a:pt x="634917" y="45486"/>
                </a:lnTo>
                <a:close/>
                <a:moveTo>
                  <a:pt x="669101" y="80738"/>
                </a:moveTo>
                <a:cubicBezTo>
                  <a:pt x="669038" y="93596"/>
                  <a:pt x="672165" y="103682"/>
                  <a:pt x="678483" y="110994"/>
                </a:cubicBezTo>
                <a:cubicBezTo>
                  <a:pt x="684800" y="118305"/>
                  <a:pt x="692223" y="121960"/>
                  <a:pt x="700752" y="121960"/>
                </a:cubicBezTo>
                <a:cubicBezTo>
                  <a:pt x="706438" y="121960"/>
                  <a:pt x="711381" y="120396"/>
                  <a:pt x="715582" y="117269"/>
                </a:cubicBezTo>
                <a:cubicBezTo>
                  <a:pt x="719783" y="114142"/>
                  <a:pt x="723305" y="108788"/>
                  <a:pt x="726148" y="101207"/>
                </a:cubicBezTo>
                <a:lnTo>
                  <a:pt x="729086" y="103102"/>
                </a:lnTo>
                <a:cubicBezTo>
                  <a:pt x="727759" y="111757"/>
                  <a:pt x="723906" y="119638"/>
                  <a:pt x="717525" y="126745"/>
                </a:cubicBezTo>
                <a:cubicBezTo>
                  <a:pt x="711144" y="133853"/>
                  <a:pt x="703152" y="137406"/>
                  <a:pt x="693550" y="137406"/>
                </a:cubicBezTo>
                <a:cubicBezTo>
                  <a:pt x="683126" y="137406"/>
                  <a:pt x="674202" y="133356"/>
                  <a:pt x="666779" y="125256"/>
                </a:cubicBezTo>
                <a:cubicBezTo>
                  <a:pt x="659356" y="117154"/>
                  <a:pt x="655645" y="106262"/>
                  <a:pt x="655645" y="92580"/>
                </a:cubicBezTo>
                <a:cubicBezTo>
                  <a:pt x="655645" y="77766"/>
                  <a:pt x="659451" y="66214"/>
                  <a:pt x="667064" y="57924"/>
                </a:cubicBezTo>
                <a:cubicBezTo>
                  <a:pt x="674676" y="49632"/>
                  <a:pt x="684231" y="45486"/>
                  <a:pt x="695729" y="45486"/>
                </a:cubicBezTo>
                <a:cubicBezTo>
                  <a:pt x="705458" y="45486"/>
                  <a:pt x="713450" y="48684"/>
                  <a:pt x="719704" y="55081"/>
                </a:cubicBezTo>
                <a:cubicBezTo>
                  <a:pt x="725959" y="61476"/>
                  <a:pt x="729086" y="70028"/>
                  <a:pt x="729086" y="80738"/>
                </a:cubicBezTo>
                <a:lnTo>
                  <a:pt x="669101" y="80738"/>
                </a:lnTo>
                <a:moveTo>
                  <a:pt x="669101" y="75242"/>
                </a:moveTo>
                <a:lnTo>
                  <a:pt x="709280" y="75242"/>
                </a:lnTo>
                <a:cubicBezTo>
                  <a:pt x="708965" y="69682"/>
                  <a:pt x="708301" y="65766"/>
                  <a:pt x="707290" y="63491"/>
                </a:cubicBezTo>
                <a:cubicBezTo>
                  <a:pt x="705711" y="59953"/>
                  <a:pt x="703358" y="57174"/>
                  <a:pt x="700231" y="55152"/>
                </a:cubicBezTo>
                <a:cubicBezTo>
                  <a:pt x="697103" y="53130"/>
                  <a:pt x="693834" y="52120"/>
                  <a:pt x="690423" y="52120"/>
                </a:cubicBezTo>
                <a:cubicBezTo>
                  <a:pt x="685179" y="52120"/>
                  <a:pt x="680488" y="54157"/>
                  <a:pt x="676350" y="58232"/>
                </a:cubicBezTo>
                <a:cubicBezTo>
                  <a:pt x="672212" y="62307"/>
                  <a:pt x="669796" y="67977"/>
                  <a:pt x="669101" y="75242"/>
                </a:cubicBezTo>
                <a:close/>
                <a:moveTo>
                  <a:pt x="766266" y="45486"/>
                </a:moveTo>
                <a:lnTo>
                  <a:pt x="766266" y="65007"/>
                </a:lnTo>
                <a:cubicBezTo>
                  <a:pt x="773531" y="51993"/>
                  <a:pt x="780986" y="45486"/>
                  <a:pt x="788630" y="45486"/>
                </a:cubicBezTo>
                <a:cubicBezTo>
                  <a:pt x="792105" y="45486"/>
                  <a:pt x="794979" y="46544"/>
                  <a:pt x="797254" y="48661"/>
                </a:cubicBezTo>
                <a:cubicBezTo>
                  <a:pt x="799528" y="50777"/>
                  <a:pt x="800665" y="53225"/>
                  <a:pt x="800665" y="56005"/>
                </a:cubicBezTo>
                <a:cubicBezTo>
                  <a:pt x="800665" y="58469"/>
                  <a:pt x="799844" y="60554"/>
                  <a:pt x="798201" y="62259"/>
                </a:cubicBezTo>
                <a:cubicBezTo>
                  <a:pt x="796559" y="63965"/>
                  <a:pt x="794600" y="64818"/>
                  <a:pt x="792326" y="64818"/>
                </a:cubicBezTo>
                <a:cubicBezTo>
                  <a:pt x="790115" y="64818"/>
                  <a:pt x="787635" y="63728"/>
                  <a:pt x="784887" y="61549"/>
                </a:cubicBezTo>
                <a:cubicBezTo>
                  <a:pt x="782139" y="59369"/>
                  <a:pt x="780102" y="58279"/>
                  <a:pt x="778775" y="58279"/>
                </a:cubicBezTo>
                <a:cubicBezTo>
                  <a:pt x="777638" y="58279"/>
                  <a:pt x="776406" y="58909"/>
                  <a:pt x="775079" y="60169"/>
                </a:cubicBezTo>
                <a:cubicBezTo>
                  <a:pt x="772236" y="62753"/>
                  <a:pt x="769299" y="67006"/>
                  <a:pt x="766266" y="72929"/>
                </a:cubicBezTo>
                <a:lnTo>
                  <a:pt x="766266" y="114423"/>
                </a:lnTo>
                <a:cubicBezTo>
                  <a:pt x="766266" y="119211"/>
                  <a:pt x="766866" y="122834"/>
                  <a:pt x="768067" y="125291"/>
                </a:cubicBezTo>
                <a:cubicBezTo>
                  <a:pt x="768888" y="126993"/>
                  <a:pt x="770341" y="128412"/>
                  <a:pt x="772426" y="129547"/>
                </a:cubicBezTo>
                <a:cubicBezTo>
                  <a:pt x="774511" y="130680"/>
                  <a:pt x="777511" y="131247"/>
                  <a:pt x="781428" y="131247"/>
                </a:cubicBezTo>
                <a:lnTo>
                  <a:pt x="781428" y="134753"/>
                </a:lnTo>
                <a:lnTo>
                  <a:pt x="736984" y="134753"/>
                </a:lnTo>
                <a:lnTo>
                  <a:pt x="736984" y="131247"/>
                </a:lnTo>
                <a:cubicBezTo>
                  <a:pt x="741407" y="131247"/>
                  <a:pt x="744692" y="130554"/>
                  <a:pt x="746840" y="129168"/>
                </a:cubicBezTo>
                <a:cubicBezTo>
                  <a:pt x="748419" y="128159"/>
                  <a:pt x="749525" y="126551"/>
                  <a:pt x="750156" y="124344"/>
                </a:cubicBezTo>
                <a:cubicBezTo>
                  <a:pt x="750472" y="123272"/>
                  <a:pt x="750630" y="120215"/>
                  <a:pt x="750630" y="115173"/>
                </a:cubicBezTo>
                <a:lnTo>
                  <a:pt x="750630" y="81606"/>
                </a:lnTo>
                <a:cubicBezTo>
                  <a:pt x="750630" y="71519"/>
                  <a:pt x="750425" y="65516"/>
                  <a:pt x="750014" y="63595"/>
                </a:cubicBezTo>
                <a:cubicBezTo>
                  <a:pt x="749604" y="61672"/>
                  <a:pt x="748846" y="60269"/>
                  <a:pt x="747740" y="59387"/>
                </a:cubicBezTo>
                <a:cubicBezTo>
                  <a:pt x="746634" y="58504"/>
                  <a:pt x="745260" y="58063"/>
                  <a:pt x="743618" y="58063"/>
                </a:cubicBezTo>
                <a:cubicBezTo>
                  <a:pt x="741659" y="58063"/>
                  <a:pt x="739448" y="58536"/>
                  <a:pt x="736984" y="59482"/>
                </a:cubicBezTo>
                <a:lnTo>
                  <a:pt x="736037" y="56076"/>
                </a:lnTo>
                <a:lnTo>
                  <a:pt x="762286" y="45486"/>
                </a:lnTo>
                <a:lnTo>
                  <a:pt x="766266" y="45486"/>
                </a:lnTo>
                <a:close/>
                <a:moveTo>
                  <a:pt x="800946" y="47950"/>
                </a:moveTo>
                <a:lnTo>
                  <a:pt x="841789" y="47950"/>
                </a:lnTo>
                <a:lnTo>
                  <a:pt x="841789" y="51456"/>
                </a:lnTo>
                <a:lnTo>
                  <a:pt x="839135" y="51456"/>
                </a:lnTo>
                <a:cubicBezTo>
                  <a:pt x="836672" y="51456"/>
                  <a:pt x="834792" y="52056"/>
                  <a:pt x="833497" y="53257"/>
                </a:cubicBezTo>
                <a:cubicBezTo>
                  <a:pt x="832202" y="54457"/>
                  <a:pt x="831554" y="56068"/>
                  <a:pt x="831554" y="58090"/>
                </a:cubicBezTo>
                <a:cubicBezTo>
                  <a:pt x="831554" y="60301"/>
                  <a:pt x="832218" y="62923"/>
                  <a:pt x="833544" y="65955"/>
                </a:cubicBezTo>
                <a:lnTo>
                  <a:pt x="853729" y="113905"/>
                </a:lnTo>
                <a:lnTo>
                  <a:pt x="874008" y="64155"/>
                </a:lnTo>
                <a:cubicBezTo>
                  <a:pt x="875461" y="60617"/>
                  <a:pt x="876188" y="57932"/>
                  <a:pt x="876188" y="56100"/>
                </a:cubicBezTo>
                <a:cubicBezTo>
                  <a:pt x="876188" y="55215"/>
                  <a:pt x="875935" y="54489"/>
                  <a:pt x="875430" y="53920"/>
                </a:cubicBezTo>
                <a:cubicBezTo>
                  <a:pt x="874735" y="52973"/>
                  <a:pt x="873850" y="52325"/>
                  <a:pt x="872776" y="51977"/>
                </a:cubicBezTo>
                <a:cubicBezTo>
                  <a:pt x="871702" y="51630"/>
                  <a:pt x="869523" y="51456"/>
                  <a:pt x="866238" y="51456"/>
                </a:cubicBezTo>
                <a:lnTo>
                  <a:pt x="866238" y="47950"/>
                </a:lnTo>
                <a:lnTo>
                  <a:pt x="894572" y="47950"/>
                </a:lnTo>
                <a:lnTo>
                  <a:pt x="894572" y="51456"/>
                </a:lnTo>
                <a:cubicBezTo>
                  <a:pt x="891287" y="51709"/>
                  <a:pt x="889012" y="52372"/>
                  <a:pt x="887749" y="53446"/>
                </a:cubicBezTo>
                <a:cubicBezTo>
                  <a:pt x="885538" y="55342"/>
                  <a:pt x="883548" y="58500"/>
                  <a:pt x="881779" y="62923"/>
                </a:cubicBezTo>
                <a:lnTo>
                  <a:pt x="850981" y="137406"/>
                </a:lnTo>
                <a:lnTo>
                  <a:pt x="847095" y="137406"/>
                </a:lnTo>
                <a:lnTo>
                  <a:pt x="816108" y="64155"/>
                </a:lnTo>
                <a:cubicBezTo>
                  <a:pt x="814718" y="60743"/>
                  <a:pt x="813391" y="58295"/>
                  <a:pt x="812128" y="56810"/>
                </a:cubicBezTo>
                <a:cubicBezTo>
                  <a:pt x="810864" y="55326"/>
                  <a:pt x="809253" y="54078"/>
                  <a:pt x="807295" y="53067"/>
                </a:cubicBezTo>
                <a:cubicBezTo>
                  <a:pt x="806221" y="52499"/>
                  <a:pt x="804105" y="51962"/>
                  <a:pt x="800946" y="51456"/>
                </a:cubicBezTo>
                <a:lnTo>
                  <a:pt x="800946" y="47950"/>
                </a:lnTo>
                <a:close/>
                <a:moveTo>
                  <a:pt x="917031" y="80738"/>
                </a:moveTo>
                <a:cubicBezTo>
                  <a:pt x="916967" y="93596"/>
                  <a:pt x="920095" y="103682"/>
                  <a:pt x="926412" y="110994"/>
                </a:cubicBezTo>
                <a:cubicBezTo>
                  <a:pt x="932730" y="118305"/>
                  <a:pt x="940153" y="121960"/>
                  <a:pt x="948681" y="121960"/>
                </a:cubicBezTo>
                <a:cubicBezTo>
                  <a:pt x="954367" y="121960"/>
                  <a:pt x="959311" y="120396"/>
                  <a:pt x="963512" y="117269"/>
                </a:cubicBezTo>
                <a:cubicBezTo>
                  <a:pt x="967713" y="114142"/>
                  <a:pt x="971235" y="108788"/>
                  <a:pt x="974078" y="101207"/>
                </a:cubicBezTo>
                <a:lnTo>
                  <a:pt x="977016" y="103102"/>
                </a:lnTo>
                <a:cubicBezTo>
                  <a:pt x="975689" y="111757"/>
                  <a:pt x="971835" y="119638"/>
                  <a:pt x="965454" y="126745"/>
                </a:cubicBezTo>
                <a:cubicBezTo>
                  <a:pt x="959074" y="133853"/>
                  <a:pt x="951082" y="137406"/>
                  <a:pt x="941479" y="137406"/>
                </a:cubicBezTo>
                <a:cubicBezTo>
                  <a:pt x="931055" y="137406"/>
                  <a:pt x="922132" y="133356"/>
                  <a:pt x="914709" y="125256"/>
                </a:cubicBezTo>
                <a:cubicBezTo>
                  <a:pt x="907286" y="117154"/>
                  <a:pt x="903574" y="106262"/>
                  <a:pt x="903574" y="92580"/>
                </a:cubicBezTo>
                <a:cubicBezTo>
                  <a:pt x="903574" y="77766"/>
                  <a:pt x="907381" y="66214"/>
                  <a:pt x="914993" y="57924"/>
                </a:cubicBezTo>
                <a:cubicBezTo>
                  <a:pt x="922606" y="49632"/>
                  <a:pt x="932161" y="45486"/>
                  <a:pt x="943659" y="45486"/>
                </a:cubicBezTo>
                <a:cubicBezTo>
                  <a:pt x="953388" y="45486"/>
                  <a:pt x="961380" y="48684"/>
                  <a:pt x="967634" y="55081"/>
                </a:cubicBezTo>
                <a:cubicBezTo>
                  <a:pt x="973888" y="61476"/>
                  <a:pt x="977016" y="70028"/>
                  <a:pt x="977016" y="80738"/>
                </a:cubicBezTo>
                <a:lnTo>
                  <a:pt x="917031" y="80738"/>
                </a:lnTo>
                <a:moveTo>
                  <a:pt x="917031" y="75242"/>
                </a:moveTo>
                <a:lnTo>
                  <a:pt x="957210" y="75242"/>
                </a:lnTo>
                <a:cubicBezTo>
                  <a:pt x="956894" y="69682"/>
                  <a:pt x="956231" y="65766"/>
                  <a:pt x="955220" y="63491"/>
                </a:cubicBezTo>
                <a:cubicBezTo>
                  <a:pt x="953641" y="59953"/>
                  <a:pt x="951287" y="57174"/>
                  <a:pt x="948160" y="55152"/>
                </a:cubicBezTo>
                <a:cubicBezTo>
                  <a:pt x="945033" y="53130"/>
                  <a:pt x="941764" y="52120"/>
                  <a:pt x="938352" y="52120"/>
                </a:cubicBezTo>
                <a:cubicBezTo>
                  <a:pt x="933109" y="52120"/>
                  <a:pt x="928418" y="54157"/>
                  <a:pt x="924280" y="58232"/>
                </a:cubicBezTo>
                <a:cubicBezTo>
                  <a:pt x="920142" y="62307"/>
                  <a:pt x="917725" y="67977"/>
                  <a:pt x="917031" y="75242"/>
                </a:cubicBezTo>
                <a:close/>
                <a:moveTo>
                  <a:pt x="1014197" y="45486"/>
                </a:moveTo>
                <a:lnTo>
                  <a:pt x="1014197" y="65007"/>
                </a:lnTo>
                <a:cubicBezTo>
                  <a:pt x="1021462" y="51993"/>
                  <a:pt x="1028917" y="45486"/>
                  <a:pt x="1036561" y="45486"/>
                </a:cubicBezTo>
                <a:cubicBezTo>
                  <a:pt x="1040036" y="45486"/>
                  <a:pt x="1042910" y="46544"/>
                  <a:pt x="1045184" y="48661"/>
                </a:cubicBezTo>
                <a:cubicBezTo>
                  <a:pt x="1047459" y="50777"/>
                  <a:pt x="1048596" y="53225"/>
                  <a:pt x="1048596" y="56005"/>
                </a:cubicBezTo>
                <a:cubicBezTo>
                  <a:pt x="1048596" y="58469"/>
                  <a:pt x="1047775" y="60554"/>
                  <a:pt x="1046132" y="62259"/>
                </a:cubicBezTo>
                <a:cubicBezTo>
                  <a:pt x="1044489" y="63965"/>
                  <a:pt x="1042531" y="64818"/>
                  <a:pt x="1040257" y="64818"/>
                </a:cubicBezTo>
                <a:cubicBezTo>
                  <a:pt x="1038046" y="64818"/>
                  <a:pt x="1035566" y="63728"/>
                  <a:pt x="1032818" y="61549"/>
                </a:cubicBezTo>
                <a:cubicBezTo>
                  <a:pt x="1030070" y="59369"/>
                  <a:pt x="1028032" y="58279"/>
                  <a:pt x="1026706" y="58279"/>
                </a:cubicBezTo>
                <a:cubicBezTo>
                  <a:pt x="1025568" y="58279"/>
                  <a:pt x="1024337" y="58909"/>
                  <a:pt x="1023010" y="60169"/>
                </a:cubicBezTo>
                <a:cubicBezTo>
                  <a:pt x="1020167" y="62753"/>
                  <a:pt x="1017229" y="67006"/>
                  <a:pt x="1014197" y="72929"/>
                </a:cubicBezTo>
                <a:lnTo>
                  <a:pt x="1014197" y="114423"/>
                </a:lnTo>
                <a:cubicBezTo>
                  <a:pt x="1014197" y="119211"/>
                  <a:pt x="1014797" y="122834"/>
                  <a:pt x="1015997" y="125291"/>
                </a:cubicBezTo>
                <a:cubicBezTo>
                  <a:pt x="1016819" y="126993"/>
                  <a:pt x="1018272" y="128412"/>
                  <a:pt x="1020356" y="129547"/>
                </a:cubicBezTo>
                <a:cubicBezTo>
                  <a:pt x="1022441" y="130680"/>
                  <a:pt x="1025442" y="131247"/>
                  <a:pt x="1029359" y="131247"/>
                </a:cubicBezTo>
                <a:lnTo>
                  <a:pt x="1029359" y="134753"/>
                </a:lnTo>
                <a:lnTo>
                  <a:pt x="984915" y="134753"/>
                </a:lnTo>
                <a:lnTo>
                  <a:pt x="984915" y="131247"/>
                </a:lnTo>
                <a:cubicBezTo>
                  <a:pt x="989337" y="131247"/>
                  <a:pt x="992623" y="130554"/>
                  <a:pt x="994770" y="129168"/>
                </a:cubicBezTo>
                <a:cubicBezTo>
                  <a:pt x="996350" y="128159"/>
                  <a:pt x="997455" y="126551"/>
                  <a:pt x="998087" y="124344"/>
                </a:cubicBezTo>
                <a:cubicBezTo>
                  <a:pt x="998403" y="123272"/>
                  <a:pt x="998561" y="120215"/>
                  <a:pt x="998561" y="115173"/>
                </a:cubicBezTo>
                <a:lnTo>
                  <a:pt x="998561" y="81606"/>
                </a:lnTo>
                <a:cubicBezTo>
                  <a:pt x="998561" y="71519"/>
                  <a:pt x="998356" y="65516"/>
                  <a:pt x="997945" y="63595"/>
                </a:cubicBezTo>
                <a:cubicBezTo>
                  <a:pt x="997534" y="61672"/>
                  <a:pt x="996776" y="60269"/>
                  <a:pt x="995671" y="59387"/>
                </a:cubicBezTo>
                <a:cubicBezTo>
                  <a:pt x="994565" y="58504"/>
                  <a:pt x="993191" y="58063"/>
                  <a:pt x="991549" y="58063"/>
                </a:cubicBezTo>
                <a:cubicBezTo>
                  <a:pt x="989590" y="58063"/>
                  <a:pt x="987379" y="58536"/>
                  <a:pt x="984915" y="59482"/>
                </a:cubicBezTo>
                <a:lnTo>
                  <a:pt x="983968" y="56076"/>
                </a:lnTo>
                <a:lnTo>
                  <a:pt x="1010217" y="45486"/>
                </a:lnTo>
                <a:lnTo>
                  <a:pt x="1014197" y="45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6B016-A252-4EC7-B4EF-1F7DF2DB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472" y="6100345"/>
            <a:ext cx="3031234" cy="7068"/>
          </a:xfrm>
          <a:custGeom xmlns:a="http://schemas.openxmlformats.org/drawingml/2006/main">
            <a:pathLst>
              <a:path w="3031234" h="7068" fill="none">
                <a:moveTo>
                  <a:pt x="0" y="7068"/>
                </a:moveTo>
                <a:lnTo>
                  <a:pt x="30312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210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52176-4C41-497C-999A-EBC837C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831" y="5987275"/>
            <a:ext cx="226695" cy="226420"/>
          </a:xfrm>
          <a:custGeom xmlns:a="http://schemas.openxmlformats.org/drawingml/2006/main">
            <a:pathLst>
              <a:path w="226695" h="226420">
                <a:moveTo>
                  <a:pt x="542" y="226420"/>
                </a:moveTo>
                <a:lnTo>
                  <a:pt x="0" y="0"/>
                </a:lnTo>
                <a:lnTo>
                  <a:pt x="226695" y="112668"/>
                </a:lnTo>
                <a:lnTo>
                  <a:pt x="542" y="226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TCPconnections">
            <a:extLst xmlns:a="http://schemas.openxmlformats.org/drawingml/2006/main">
              <a:ext uri="{FF2B5EF4-FFF2-40B4-BE49-F238E27FC236}">
                <a16:creationId xmlns:a16="http://schemas.microsoft.com/office/drawing/2014/main" id="{1A5483A9-CC28-41F4-BF8E-2F9A780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380" y="6061169"/>
            <a:ext cx="921915" cy="89568"/>
          </a:xfrm>
          <a:custGeom xmlns:a="http://schemas.openxmlformats.org/drawingml/2006/main">
            <a:pathLst>
              <a:path w="921915" h="89568">
                <a:moveTo>
                  <a:pt x="77044" y="1898"/>
                </a:moveTo>
                <a:lnTo>
                  <a:pt x="77044" y="25175"/>
                </a:lnTo>
                <a:lnTo>
                  <a:pt x="74767" y="25175"/>
                </a:lnTo>
                <a:cubicBezTo>
                  <a:pt x="73417" y="19801"/>
                  <a:pt x="71920" y="15940"/>
                  <a:pt x="70276" y="13592"/>
                </a:cubicBezTo>
                <a:cubicBezTo>
                  <a:pt x="68631" y="11243"/>
                  <a:pt x="66375" y="9371"/>
                  <a:pt x="63507" y="7974"/>
                </a:cubicBezTo>
                <a:cubicBezTo>
                  <a:pt x="61905" y="7212"/>
                  <a:pt x="59101" y="6831"/>
                  <a:pt x="55094" y="6831"/>
                </a:cubicBezTo>
                <a:lnTo>
                  <a:pt x="48706" y="6831"/>
                </a:lnTo>
                <a:lnTo>
                  <a:pt x="48706" y="72995"/>
                </a:lnTo>
                <a:cubicBezTo>
                  <a:pt x="48706" y="77403"/>
                  <a:pt x="48948" y="80159"/>
                  <a:pt x="49433" y="81262"/>
                </a:cubicBezTo>
                <a:cubicBezTo>
                  <a:pt x="49918" y="82364"/>
                  <a:pt x="50867" y="83328"/>
                  <a:pt x="52280" y="84154"/>
                </a:cubicBezTo>
                <a:cubicBezTo>
                  <a:pt x="53692" y="84980"/>
                  <a:pt x="55622" y="85393"/>
                  <a:pt x="58067" y="85393"/>
                </a:cubicBezTo>
                <a:lnTo>
                  <a:pt x="60914" y="85393"/>
                </a:lnTo>
                <a:lnTo>
                  <a:pt x="60914" y="87670"/>
                </a:lnTo>
                <a:lnTo>
                  <a:pt x="16003" y="87670"/>
                </a:lnTo>
                <a:lnTo>
                  <a:pt x="16003" y="85393"/>
                </a:lnTo>
                <a:lnTo>
                  <a:pt x="18850" y="85393"/>
                </a:lnTo>
                <a:cubicBezTo>
                  <a:pt x="21338" y="85393"/>
                  <a:pt x="23341" y="84949"/>
                  <a:pt x="24859" y="84059"/>
                </a:cubicBezTo>
                <a:cubicBezTo>
                  <a:pt x="25955" y="83465"/>
                  <a:pt x="26820" y="82447"/>
                  <a:pt x="27452" y="81007"/>
                </a:cubicBezTo>
                <a:cubicBezTo>
                  <a:pt x="27916" y="79990"/>
                  <a:pt x="28148" y="77319"/>
                  <a:pt x="28148" y="72995"/>
                </a:cubicBezTo>
                <a:lnTo>
                  <a:pt x="28148" y="6831"/>
                </a:lnTo>
                <a:lnTo>
                  <a:pt x="21949" y="6831"/>
                </a:lnTo>
                <a:cubicBezTo>
                  <a:pt x="16172" y="6831"/>
                  <a:pt x="11976" y="8058"/>
                  <a:pt x="9362" y="10512"/>
                </a:cubicBezTo>
                <a:cubicBezTo>
                  <a:pt x="5693" y="13940"/>
                  <a:pt x="3374" y="18827"/>
                  <a:pt x="2404" y="25175"/>
                </a:cubicBezTo>
                <a:lnTo>
                  <a:pt x="0" y="25175"/>
                </a:lnTo>
                <a:lnTo>
                  <a:pt x="0" y="1898"/>
                </a:lnTo>
                <a:lnTo>
                  <a:pt x="77044" y="1898"/>
                </a:lnTo>
                <a:close/>
                <a:moveTo>
                  <a:pt x="168155" y="0"/>
                </a:moveTo>
                <a:lnTo>
                  <a:pt x="168155" y="29730"/>
                </a:lnTo>
                <a:lnTo>
                  <a:pt x="165688" y="29730"/>
                </a:lnTo>
                <a:cubicBezTo>
                  <a:pt x="163833" y="21929"/>
                  <a:pt x="160375" y="15953"/>
                  <a:pt x="155315" y="11799"/>
                </a:cubicBezTo>
                <a:cubicBezTo>
                  <a:pt x="150254" y="7644"/>
                  <a:pt x="144519" y="5566"/>
                  <a:pt x="138109" y="5566"/>
                </a:cubicBezTo>
                <a:cubicBezTo>
                  <a:pt x="132754" y="5566"/>
                  <a:pt x="127841" y="7106"/>
                  <a:pt x="123371" y="10184"/>
                </a:cubicBezTo>
                <a:cubicBezTo>
                  <a:pt x="118901" y="13262"/>
                  <a:pt x="115633" y="17290"/>
                  <a:pt x="113567" y="22266"/>
                </a:cubicBezTo>
                <a:cubicBezTo>
                  <a:pt x="110910" y="28633"/>
                  <a:pt x="109582" y="35718"/>
                  <a:pt x="109582" y="43519"/>
                </a:cubicBezTo>
                <a:cubicBezTo>
                  <a:pt x="109582" y="51194"/>
                  <a:pt x="110552" y="58183"/>
                  <a:pt x="112491" y="64488"/>
                </a:cubicBezTo>
                <a:cubicBezTo>
                  <a:pt x="114431" y="70792"/>
                  <a:pt x="117467" y="75557"/>
                  <a:pt x="121600" y="78783"/>
                </a:cubicBezTo>
                <a:cubicBezTo>
                  <a:pt x="125733" y="82009"/>
                  <a:pt x="131088" y="83622"/>
                  <a:pt x="137667" y="83622"/>
                </a:cubicBezTo>
                <a:cubicBezTo>
                  <a:pt x="143064" y="83622"/>
                  <a:pt x="148009" y="82441"/>
                  <a:pt x="152500" y="80080"/>
                </a:cubicBezTo>
                <a:cubicBezTo>
                  <a:pt x="156991" y="77718"/>
                  <a:pt x="161724" y="73649"/>
                  <a:pt x="166700" y="67872"/>
                </a:cubicBezTo>
                <a:lnTo>
                  <a:pt x="166700" y="75273"/>
                </a:lnTo>
                <a:cubicBezTo>
                  <a:pt x="161893" y="80291"/>
                  <a:pt x="156885" y="83928"/>
                  <a:pt x="151677" y="86184"/>
                </a:cubicBezTo>
                <a:cubicBezTo>
                  <a:pt x="146469" y="88440"/>
                  <a:pt x="140387" y="89568"/>
                  <a:pt x="133429" y="89568"/>
                </a:cubicBezTo>
                <a:cubicBezTo>
                  <a:pt x="124278" y="89568"/>
                  <a:pt x="116150" y="87736"/>
                  <a:pt x="109044" y="84073"/>
                </a:cubicBezTo>
                <a:cubicBezTo>
                  <a:pt x="101938" y="80409"/>
                  <a:pt x="96456" y="75146"/>
                  <a:pt x="92598" y="68283"/>
                </a:cubicBezTo>
                <a:cubicBezTo>
                  <a:pt x="88739" y="61419"/>
                  <a:pt x="86810" y="54112"/>
                  <a:pt x="86810" y="46363"/>
                </a:cubicBezTo>
                <a:cubicBezTo>
                  <a:pt x="86810" y="38194"/>
                  <a:pt x="88950" y="30446"/>
                  <a:pt x="93230" y="23119"/>
                </a:cubicBezTo>
                <a:cubicBezTo>
                  <a:pt x="97511" y="15791"/>
                  <a:pt x="103288" y="10106"/>
                  <a:pt x="110562" y="6064"/>
                </a:cubicBezTo>
                <a:cubicBezTo>
                  <a:pt x="117836" y="2021"/>
                  <a:pt x="125564" y="0"/>
                  <a:pt x="133745" y="0"/>
                </a:cubicBezTo>
                <a:cubicBezTo>
                  <a:pt x="139775" y="0"/>
                  <a:pt x="146143" y="1307"/>
                  <a:pt x="152848" y="3922"/>
                </a:cubicBezTo>
                <a:cubicBezTo>
                  <a:pt x="156727" y="5440"/>
                  <a:pt x="159194" y="6199"/>
                  <a:pt x="160248" y="6199"/>
                </a:cubicBezTo>
                <a:cubicBezTo>
                  <a:pt x="161598" y="6199"/>
                  <a:pt x="162768" y="5703"/>
                  <a:pt x="163759" y="4712"/>
                </a:cubicBezTo>
                <a:cubicBezTo>
                  <a:pt x="164750" y="3721"/>
                  <a:pt x="165393" y="2151"/>
                  <a:pt x="165688" y="0"/>
                </a:cubicBezTo>
                <a:lnTo>
                  <a:pt x="168155" y="0"/>
                </a:lnTo>
                <a:close/>
                <a:moveTo>
                  <a:pt x="210302" y="48832"/>
                </a:moveTo>
                <a:lnTo>
                  <a:pt x="210302" y="72616"/>
                </a:lnTo>
                <a:cubicBezTo>
                  <a:pt x="210302" y="77278"/>
                  <a:pt x="210586" y="80214"/>
                  <a:pt x="211156" y="81422"/>
                </a:cubicBezTo>
                <a:cubicBezTo>
                  <a:pt x="211725" y="82629"/>
                  <a:pt x="212737" y="83593"/>
                  <a:pt x="214192" y="84314"/>
                </a:cubicBezTo>
                <a:cubicBezTo>
                  <a:pt x="215647" y="85034"/>
                  <a:pt x="218314" y="85393"/>
                  <a:pt x="222193" y="85393"/>
                </a:cubicBezTo>
                <a:lnTo>
                  <a:pt x="222193" y="87670"/>
                </a:lnTo>
                <a:lnTo>
                  <a:pt x="178611" y="87670"/>
                </a:lnTo>
                <a:lnTo>
                  <a:pt x="178611" y="85393"/>
                </a:lnTo>
                <a:cubicBezTo>
                  <a:pt x="182575" y="85393"/>
                  <a:pt x="185263" y="85022"/>
                  <a:pt x="186676" y="84280"/>
                </a:cubicBezTo>
                <a:cubicBezTo>
                  <a:pt x="188089" y="83538"/>
                  <a:pt x="189080" y="82575"/>
                  <a:pt x="189649" y="81388"/>
                </a:cubicBezTo>
                <a:cubicBezTo>
                  <a:pt x="190218" y="80202"/>
                  <a:pt x="190503" y="77278"/>
                  <a:pt x="190503" y="72616"/>
                </a:cubicBezTo>
                <a:lnTo>
                  <a:pt x="190503" y="16952"/>
                </a:lnTo>
                <a:cubicBezTo>
                  <a:pt x="190503" y="12290"/>
                  <a:pt x="190218" y="9355"/>
                  <a:pt x="189649" y="8148"/>
                </a:cubicBezTo>
                <a:cubicBezTo>
                  <a:pt x="189080" y="6940"/>
                  <a:pt x="188078" y="5976"/>
                  <a:pt x="186644" y="5256"/>
                </a:cubicBezTo>
                <a:cubicBezTo>
                  <a:pt x="185211" y="4535"/>
                  <a:pt x="182533" y="4175"/>
                  <a:pt x="178611" y="4175"/>
                </a:cubicBezTo>
                <a:lnTo>
                  <a:pt x="178611" y="1898"/>
                </a:lnTo>
                <a:lnTo>
                  <a:pt x="215994" y="1898"/>
                </a:lnTo>
                <a:cubicBezTo>
                  <a:pt x="228308" y="1898"/>
                  <a:pt x="237142" y="4090"/>
                  <a:pt x="242498" y="8476"/>
                </a:cubicBezTo>
                <a:cubicBezTo>
                  <a:pt x="247854" y="12862"/>
                  <a:pt x="250531" y="18344"/>
                  <a:pt x="250531" y="24922"/>
                </a:cubicBezTo>
                <a:cubicBezTo>
                  <a:pt x="250531" y="30489"/>
                  <a:pt x="248802" y="35254"/>
                  <a:pt x="245344" y="39218"/>
                </a:cubicBezTo>
                <a:cubicBezTo>
                  <a:pt x="241887" y="43182"/>
                  <a:pt x="237121" y="45880"/>
                  <a:pt x="231049" y="47314"/>
                </a:cubicBezTo>
                <a:cubicBezTo>
                  <a:pt x="226959" y="48326"/>
                  <a:pt x="220043" y="48832"/>
                  <a:pt x="210302" y="48832"/>
                </a:cubicBezTo>
                <a:moveTo>
                  <a:pt x="210302" y="6831"/>
                </a:moveTo>
                <a:lnTo>
                  <a:pt x="210302" y="43898"/>
                </a:lnTo>
                <a:cubicBezTo>
                  <a:pt x="211693" y="43983"/>
                  <a:pt x="212747" y="44025"/>
                  <a:pt x="213464" y="44025"/>
                </a:cubicBezTo>
                <a:cubicBezTo>
                  <a:pt x="218609" y="44025"/>
                  <a:pt x="222573" y="42496"/>
                  <a:pt x="225356" y="39439"/>
                </a:cubicBezTo>
                <a:cubicBezTo>
                  <a:pt x="228139" y="36382"/>
                  <a:pt x="229531" y="31648"/>
                  <a:pt x="229531" y="25238"/>
                </a:cubicBezTo>
                <a:cubicBezTo>
                  <a:pt x="229531" y="18871"/>
                  <a:pt x="228139" y="14211"/>
                  <a:pt x="225356" y="11259"/>
                </a:cubicBezTo>
                <a:cubicBezTo>
                  <a:pt x="222573" y="8307"/>
                  <a:pt x="218419" y="6831"/>
                  <a:pt x="212895" y="6831"/>
                </a:cubicBezTo>
                <a:lnTo>
                  <a:pt x="210302" y="6831"/>
                </a:lnTo>
                <a:close/>
                <a:moveTo>
                  <a:pt x="330847" y="72377"/>
                </a:moveTo>
                <a:lnTo>
                  <a:pt x="332808" y="73893"/>
                </a:lnTo>
                <a:cubicBezTo>
                  <a:pt x="330025" y="79139"/>
                  <a:pt x="326556" y="83042"/>
                  <a:pt x="322403" y="85603"/>
                </a:cubicBezTo>
                <a:cubicBezTo>
                  <a:pt x="318249" y="88162"/>
                  <a:pt x="313832" y="89442"/>
                  <a:pt x="309151" y="89442"/>
                </a:cubicBezTo>
                <a:cubicBezTo>
                  <a:pt x="301265" y="89442"/>
                  <a:pt x="294961" y="86466"/>
                  <a:pt x="290238" y="80515"/>
                </a:cubicBezTo>
                <a:cubicBezTo>
                  <a:pt x="285515" y="74562"/>
                  <a:pt x="283153" y="67407"/>
                  <a:pt x="283153" y="59050"/>
                </a:cubicBezTo>
                <a:cubicBezTo>
                  <a:pt x="283153" y="50986"/>
                  <a:pt x="285304" y="43895"/>
                  <a:pt x="289605" y="37775"/>
                </a:cubicBezTo>
                <a:cubicBezTo>
                  <a:pt x="294792" y="30387"/>
                  <a:pt x="301940" y="26693"/>
                  <a:pt x="311048" y="26693"/>
                </a:cubicBezTo>
                <a:cubicBezTo>
                  <a:pt x="317163" y="26693"/>
                  <a:pt x="322023" y="28237"/>
                  <a:pt x="325628" y="31325"/>
                </a:cubicBezTo>
                <a:cubicBezTo>
                  <a:pt x="329234" y="34411"/>
                  <a:pt x="331037" y="37857"/>
                  <a:pt x="331037" y="41663"/>
                </a:cubicBezTo>
                <a:cubicBezTo>
                  <a:pt x="331037" y="44073"/>
                  <a:pt x="330309" y="45997"/>
                  <a:pt x="328854" y="47435"/>
                </a:cubicBezTo>
                <a:cubicBezTo>
                  <a:pt x="327400" y="48872"/>
                  <a:pt x="325491" y="49591"/>
                  <a:pt x="323130" y="49591"/>
                </a:cubicBezTo>
                <a:cubicBezTo>
                  <a:pt x="320642" y="49591"/>
                  <a:pt x="318586" y="48766"/>
                  <a:pt x="316963" y="47117"/>
                </a:cubicBezTo>
                <a:cubicBezTo>
                  <a:pt x="315339" y="45465"/>
                  <a:pt x="314338" y="42524"/>
                  <a:pt x="313958" y="38293"/>
                </a:cubicBezTo>
                <a:cubicBezTo>
                  <a:pt x="313705" y="35627"/>
                  <a:pt x="313094" y="33765"/>
                  <a:pt x="312124" y="32706"/>
                </a:cubicBezTo>
                <a:cubicBezTo>
                  <a:pt x="311154" y="31650"/>
                  <a:pt x="310015" y="31121"/>
                  <a:pt x="308708" y="31121"/>
                </a:cubicBezTo>
                <a:cubicBezTo>
                  <a:pt x="306684" y="31121"/>
                  <a:pt x="304955" y="32196"/>
                  <a:pt x="303521" y="34347"/>
                </a:cubicBezTo>
                <a:cubicBezTo>
                  <a:pt x="301328" y="37594"/>
                  <a:pt x="300232" y="42570"/>
                  <a:pt x="300232" y="49275"/>
                </a:cubicBezTo>
                <a:cubicBezTo>
                  <a:pt x="300232" y="54841"/>
                  <a:pt x="301117" y="60165"/>
                  <a:pt x="302889" y="65247"/>
                </a:cubicBezTo>
                <a:cubicBezTo>
                  <a:pt x="304660" y="70328"/>
                  <a:pt x="307084" y="74113"/>
                  <a:pt x="310163" y="76601"/>
                </a:cubicBezTo>
                <a:cubicBezTo>
                  <a:pt x="312482" y="78414"/>
                  <a:pt x="315223" y="79321"/>
                  <a:pt x="318386" y="79321"/>
                </a:cubicBezTo>
                <a:cubicBezTo>
                  <a:pt x="320452" y="79321"/>
                  <a:pt x="322413" y="78837"/>
                  <a:pt x="324269" y="77870"/>
                </a:cubicBezTo>
                <a:cubicBezTo>
                  <a:pt x="326124" y="76901"/>
                  <a:pt x="328317" y="75070"/>
                  <a:pt x="330847" y="72377"/>
                </a:cubicBezTo>
                <a:close/>
                <a:moveTo>
                  <a:pt x="368256" y="26693"/>
                </a:moveTo>
                <a:cubicBezTo>
                  <a:pt x="373401" y="26693"/>
                  <a:pt x="378187" y="28023"/>
                  <a:pt x="382615" y="30682"/>
                </a:cubicBezTo>
                <a:cubicBezTo>
                  <a:pt x="387043" y="33342"/>
                  <a:pt x="390406" y="37120"/>
                  <a:pt x="392704" y="42017"/>
                </a:cubicBezTo>
                <a:cubicBezTo>
                  <a:pt x="395002" y="46914"/>
                  <a:pt x="396151" y="52274"/>
                  <a:pt x="396151" y="58099"/>
                </a:cubicBezTo>
                <a:cubicBezTo>
                  <a:pt x="396151" y="66499"/>
                  <a:pt x="394022" y="73527"/>
                  <a:pt x="389762" y="79184"/>
                </a:cubicBezTo>
                <a:cubicBezTo>
                  <a:pt x="384618" y="86023"/>
                  <a:pt x="377512" y="89442"/>
                  <a:pt x="368446" y="89442"/>
                </a:cubicBezTo>
                <a:cubicBezTo>
                  <a:pt x="359548" y="89442"/>
                  <a:pt x="352695" y="86318"/>
                  <a:pt x="347888" y="80070"/>
                </a:cubicBezTo>
                <a:cubicBezTo>
                  <a:pt x="343081" y="73822"/>
                  <a:pt x="340677" y="66583"/>
                  <a:pt x="340677" y="58352"/>
                </a:cubicBezTo>
                <a:cubicBezTo>
                  <a:pt x="340677" y="49868"/>
                  <a:pt x="343134" y="42471"/>
                  <a:pt x="348046" y="36160"/>
                </a:cubicBezTo>
                <a:cubicBezTo>
                  <a:pt x="352959" y="29849"/>
                  <a:pt x="359696" y="26693"/>
                  <a:pt x="368256" y="26693"/>
                </a:cubicBezTo>
                <a:moveTo>
                  <a:pt x="368509" y="31121"/>
                </a:moveTo>
                <a:cubicBezTo>
                  <a:pt x="366358" y="31121"/>
                  <a:pt x="364513" y="31934"/>
                  <a:pt x="362974" y="33560"/>
                </a:cubicBezTo>
                <a:cubicBezTo>
                  <a:pt x="361435" y="35185"/>
                  <a:pt x="360423" y="38393"/>
                  <a:pt x="359938" y="43185"/>
                </a:cubicBezTo>
                <a:cubicBezTo>
                  <a:pt x="359453" y="47976"/>
                  <a:pt x="359211" y="54637"/>
                  <a:pt x="359211" y="63165"/>
                </a:cubicBezTo>
                <a:cubicBezTo>
                  <a:pt x="359211" y="67683"/>
                  <a:pt x="359506" y="71905"/>
                  <a:pt x="360096" y="75832"/>
                </a:cubicBezTo>
                <a:cubicBezTo>
                  <a:pt x="360560" y="78829"/>
                  <a:pt x="361551" y="81108"/>
                  <a:pt x="363069" y="82671"/>
                </a:cubicBezTo>
                <a:cubicBezTo>
                  <a:pt x="364587" y="84233"/>
                  <a:pt x="366316" y="85014"/>
                  <a:pt x="368256" y="85014"/>
                </a:cubicBezTo>
                <a:cubicBezTo>
                  <a:pt x="370154" y="85014"/>
                  <a:pt x="371735" y="84486"/>
                  <a:pt x="373000" y="83430"/>
                </a:cubicBezTo>
                <a:cubicBezTo>
                  <a:pt x="374645" y="81995"/>
                  <a:pt x="375741" y="79990"/>
                  <a:pt x="376289" y="77413"/>
                </a:cubicBezTo>
                <a:cubicBezTo>
                  <a:pt x="377133" y="73403"/>
                  <a:pt x="377554" y="65298"/>
                  <a:pt x="377554" y="53096"/>
                </a:cubicBezTo>
                <a:cubicBezTo>
                  <a:pt x="377554" y="45919"/>
                  <a:pt x="377154" y="40991"/>
                  <a:pt x="376353" y="38310"/>
                </a:cubicBezTo>
                <a:cubicBezTo>
                  <a:pt x="375551" y="35629"/>
                  <a:pt x="374371" y="33676"/>
                  <a:pt x="372810" y="32451"/>
                </a:cubicBezTo>
                <a:cubicBezTo>
                  <a:pt x="371714" y="31565"/>
                  <a:pt x="370280" y="31121"/>
                  <a:pt x="368509" y="31121"/>
                </a:cubicBezTo>
                <a:close/>
                <a:moveTo>
                  <a:pt x="429556" y="28464"/>
                </a:moveTo>
                <a:lnTo>
                  <a:pt x="429556" y="36181"/>
                </a:lnTo>
                <a:cubicBezTo>
                  <a:pt x="432592" y="32870"/>
                  <a:pt x="435501" y="30461"/>
                  <a:pt x="438285" y="28955"/>
                </a:cubicBezTo>
                <a:cubicBezTo>
                  <a:pt x="441068" y="27447"/>
                  <a:pt x="444062" y="26693"/>
                  <a:pt x="447267" y="26693"/>
                </a:cubicBezTo>
                <a:cubicBezTo>
                  <a:pt x="451104" y="26693"/>
                  <a:pt x="454288" y="27759"/>
                  <a:pt x="456818" y="29892"/>
                </a:cubicBezTo>
                <a:cubicBezTo>
                  <a:pt x="459348" y="32024"/>
                  <a:pt x="461035" y="34673"/>
                  <a:pt x="461879" y="37840"/>
                </a:cubicBezTo>
                <a:cubicBezTo>
                  <a:pt x="462553" y="40248"/>
                  <a:pt x="462891" y="44872"/>
                  <a:pt x="462891" y="51712"/>
                </a:cubicBezTo>
                <a:lnTo>
                  <a:pt x="462891" y="74767"/>
                </a:lnTo>
                <a:cubicBezTo>
                  <a:pt x="462891" y="79321"/>
                  <a:pt x="463302" y="82157"/>
                  <a:pt x="464124" y="83274"/>
                </a:cubicBezTo>
                <a:cubicBezTo>
                  <a:pt x="464946" y="84392"/>
                  <a:pt x="466665" y="85098"/>
                  <a:pt x="469279" y="85393"/>
                </a:cubicBezTo>
                <a:lnTo>
                  <a:pt x="469279" y="87670"/>
                </a:lnTo>
                <a:lnTo>
                  <a:pt x="439360" y="87670"/>
                </a:lnTo>
                <a:lnTo>
                  <a:pt x="439360" y="85393"/>
                </a:lnTo>
                <a:cubicBezTo>
                  <a:pt x="441595" y="85098"/>
                  <a:pt x="443197" y="84170"/>
                  <a:pt x="444167" y="82610"/>
                </a:cubicBezTo>
                <a:cubicBezTo>
                  <a:pt x="444842" y="81556"/>
                  <a:pt x="445179" y="78941"/>
                  <a:pt x="445179" y="74767"/>
                </a:cubicBezTo>
                <a:lnTo>
                  <a:pt x="445179" y="48453"/>
                </a:lnTo>
                <a:cubicBezTo>
                  <a:pt x="445179" y="43603"/>
                  <a:pt x="444990" y="40546"/>
                  <a:pt x="444610" y="39281"/>
                </a:cubicBezTo>
                <a:cubicBezTo>
                  <a:pt x="444231" y="38016"/>
                  <a:pt x="443587" y="37035"/>
                  <a:pt x="442681" y="36340"/>
                </a:cubicBezTo>
                <a:cubicBezTo>
                  <a:pt x="441774" y="35644"/>
                  <a:pt x="440773" y="35296"/>
                  <a:pt x="439676" y="35296"/>
                </a:cubicBezTo>
                <a:cubicBezTo>
                  <a:pt x="436050" y="35296"/>
                  <a:pt x="432676" y="37910"/>
                  <a:pt x="429556" y="43139"/>
                </a:cubicBezTo>
                <a:lnTo>
                  <a:pt x="429556" y="74767"/>
                </a:lnTo>
                <a:cubicBezTo>
                  <a:pt x="429556" y="79194"/>
                  <a:pt x="429967" y="81999"/>
                  <a:pt x="430789" y="83179"/>
                </a:cubicBezTo>
                <a:cubicBezTo>
                  <a:pt x="431611" y="84360"/>
                  <a:pt x="433140" y="85098"/>
                  <a:pt x="435375" y="85393"/>
                </a:cubicBezTo>
                <a:lnTo>
                  <a:pt x="435375" y="87670"/>
                </a:lnTo>
                <a:lnTo>
                  <a:pt x="405456" y="87670"/>
                </a:lnTo>
                <a:lnTo>
                  <a:pt x="405456" y="85393"/>
                </a:lnTo>
                <a:cubicBezTo>
                  <a:pt x="407944" y="85140"/>
                  <a:pt x="409715" y="84339"/>
                  <a:pt x="410769" y="82990"/>
                </a:cubicBezTo>
                <a:cubicBezTo>
                  <a:pt x="411486" y="82062"/>
                  <a:pt x="411844" y="79321"/>
                  <a:pt x="411844" y="74767"/>
                </a:cubicBezTo>
                <a:lnTo>
                  <a:pt x="411844" y="41368"/>
                </a:lnTo>
                <a:cubicBezTo>
                  <a:pt x="411844" y="36844"/>
                  <a:pt x="411433" y="34028"/>
                  <a:pt x="410611" y="32918"/>
                </a:cubicBezTo>
                <a:cubicBezTo>
                  <a:pt x="409789" y="31808"/>
                  <a:pt x="408070" y="31083"/>
                  <a:pt x="405456" y="30742"/>
                </a:cubicBezTo>
                <a:lnTo>
                  <a:pt x="405456" y="28464"/>
                </a:lnTo>
                <a:lnTo>
                  <a:pt x="429556" y="28464"/>
                </a:lnTo>
                <a:close/>
                <a:moveTo>
                  <a:pt x="501362" y="28464"/>
                </a:moveTo>
                <a:lnTo>
                  <a:pt x="501362" y="36181"/>
                </a:lnTo>
                <a:cubicBezTo>
                  <a:pt x="504398" y="32870"/>
                  <a:pt x="507308" y="30461"/>
                  <a:pt x="510091" y="28955"/>
                </a:cubicBezTo>
                <a:cubicBezTo>
                  <a:pt x="512874" y="27447"/>
                  <a:pt x="515868" y="26693"/>
                  <a:pt x="519073" y="26693"/>
                </a:cubicBezTo>
                <a:cubicBezTo>
                  <a:pt x="522910" y="26693"/>
                  <a:pt x="526094" y="27759"/>
                  <a:pt x="528624" y="29892"/>
                </a:cubicBezTo>
                <a:cubicBezTo>
                  <a:pt x="531154" y="32024"/>
                  <a:pt x="532841" y="34673"/>
                  <a:pt x="533685" y="37840"/>
                </a:cubicBezTo>
                <a:cubicBezTo>
                  <a:pt x="534359" y="40248"/>
                  <a:pt x="534697" y="44872"/>
                  <a:pt x="534697" y="51712"/>
                </a:cubicBezTo>
                <a:lnTo>
                  <a:pt x="534697" y="74767"/>
                </a:lnTo>
                <a:cubicBezTo>
                  <a:pt x="534697" y="79321"/>
                  <a:pt x="535108" y="82157"/>
                  <a:pt x="535930" y="83274"/>
                </a:cubicBezTo>
                <a:cubicBezTo>
                  <a:pt x="536752" y="84392"/>
                  <a:pt x="538471" y="85098"/>
                  <a:pt x="541085" y="85393"/>
                </a:cubicBezTo>
                <a:lnTo>
                  <a:pt x="541085" y="87670"/>
                </a:lnTo>
                <a:lnTo>
                  <a:pt x="511166" y="87670"/>
                </a:lnTo>
                <a:lnTo>
                  <a:pt x="511166" y="85393"/>
                </a:lnTo>
                <a:cubicBezTo>
                  <a:pt x="513401" y="85098"/>
                  <a:pt x="515004" y="84170"/>
                  <a:pt x="515973" y="82610"/>
                </a:cubicBezTo>
                <a:cubicBezTo>
                  <a:pt x="516648" y="81556"/>
                  <a:pt x="516985" y="78941"/>
                  <a:pt x="516985" y="74767"/>
                </a:cubicBezTo>
                <a:lnTo>
                  <a:pt x="516985" y="48453"/>
                </a:lnTo>
                <a:cubicBezTo>
                  <a:pt x="516985" y="43603"/>
                  <a:pt x="516796" y="40546"/>
                  <a:pt x="516416" y="39281"/>
                </a:cubicBezTo>
                <a:cubicBezTo>
                  <a:pt x="516037" y="38016"/>
                  <a:pt x="515394" y="37035"/>
                  <a:pt x="514487" y="36340"/>
                </a:cubicBezTo>
                <a:cubicBezTo>
                  <a:pt x="513580" y="35644"/>
                  <a:pt x="512579" y="35296"/>
                  <a:pt x="511482" y="35296"/>
                </a:cubicBezTo>
                <a:cubicBezTo>
                  <a:pt x="507856" y="35296"/>
                  <a:pt x="504482" y="37910"/>
                  <a:pt x="501362" y="43139"/>
                </a:cubicBezTo>
                <a:lnTo>
                  <a:pt x="501362" y="74767"/>
                </a:lnTo>
                <a:cubicBezTo>
                  <a:pt x="501362" y="79194"/>
                  <a:pt x="501773" y="81999"/>
                  <a:pt x="502595" y="83179"/>
                </a:cubicBezTo>
                <a:cubicBezTo>
                  <a:pt x="503417" y="84360"/>
                  <a:pt x="504946" y="85098"/>
                  <a:pt x="507181" y="85393"/>
                </a:cubicBezTo>
                <a:lnTo>
                  <a:pt x="507181" y="87670"/>
                </a:lnTo>
                <a:lnTo>
                  <a:pt x="477262" y="87670"/>
                </a:lnTo>
                <a:lnTo>
                  <a:pt x="477262" y="85393"/>
                </a:lnTo>
                <a:cubicBezTo>
                  <a:pt x="479750" y="85140"/>
                  <a:pt x="481521" y="84339"/>
                  <a:pt x="482575" y="82990"/>
                </a:cubicBezTo>
                <a:cubicBezTo>
                  <a:pt x="483292" y="82062"/>
                  <a:pt x="483650" y="79321"/>
                  <a:pt x="483650" y="74767"/>
                </a:cubicBezTo>
                <a:lnTo>
                  <a:pt x="483650" y="41368"/>
                </a:lnTo>
                <a:cubicBezTo>
                  <a:pt x="483650" y="36844"/>
                  <a:pt x="483239" y="34028"/>
                  <a:pt x="482417" y="32918"/>
                </a:cubicBezTo>
                <a:cubicBezTo>
                  <a:pt x="481595" y="31808"/>
                  <a:pt x="479876" y="31083"/>
                  <a:pt x="477262" y="30742"/>
                </a:cubicBezTo>
                <a:lnTo>
                  <a:pt x="477262" y="28464"/>
                </a:lnTo>
                <a:lnTo>
                  <a:pt x="501362" y="28464"/>
                </a:lnTo>
                <a:close/>
                <a:moveTo>
                  <a:pt x="599102" y="55917"/>
                </a:moveTo>
                <a:lnTo>
                  <a:pt x="566653" y="55917"/>
                </a:lnTo>
                <a:cubicBezTo>
                  <a:pt x="567032" y="63781"/>
                  <a:pt x="569120" y="69997"/>
                  <a:pt x="572915" y="74563"/>
                </a:cubicBezTo>
                <a:cubicBezTo>
                  <a:pt x="575825" y="78072"/>
                  <a:pt x="579325" y="79827"/>
                  <a:pt x="583415" y="79827"/>
                </a:cubicBezTo>
                <a:cubicBezTo>
                  <a:pt x="585945" y="79827"/>
                  <a:pt x="588244" y="79121"/>
                  <a:pt x="590310" y="77708"/>
                </a:cubicBezTo>
                <a:cubicBezTo>
                  <a:pt x="592376" y="76295"/>
                  <a:pt x="594590" y="73754"/>
                  <a:pt x="596952" y="70086"/>
                </a:cubicBezTo>
                <a:lnTo>
                  <a:pt x="599102" y="71477"/>
                </a:lnTo>
                <a:cubicBezTo>
                  <a:pt x="595897" y="78014"/>
                  <a:pt x="592355" y="82642"/>
                  <a:pt x="588476" y="85362"/>
                </a:cubicBezTo>
                <a:cubicBezTo>
                  <a:pt x="584596" y="88082"/>
                  <a:pt x="580105" y="89442"/>
                  <a:pt x="575002" y="89442"/>
                </a:cubicBezTo>
                <a:cubicBezTo>
                  <a:pt x="566231" y="89442"/>
                  <a:pt x="559590" y="86065"/>
                  <a:pt x="555077" y="79311"/>
                </a:cubicBezTo>
                <a:cubicBezTo>
                  <a:pt x="551451" y="73866"/>
                  <a:pt x="549637" y="67112"/>
                  <a:pt x="549637" y="59050"/>
                </a:cubicBezTo>
                <a:cubicBezTo>
                  <a:pt x="549637" y="49172"/>
                  <a:pt x="552305" y="41310"/>
                  <a:pt x="557639" y="35464"/>
                </a:cubicBezTo>
                <a:cubicBezTo>
                  <a:pt x="562974" y="29617"/>
                  <a:pt x="569225" y="26693"/>
                  <a:pt x="576394" y="26693"/>
                </a:cubicBezTo>
                <a:cubicBezTo>
                  <a:pt x="582382" y="26693"/>
                  <a:pt x="587580" y="29150"/>
                  <a:pt x="591986" y="34062"/>
                </a:cubicBezTo>
                <a:cubicBezTo>
                  <a:pt x="596393" y="38975"/>
                  <a:pt x="598765" y="46260"/>
                  <a:pt x="599102" y="55917"/>
                </a:cubicBezTo>
                <a:moveTo>
                  <a:pt x="583542" y="51742"/>
                </a:moveTo>
                <a:cubicBezTo>
                  <a:pt x="583542" y="44953"/>
                  <a:pt x="583173" y="40293"/>
                  <a:pt x="582435" y="37763"/>
                </a:cubicBezTo>
                <a:cubicBezTo>
                  <a:pt x="581697" y="35233"/>
                  <a:pt x="580548" y="33314"/>
                  <a:pt x="578987" y="32007"/>
                </a:cubicBezTo>
                <a:cubicBezTo>
                  <a:pt x="578102" y="31248"/>
                  <a:pt x="576921" y="30868"/>
                  <a:pt x="575445" y="30868"/>
                </a:cubicBezTo>
                <a:cubicBezTo>
                  <a:pt x="573252" y="30868"/>
                  <a:pt x="571460" y="31943"/>
                  <a:pt x="570069" y="34094"/>
                </a:cubicBezTo>
                <a:cubicBezTo>
                  <a:pt x="567581" y="37847"/>
                  <a:pt x="566337" y="42992"/>
                  <a:pt x="566337" y="49528"/>
                </a:cubicBezTo>
                <a:lnTo>
                  <a:pt x="566337" y="51742"/>
                </a:lnTo>
                <a:lnTo>
                  <a:pt x="583542" y="51742"/>
                </a:lnTo>
                <a:close/>
                <a:moveTo>
                  <a:pt x="655045" y="72377"/>
                </a:moveTo>
                <a:lnTo>
                  <a:pt x="657006" y="73893"/>
                </a:lnTo>
                <a:cubicBezTo>
                  <a:pt x="654223" y="79139"/>
                  <a:pt x="650754" y="83042"/>
                  <a:pt x="646600" y="85603"/>
                </a:cubicBezTo>
                <a:cubicBezTo>
                  <a:pt x="642447" y="88162"/>
                  <a:pt x="638030" y="89442"/>
                  <a:pt x="633349" y="89442"/>
                </a:cubicBezTo>
                <a:cubicBezTo>
                  <a:pt x="625463" y="89442"/>
                  <a:pt x="619159" y="86466"/>
                  <a:pt x="614436" y="80515"/>
                </a:cubicBezTo>
                <a:cubicBezTo>
                  <a:pt x="609713" y="74562"/>
                  <a:pt x="607351" y="67407"/>
                  <a:pt x="607351" y="59050"/>
                </a:cubicBezTo>
                <a:cubicBezTo>
                  <a:pt x="607351" y="50986"/>
                  <a:pt x="609502" y="43895"/>
                  <a:pt x="613803" y="37775"/>
                </a:cubicBezTo>
                <a:cubicBezTo>
                  <a:pt x="618990" y="30387"/>
                  <a:pt x="626138" y="26693"/>
                  <a:pt x="635246" y="26693"/>
                </a:cubicBezTo>
                <a:cubicBezTo>
                  <a:pt x="641361" y="26693"/>
                  <a:pt x="646221" y="28237"/>
                  <a:pt x="649826" y="31325"/>
                </a:cubicBezTo>
                <a:cubicBezTo>
                  <a:pt x="653432" y="34411"/>
                  <a:pt x="655235" y="37857"/>
                  <a:pt x="655235" y="41663"/>
                </a:cubicBezTo>
                <a:cubicBezTo>
                  <a:pt x="655235" y="44073"/>
                  <a:pt x="654507" y="45997"/>
                  <a:pt x="653052" y="47435"/>
                </a:cubicBezTo>
                <a:cubicBezTo>
                  <a:pt x="651598" y="48872"/>
                  <a:pt x="649689" y="49591"/>
                  <a:pt x="647328" y="49591"/>
                </a:cubicBezTo>
                <a:cubicBezTo>
                  <a:pt x="644840" y="49591"/>
                  <a:pt x="642784" y="48766"/>
                  <a:pt x="641161" y="47117"/>
                </a:cubicBezTo>
                <a:cubicBezTo>
                  <a:pt x="639537" y="45465"/>
                  <a:pt x="638536" y="42524"/>
                  <a:pt x="638156" y="38293"/>
                </a:cubicBezTo>
                <a:cubicBezTo>
                  <a:pt x="637903" y="35627"/>
                  <a:pt x="637292" y="33765"/>
                  <a:pt x="636322" y="32706"/>
                </a:cubicBezTo>
                <a:cubicBezTo>
                  <a:pt x="635352" y="31650"/>
                  <a:pt x="634213" y="31121"/>
                  <a:pt x="632906" y="31121"/>
                </a:cubicBezTo>
                <a:cubicBezTo>
                  <a:pt x="630882" y="31121"/>
                  <a:pt x="629153" y="32196"/>
                  <a:pt x="627719" y="34347"/>
                </a:cubicBezTo>
                <a:cubicBezTo>
                  <a:pt x="625526" y="37594"/>
                  <a:pt x="624430" y="42570"/>
                  <a:pt x="624430" y="49275"/>
                </a:cubicBezTo>
                <a:cubicBezTo>
                  <a:pt x="624430" y="54841"/>
                  <a:pt x="625315" y="60165"/>
                  <a:pt x="627087" y="65247"/>
                </a:cubicBezTo>
                <a:cubicBezTo>
                  <a:pt x="628858" y="70328"/>
                  <a:pt x="631282" y="74113"/>
                  <a:pt x="634361" y="76601"/>
                </a:cubicBezTo>
                <a:cubicBezTo>
                  <a:pt x="636680" y="78414"/>
                  <a:pt x="639421" y="79321"/>
                  <a:pt x="642584" y="79321"/>
                </a:cubicBezTo>
                <a:cubicBezTo>
                  <a:pt x="644650" y="79321"/>
                  <a:pt x="646611" y="78837"/>
                  <a:pt x="648466" y="77870"/>
                </a:cubicBezTo>
                <a:cubicBezTo>
                  <a:pt x="650322" y="76901"/>
                  <a:pt x="652515" y="75070"/>
                  <a:pt x="655045" y="72377"/>
                </a:cubicBezTo>
                <a:close/>
                <a:moveTo>
                  <a:pt x="688026" y="6705"/>
                </a:moveTo>
                <a:lnTo>
                  <a:pt x="688026" y="28464"/>
                </a:lnTo>
                <a:lnTo>
                  <a:pt x="702069" y="28464"/>
                </a:lnTo>
                <a:lnTo>
                  <a:pt x="702069" y="34663"/>
                </a:lnTo>
                <a:lnTo>
                  <a:pt x="688026" y="34663"/>
                </a:lnTo>
                <a:lnTo>
                  <a:pt x="688026" y="71260"/>
                </a:lnTo>
                <a:cubicBezTo>
                  <a:pt x="688026" y="74685"/>
                  <a:pt x="688185" y="76894"/>
                  <a:pt x="688501" y="77888"/>
                </a:cubicBezTo>
                <a:cubicBezTo>
                  <a:pt x="688817" y="78881"/>
                  <a:pt x="689376" y="79685"/>
                  <a:pt x="690177" y="80299"/>
                </a:cubicBezTo>
                <a:cubicBezTo>
                  <a:pt x="690978" y="80912"/>
                  <a:pt x="691716" y="81218"/>
                  <a:pt x="692391" y="81218"/>
                </a:cubicBezTo>
                <a:cubicBezTo>
                  <a:pt x="695132" y="81218"/>
                  <a:pt x="697725" y="79110"/>
                  <a:pt x="700171" y="74893"/>
                </a:cubicBezTo>
                <a:lnTo>
                  <a:pt x="702069" y="76298"/>
                </a:lnTo>
                <a:cubicBezTo>
                  <a:pt x="698653" y="84470"/>
                  <a:pt x="693108" y="88556"/>
                  <a:pt x="685433" y="88556"/>
                </a:cubicBezTo>
                <a:cubicBezTo>
                  <a:pt x="681680" y="88556"/>
                  <a:pt x="678507" y="87509"/>
                  <a:pt x="675913" y="85415"/>
                </a:cubicBezTo>
                <a:cubicBezTo>
                  <a:pt x="673320" y="83320"/>
                  <a:pt x="671665" y="80981"/>
                  <a:pt x="670948" y="78400"/>
                </a:cubicBezTo>
                <a:cubicBezTo>
                  <a:pt x="670526" y="76961"/>
                  <a:pt x="670315" y="73067"/>
                  <a:pt x="670315" y="66719"/>
                </a:cubicBezTo>
                <a:lnTo>
                  <a:pt x="670315" y="34663"/>
                </a:lnTo>
                <a:lnTo>
                  <a:pt x="662598" y="34663"/>
                </a:lnTo>
                <a:lnTo>
                  <a:pt x="662598" y="32444"/>
                </a:lnTo>
                <a:cubicBezTo>
                  <a:pt x="667912" y="28683"/>
                  <a:pt x="672434" y="24731"/>
                  <a:pt x="676166" y="20589"/>
                </a:cubicBezTo>
                <a:cubicBezTo>
                  <a:pt x="679898" y="16447"/>
                  <a:pt x="683156" y="11819"/>
                  <a:pt x="685939" y="6705"/>
                </a:cubicBezTo>
                <a:lnTo>
                  <a:pt x="688026" y="6705"/>
                </a:lnTo>
                <a:close/>
                <a:moveTo>
                  <a:pt x="721968" y="0"/>
                </a:moveTo>
                <a:cubicBezTo>
                  <a:pt x="724709" y="0"/>
                  <a:pt x="727029" y="963"/>
                  <a:pt x="728926" y="2888"/>
                </a:cubicBezTo>
                <a:cubicBezTo>
                  <a:pt x="730824" y="4812"/>
                  <a:pt x="731773" y="7128"/>
                  <a:pt x="731773" y="9836"/>
                </a:cubicBezTo>
                <a:cubicBezTo>
                  <a:pt x="731773" y="12544"/>
                  <a:pt x="730813" y="14850"/>
                  <a:pt x="728895" y="16754"/>
                </a:cubicBezTo>
                <a:cubicBezTo>
                  <a:pt x="726976" y="18657"/>
                  <a:pt x="724667" y="19609"/>
                  <a:pt x="721968" y="19609"/>
                </a:cubicBezTo>
                <a:cubicBezTo>
                  <a:pt x="719270" y="19609"/>
                  <a:pt x="716971" y="18657"/>
                  <a:pt x="715074" y="16754"/>
                </a:cubicBezTo>
                <a:cubicBezTo>
                  <a:pt x="713176" y="14850"/>
                  <a:pt x="712227" y="12544"/>
                  <a:pt x="712227" y="9836"/>
                </a:cubicBezTo>
                <a:cubicBezTo>
                  <a:pt x="712227" y="7128"/>
                  <a:pt x="713176" y="4812"/>
                  <a:pt x="715074" y="2888"/>
                </a:cubicBezTo>
                <a:cubicBezTo>
                  <a:pt x="716971" y="963"/>
                  <a:pt x="719270" y="0"/>
                  <a:pt x="721968" y="0"/>
                </a:cubicBezTo>
                <a:moveTo>
                  <a:pt x="730824" y="28464"/>
                </a:moveTo>
                <a:lnTo>
                  <a:pt x="730824" y="75399"/>
                </a:lnTo>
                <a:cubicBezTo>
                  <a:pt x="730824" y="79574"/>
                  <a:pt x="731309" y="82241"/>
                  <a:pt x="732279" y="83401"/>
                </a:cubicBezTo>
                <a:cubicBezTo>
                  <a:pt x="733249" y="84560"/>
                  <a:pt x="735146" y="85225"/>
                  <a:pt x="737972" y="85393"/>
                </a:cubicBezTo>
                <a:lnTo>
                  <a:pt x="737972" y="87670"/>
                </a:lnTo>
                <a:lnTo>
                  <a:pt x="706028" y="87670"/>
                </a:lnTo>
                <a:lnTo>
                  <a:pt x="706028" y="85393"/>
                </a:lnTo>
                <a:cubicBezTo>
                  <a:pt x="708643" y="85309"/>
                  <a:pt x="710583" y="84550"/>
                  <a:pt x="711848" y="83116"/>
                </a:cubicBezTo>
                <a:cubicBezTo>
                  <a:pt x="712691" y="82146"/>
                  <a:pt x="713113" y="79574"/>
                  <a:pt x="713113" y="75399"/>
                </a:cubicBezTo>
                <a:lnTo>
                  <a:pt x="713113" y="40862"/>
                </a:lnTo>
                <a:cubicBezTo>
                  <a:pt x="713113" y="36635"/>
                  <a:pt x="712628" y="33934"/>
                  <a:pt x="711658" y="32760"/>
                </a:cubicBezTo>
                <a:cubicBezTo>
                  <a:pt x="710688" y="31586"/>
                  <a:pt x="708812" y="30913"/>
                  <a:pt x="706028" y="30742"/>
                </a:cubicBezTo>
                <a:lnTo>
                  <a:pt x="706028" y="28464"/>
                </a:lnTo>
                <a:lnTo>
                  <a:pt x="730824" y="28464"/>
                </a:lnTo>
                <a:close/>
                <a:moveTo>
                  <a:pt x="771541" y="26693"/>
                </a:moveTo>
                <a:cubicBezTo>
                  <a:pt x="776686" y="26693"/>
                  <a:pt x="781472" y="28023"/>
                  <a:pt x="785900" y="30682"/>
                </a:cubicBezTo>
                <a:cubicBezTo>
                  <a:pt x="790328" y="33342"/>
                  <a:pt x="793691" y="37120"/>
                  <a:pt x="795989" y="42017"/>
                </a:cubicBezTo>
                <a:cubicBezTo>
                  <a:pt x="798287" y="46914"/>
                  <a:pt x="799436" y="52274"/>
                  <a:pt x="799436" y="58099"/>
                </a:cubicBezTo>
                <a:cubicBezTo>
                  <a:pt x="799436" y="66499"/>
                  <a:pt x="797307" y="73527"/>
                  <a:pt x="793048" y="79184"/>
                </a:cubicBezTo>
                <a:cubicBezTo>
                  <a:pt x="787903" y="86023"/>
                  <a:pt x="780797" y="89442"/>
                  <a:pt x="771731" y="89442"/>
                </a:cubicBezTo>
                <a:cubicBezTo>
                  <a:pt x="762833" y="89442"/>
                  <a:pt x="755981" y="86318"/>
                  <a:pt x="751173" y="80070"/>
                </a:cubicBezTo>
                <a:cubicBezTo>
                  <a:pt x="746366" y="73822"/>
                  <a:pt x="743962" y="66583"/>
                  <a:pt x="743962" y="58352"/>
                </a:cubicBezTo>
                <a:cubicBezTo>
                  <a:pt x="743962" y="49868"/>
                  <a:pt x="746419" y="42471"/>
                  <a:pt x="751332" y="36160"/>
                </a:cubicBezTo>
                <a:cubicBezTo>
                  <a:pt x="756244" y="29849"/>
                  <a:pt x="762981" y="26693"/>
                  <a:pt x="771541" y="26693"/>
                </a:cubicBezTo>
                <a:moveTo>
                  <a:pt x="771794" y="31121"/>
                </a:moveTo>
                <a:cubicBezTo>
                  <a:pt x="769644" y="31121"/>
                  <a:pt x="767799" y="31934"/>
                  <a:pt x="766260" y="33560"/>
                </a:cubicBezTo>
                <a:cubicBezTo>
                  <a:pt x="764720" y="35185"/>
                  <a:pt x="763708" y="38393"/>
                  <a:pt x="763223" y="43185"/>
                </a:cubicBezTo>
                <a:cubicBezTo>
                  <a:pt x="762738" y="47976"/>
                  <a:pt x="762496" y="54637"/>
                  <a:pt x="762496" y="63165"/>
                </a:cubicBezTo>
                <a:cubicBezTo>
                  <a:pt x="762496" y="67683"/>
                  <a:pt x="762791" y="71905"/>
                  <a:pt x="763381" y="75832"/>
                </a:cubicBezTo>
                <a:cubicBezTo>
                  <a:pt x="763845" y="78829"/>
                  <a:pt x="764836" y="81108"/>
                  <a:pt x="766354" y="82671"/>
                </a:cubicBezTo>
                <a:cubicBezTo>
                  <a:pt x="767873" y="84233"/>
                  <a:pt x="769601" y="85014"/>
                  <a:pt x="771541" y="85014"/>
                </a:cubicBezTo>
                <a:cubicBezTo>
                  <a:pt x="773439" y="85014"/>
                  <a:pt x="775020" y="84486"/>
                  <a:pt x="776285" y="83430"/>
                </a:cubicBezTo>
                <a:cubicBezTo>
                  <a:pt x="777930" y="81995"/>
                  <a:pt x="779026" y="79990"/>
                  <a:pt x="779575" y="77413"/>
                </a:cubicBezTo>
                <a:cubicBezTo>
                  <a:pt x="780418" y="73403"/>
                  <a:pt x="780840" y="65298"/>
                  <a:pt x="780840" y="53096"/>
                </a:cubicBezTo>
                <a:cubicBezTo>
                  <a:pt x="780840" y="45919"/>
                  <a:pt x="780439" y="40991"/>
                  <a:pt x="779638" y="38310"/>
                </a:cubicBezTo>
                <a:cubicBezTo>
                  <a:pt x="778837" y="35629"/>
                  <a:pt x="777656" y="33676"/>
                  <a:pt x="776096" y="32451"/>
                </a:cubicBezTo>
                <a:cubicBezTo>
                  <a:pt x="774999" y="31565"/>
                  <a:pt x="773565" y="31121"/>
                  <a:pt x="771794" y="31121"/>
                </a:cubicBezTo>
                <a:close/>
                <a:moveTo>
                  <a:pt x="832841" y="28464"/>
                </a:moveTo>
                <a:lnTo>
                  <a:pt x="832841" y="36181"/>
                </a:lnTo>
                <a:cubicBezTo>
                  <a:pt x="835877" y="32870"/>
                  <a:pt x="838787" y="30461"/>
                  <a:pt x="841570" y="28955"/>
                </a:cubicBezTo>
                <a:cubicBezTo>
                  <a:pt x="844353" y="27447"/>
                  <a:pt x="847347" y="26693"/>
                  <a:pt x="850552" y="26693"/>
                </a:cubicBezTo>
                <a:cubicBezTo>
                  <a:pt x="854389" y="26693"/>
                  <a:pt x="857573" y="27759"/>
                  <a:pt x="860103" y="29892"/>
                </a:cubicBezTo>
                <a:cubicBezTo>
                  <a:pt x="862634" y="32024"/>
                  <a:pt x="864320" y="34673"/>
                  <a:pt x="865164" y="37840"/>
                </a:cubicBezTo>
                <a:cubicBezTo>
                  <a:pt x="865838" y="40248"/>
                  <a:pt x="866176" y="44872"/>
                  <a:pt x="866176" y="51712"/>
                </a:cubicBezTo>
                <a:lnTo>
                  <a:pt x="866176" y="74767"/>
                </a:lnTo>
                <a:cubicBezTo>
                  <a:pt x="866176" y="79321"/>
                  <a:pt x="866587" y="82157"/>
                  <a:pt x="867409" y="83274"/>
                </a:cubicBezTo>
                <a:cubicBezTo>
                  <a:pt x="868232" y="84392"/>
                  <a:pt x="869950" y="85098"/>
                  <a:pt x="872565" y="85393"/>
                </a:cubicBezTo>
                <a:lnTo>
                  <a:pt x="872565" y="87670"/>
                </a:lnTo>
                <a:lnTo>
                  <a:pt x="842645" y="87670"/>
                </a:lnTo>
                <a:lnTo>
                  <a:pt x="842645" y="85393"/>
                </a:lnTo>
                <a:cubicBezTo>
                  <a:pt x="844880" y="85098"/>
                  <a:pt x="846483" y="84170"/>
                  <a:pt x="847453" y="82610"/>
                </a:cubicBezTo>
                <a:cubicBezTo>
                  <a:pt x="848127" y="81556"/>
                  <a:pt x="848465" y="78941"/>
                  <a:pt x="848465" y="74767"/>
                </a:cubicBezTo>
                <a:lnTo>
                  <a:pt x="848465" y="48453"/>
                </a:lnTo>
                <a:cubicBezTo>
                  <a:pt x="848465" y="43603"/>
                  <a:pt x="848275" y="40546"/>
                  <a:pt x="847895" y="39281"/>
                </a:cubicBezTo>
                <a:cubicBezTo>
                  <a:pt x="847516" y="38016"/>
                  <a:pt x="846873" y="37035"/>
                  <a:pt x="845966" y="36340"/>
                </a:cubicBezTo>
                <a:cubicBezTo>
                  <a:pt x="845059" y="35644"/>
                  <a:pt x="844058" y="35296"/>
                  <a:pt x="842962" y="35296"/>
                </a:cubicBezTo>
                <a:cubicBezTo>
                  <a:pt x="839335" y="35296"/>
                  <a:pt x="835961" y="37910"/>
                  <a:pt x="832841" y="43139"/>
                </a:cubicBezTo>
                <a:lnTo>
                  <a:pt x="832841" y="74767"/>
                </a:lnTo>
                <a:cubicBezTo>
                  <a:pt x="832841" y="79194"/>
                  <a:pt x="833252" y="81999"/>
                  <a:pt x="834074" y="83179"/>
                </a:cubicBezTo>
                <a:cubicBezTo>
                  <a:pt x="834897" y="84360"/>
                  <a:pt x="836425" y="85098"/>
                  <a:pt x="838660" y="85393"/>
                </a:cubicBezTo>
                <a:lnTo>
                  <a:pt x="838660" y="87670"/>
                </a:lnTo>
                <a:lnTo>
                  <a:pt x="808741" y="87670"/>
                </a:lnTo>
                <a:lnTo>
                  <a:pt x="808741" y="85393"/>
                </a:lnTo>
                <a:cubicBezTo>
                  <a:pt x="811229" y="85140"/>
                  <a:pt x="813000" y="84339"/>
                  <a:pt x="814054" y="82990"/>
                </a:cubicBezTo>
                <a:cubicBezTo>
                  <a:pt x="814771" y="82062"/>
                  <a:pt x="815130" y="79321"/>
                  <a:pt x="815130" y="74767"/>
                </a:cubicBezTo>
                <a:lnTo>
                  <a:pt x="815130" y="41368"/>
                </a:lnTo>
                <a:cubicBezTo>
                  <a:pt x="815130" y="36844"/>
                  <a:pt x="814718" y="34028"/>
                  <a:pt x="813896" y="32918"/>
                </a:cubicBezTo>
                <a:cubicBezTo>
                  <a:pt x="813074" y="31808"/>
                  <a:pt x="811355" y="31083"/>
                  <a:pt x="808741" y="30742"/>
                </a:cubicBezTo>
                <a:lnTo>
                  <a:pt x="808741" y="28464"/>
                </a:lnTo>
                <a:lnTo>
                  <a:pt x="832841" y="28464"/>
                </a:lnTo>
                <a:close/>
                <a:moveTo>
                  <a:pt x="917867" y="26946"/>
                </a:moveTo>
                <a:lnTo>
                  <a:pt x="918816" y="47188"/>
                </a:lnTo>
                <a:lnTo>
                  <a:pt x="916665" y="47188"/>
                </a:lnTo>
                <a:cubicBezTo>
                  <a:pt x="914093" y="41151"/>
                  <a:pt x="911426" y="37027"/>
                  <a:pt x="908664" y="34818"/>
                </a:cubicBezTo>
                <a:cubicBezTo>
                  <a:pt x="905901" y="32606"/>
                  <a:pt x="903150" y="31501"/>
                  <a:pt x="900409" y="31501"/>
                </a:cubicBezTo>
                <a:cubicBezTo>
                  <a:pt x="898680" y="31501"/>
                  <a:pt x="897204" y="32080"/>
                  <a:pt x="895981" y="33240"/>
                </a:cubicBezTo>
                <a:cubicBezTo>
                  <a:pt x="894758" y="34400"/>
                  <a:pt x="894147" y="35739"/>
                  <a:pt x="894147" y="37257"/>
                </a:cubicBezTo>
                <a:cubicBezTo>
                  <a:pt x="894147" y="38395"/>
                  <a:pt x="894568" y="39492"/>
                  <a:pt x="895412" y="40546"/>
                </a:cubicBezTo>
                <a:cubicBezTo>
                  <a:pt x="896761" y="42275"/>
                  <a:pt x="900535" y="45237"/>
                  <a:pt x="906734" y="49433"/>
                </a:cubicBezTo>
                <a:cubicBezTo>
                  <a:pt x="912933" y="53629"/>
                  <a:pt x="917013" y="57192"/>
                  <a:pt x="918974" y="60123"/>
                </a:cubicBezTo>
                <a:cubicBezTo>
                  <a:pt x="920935" y="63054"/>
                  <a:pt x="921915" y="66333"/>
                  <a:pt x="921915" y="69959"/>
                </a:cubicBezTo>
                <a:cubicBezTo>
                  <a:pt x="921915" y="73248"/>
                  <a:pt x="921093" y="76474"/>
                  <a:pt x="919448" y="79637"/>
                </a:cubicBezTo>
                <a:cubicBezTo>
                  <a:pt x="917804" y="82800"/>
                  <a:pt x="915485" y="85225"/>
                  <a:pt x="912490" y="86911"/>
                </a:cubicBezTo>
                <a:cubicBezTo>
                  <a:pt x="909496" y="88598"/>
                  <a:pt x="906186" y="89442"/>
                  <a:pt x="902560" y="89442"/>
                </a:cubicBezTo>
                <a:cubicBezTo>
                  <a:pt x="899734" y="89442"/>
                  <a:pt x="895960" y="88540"/>
                  <a:pt x="891237" y="86735"/>
                </a:cubicBezTo>
                <a:cubicBezTo>
                  <a:pt x="889972" y="86262"/>
                  <a:pt x="889107" y="86026"/>
                  <a:pt x="888644" y="86026"/>
                </a:cubicBezTo>
                <a:cubicBezTo>
                  <a:pt x="887252" y="86026"/>
                  <a:pt x="886092" y="87080"/>
                  <a:pt x="885165" y="89189"/>
                </a:cubicBezTo>
                <a:lnTo>
                  <a:pt x="883077" y="89189"/>
                </a:lnTo>
                <a:lnTo>
                  <a:pt x="882065" y="67935"/>
                </a:lnTo>
                <a:lnTo>
                  <a:pt x="884216" y="67935"/>
                </a:lnTo>
                <a:cubicBezTo>
                  <a:pt x="886113" y="73501"/>
                  <a:pt x="888717" y="77676"/>
                  <a:pt x="892028" y="80459"/>
                </a:cubicBezTo>
                <a:cubicBezTo>
                  <a:pt x="895338" y="83243"/>
                  <a:pt x="898469" y="84634"/>
                  <a:pt x="901421" y="84634"/>
                </a:cubicBezTo>
                <a:cubicBezTo>
                  <a:pt x="903445" y="84634"/>
                  <a:pt x="905100" y="84012"/>
                  <a:pt x="906386" y="82768"/>
                </a:cubicBezTo>
                <a:cubicBezTo>
                  <a:pt x="907673" y="81524"/>
                  <a:pt x="908316" y="80017"/>
                  <a:pt x="908316" y="78246"/>
                </a:cubicBezTo>
                <a:cubicBezTo>
                  <a:pt x="908316" y="76221"/>
                  <a:pt x="907683" y="74471"/>
                  <a:pt x="906418" y="72995"/>
                </a:cubicBezTo>
                <a:cubicBezTo>
                  <a:pt x="905153" y="71520"/>
                  <a:pt x="902328" y="69285"/>
                  <a:pt x="897942" y="66290"/>
                </a:cubicBezTo>
                <a:cubicBezTo>
                  <a:pt x="891490" y="61821"/>
                  <a:pt x="887315" y="58405"/>
                  <a:pt x="885418" y="56043"/>
                </a:cubicBezTo>
                <a:cubicBezTo>
                  <a:pt x="882634" y="52585"/>
                  <a:pt x="881243" y="48769"/>
                  <a:pt x="881243" y="44594"/>
                </a:cubicBezTo>
                <a:cubicBezTo>
                  <a:pt x="881243" y="40040"/>
                  <a:pt x="882814" y="35918"/>
                  <a:pt x="885955" y="32228"/>
                </a:cubicBezTo>
                <a:cubicBezTo>
                  <a:pt x="889097" y="28538"/>
                  <a:pt x="893641" y="26693"/>
                  <a:pt x="899587" y="26693"/>
                </a:cubicBezTo>
                <a:cubicBezTo>
                  <a:pt x="902791" y="26693"/>
                  <a:pt x="905891" y="27504"/>
                  <a:pt x="908885" y="29125"/>
                </a:cubicBezTo>
                <a:cubicBezTo>
                  <a:pt x="910024" y="29781"/>
                  <a:pt x="910951" y="30109"/>
                  <a:pt x="911668" y="30109"/>
                </a:cubicBezTo>
                <a:cubicBezTo>
                  <a:pt x="912427" y="30109"/>
                  <a:pt x="913039" y="29951"/>
                  <a:pt x="913503" y="29635"/>
                </a:cubicBezTo>
                <a:cubicBezTo>
                  <a:pt x="913966" y="29318"/>
                  <a:pt x="914704" y="28422"/>
                  <a:pt x="915716" y="26946"/>
                </a:cubicBezTo>
                <a:lnTo>
                  <a:pt x="917867" y="269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Teardownthesockets">
            <a:extLst xmlns:a="http://schemas.openxmlformats.org/drawingml/2006/main">
              <a:ext uri="{FF2B5EF4-FFF2-40B4-BE49-F238E27FC236}">
                <a16:creationId xmlns:a16="http://schemas.microsoft.com/office/drawing/2014/main" id="{9FB7B104-4EE2-4817-ABA6-85933CB4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372" y="5038672"/>
            <a:ext cx="1473974" cy="109184"/>
          </a:xfrm>
          <a:custGeom xmlns:a="http://schemas.openxmlformats.org/drawingml/2006/main">
            <a:pathLst>
              <a:path w="1473974" h="109184">
                <a:moveTo>
                  <a:pt x="96088" y="0"/>
                </a:moveTo>
                <a:lnTo>
                  <a:pt x="96088" y="29032"/>
                </a:lnTo>
                <a:lnTo>
                  <a:pt x="93248" y="29032"/>
                </a:lnTo>
                <a:cubicBezTo>
                  <a:pt x="91565" y="22329"/>
                  <a:pt x="89698" y="17514"/>
                  <a:pt x="87647" y="14585"/>
                </a:cubicBezTo>
                <a:cubicBezTo>
                  <a:pt x="85596" y="11656"/>
                  <a:pt x="82782" y="9321"/>
                  <a:pt x="79206" y="7578"/>
                </a:cubicBezTo>
                <a:cubicBezTo>
                  <a:pt x="77207" y="6628"/>
                  <a:pt x="73710" y="6153"/>
                  <a:pt x="68713" y="6153"/>
                </a:cubicBezTo>
                <a:lnTo>
                  <a:pt x="60745" y="6153"/>
                </a:lnTo>
                <a:lnTo>
                  <a:pt x="60745" y="88673"/>
                </a:lnTo>
                <a:cubicBezTo>
                  <a:pt x="60745" y="94170"/>
                  <a:pt x="61048" y="97607"/>
                  <a:pt x="61653" y="98983"/>
                </a:cubicBezTo>
                <a:cubicBezTo>
                  <a:pt x="62257" y="100357"/>
                  <a:pt x="63441" y="101559"/>
                  <a:pt x="65203" y="102589"/>
                </a:cubicBezTo>
                <a:cubicBezTo>
                  <a:pt x="66965" y="103620"/>
                  <a:pt x="69371" y="104135"/>
                  <a:pt x="72421" y="104135"/>
                </a:cubicBezTo>
                <a:lnTo>
                  <a:pt x="75971" y="104135"/>
                </a:lnTo>
                <a:lnTo>
                  <a:pt x="75971" y="106975"/>
                </a:lnTo>
                <a:lnTo>
                  <a:pt x="19959" y="106975"/>
                </a:lnTo>
                <a:lnTo>
                  <a:pt x="19959" y="104135"/>
                </a:lnTo>
                <a:lnTo>
                  <a:pt x="23509" y="104135"/>
                </a:lnTo>
                <a:cubicBezTo>
                  <a:pt x="26612" y="104135"/>
                  <a:pt x="29110" y="103580"/>
                  <a:pt x="31004" y="102471"/>
                </a:cubicBezTo>
                <a:cubicBezTo>
                  <a:pt x="32371" y="101730"/>
                  <a:pt x="33449" y="100461"/>
                  <a:pt x="34238" y="98664"/>
                </a:cubicBezTo>
                <a:cubicBezTo>
                  <a:pt x="34817" y="97396"/>
                  <a:pt x="35106" y="94065"/>
                  <a:pt x="35106" y="88673"/>
                </a:cubicBezTo>
                <a:lnTo>
                  <a:pt x="35106" y="6153"/>
                </a:lnTo>
                <a:lnTo>
                  <a:pt x="27375" y="6153"/>
                </a:lnTo>
                <a:cubicBezTo>
                  <a:pt x="20170" y="6153"/>
                  <a:pt x="14937" y="7684"/>
                  <a:pt x="11676" y="10744"/>
                </a:cubicBezTo>
                <a:cubicBezTo>
                  <a:pt x="7100" y="15019"/>
                  <a:pt x="4207" y="21115"/>
                  <a:pt x="2998" y="29032"/>
                </a:cubicBezTo>
                <a:lnTo>
                  <a:pt x="0" y="29032"/>
                </a:lnTo>
                <a:lnTo>
                  <a:pt x="0" y="0"/>
                </a:lnTo>
                <a:lnTo>
                  <a:pt x="96088" y="0"/>
                </a:lnTo>
                <a:close/>
                <a:moveTo>
                  <a:pt x="154761" y="67372"/>
                </a:moveTo>
                <a:lnTo>
                  <a:pt x="114290" y="67372"/>
                </a:lnTo>
                <a:cubicBezTo>
                  <a:pt x="114764" y="77181"/>
                  <a:pt x="117367" y="84933"/>
                  <a:pt x="122100" y="90628"/>
                </a:cubicBezTo>
                <a:cubicBezTo>
                  <a:pt x="125729" y="95004"/>
                  <a:pt x="130095" y="97193"/>
                  <a:pt x="135196" y="97193"/>
                </a:cubicBezTo>
                <a:cubicBezTo>
                  <a:pt x="138352" y="97193"/>
                  <a:pt x="141218" y="96312"/>
                  <a:pt x="143795" y="94550"/>
                </a:cubicBezTo>
                <a:cubicBezTo>
                  <a:pt x="146372" y="92788"/>
                  <a:pt x="149134" y="89619"/>
                  <a:pt x="152079" y="85044"/>
                </a:cubicBezTo>
                <a:lnTo>
                  <a:pt x="154761" y="86779"/>
                </a:lnTo>
                <a:cubicBezTo>
                  <a:pt x="150764" y="94931"/>
                  <a:pt x="146346" y="100703"/>
                  <a:pt x="141507" y="104096"/>
                </a:cubicBezTo>
                <a:cubicBezTo>
                  <a:pt x="136669" y="107488"/>
                  <a:pt x="131068" y="109184"/>
                  <a:pt x="124704" y="109184"/>
                </a:cubicBezTo>
                <a:cubicBezTo>
                  <a:pt x="113764" y="109184"/>
                  <a:pt x="105481" y="104972"/>
                  <a:pt x="99853" y="96549"/>
                </a:cubicBezTo>
                <a:cubicBezTo>
                  <a:pt x="95330" y="89758"/>
                  <a:pt x="93069" y="81335"/>
                  <a:pt x="93069" y="71280"/>
                </a:cubicBezTo>
                <a:cubicBezTo>
                  <a:pt x="93069" y="58960"/>
                  <a:pt x="96395" y="49154"/>
                  <a:pt x="103048" y="41864"/>
                </a:cubicBezTo>
                <a:cubicBezTo>
                  <a:pt x="109702" y="34571"/>
                  <a:pt x="117499" y="30925"/>
                  <a:pt x="126439" y="30925"/>
                </a:cubicBezTo>
                <a:cubicBezTo>
                  <a:pt x="133908" y="30925"/>
                  <a:pt x="140390" y="33989"/>
                  <a:pt x="145886" y="40116"/>
                </a:cubicBezTo>
                <a:cubicBezTo>
                  <a:pt x="151382" y="46243"/>
                  <a:pt x="154340" y="55328"/>
                  <a:pt x="154761" y="67372"/>
                </a:cubicBezTo>
                <a:moveTo>
                  <a:pt x="135354" y="62165"/>
                </a:moveTo>
                <a:cubicBezTo>
                  <a:pt x="135354" y="53698"/>
                  <a:pt x="134894" y="47886"/>
                  <a:pt x="133973" y="44731"/>
                </a:cubicBezTo>
                <a:cubicBezTo>
                  <a:pt x="133053" y="41575"/>
                  <a:pt x="131620" y="39182"/>
                  <a:pt x="129674" y="37552"/>
                </a:cubicBezTo>
                <a:cubicBezTo>
                  <a:pt x="128569" y="36605"/>
                  <a:pt x="127097" y="36132"/>
                  <a:pt x="125256" y="36132"/>
                </a:cubicBezTo>
                <a:cubicBezTo>
                  <a:pt x="122521" y="36132"/>
                  <a:pt x="120286" y="37473"/>
                  <a:pt x="118550" y="40155"/>
                </a:cubicBezTo>
                <a:cubicBezTo>
                  <a:pt x="115447" y="44836"/>
                  <a:pt x="113896" y="51252"/>
                  <a:pt x="113896" y="59404"/>
                </a:cubicBezTo>
                <a:lnTo>
                  <a:pt x="113896" y="62165"/>
                </a:lnTo>
                <a:lnTo>
                  <a:pt x="135354" y="62165"/>
                </a:lnTo>
                <a:close/>
                <a:moveTo>
                  <a:pt x="204788" y="96088"/>
                </a:moveTo>
                <a:cubicBezTo>
                  <a:pt x="195795" y="104082"/>
                  <a:pt x="187722" y="108080"/>
                  <a:pt x="180569" y="108080"/>
                </a:cubicBezTo>
                <a:cubicBezTo>
                  <a:pt x="176362" y="108080"/>
                  <a:pt x="172864" y="106695"/>
                  <a:pt x="170077" y="103925"/>
                </a:cubicBezTo>
                <a:cubicBezTo>
                  <a:pt x="167289" y="101154"/>
                  <a:pt x="165895" y="97685"/>
                  <a:pt x="165895" y="93517"/>
                </a:cubicBezTo>
                <a:cubicBezTo>
                  <a:pt x="165895" y="87870"/>
                  <a:pt x="168315" y="82790"/>
                  <a:pt x="173153" y="78279"/>
                </a:cubicBezTo>
                <a:cubicBezTo>
                  <a:pt x="177992" y="73767"/>
                  <a:pt x="188537" y="67765"/>
                  <a:pt x="204788" y="60272"/>
                </a:cubicBezTo>
                <a:lnTo>
                  <a:pt x="204788" y="52856"/>
                </a:lnTo>
                <a:cubicBezTo>
                  <a:pt x="204788" y="47282"/>
                  <a:pt x="204486" y="43771"/>
                  <a:pt x="203881" y="42325"/>
                </a:cubicBezTo>
                <a:cubicBezTo>
                  <a:pt x="203276" y="40878"/>
                  <a:pt x="202132" y="39616"/>
                  <a:pt x="200449" y="38538"/>
                </a:cubicBezTo>
                <a:cubicBezTo>
                  <a:pt x="198766" y="37460"/>
                  <a:pt x="196873" y="36921"/>
                  <a:pt x="194769" y="36921"/>
                </a:cubicBezTo>
                <a:cubicBezTo>
                  <a:pt x="191351" y="36921"/>
                  <a:pt x="188537" y="37683"/>
                  <a:pt x="186328" y="39208"/>
                </a:cubicBezTo>
                <a:cubicBezTo>
                  <a:pt x="184961" y="40155"/>
                  <a:pt x="184277" y="41260"/>
                  <a:pt x="184277" y="42522"/>
                </a:cubicBezTo>
                <a:cubicBezTo>
                  <a:pt x="184277" y="43626"/>
                  <a:pt x="185013" y="44994"/>
                  <a:pt x="186486" y="46624"/>
                </a:cubicBezTo>
                <a:cubicBezTo>
                  <a:pt x="188484" y="48886"/>
                  <a:pt x="189484" y="51068"/>
                  <a:pt x="189484" y="53172"/>
                </a:cubicBezTo>
                <a:cubicBezTo>
                  <a:pt x="189484" y="55749"/>
                  <a:pt x="188524" y="57945"/>
                  <a:pt x="186604" y="59759"/>
                </a:cubicBezTo>
                <a:cubicBezTo>
                  <a:pt x="184684" y="61574"/>
                  <a:pt x="182173" y="62481"/>
                  <a:pt x="179070" y="62481"/>
                </a:cubicBezTo>
                <a:cubicBezTo>
                  <a:pt x="175757" y="62481"/>
                  <a:pt x="172982" y="61482"/>
                  <a:pt x="170747" y="59483"/>
                </a:cubicBezTo>
                <a:cubicBezTo>
                  <a:pt x="168512" y="57485"/>
                  <a:pt x="167394" y="55144"/>
                  <a:pt x="167394" y="52462"/>
                </a:cubicBezTo>
                <a:cubicBezTo>
                  <a:pt x="167394" y="48675"/>
                  <a:pt x="168893" y="45059"/>
                  <a:pt x="171891" y="41615"/>
                </a:cubicBezTo>
                <a:cubicBezTo>
                  <a:pt x="174889" y="38170"/>
                  <a:pt x="179070" y="35527"/>
                  <a:pt x="184435" y="33686"/>
                </a:cubicBezTo>
                <a:cubicBezTo>
                  <a:pt x="189799" y="31845"/>
                  <a:pt x="195374" y="30925"/>
                  <a:pt x="201159" y="30925"/>
                </a:cubicBezTo>
                <a:cubicBezTo>
                  <a:pt x="208154" y="30925"/>
                  <a:pt x="213690" y="32415"/>
                  <a:pt x="217766" y="35395"/>
                </a:cubicBezTo>
                <a:cubicBezTo>
                  <a:pt x="221842" y="38373"/>
                  <a:pt x="224485" y="41601"/>
                  <a:pt x="225694" y="45081"/>
                </a:cubicBezTo>
                <a:cubicBezTo>
                  <a:pt x="226430" y="47295"/>
                  <a:pt x="226799" y="52381"/>
                  <a:pt x="226799" y="60341"/>
                </a:cubicBezTo>
                <a:lnTo>
                  <a:pt x="226799" y="89045"/>
                </a:lnTo>
                <a:cubicBezTo>
                  <a:pt x="226799" y="92419"/>
                  <a:pt x="226930" y="94542"/>
                  <a:pt x="227193" y="95413"/>
                </a:cubicBezTo>
                <a:cubicBezTo>
                  <a:pt x="227456" y="96282"/>
                  <a:pt x="227851" y="96928"/>
                  <a:pt x="228376" y="97350"/>
                </a:cubicBezTo>
                <a:cubicBezTo>
                  <a:pt x="228902" y="97771"/>
                  <a:pt x="229507" y="97982"/>
                  <a:pt x="230191" y="97982"/>
                </a:cubicBezTo>
                <a:cubicBezTo>
                  <a:pt x="231558" y="97982"/>
                  <a:pt x="232952" y="97009"/>
                  <a:pt x="234372" y="95063"/>
                </a:cubicBezTo>
                <a:lnTo>
                  <a:pt x="236739" y="96956"/>
                </a:lnTo>
                <a:cubicBezTo>
                  <a:pt x="234109" y="100848"/>
                  <a:pt x="231387" y="103675"/>
                  <a:pt x="228574" y="105437"/>
                </a:cubicBezTo>
                <a:cubicBezTo>
                  <a:pt x="225760" y="107199"/>
                  <a:pt x="222565" y="108080"/>
                  <a:pt x="218989" y="108080"/>
                </a:cubicBezTo>
                <a:cubicBezTo>
                  <a:pt x="214781" y="108080"/>
                  <a:pt x="211494" y="107087"/>
                  <a:pt x="209127" y="105101"/>
                </a:cubicBezTo>
                <a:cubicBezTo>
                  <a:pt x="206761" y="103116"/>
                  <a:pt x="205314" y="100112"/>
                  <a:pt x="204788" y="96088"/>
                </a:cubicBezTo>
                <a:moveTo>
                  <a:pt x="204788" y="90250"/>
                </a:moveTo>
                <a:lnTo>
                  <a:pt x="204788" y="65573"/>
                </a:lnTo>
                <a:cubicBezTo>
                  <a:pt x="198424" y="69325"/>
                  <a:pt x="193691" y="73342"/>
                  <a:pt x="190588" y="77623"/>
                </a:cubicBezTo>
                <a:cubicBezTo>
                  <a:pt x="188537" y="80476"/>
                  <a:pt x="187511" y="83357"/>
                  <a:pt x="187511" y="86264"/>
                </a:cubicBezTo>
                <a:cubicBezTo>
                  <a:pt x="187511" y="88695"/>
                  <a:pt x="188379" y="90835"/>
                  <a:pt x="190115" y="92686"/>
                </a:cubicBezTo>
                <a:cubicBezTo>
                  <a:pt x="191430" y="94113"/>
                  <a:pt x="193270" y="94826"/>
                  <a:pt x="195637" y="94826"/>
                </a:cubicBezTo>
                <a:cubicBezTo>
                  <a:pt x="198267" y="94826"/>
                  <a:pt x="201317" y="93301"/>
                  <a:pt x="204788" y="90250"/>
                </a:cubicBezTo>
                <a:close/>
                <a:moveTo>
                  <a:pt x="275636" y="33134"/>
                </a:moveTo>
                <a:lnTo>
                  <a:pt x="275636" y="49859"/>
                </a:lnTo>
                <a:cubicBezTo>
                  <a:pt x="280527" y="42233"/>
                  <a:pt x="284813" y="37170"/>
                  <a:pt x="288495" y="34672"/>
                </a:cubicBezTo>
                <a:cubicBezTo>
                  <a:pt x="292177" y="32174"/>
                  <a:pt x="295727" y="30925"/>
                  <a:pt x="299145" y="30925"/>
                </a:cubicBezTo>
                <a:cubicBezTo>
                  <a:pt x="302090" y="30925"/>
                  <a:pt x="304444" y="31835"/>
                  <a:pt x="306206" y="33657"/>
                </a:cubicBezTo>
                <a:cubicBezTo>
                  <a:pt x="307968" y="35478"/>
                  <a:pt x="308849" y="38051"/>
                  <a:pt x="308849" y="41375"/>
                </a:cubicBezTo>
                <a:cubicBezTo>
                  <a:pt x="308849" y="44912"/>
                  <a:pt x="307994" y="47658"/>
                  <a:pt x="306285" y="49612"/>
                </a:cubicBezTo>
                <a:cubicBezTo>
                  <a:pt x="304575" y="51565"/>
                  <a:pt x="302511" y="52541"/>
                  <a:pt x="300092" y="52541"/>
                </a:cubicBezTo>
                <a:cubicBezTo>
                  <a:pt x="297304" y="52541"/>
                  <a:pt x="294885" y="51647"/>
                  <a:pt x="292834" y="49859"/>
                </a:cubicBezTo>
                <a:cubicBezTo>
                  <a:pt x="290783" y="48070"/>
                  <a:pt x="289573" y="47071"/>
                  <a:pt x="289205" y="46861"/>
                </a:cubicBezTo>
                <a:cubicBezTo>
                  <a:pt x="288679" y="46545"/>
                  <a:pt x="288074" y="46387"/>
                  <a:pt x="287391" y="46387"/>
                </a:cubicBezTo>
                <a:cubicBezTo>
                  <a:pt x="285865" y="46387"/>
                  <a:pt x="284419" y="46966"/>
                  <a:pt x="283052" y="48123"/>
                </a:cubicBezTo>
                <a:cubicBezTo>
                  <a:pt x="280895" y="49911"/>
                  <a:pt x="279265" y="52462"/>
                  <a:pt x="278160" y="55775"/>
                </a:cubicBezTo>
                <a:cubicBezTo>
                  <a:pt x="276477" y="60877"/>
                  <a:pt x="275636" y="66504"/>
                  <a:pt x="275636" y="72658"/>
                </a:cubicBezTo>
                <a:lnTo>
                  <a:pt x="275636" y="89619"/>
                </a:lnTo>
                <a:lnTo>
                  <a:pt x="275715" y="94037"/>
                </a:lnTo>
                <a:cubicBezTo>
                  <a:pt x="275715" y="97035"/>
                  <a:pt x="275899" y="98955"/>
                  <a:pt x="276267" y="99796"/>
                </a:cubicBezTo>
                <a:cubicBezTo>
                  <a:pt x="276898" y="101216"/>
                  <a:pt x="277832" y="102255"/>
                  <a:pt x="279068" y="102912"/>
                </a:cubicBezTo>
                <a:cubicBezTo>
                  <a:pt x="280304" y="103570"/>
                  <a:pt x="282394" y="103977"/>
                  <a:pt x="285339" y="104135"/>
                </a:cubicBezTo>
                <a:lnTo>
                  <a:pt x="285339" y="106975"/>
                </a:lnTo>
                <a:lnTo>
                  <a:pt x="245500" y="106975"/>
                </a:lnTo>
                <a:lnTo>
                  <a:pt x="245500" y="104135"/>
                </a:lnTo>
                <a:cubicBezTo>
                  <a:pt x="248708" y="103872"/>
                  <a:pt x="250878" y="102991"/>
                  <a:pt x="252008" y="101492"/>
                </a:cubicBezTo>
                <a:cubicBezTo>
                  <a:pt x="253139" y="99993"/>
                  <a:pt x="253704" y="96036"/>
                  <a:pt x="253704" y="89619"/>
                </a:cubicBezTo>
                <a:lnTo>
                  <a:pt x="253704" y="48754"/>
                </a:lnTo>
                <a:cubicBezTo>
                  <a:pt x="253704" y="44520"/>
                  <a:pt x="253494" y="41822"/>
                  <a:pt x="253073" y="40658"/>
                </a:cubicBezTo>
                <a:cubicBezTo>
                  <a:pt x="252547" y="39176"/>
                  <a:pt x="251785" y="38091"/>
                  <a:pt x="250785" y="37404"/>
                </a:cubicBezTo>
                <a:cubicBezTo>
                  <a:pt x="249786" y="36715"/>
                  <a:pt x="248024" y="36239"/>
                  <a:pt x="245500" y="35974"/>
                </a:cubicBezTo>
                <a:lnTo>
                  <a:pt x="245500" y="33134"/>
                </a:lnTo>
                <a:lnTo>
                  <a:pt x="275636" y="33134"/>
                </a:lnTo>
                <a:close/>
                <a:moveTo>
                  <a:pt x="388538" y="0"/>
                </a:moveTo>
                <a:lnTo>
                  <a:pt x="388538" y="84886"/>
                </a:lnTo>
                <a:cubicBezTo>
                  <a:pt x="388538" y="90561"/>
                  <a:pt x="388696" y="93919"/>
                  <a:pt x="389011" y="94959"/>
                </a:cubicBezTo>
                <a:cubicBezTo>
                  <a:pt x="389432" y="96678"/>
                  <a:pt x="390234" y="97954"/>
                  <a:pt x="391417" y="98788"/>
                </a:cubicBezTo>
                <a:cubicBezTo>
                  <a:pt x="392601" y="99619"/>
                  <a:pt x="394665" y="100140"/>
                  <a:pt x="397610" y="100348"/>
                </a:cubicBezTo>
                <a:lnTo>
                  <a:pt x="397610" y="103188"/>
                </a:lnTo>
                <a:lnTo>
                  <a:pt x="366449" y="109184"/>
                </a:lnTo>
                <a:lnTo>
                  <a:pt x="366449" y="97508"/>
                </a:lnTo>
                <a:cubicBezTo>
                  <a:pt x="362714" y="102031"/>
                  <a:pt x="359388" y="105108"/>
                  <a:pt x="356469" y="106738"/>
                </a:cubicBezTo>
                <a:cubicBezTo>
                  <a:pt x="353550" y="108369"/>
                  <a:pt x="350250" y="109184"/>
                  <a:pt x="346568" y="109184"/>
                </a:cubicBezTo>
                <a:cubicBezTo>
                  <a:pt x="337154" y="109184"/>
                  <a:pt x="329712" y="104972"/>
                  <a:pt x="324242" y="96549"/>
                </a:cubicBezTo>
                <a:cubicBezTo>
                  <a:pt x="319824" y="89706"/>
                  <a:pt x="317616" y="81309"/>
                  <a:pt x="317616" y="71359"/>
                </a:cubicBezTo>
                <a:cubicBezTo>
                  <a:pt x="317616" y="63409"/>
                  <a:pt x="318983" y="56288"/>
                  <a:pt x="321718" y="49997"/>
                </a:cubicBezTo>
                <a:cubicBezTo>
                  <a:pt x="324453" y="43705"/>
                  <a:pt x="328200" y="38954"/>
                  <a:pt x="332960" y="35742"/>
                </a:cubicBezTo>
                <a:cubicBezTo>
                  <a:pt x="337719" y="32531"/>
                  <a:pt x="342834" y="30925"/>
                  <a:pt x="348304" y="30925"/>
                </a:cubicBezTo>
                <a:cubicBezTo>
                  <a:pt x="351828" y="30925"/>
                  <a:pt x="354957" y="31614"/>
                  <a:pt x="357692" y="32993"/>
                </a:cubicBezTo>
                <a:cubicBezTo>
                  <a:pt x="360427" y="34372"/>
                  <a:pt x="363346" y="36786"/>
                  <a:pt x="366449" y="40234"/>
                </a:cubicBezTo>
                <a:lnTo>
                  <a:pt x="366449" y="17987"/>
                </a:lnTo>
                <a:cubicBezTo>
                  <a:pt x="366449" y="12359"/>
                  <a:pt x="366212" y="8967"/>
                  <a:pt x="365739" y="7810"/>
                </a:cubicBezTo>
                <a:cubicBezTo>
                  <a:pt x="365107" y="6285"/>
                  <a:pt x="364161" y="5154"/>
                  <a:pt x="362898" y="4418"/>
                </a:cubicBezTo>
                <a:cubicBezTo>
                  <a:pt x="361636" y="3682"/>
                  <a:pt x="359270" y="3313"/>
                  <a:pt x="355798" y="3313"/>
                </a:cubicBezTo>
                <a:lnTo>
                  <a:pt x="355798" y="0"/>
                </a:lnTo>
                <a:lnTo>
                  <a:pt x="388538" y="0"/>
                </a:lnTo>
                <a:moveTo>
                  <a:pt x="366449" y="49859"/>
                </a:moveTo>
                <a:cubicBezTo>
                  <a:pt x="362557" y="42496"/>
                  <a:pt x="357797" y="38814"/>
                  <a:pt x="352169" y="38814"/>
                </a:cubicBezTo>
                <a:cubicBezTo>
                  <a:pt x="350223" y="38814"/>
                  <a:pt x="348619" y="39340"/>
                  <a:pt x="347357" y="40392"/>
                </a:cubicBezTo>
                <a:cubicBezTo>
                  <a:pt x="345411" y="42022"/>
                  <a:pt x="343820" y="44889"/>
                  <a:pt x="342584" y="48991"/>
                </a:cubicBezTo>
                <a:cubicBezTo>
                  <a:pt x="341348" y="53093"/>
                  <a:pt x="340730" y="59378"/>
                  <a:pt x="340730" y="67846"/>
                </a:cubicBezTo>
                <a:cubicBezTo>
                  <a:pt x="340730" y="77155"/>
                  <a:pt x="341414" y="84044"/>
                  <a:pt x="342781" y="88515"/>
                </a:cubicBezTo>
                <a:cubicBezTo>
                  <a:pt x="344149" y="92985"/>
                  <a:pt x="346016" y="96220"/>
                  <a:pt x="348383" y="98218"/>
                </a:cubicBezTo>
                <a:cubicBezTo>
                  <a:pt x="349592" y="99218"/>
                  <a:pt x="351249" y="99717"/>
                  <a:pt x="353353" y="99717"/>
                </a:cubicBezTo>
                <a:cubicBezTo>
                  <a:pt x="357981" y="99717"/>
                  <a:pt x="362346" y="96077"/>
                  <a:pt x="366449" y="88796"/>
                </a:cubicBezTo>
                <a:lnTo>
                  <a:pt x="366449" y="49859"/>
                </a:lnTo>
                <a:close/>
                <a:moveTo>
                  <a:pt x="441384" y="30925"/>
                </a:moveTo>
                <a:cubicBezTo>
                  <a:pt x="447801" y="30925"/>
                  <a:pt x="453770" y="32583"/>
                  <a:pt x="459292" y="35900"/>
                </a:cubicBezTo>
                <a:cubicBezTo>
                  <a:pt x="464815" y="39217"/>
                  <a:pt x="469009" y="43929"/>
                  <a:pt x="471875" y="50036"/>
                </a:cubicBezTo>
                <a:cubicBezTo>
                  <a:pt x="474742" y="56144"/>
                  <a:pt x="476175" y="62829"/>
                  <a:pt x="476175" y="70094"/>
                </a:cubicBezTo>
                <a:cubicBezTo>
                  <a:pt x="476175" y="80570"/>
                  <a:pt x="473519" y="89336"/>
                  <a:pt x="468207" y="96391"/>
                </a:cubicBezTo>
                <a:cubicBezTo>
                  <a:pt x="461790" y="104920"/>
                  <a:pt x="452928" y="109184"/>
                  <a:pt x="441621" y="109184"/>
                </a:cubicBezTo>
                <a:cubicBezTo>
                  <a:pt x="430524" y="109184"/>
                  <a:pt x="421977" y="105288"/>
                  <a:pt x="415981" y="97496"/>
                </a:cubicBezTo>
                <a:cubicBezTo>
                  <a:pt x="409986" y="89704"/>
                  <a:pt x="406988" y="80675"/>
                  <a:pt x="406988" y="70409"/>
                </a:cubicBezTo>
                <a:cubicBezTo>
                  <a:pt x="406988" y="59828"/>
                  <a:pt x="410052" y="50602"/>
                  <a:pt x="416179" y="42731"/>
                </a:cubicBezTo>
                <a:cubicBezTo>
                  <a:pt x="422306" y="34860"/>
                  <a:pt x="430708" y="30925"/>
                  <a:pt x="441384" y="30925"/>
                </a:cubicBezTo>
                <a:moveTo>
                  <a:pt x="441700" y="36447"/>
                </a:moveTo>
                <a:cubicBezTo>
                  <a:pt x="439017" y="36447"/>
                  <a:pt x="436716" y="37461"/>
                  <a:pt x="434797" y="39489"/>
                </a:cubicBezTo>
                <a:cubicBezTo>
                  <a:pt x="432877" y="41516"/>
                  <a:pt x="431615" y="45517"/>
                  <a:pt x="431010" y="51493"/>
                </a:cubicBezTo>
                <a:cubicBezTo>
                  <a:pt x="430405" y="57469"/>
                  <a:pt x="430103" y="65776"/>
                  <a:pt x="430103" y="76413"/>
                </a:cubicBezTo>
                <a:cubicBezTo>
                  <a:pt x="430103" y="82047"/>
                  <a:pt x="430471" y="87313"/>
                  <a:pt x="431207" y="92210"/>
                </a:cubicBezTo>
                <a:cubicBezTo>
                  <a:pt x="431786" y="95948"/>
                  <a:pt x="433022" y="98791"/>
                  <a:pt x="434915" y="100740"/>
                </a:cubicBezTo>
                <a:cubicBezTo>
                  <a:pt x="436808" y="102688"/>
                  <a:pt x="438965" y="103662"/>
                  <a:pt x="441384" y="103662"/>
                </a:cubicBezTo>
                <a:cubicBezTo>
                  <a:pt x="443751" y="103662"/>
                  <a:pt x="445723" y="103003"/>
                  <a:pt x="447301" y="101687"/>
                </a:cubicBezTo>
                <a:cubicBezTo>
                  <a:pt x="449352" y="99897"/>
                  <a:pt x="450719" y="97396"/>
                  <a:pt x="451403" y="94183"/>
                </a:cubicBezTo>
                <a:cubicBezTo>
                  <a:pt x="452455" y="89181"/>
                  <a:pt x="452981" y="79072"/>
                  <a:pt x="452981" y="63854"/>
                </a:cubicBezTo>
                <a:cubicBezTo>
                  <a:pt x="452981" y="54903"/>
                  <a:pt x="452481" y="48757"/>
                  <a:pt x="451482" y="45414"/>
                </a:cubicBezTo>
                <a:cubicBezTo>
                  <a:pt x="450483" y="42069"/>
                  <a:pt x="449010" y="39633"/>
                  <a:pt x="447064" y="38106"/>
                </a:cubicBezTo>
                <a:cubicBezTo>
                  <a:pt x="445697" y="37000"/>
                  <a:pt x="443909" y="36447"/>
                  <a:pt x="441700" y="36447"/>
                </a:cubicBezTo>
                <a:close/>
                <a:moveTo>
                  <a:pt x="560669" y="109184"/>
                </a:moveTo>
                <a:lnTo>
                  <a:pt x="540474" y="55014"/>
                </a:lnTo>
                <a:lnTo>
                  <a:pt x="520672" y="109184"/>
                </a:lnTo>
                <a:lnTo>
                  <a:pt x="516570" y="109184"/>
                </a:lnTo>
                <a:lnTo>
                  <a:pt x="496926" y="55672"/>
                </a:lnTo>
                <a:cubicBezTo>
                  <a:pt x="493981" y="47464"/>
                  <a:pt x="491483" y="42116"/>
                  <a:pt x="489432" y="39628"/>
                </a:cubicBezTo>
                <a:cubicBezTo>
                  <a:pt x="488117" y="37933"/>
                  <a:pt x="486118" y="36715"/>
                  <a:pt x="483436" y="35974"/>
                </a:cubicBezTo>
                <a:lnTo>
                  <a:pt x="483436" y="33134"/>
                </a:lnTo>
                <a:lnTo>
                  <a:pt x="520672" y="33134"/>
                </a:lnTo>
                <a:lnTo>
                  <a:pt x="520672" y="35974"/>
                </a:lnTo>
                <a:cubicBezTo>
                  <a:pt x="518148" y="35974"/>
                  <a:pt x="516412" y="36345"/>
                  <a:pt x="515465" y="37088"/>
                </a:cubicBezTo>
                <a:cubicBezTo>
                  <a:pt x="514519" y="37829"/>
                  <a:pt x="514045" y="38678"/>
                  <a:pt x="514045" y="39632"/>
                </a:cubicBezTo>
                <a:cubicBezTo>
                  <a:pt x="514045" y="40533"/>
                  <a:pt x="514887" y="43237"/>
                  <a:pt x="516570" y="47743"/>
                </a:cubicBezTo>
                <a:lnTo>
                  <a:pt x="527378" y="76568"/>
                </a:lnTo>
                <a:lnTo>
                  <a:pt x="537791" y="47832"/>
                </a:lnTo>
                <a:lnTo>
                  <a:pt x="537002" y="45811"/>
                </a:lnTo>
                <a:cubicBezTo>
                  <a:pt x="535425" y="41845"/>
                  <a:pt x="534044" y="39319"/>
                  <a:pt x="532861" y="38235"/>
                </a:cubicBezTo>
                <a:cubicBezTo>
                  <a:pt x="531677" y="37150"/>
                  <a:pt x="529850" y="36396"/>
                  <a:pt x="527378" y="35974"/>
                </a:cubicBezTo>
                <a:lnTo>
                  <a:pt x="527378" y="33134"/>
                </a:lnTo>
                <a:lnTo>
                  <a:pt x="565166" y="33134"/>
                </a:lnTo>
                <a:lnTo>
                  <a:pt x="565166" y="35974"/>
                </a:lnTo>
                <a:cubicBezTo>
                  <a:pt x="562221" y="36133"/>
                  <a:pt x="560354" y="36544"/>
                  <a:pt x="559565" y="37207"/>
                </a:cubicBezTo>
                <a:cubicBezTo>
                  <a:pt x="558776" y="37869"/>
                  <a:pt x="558382" y="38810"/>
                  <a:pt x="558382" y="40029"/>
                </a:cubicBezTo>
                <a:cubicBezTo>
                  <a:pt x="558382" y="41196"/>
                  <a:pt x="559144" y="43768"/>
                  <a:pt x="560669" y="47743"/>
                </a:cubicBezTo>
                <a:lnTo>
                  <a:pt x="571083" y="76568"/>
                </a:lnTo>
                <a:lnTo>
                  <a:pt x="580550" y="50034"/>
                </a:lnTo>
                <a:cubicBezTo>
                  <a:pt x="581917" y="46221"/>
                  <a:pt x="582601" y="43625"/>
                  <a:pt x="582601" y="42248"/>
                </a:cubicBezTo>
                <a:cubicBezTo>
                  <a:pt x="582601" y="40184"/>
                  <a:pt x="582101" y="38675"/>
                  <a:pt x="581102" y="37722"/>
                </a:cubicBezTo>
                <a:cubicBezTo>
                  <a:pt x="580103" y="36769"/>
                  <a:pt x="578157" y="36186"/>
                  <a:pt x="575264" y="35974"/>
                </a:cubicBezTo>
                <a:lnTo>
                  <a:pt x="575264" y="33134"/>
                </a:lnTo>
                <a:lnTo>
                  <a:pt x="597117" y="33134"/>
                </a:lnTo>
                <a:lnTo>
                  <a:pt x="597117" y="35974"/>
                </a:lnTo>
                <a:cubicBezTo>
                  <a:pt x="594697" y="36293"/>
                  <a:pt x="592778" y="37155"/>
                  <a:pt x="591358" y="38560"/>
                </a:cubicBezTo>
                <a:cubicBezTo>
                  <a:pt x="589938" y="39965"/>
                  <a:pt x="588097" y="43957"/>
                  <a:pt x="585835" y="50537"/>
                </a:cubicBezTo>
                <a:lnTo>
                  <a:pt x="565166" y="109184"/>
                </a:lnTo>
                <a:lnTo>
                  <a:pt x="560669" y="109184"/>
                </a:lnTo>
                <a:close/>
                <a:moveTo>
                  <a:pt x="634116" y="33134"/>
                </a:moveTo>
                <a:lnTo>
                  <a:pt x="634116" y="42758"/>
                </a:lnTo>
                <a:cubicBezTo>
                  <a:pt x="637903" y="38628"/>
                  <a:pt x="641532" y="35624"/>
                  <a:pt x="645003" y="33745"/>
                </a:cubicBezTo>
                <a:cubicBezTo>
                  <a:pt x="648474" y="31865"/>
                  <a:pt x="652208" y="30925"/>
                  <a:pt x="656205" y="30925"/>
                </a:cubicBezTo>
                <a:cubicBezTo>
                  <a:pt x="660991" y="30925"/>
                  <a:pt x="664962" y="32255"/>
                  <a:pt x="668118" y="34914"/>
                </a:cubicBezTo>
                <a:cubicBezTo>
                  <a:pt x="671273" y="37573"/>
                  <a:pt x="673377" y="40877"/>
                  <a:pt x="674429" y="44827"/>
                </a:cubicBezTo>
                <a:cubicBezTo>
                  <a:pt x="675270" y="47830"/>
                  <a:pt x="675691" y="53597"/>
                  <a:pt x="675691" y="62128"/>
                </a:cubicBezTo>
                <a:lnTo>
                  <a:pt x="675691" y="90881"/>
                </a:lnTo>
                <a:cubicBezTo>
                  <a:pt x="675691" y="96562"/>
                  <a:pt x="676204" y="100098"/>
                  <a:pt x="677229" y="101492"/>
                </a:cubicBezTo>
                <a:cubicBezTo>
                  <a:pt x="678255" y="102886"/>
                  <a:pt x="680398" y="103767"/>
                  <a:pt x="683659" y="104135"/>
                </a:cubicBezTo>
                <a:lnTo>
                  <a:pt x="683659" y="106975"/>
                </a:lnTo>
                <a:lnTo>
                  <a:pt x="646344" y="106975"/>
                </a:lnTo>
                <a:lnTo>
                  <a:pt x="646344" y="104135"/>
                </a:lnTo>
                <a:cubicBezTo>
                  <a:pt x="649131" y="103767"/>
                  <a:pt x="651130" y="102610"/>
                  <a:pt x="652340" y="100664"/>
                </a:cubicBezTo>
                <a:cubicBezTo>
                  <a:pt x="653181" y="99349"/>
                  <a:pt x="653602" y="96088"/>
                  <a:pt x="653602" y="90881"/>
                </a:cubicBezTo>
                <a:lnTo>
                  <a:pt x="653602" y="58063"/>
                </a:lnTo>
                <a:cubicBezTo>
                  <a:pt x="653602" y="52015"/>
                  <a:pt x="653365" y="48202"/>
                  <a:pt x="652892" y="46624"/>
                </a:cubicBezTo>
                <a:cubicBezTo>
                  <a:pt x="652419" y="45046"/>
                  <a:pt x="651616" y="43823"/>
                  <a:pt x="650486" y="42956"/>
                </a:cubicBezTo>
                <a:cubicBezTo>
                  <a:pt x="649355" y="42088"/>
                  <a:pt x="648106" y="41654"/>
                  <a:pt x="646738" y="41654"/>
                </a:cubicBezTo>
                <a:cubicBezTo>
                  <a:pt x="642215" y="41654"/>
                  <a:pt x="638008" y="44915"/>
                  <a:pt x="634116" y="51436"/>
                </a:cubicBezTo>
                <a:lnTo>
                  <a:pt x="634116" y="90881"/>
                </a:lnTo>
                <a:cubicBezTo>
                  <a:pt x="634116" y="96404"/>
                  <a:pt x="634629" y="99901"/>
                  <a:pt x="635654" y="101374"/>
                </a:cubicBezTo>
                <a:cubicBezTo>
                  <a:pt x="636680" y="102846"/>
                  <a:pt x="638586" y="103767"/>
                  <a:pt x="641374" y="104135"/>
                </a:cubicBezTo>
                <a:lnTo>
                  <a:pt x="641374" y="106975"/>
                </a:lnTo>
                <a:lnTo>
                  <a:pt x="604059" y="106975"/>
                </a:lnTo>
                <a:lnTo>
                  <a:pt x="604059" y="104135"/>
                </a:lnTo>
                <a:cubicBezTo>
                  <a:pt x="607162" y="103819"/>
                  <a:pt x="609371" y="102820"/>
                  <a:pt x="610686" y="101137"/>
                </a:cubicBezTo>
                <a:cubicBezTo>
                  <a:pt x="611580" y="99980"/>
                  <a:pt x="612027" y="96562"/>
                  <a:pt x="612027" y="90881"/>
                </a:cubicBezTo>
                <a:lnTo>
                  <a:pt x="612027" y="49227"/>
                </a:lnTo>
                <a:cubicBezTo>
                  <a:pt x="612027" y="43585"/>
                  <a:pt x="611514" y="40072"/>
                  <a:pt x="610488" y="38688"/>
                </a:cubicBezTo>
                <a:cubicBezTo>
                  <a:pt x="609463" y="37304"/>
                  <a:pt x="607320" y="36400"/>
                  <a:pt x="604059" y="35974"/>
                </a:cubicBezTo>
                <a:lnTo>
                  <a:pt x="604059" y="33134"/>
                </a:lnTo>
                <a:lnTo>
                  <a:pt x="634116" y="33134"/>
                </a:lnTo>
                <a:close/>
                <a:moveTo>
                  <a:pt x="764731" y="5996"/>
                </a:moveTo>
                <a:lnTo>
                  <a:pt x="764731" y="33134"/>
                </a:lnTo>
                <a:lnTo>
                  <a:pt x="782244" y="33134"/>
                </a:lnTo>
                <a:lnTo>
                  <a:pt x="782244" y="40865"/>
                </a:lnTo>
                <a:lnTo>
                  <a:pt x="764731" y="40865"/>
                </a:lnTo>
                <a:lnTo>
                  <a:pt x="764731" y="86508"/>
                </a:lnTo>
                <a:cubicBezTo>
                  <a:pt x="764731" y="90780"/>
                  <a:pt x="764928" y="93535"/>
                  <a:pt x="765322" y="94774"/>
                </a:cubicBezTo>
                <a:cubicBezTo>
                  <a:pt x="765717" y="96013"/>
                  <a:pt x="766414" y="97016"/>
                  <a:pt x="767413" y="97782"/>
                </a:cubicBezTo>
                <a:cubicBezTo>
                  <a:pt x="768412" y="98546"/>
                  <a:pt x="769333" y="98928"/>
                  <a:pt x="770174" y="98928"/>
                </a:cubicBezTo>
                <a:cubicBezTo>
                  <a:pt x="773593" y="98928"/>
                  <a:pt x="776827" y="96299"/>
                  <a:pt x="779878" y="91039"/>
                </a:cubicBezTo>
                <a:lnTo>
                  <a:pt x="782244" y="92792"/>
                </a:lnTo>
                <a:cubicBezTo>
                  <a:pt x="777984" y="102984"/>
                  <a:pt x="771068" y="108080"/>
                  <a:pt x="761496" y="108080"/>
                </a:cubicBezTo>
                <a:cubicBezTo>
                  <a:pt x="756815" y="108080"/>
                  <a:pt x="752858" y="106774"/>
                  <a:pt x="749623" y="104162"/>
                </a:cubicBezTo>
                <a:cubicBezTo>
                  <a:pt x="746389" y="101549"/>
                  <a:pt x="744324" y="98632"/>
                  <a:pt x="743430" y="95413"/>
                </a:cubicBezTo>
                <a:cubicBezTo>
                  <a:pt x="742904" y="93618"/>
                  <a:pt x="742641" y="88762"/>
                  <a:pt x="742641" y="80845"/>
                </a:cubicBezTo>
                <a:lnTo>
                  <a:pt x="742641" y="40865"/>
                </a:lnTo>
                <a:lnTo>
                  <a:pt x="733017" y="40865"/>
                </a:lnTo>
                <a:lnTo>
                  <a:pt x="733017" y="38097"/>
                </a:lnTo>
                <a:cubicBezTo>
                  <a:pt x="739644" y="33406"/>
                  <a:pt x="745284" y="28478"/>
                  <a:pt x="749939" y="23312"/>
                </a:cubicBezTo>
                <a:cubicBezTo>
                  <a:pt x="754593" y="18146"/>
                  <a:pt x="758656" y="12374"/>
                  <a:pt x="762127" y="5996"/>
                </a:cubicBezTo>
                <a:lnTo>
                  <a:pt x="764731" y="5996"/>
                </a:lnTo>
                <a:close/>
                <a:moveTo>
                  <a:pt x="819449" y="0"/>
                </a:moveTo>
                <a:lnTo>
                  <a:pt x="819449" y="42680"/>
                </a:lnTo>
                <a:cubicBezTo>
                  <a:pt x="823499" y="38390"/>
                  <a:pt x="827206" y="35358"/>
                  <a:pt x="830572" y="33585"/>
                </a:cubicBezTo>
                <a:cubicBezTo>
                  <a:pt x="833938" y="31812"/>
                  <a:pt x="837436" y="30925"/>
                  <a:pt x="841065" y="30925"/>
                </a:cubicBezTo>
                <a:cubicBezTo>
                  <a:pt x="845693" y="30925"/>
                  <a:pt x="849651" y="32240"/>
                  <a:pt x="852938" y="34869"/>
                </a:cubicBezTo>
                <a:cubicBezTo>
                  <a:pt x="856225" y="37499"/>
                  <a:pt x="858407" y="40589"/>
                  <a:pt x="859486" y="44139"/>
                </a:cubicBezTo>
                <a:cubicBezTo>
                  <a:pt x="860564" y="47689"/>
                  <a:pt x="861103" y="53672"/>
                  <a:pt x="861103" y="62087"/>
                </a:cubicBezTo>
                <a:lnTo>
                  <a:pt x="861103" y="90881"/>
                </a:lnTo>
                <a:cubicBezTo>
                  <a:pt x="861103" y="96543"/>
                  <a:pt x="861629" y="100075"/>
                  <a:pt x="862681" y="101477"/>
                </a:cubicBezTo>
                <a:cubicBezTo>
                  <a:pt x="863733" y="102879"/>
                  <a:pt x="865863" y="103765"/>
                  <a:pt x="869071" y="104135"/>
                </a:cubicBezTo>
                <a:lnTo>
                  <a:pt x="869071" y="106975"/>
                </a:lnTo>
                <a:lnTo>
                  <a:pt x="831677" y="106975"/>
                </a:lnTo>
                <a:lnTo>
                  <a:pt x="831677" y="104135"/>
                </a:lnTo>
                <a:cubicBezTo>
                  <a:pt x="834307" y="103765"/>
                  <a:pt x="836279" y="102707"/>
                  <a:pt x="837594" y="100960"/>
                </a:cubicBezTo>
                <a:cubicBezTo>
                  <a:pt x="838540" y="99584"/>
                  <a:pt x="839014" y="96225"/>
                  <a:pt x="839014" y="90881"/>
                </a:cubicBezTo>
                <a:lnTo>
                  <a:pt x="839014" y="58036"/>
                </a:lnTo>
                <a:cubicBezTo>
                  <a:pt x="839014" y="51945"/>
                  <a:pt x="838777" y="48125"/>
                  <a:pt x="838304" y="46577"/>
                </a:cubicBezTo>
                <a:cubicBezTo>
                  <a:pt x="837830" y="45027"/>
                  <a:pt x="837028" y="43819"/>
                  <a:pt x="835897" y="42953"/>
                </a:cubicBezTo>
                <a:cubicBezTo>
                  <a:pt x="834767" y="42087"/>
                  <a:pt x="833491" y="41654"/>
                  <a:pt x="832071" y="41654"/>
                </a:cubicBezTo>
                <a:cubicBezTo>
                  <a:pt x="829968" y="41654"/>
                  <a:pt x="827916" y="42377"/>
                  <a:pt x="825918" y="43823"/>
                </a:cubicBezTo>
                <a:cubicBezTo>
                  <a:pt x="823919" y="45270"/>
                  <a:pt x="821763" y="47807"/>
                  <a:pt x="819449" y="51436"/>
                </a:cubicBezTo>
                <a:lnTo>
                  <a:pt x="819449" y="90881"/>
                </a:lnTo>
                <a:cubicBezTo>
                  <a:pt x="819449" y="96172"/>
                  <a:pt x="819843" y="99479"/>
                  <a:pt x="820632" y="100802"/>
                </a:cubicBezTo>
                <a:cubicBezTo>
                  <a:pt x="821631" y="102600"/>
                  <a:pt x="823683" y="103711"/>
                  <a:pt x="826786" y="104135"/>
                </a:cubicBezTo>
                <a:lnTo>
                  <a:pt x="826786" y="106975"/>
                </a:lnTo>
                <a:lnTo>
                  <a:pt x="789392" y="106975"/>
                </a:lnTo>
                <a:lnTo>
                  <a:pt x="789392" y="104135"/>
                </a:lnTo>
                <a:cubicBezTo>
                  <a:pt x="792495" y="103818"/>
                  <a:pt x="794704" y="102813"/>
                  <a:pt x="796018" y="101120"/>
                </a:cubicBezTo>
                <a:cubicBezTo>
                  <a:pt x="796913" y="99956"/>
                  <a:pt x="797360" y="96543"/>
                  <a:pt x="797360" y="90881"/>
                </a:cubicBezTo>
                <a:lnTo>
                  <a:pt x="797360" y="16094"/>
                </a:lnTo>
                <a:cubicBezTo>
                  <a:pt x="797360" y="10451"/>
                  <a:pt x="796847" y="6938"/>
                  <a:pt x="795821" y="5554"/>
                </a:cubicBezTo>
                <a:cubicBezTo>
                  <a:pt x="794796" y="4170"/>
                  <a:pt x="792653" y="3266"/>
                  <a:pt x="789392" y="2840"/>
                </a:cubicBezTo>
                <a:lnTo>
                  <a:pt x="789392" y="0"/>
                </a:lnTo>
                <a:lnTo>
                  <a:pt x="819449" y="0"/>
                </a:lnTo>
                <a:close/>
                <a:moveTo>
                  <a:pt x="941561" y="67372"/>
                </a:moveTo>
                <a:lnTo>
                  <a:pt x="901090" y="67372"/>
                </a:lnTo>
                <a:cubicBezTo>
                  <a:pt x="901563" y="77181"/>
                  <a:pt x="904167" y="84933"/>
                  <a:pt x="908900" y="90628"/>
                </a:cubicBezTo>
                <a:cubicBezTo>
                  <a:pt x="912529" y="95004"/>
                  <a:pt x="916894" y="97193"/>
                  <a:pt x="921996" y="97193"/>
                </a:cubicBezTo>
                <a:cubicBezTo>
                  <a:pt x="925152" y="97193"/>
                  <a:pt x="928018" y="96312"/>
                  <a:pt x="930595" y="94550"/>
                </a:cubicBezTo>
                <a:cubicBezTo>
                  <a:pt x="933172" y="92788"/>
                  <a:pt x="935933" y="89619"/>
                  <a:pt x="938879" y="85044"/>
                </a:cubicBezTo>
                <a:lnTo>
                  <a:pt x="941561" y="86779"/>
                </a:lnTo>
                <a:cubicBezTo>
                  <a:pt x="937564" y="94931"/>
                  <a:pt x="933146" y="100703"/>
                  <a:pt x="928307" y="104096"/>
                </a:cubicBezTo>
                <a:cubicBezTo>
                  <a:pt x="923469" y="107488"/>
                  <a:pt x="917867" y="109184"/>
                  <a:pt x="911504" y="109184"/>
                </a:cubicBezTo>
                <a:cubicBezTo>
                  <a:pt x="900564" y="109184"/>
                  <a:pt x="892281" y="104972"/>
                  <a:pt x="886653" y="96549"/>
                </a:cubicBezTo>
                <a:cubicBezTo>
                  <a:pt x="882130" y="89758"/>
                  <a:pt x="879869" y="81335"/>
                  <a:pt x="879869" y="71280"/>
                </a:cubicBezTo>
                <a:cubicBezTo>
                  <a:pt x="879869" y="58960"/>
                  <a:pt x="883195" y="49154"/>
                  <a:pt x="889848" y="41864"/>
                </a:cubicBezTo>
                <a:cubicBezTo>
                  <a:pt x="896501" y="34571"/>
                  <a:pt x="904298" y="30925"/>
                  <a:pt x="913239" y="30925"/>
                </a:cubicBezTo>
                <a:cubicBezTo>
                  <a:pt x="920707" y="30925"/>
                  <a:pt x="927190" y="33989"/>
                  <a:pt x="932686" y="40116"/>
                </a:cubicBezTo>
                <a:cubicBezTo>
                  <a:pt x="938182" y="46243"/>
                  <a:pt x="941140" y="55328"/>
                  <a:pt x="941561" y="67372"/>
                </a:cubicBezTo>
                <a:moveTo>
                  <a:pt x="922154" y="62165"/>
                </a:moveTo>
                <a:cubicBezTo>
                  <a:pt x="922154" y="53698"/>
                  <a:pt x="921694" y="47886"/>
                  <a:pt x="920773" y="44731"/>
                </a:cubicBezTo>
                <a:cubicBezTo>
                  <a:pt x="919853" y="41575"/>
                  <a:pt x="918420" y="39182"/>
                  <a:pt x="916474" y="37552"/>
                </a:cubicBezTo>
                <a:cubicBezTo>
                  <a:pt x="915369" y="36605"/>
                  <a:pt x="913897" y="36132"/>
                  <a:pt x="912056" y="36132"/>
                </a:cubicBezTo>
                <a:cubicBezTo>
                  <a:pt x="909321" y="36132"/>
                  <a:pt x="907086" y="37473"/>
                  <a:pt x="905350" y="40155"/>
                </a:cubicBezTo>
                <a:cubicBezTo>
                  <a:pt x="902247" y="44836"/>
                  <a:pt x="900696" y="51252"/>
                  <a:pt x="900696" y="59404"/>
                </a:cubicBezTo>
                <a:lnTo>
                  <a:pt x="900696" y="62165"/>
                </a:lnTo>
                <a:lnTo>
                  <a:pt x="922154" y="62165"/>
                </a:lnTo>
                <a:close/>
                <a:moveTo>
                  <a:pt x="1037734" y="31241"/>
                </a:moveTo>
                <a:lnTo>
                  <a:pt x="1038917" y="56485"/>
                </a:lnTo>
                <a:lnTo>
                  <a:pt x="1036235" y="56485"/>
                </a:lnTo>
                <a:cubicBezTo>
                  <a:pt x="1033027" y="48956"/>
                  <a:pt x="1029700" y="43814"/>
                  <a:pt x="1026255" y="41057"/>
                </a:cubicBezTo>
                <a:cubicBezTo>
                  <a:pt x="1022810" y="38300"/>
                  <a:pt x="1019379" y="36921"/>
                  <a:pt x="1015960" y="36921"/>
                </a:cubicBezTo>
                <a:cubicBezTo>
                  <a:pt x="1013804" y="36921"/>
                  <a:pt x="1011963" y="37644"/>
                  <a:pt x="1010438" y="39090"/>
                </a:cubicBezTo>
                <a:cubicBezTo>
                  <a:pt x="1008913" y="40536"/>
                  <a:pt x="1008150" y="42206"/>
                  <a:pt x="1008150" y="44100"/>
                </a:cubicBezTo>
                <a:cubicBezTo>
                  <a:pt x="1008150" y="45520"/>
                  <a:pt x="1008676" y="46887"/>
                  <a:pt x="1009728" y="48202"/>
                </a:cubicBezTo>
                <a:cubicBezTo>
                  <a:pt x="1011411" y="50358"/>
                  <a:pt x="1016118" y="54053"/>
                  <a:pt x="1023849" y="59286"/>
                </a:cubicBezTo>
                <a:cubicBezTo>
                  <a:pt x="1031580" y="64519"/>
                  <a:pt x="1036669" y="68963"/>
                  <a:pt x="1039114" y="72618"/>
                </a:cubicBezTo>
                <a:cubicBezTo>
                  <a:pt x="1041560" y="76274"/>
                  <a:pt x="1042783" y="80363"/>
                  <a:pt x="1042783" y="84886"/>
                </a:cubicBezTo>
                <a:cubicBezTo>
                  <a:pt x="1042783" y="88988"/>
                  <a:pt x="1041757" y="93012"/>
                  <a:pt x="1039706" y="96956"/>
                </a:cubicBezTo>
                <a:cubicBezTo>
                  <a:pt x="1037655" y="100901"/>
                  <a:pt x="1034762" y="103925"/>
                  <a:pt x="1031028" y="106028"/>
                </a:cubicBezTo>
                <a:cubicBezTo>
                  <a:pt x="1027294" y="108132"/>
                  <a:pt x="1023165" y="109184"/>
                  <a:pt x="1018642" y="109184"/>
                </a:cubicBezTo>
                <a:cubicBezTo>
                  <a:pt x="1015119" y="109184"/>
                  <a:pt x="1010412" y="108059"/>
                  <a:pt x="1004521" y="105809"/>
                </a:cubicBezTo>
                <a:cubicBezTo>
                  <a:pt x="1002943" y="105219"/>
                  <a:pt x="1001865" y="104924"/>
                  <a:pt x="1001287" y="104924"/>
                </a:cubicBezTo>
                <a:cubicBezTo>
                  <a:pt x="999551" y="104924"/>
                  <a:pt x="998105" y="106239"/>
                  <a:pt x="996948" y="108868"/>
                </a:cubicBezTo>
                <a:lnTo>
                  <a:pt x="994344" y="108868"/>
                </a:lnTo>
                <a:lnTo>
                  <a:pt x="993082" y="82361"/>
                </a:lnTo>
                <a:lnTo>
                  <a:pt x="995764" y="82361"/>
                </a:lnTo>
                <a:cubicBezTo>
                  <a:pt x="998131" y="89304"/>
                  <a:pt x="1001379" y="94510"/>
                  <a:pt x="1005507" y="97982"/>
                </a:cubicBezTo>
                <a:cubicBezTo>
                  <a:pt x="1009636" y="101453"/>
                  <a:pt x="1013541" y="103188"/>
                  <a:pt x="1017222" y="103188"/>
                </a:cubicBezTo>
                <a:cubicBezTo>
                  <a:pt x="1019747" y="103188"/>
                  <a:pt x="1021811" y="102413"/>
                  <a:pt x="1023415" y="100861"/>
                </a:cubicBezTo>
                <a:cubicBezTo>
                  <a:pt x="1025019" y="99310"/>
                  <a:pt x="1025821" y="97429"/>
                  <a:pt x="1025821" y="95220"/>
                </a:cubicBezTo>
                <a:cubicBezTo>
                  <a:pt x="1025821" y="92696"/>
                  <a:pt x="1025033" y="90513"/>
                  <a:pt x="1023455" y="88673"/>
                </a:cubicBezTo>
                <a:cubicBezTo>
                  <a:pt x="1021877" y="86832"/>
                  <a:pt x="1018353" y="84044"/>
                  <a:pt x="1012883" y="80310"/>
                </a:cubicBezTo>
                <a:cubicBezTo>
                  <a:pt x="1004837" y="74735"/>
                  <a:pt x="999630" y="70475"/>
                  <a:pt x="997263" y="67530"/>
                </a:cubicBezTo>
                <a:cubicBezTo>
                  <a:pt x="993792" y="63217"/>
                  <a:pt x="992056" y="58458"/>
                  <a:pt x="992056" y="53251"/>
                </a:cubicBezTo>
                <a:cubicBezTo>
                  <a:pt x="992056" y="47571"/>
                  <a:pt x="994016" y="42430"/>
                  <a:pt x="997934" y="37828"/>
                </a:cubicBezTo>
                <a:cubicBezTo>
                  <a:pt x="1001852" y="33226"/>
                  <a:pt x="1007519" y="30925"/>
                  <a:pt x="1014935" y="30925"/>
                </a:cubicBezTo>
                <a:cubicBezTo>
                  <a:pt x="1018932" y="30925"/>
                  <a:pt x="1022797" y="31936"/>
                  <a:pt x="1026531" y="33957"/>
                </a:cubicBezTo>
                <a:cubicBezTo>
                  <a:pt x="1027951" y="34776"/>
                  <a:pt x="1029109" y="35185"/>
                  <a:pt x="1030003" y="35185"/>
                </a:cubicBezTo>
                <a:cubicBezTo>
                  <a:pt x="1030949" y="35185"/>
                  <a:pt x="1031712" y="34988"/>
                  <a:pt x="1032290" y="34593"/>
                </a:cubicBezTo>
                <a:cubicBezTo>
                  <a:pt x="1032869" y="34199"/>
                  <a:pt x="1033789" y="33081"/>
                  <a:pt x="1035052" y="31241"/>
                </a:cubicBezTo>
                <a:lnTo>
                  <a:pt x="1037734" y="31241"/>
                </a:lnTo>
                <a:close/>
                <a:moveTo>
                  <a:pt x="1088911" y="30925"/>
                </a:moveTo>
                <a:cubicBezTo>
                  <a:pt x="1095328" y="30925"/>
                  <a:pt x="1101297" y="32583"/>
                  <a:pt x="1106819" y="35900"/>
                </a:cubicBezTo>
                <a:cubicBezTo>
                  <a:pt x="1112342" y="39217"/>
                  <a:pt x="1116536" y="43929"/>
                  <a:pt x="1119402" y="50036"/>
                </a:cubicBezTo>
                <a:cubicBezTo>
                  <a:pt x="1122269" y="56144"/>
                  <a:pt x="1123702" y="62829"/>
                  <a:pt x="1123702" y="70094"/>
                </a:cubicBezTo>
                <a:cubicBezTo>
                  <a:pt x="1123702" y="80570"/>
                  <a:pt x="1121046" y="89336"/>
                  <a:pt x="1115734" y="96391"/>
                </a:cubicBezTo>
                <a:cubicBezTo>
                  <a:pt x="1109318" y="104920"/>
                  <a:pt x="1100456" y="109184"/>
                  <a:pt x="1089148" y="109184"/>
                </a:cubicBezTo>
                <a:cubicBezTo>
                  <a:pt x="1078051" y="109184"/>
                  <a:pt x="1069504" y="105288"/>
                  <a:pt x="1063509" y="97496"/>
                </a:cubicBezTo>
                <a:cubicBezTo>
                  <a:pt x="1057513" y="89704"/>
                  <a:pt x="1054515" y="80675"/>
                  <a:pt x="1054515" y="70409"/>
                </a:cubicBezTo>
                <a:cubicBezTo>
                  <a:pt x="1054515" y="59828"/>
                  <a:pt x="1057579" y="50602"/>
                  <a:pt x="1063706" y="42731"/>
                </a:cubicBezTo>
                <a:cubicBezTo>
                  <a:pt x="1069833" y="34860"/>
                  <a:pt x="1078235" y="30925"/>
                  <a:pt x="1088911" y="30925"/>
                </a:cubicBezTo>
                <a:moveTo>
                  <a:pt x="1089227" y="36447"/>
                </a:moveTo>
                <a:cubicBezTo>
                  <a:pt x="1086545" y="36447"/>
                  <a:pt x="1084244" y="37461"/>
                  <a:pt x="1082324" y="39489"/>
                </a:cubicBezTo>
                <a:cubicBezTo>
                  <a:pt x="1080404" y="41516"/>
                  <a:pt x="1079142" y="45517"/>
                  <a:pt x="1078537" y="51493"/>
                </a:cubicBezTo>
                <a:cubicBezTo>
                  <a:pt x="1077932" y="57469"/>
                  <a:pt x="1077630" y="65776"/>
                  <a:pt x="1077630" y="76413"/>
                </a:cubicBezTo>
                <a:cubicBezTo>
                  <a:pt x="1077630" y="82047"/>
                  <a:pt x="1077998" y="87313"/>
                  <a:pt x="1078735" y="92210"/>
                </a:cubicBezTo>
                <a:cubicBezTo>
                  <a:pt x="1079313" y="95948"/>
                  <a:pt x="1080549" y="98791"/>
                  <a:pt x="1082442" y="100740"/>
                </a:cubicBezTo>
                <a:cubicBezTo>
                  <a:pt x="1084336" y="102688"/>
                  <a:pt x="1086492" y="103662"/>
                  <a:pt x="1088911" y="103662"/>
                </a:cubicBezTo>
                <a:cubicBezTo>
                  <a:pt x="1091278" y="103662"/>
                  <a:pt x="1093250" y="103003"/>
                  <a:pt x="1094828" y="101687"/>
                </a:cubicBezTo>
                <a:cubicBezTo>
                  <a:pt x="1096879" y="99897"/>
                  <a:pt x="1098247" y="97396"/>
                  <a:pt x="1098930" y="94183"/>
                </a:cubicBezTo>
                <a:cubicBezTo>
                  <a:pt x="1099982" y="89181"/>
                  <a:pt x="1100508" y="79072"/>
                  <a:pt x="1100508" y="63854"/>
                </a:cubicBezTo>
                <a:cubicBezTo>
                  <a:pt x="1100508" y="54903"/>
                  <a:pt x="1100009" y="48757"/>
                  <a:pt x="1099009" y="45414"/>
                </a:cubicBezTo>
                <a:cubicBezTo>
                  <a:pt x="1098010" y="42069"/>
                  <a:pt x="1096537" y="39633"/>
                  <a:pt x="1094591" y="38106"/>
                </a:cubicBezTo>
                <a:cubicBezTo>
                  <a:pt x="1093224" y="37000"/>
                  <a:pt x="1091436" y="36447"/>
                  <a:pt x="1089227" y="36447"/>
                </a:cubicBezTo>
                <a:close/>
                <a:moveTo>
                  <a:pt x="1195259" y="87901"/>
                </a:moveTo>
                <a:lnTo>
                  <a:pt x="1197705" y="89792"/>
                </a:lnTo>
                <a:cubicBezTo>
                  <a:pt x="1194234" y="96335"/>
                  <a:pt x="1189908" y="101203"/>
                  <a:pt x="1184727" y="104396"/>
                </a:cubicBezTo>
                <a:cubicBezTo>
                  <a:pt x="1179547" y="107588"/>
                  <a:pt x="1174038" y="109184"/>
                  <a:pt x="1168200" y="109184"/>
                </a:cubicBezTo>
                <a:cubicBezTo>
                  <a:pt x="1158365" y="109184"/>
                  <a:pt x="1150502" y="105473"/>
                  <a:pt x="1144612" y="98051"/>
                </a:cubicBezTo>
                <a:cubicBezTo>
                  <a:pt x="1138721" y="90627"/>
                  <a:pt x="1135776" y="81703"/>
                  <a:pt x="1135776" y="71280"/>
                </a:cubicBezTo>
                <a:cubicBezTo>
                  <a:pt x="1135776" y="61223"/>
                  <a:pt x="1138458" y="52378"/>
                  <a:pt x="1143823" y="44746"/>
                </a:cubicBezTo>
                <a:cubicBezTo>
                  <a:pt x="1150292" y="35532"/>
                  <a:pt x="1159206" y="30925"/>
                  <a:pt x="1170567" y="30925"/>
                </a:cubicBezTo>
                <a:cubicBezTo>
                  <a:pt x="1178193" y="30925"/>
                  <a:pt x="1184254" y="32850"/>
                  <a:pt x="1188751" y="36701"/>
                </a:cubicBezTo>
                <a:cubicBezTo>
                  <a:pt x="1193248" y="40550"/>
                  <a:pt x="1195496" y="44848"/>
                  <a:pt x="1195496" y="49595"/>
                </a:cubicBezTo>
                <a:cubicBezTo>
                  <a:pt x="1195496" y="52601"/>
                  <a:pt x="1194589" y="55000"/>
                  <a:pt x="1192774" y="56794"/>
                </a:cubicBezTo>
                <a:cubicBezTo>
                  <a:pt x="1190960" y="58587"/>
                  <a:pt x="1188580" y="59483"/>
                  <a:pt x="1185635" y="59483"/>
                </a:cubicBezTo>
                <a:cubicBezTo>
                  <a:pt x="1182532" y="59483"/>
                  <a:pt x="1179968" y="58454"/>
                  <a:pt x="1177943" y="56397"/>
                </a:cubicBezTo>
                <a:cubicBezTo>
                  <a:pt x="1175918" y="54337"/>
                  <a:pt x="1174669" y="50669"/>
                  <a:pt x="1174196" y="45391"/>
                </a:cubicBezTo>
                <a:cubicBezTo>
                  <a:pt x="1173880" y="42067"/>
                  <a:pt x="1173117" y="39744"/>
                  <a:pt x="1171908" y="38424"/>
                </a:cubicBezTo>
                <a:cubicBezTo>
                  <a:pt x="1170698" y="37106"/>
                  <a:pt x="1169278" y="36447"/>
                  <a:pt x="1167648" y="36447"/>
                </a:cubicBezTo>
                <a:cubicBezTo>
                  <a:pt x="1165123" y="36447"/>
                  <a:pt x="1162967" y="37788"/>
                  <a:pt x="1161179" y="40471"/>
                </a:cubicBezTo>
                <a:cubicBezTo>
                  <a:pt x="1158444" y="44520"/>
                  <a:pt x="1157076" y="50726"/>
                  <a:pt x="1157076" y="59089"/>
                </a:cubicBezTo>
                <a:cubicBezTo>
                  <a:pt x="1157076" y="66031"/>
                  <a:pt x="1158181" y="72671"/>
                  <a:pt x="1160390" y="79009"/>
                </a:cubicBezTo>
                <a:cubicBezTo>
                  <a:pt x="1162599" y="85346"/>
                  <a:pt x="1165623" y="90066"/>
                  <a:pt x="1169462" y="93169"/>
                </a:cubicBezTo>
                <a:cubicBezTo>
                  <a:pt x="1172355" y="95431"/>
                  <a:pt x="1175773" y="96562"/>
                  <a:pt x="1179718" y="96562"/>
                </a:cubicBezTo>
                <a:cubicBezTo>
                  <a:pt x="1182295" y="96562"/>
                  <a:pt x="1184741" y="95958"/>
                  <a:pt x="1187055" y="94752"/>
                </a:cubicBezTo>
                <a:cubicBezTo>
                  <a:pt x="1189369" y="93544"/>
                  <a:pt x="1192104" y="91260"/>
                  <a:pt x="1195259" y="87901"/>
                </a:cubicBezTo>
                <a:close/>
                <a:moveTo>
                  <a:pt x="1236861" y="0"/>
                </a:moveTo>
                <a:lnTo>
                  <a:pt x="1236861" y="70429"/>
                </a:lnTo>
                <a:lnTo>
                  <a:pt x="1253980" y="53598"/>
                </a:lnTo>
                <a:cubicBezTo>
                  <a:pt x="1257504" y="50170"/>
                  <a:pt x="1259700" y="47683"/>
                  <a:pt x="1260567" y="46136"/>
                </a:cubicBezTo>
                <a:cubicBezTo>
                  <a:pt x="1261435" y="44589"/>
                  <a:pt x="1261869" y="43095"/>
                  <a:pt x="1261869" y="41654"/>
                </a:cubicBezTo>
                <a:cubicBezTo>
                  <a:pt x="1261869" y="40214"/>
                  <a:pt x="1261291" y="39014"/>
                  <a:pt x="1260134" y="38055"/>
                </a:cubicBezTo>
                <a:cubicBezTo>
                  <a:pt x="1258977" y="37095"/>
                  <a:pt x="1256715" y="36401"/>
                  <a:pt x="1253349" y="35974"/>
                </a:cubicBezTo>
                <a:lnTo>
                  <a:pt x="1253349" y="33134"/>
                </a:lnTo>
                <a:lnTo>
                  <a:pt x="1286404" y="33134"/>
                </a:lnTo>
                <a:lnTo>
                  <a:pt x="1286404" y="35974"/>
                </a:lnTo>
                <a:cubicBezTo>
                  <a:pt x="1283248" y="36133"/>
                  <a:pt x="1280487" y="36891"/>
                  <a:pt x="1278121" y="38247"/>
                </a:cubicBezTo>
                <a:cubicBezTo>
                  <a:pt x="1275754" y="39603"/>
                  <a:pt x="1271126" y="43684"/>
                  <a:pt x="1264236" y="50490"/>
                </a:cubicBezTo>
                <a:lnTo>
                  <a:pt x="1256189" y="58445"/>
                </a:lnTo>
                <a:lnTo>
                  <a:pt x="1273545" y="83789"/>
                </a:lnTo>
                <a:cubicBezTo>
                  <a:pt x="1280540" y="94094"/>
                  <a:pt x="1284695" y="99877"/>
                  <a:pt x="1286010" y="101137"/>
                </a:cubicBezTo>
                <a:cubicBezTo>
                  <a:pt x="1287798" y="102925"/>
                  <a:pt x="1290059" y="103925"/>
                  <a:pt x="1292794" y="104135"/>
                </a:cubicBezTo>
                <a:lnTo>
                  <a:pt x="1292794" y="106975"/>
                </a:lnTo>
                <a:lnTo>
                  <a:pt x="1254690" y="106975"/>
                </a:lnTo>
                <a:lnTo>
                  <a:pt x="1254690" y="104135"/>
                </a:lnTo>
                <a:cubicBezTo>
                  <a:pt x="1256373" y="104135"/>
                  <a:pt x="1257596" y="103819"/>
                  <a:pt x="1258359" y="103188"/>
                </a:cubicBezTo>
                <a:cubicBezTo>
                  <a:pt x="1259121" y="102556"/>
                  <a:pt x="1259502" y="101871"/>
                  <a:pt x="1259502" y="101135"/>
                </a:cubicBezTo>
                <a:cubicBezTo>
                  <a:pt x="1259502" y="99923"/>
                  <a:pt x="1258398" y="97686"/>
                  <a:pt x="1256189" y="94422"/>
                </a:cubicBezTo>
                <a:lnTo>
                  <a:pt x="1241594" y="73020"/>
                </a:lnTo>
                <a:lnTo>
                  <a:pt x="1236861" y="77707"/>
                </a:lnTo>
                <a:lnTo>
                  <a:pt x="1236861" y="90881"/>
                </a:lnTo>
                <a:cubicBezTo>
                  <a:pt x="1236861" y="96543"/>
                  <a:pt x="1237387" y="100075"/>
                  <a:pt x="1238439" y="101477"/>
                </a:cubicBezTo>
                <a:cubicBezTo>
                  <a:pt x="1239491" y="102879"/>
                  <a:pt x="1241647" y="103765"/>
                  <a:pt x="1244908" y="104135"/>
                </a:cubicBezTo>
                <a:lnTo>
                  <a:pt x="1244908" y="106975"/>
                </a:lnTo>
                <a:lnTo>
                  <a:pt x="1206804" y="106975"/>
                </a:lnTo>
                <a:lnTo>
                  <a:pt x="1206804" y="104135"/>
                </a:lnTo>
                <a:cubicBezTo>
                  <a:pt x="1209907" y="103818"/>
                  <a:pt x="1212116" y="102813"/>
                  <a:pt x="1213431" y="101120"/>
                </a:cubicBezTo>
                <a:cubicBezTo>
                  <a:pt x="1214325" y="99956"/>
                  <a:pt x="1214772" y="96543"/>
                  <a:pt x="1214772" y="90881"/>
                </a:cubicBezTo>
                <a:lnTo>
                  <a:pt x="1214772" y="16094"/>
                </a:lnTo>
                <a:cubicBezTo>
                  <a:pt x="1214772" y="10451"/>
                  <a:pt x="1214259" y="6938"/>
                  <a:pt x="1213233" y="5554"/>
                </a:cubicBezTo>
                <a:cubicBezTo>
                  <a:pt x="1212208" y="4170"/>
                  <a:pt x="1210065" y="3266"/>
                  <a:pt x="1206804" y="2840"/>
                </a:cubicBezTo>
                <a:lnTo>
                  <a:pt x="1206804" y="0"/>
                </a:lnTo>
                <a:lnTo>
                  <a:pt x="1236861" y="0"/>
                </a:lnTo>
                <a:close/>
                <a:moveTo>
                  <a:pt x="1359114" y="67372"/>
                </a:moveTo>
                <a:lnTo>
                  <a:pt x="1318643" y="67372"/>
                </a:lnTo>
                <a:cubicBezTo>
                  <a:pt x="1319117" y="77181"/>
                  <a:pt x="1321720" y="84933"/>
                  <a:pt x="1326454" y="90628"/>
                </a:cubicBezTo>
                <a:cubicBezTo>
                  <a:pt x="1330083" y="95004"/>
                  <a:pt x="1334448" y="97193"/>
                  <a:pt x="1339549" y="97193"/>
                </a:cubicBezTo>
                <a:cubicBezTo>
                  <a:pt x="1342705" y="97193"/>
                  <a:pt x="1345571" y="96312"/>
                  <a:pt x="1348148" y="94550"/>
                </a:cubicBezTo>
                <a:cubicBezTo>
                  <a:pt x="1350725" y="92788"/>
                  <a:pt x="1353487" y="89619"/>
                  <a:pt x="1356432" y="85044"/>
                </a:cubicBezTo>
                <a:lnTo>
                  <a:pt x="1359114" y="86779"/>
                </a:lnTo>
                <a:cubicBezTo>
                  <a:pt x="1355117" y="94931"/>
                  <a:pt x="1350699" y="100703"/>
                  <a:pt x="1345861" y="104096"/>
                </a:cubicBezTo>
                <a:cubicBezTo>
                  <a:pt x="1341022" y="107488"/>
                  <a:pt x="1335421" y="109184"/>
                  <a:pt x="1329057" y="109184"/>
                </a:cubicBezTo>
                <a:cubicBezTo>
                  <a:pt x="1318118" y="109184"/>
                  <a:pt x="1309834" y="104972"/>
                  <a:pt x="1304207" y="96549"/>
                </a:cubicBezTo>
                <a:cubicBezTo>
                  <a:pt x="1299684" y="89758"/>
                  <a:pt x="1297422" y="81335"/>
                  <a:pt x="1297422" y="71280"/>
                </a:cubicBezTo>
                <a:cubicBezTo>
                  <a:pt x="1297422" y="58960"/>
                  <a:pt x="1300749" y="49154"/>
                  <a:pt x="1307402" y="41864"/>
                </a:cubicBezTo>
                <a:cubicBezTo>
                  <a:pt x="1314055" y="34571"/>
                  <a:pt x="1321852" y="30925"/>
                  <a:pt x="1330793" y="30925"/>
                </a:cubicBezTo>
                <a:cubicBezTo>
                  <a:pt x="1338261" y="30925"/>
                  <a:pt x="1344743" y="33989"/>
                  <a:pt x="1350239" y="40116"/>
                </a:cubicBezTo>
                <a:cubicBezTo>
                  <a:pt x="1355735" y="46243"/>
                  <a:pt x="1358693" y="55328"/>
                  <a:pt x="1359114" y="67372"/>
                </a:cubicBezTo>
                <a:moveTo>
                  <a:pt x="1339707" y="62165"/>
                </a:moveTo>
                <a:cubicBezTo>
                  <a:pt x="1339707" y="53698"/>
                  <a:pt x="1339247" y="47886"/>
                  <a:pt x="1338327" y="44731"/>
                </a:cubicBezTo>
                <a:cubicBezTo>
                  <a:pt x="1337406" y="41575"/>
                  <a:pt x="1335973" y="39182"/>
                  <a:pt x="1334027" y="37552"/>
                </a:cubicBezTo>
                <a:cubicBezTo>
                  <a:pt x="1332923" y="36605"/>
                  <a:pt x="1331450" y="36132"/>
                  <a:pt x="1329609" y="36132"/>
                </a:cubicBezTo>
                <a:cubicBezTo>
                  <a:pt x="1326874" y="36132"/>
                  <a:pt x="1324639" y="37473"/>
                  <a:pt x="1322904" y="40155"/>
                </a:cubicBezTo>
                <a:cubicBezTo>
                  <a:pt x="1319800" y="44836"/>
                  <a:pt x="1318249" y="51252"/>
                  <a:pt x="1318249" y="59404"/>
                </a:cubicBezTo>
                <a:lnTo>
                  <a:pt x="1318249" y="62165"/>
                </a:lnTo>
                <a:lnTo>
                  <a:pt x="1339707" y="62165"/>
                </a:lnTo>
                <a:close/>
                <a:moveTo>
                  <a:pt x="1397703" y="5996"/>
                </a:moveTo>
                <a:lnTo>
                  <a:pt x="1397703" y="33134"/>
                </a:lnTo>
                <a:lnTo>
                  <a:pt x="1415216" y="33134"/>
                </a:lnTo>
                <a:lnTo>
                  <a:pt x="1415216" y="40865"/>
                </a:lnTo>
                <a:lnTo>
                  <a:pt x="1397703" y="40865"/>
                </a:lnTo>
                <a:lnTo>
                  <a:pt x="1397703" y="86508"/>
                </a:lnTo>
                <a:cubicBezTo>
                  <a:pt x="1397703" y="90780"/>
                  <a:pt x="1397900" y="93535"/>
                  <a:pt x="1398294" y="94774"/>
                </a:cubicBezTo>
                <a:cubicBezTo>
                  <a:pt x="1398689" y="96013"/>
                  <a:pt x="1399386" y="97016"/>
                  <a:pt x="1400385" y="97782"/>
                </a:cubicBezTo>
                <a:cubicBezTo>
                  <a:pt x="1401384" y="98546"/>
                  <a:pt x="1402305" y="98928"/>
                  <a:pt x="1403146" y="98928"/>
                </a:cubicBezTo>
                <a:cubicBezTo>
                  <a:pt x="1406565" y="98928"/>
                  <a:pt x="1409799" y="96299"/>
                  <a:pt x="1412850" y="91039"/>
                </a:cubicBezTo>
                <a:lnTo>
                  <a:pt x="1415216" y="92792"/>
                </a:lnTo>
                <a:cubicBezTo>
                  <a:pt x="1410956" y="102984"/>
                  <a:pt x="1404040" y="108080"/>
                  <a:pt x="1394468" y="108080"/>
                </a:cubicBezTo>
                <a:cubicBezTo>
                  <a:pt x="1389787" y="108080"/>
                  <a:pt x="1385830" y="106774"/>
                  <a:pt x="1382595" y="104162"/>
                </a:cubicBezTo>
                <a:cubicBezTo>
                  <a:pt x="1379361" y="101549"/>
                  <a:pt x="1377296" y="98632"/>
                  <a:pt x="1376402" y="95413"/>
                </a:cubicBezTo>
                <a:cubicBezTo>
                  <a:pt x="1375876" y="93618"/>
                  <a:pt x="1375613" y="88762"/>
                  <a:pt x="1375613" y="80845"/>
                </a:cubicBezTo>
                <a:lnTo>
                  <a:pt x="1375613" y="40865"/>
                </a:lnTo>
                <a:lnTo>
                  <a:pt x="1365989" y="40865"/>
                </a:lnTo>
                <a:lnTo>
                  <a:pt x="1365989" y="38097"/>
                </a:lnTo>
                <a:cubicBezTo>
                  <a:pt x="1372616" y="33406"/>
                  <a:pt x="1378256" y="28478"/>
                  <a:pt x="1382911" y="23312"/>
                </a:cubicBezTo>
                <a:cubicBezTo>
                  <a:pt x="1387565" y="18146"/>
                  <a:pt x="1391628" y="12374"/>
                  <a:pt x="1395099" y="5996"/>
                </a:cubicBezTo>
                <a:lnTo>
                  <a:pt x="1397703" y="5996"/>
                </a:lnTo>
                <a:close/>
                <a:moveTo>
                  <a:pt x="1468925" y="31241"/>
                </a:moveTo>
                <a:lnTo>
                  <a:pt x="1470109" y="56485"/>
                </a:lnTo>
                <a:lnTo>
                  <a:pt x="1467426" y="56485"/>
                </a:lnTo>
                <a:cubicBezTo>
                  <a:pt x="1464218" y="48956"/>
                  <a:pt x="1460892" y="43814"/>
                  <a:pt x="1457447" y="41057"/>
                </a:cubicBezTo>
                <a:cubicBezTo>
                  <a:pt x="1454002" y="38300"/>
                  <a:pt x="1450570" y="36921"/>
                  <a:pt x="1447151" y="36921"/>
                </a:cubicBezTo>
                <a:cubicBezTo>
                  <a:pt x="1444995" y="36921"/>
                  <a:pt x="1443154" y="37644"/>
                  <a:pt x="1441629" y="39090"/>
                </a:cubicBezTo>
                <a:cubicBezTo>
                  <a:pt x="1440104" y="40536"/>
                  <a:pt x="1439341" y="42206"/>
                  <a:pt x="1439341" y="44100"/>
                </a:cubicBezTo>
                <a:cubicBezTo>
                  <a:pt x="1439341" y="45520"/>
                  <a:pt x="1439867" y="46887"/>
                  <a:pt x="1440919" y="48202"/>
                </a:cubicBezTo>
                <a:cubicBezTo>
                  <a:pt x="1442602" y="50358"/>
                  <a:pt x="1447309" y="54053"/>
                  <a:pt x="1455040" y="59286"/>
                </a:cubicBezTo>
                <a:cubicBezTo>
                  <a:pt x="1462772" y="64519"/>
                  <a:pt x="1467860" y="68963"/>
                  <a:pt x="1470306" y="72618"/>
                </a:cubicBezTo>
                <a:cubicBezTo>
                  <a:pt x="1472751" y="76274"/>
                  <a:pt x="1473974" y="80363"/>
                  <a:pt x="1473974" y="84886"/>
                </a:cubicBezTo>
                <a:cubicBezTo>
                  <a:pt x="1473974" y="88988"/>
                  <a:pt x="1472949" y="93012"/>
                  <a:pt x="1470897" y="96956"/>
                </a:cubicBezTo>
                <a:cubicBezTo>
                  <a:pt x="1468846" y="100901"/>
                  <a:pt x="1465954" y="103925"/>
                  <a:pt x="1462220" y="106028"/>
                </a:cubicBezTo>
                <a:cubicBezTo>
                  <a:pt x="1458485" y="108132"/>
                  <a:pt x="1454357" y="109184"/>
                  <a:pt x="1449834" y="109184"/>
                </a:cubicBezTo>
                <a:cubicBezTo>
                  <a:pt x="1446310" y="109184"/>
                  <a:pt x="1441603" y="108059"/>
                  <a:pt x="1435712" y="105809"/>
                </a:cubicBezTo>
                <a:cubicBezTo>
                  <a:pt x="1434135" y="105219"/>
                  <a:pt x="1433056" y="104924"/>
                  <a:pt x="1432478" y="104924"/>
                </a:cubicBezTo>
                <a:cubicBezTo>
                  <a:pt x="1430742" y="104924"/>
                  <a:pt x="1429296" y="106239"/>
                  <a:pt x="1428139" y="108868"/>
                </a:cubicBezTo>
                <a:lnTo>
                  <a:pt x="1425536" y="108868"/>
                </a:lnTo>
                <a:lnTo>
                  <a:pt x="1424273" y="82361"/>
                </a:lnTo>
                <a:lnTo>
                  <a:pt x="1426956" y="82361"/>
                </a:lnTo>
                <a:cubicBezTo>
                  <a:pt x="1429322" y="89304"/>
                  <a:pt x="1432570" y="94510"/>
                  <a:pt x="1436699" y="97982"/>
                </a:cubicBezTo>
                <a:cubicBezTo>
                  <a:pt x="1440827" y="101453"/>
                  <a:pt x="1444732" y="103188"/>
                  <a:pt x="1448414" y="103188"/>
                </a:cubicBezTo>
                <a:cubicBezTo>
                  <a:pt x="1450938" y="103188"/>
                  <a:pt x="1453003" y="102413"/>
                  <a:pt x="1454607" y="100861"/>
                </a:cubicBezTo>
                <a:cubicBezTo>
                  <a:pt x="1456211" y="99310"/>
                  <a:pt x="1457013" y="97429"/>
                  <a:pt x="1457013" y="95220"/>
                </a:cubicBezTo>
                <a:cubicBezTo>
                  <a:pt x="1457013" y="92696"/>
                  <a:pt x="1456224" y="90513"/>
                  <a:pt x="1454646" y="88673"/>
                </a:cubicBezTo>
                <a:cubicBezTo>
                  <a:pt x="1453068" y="86832"/>
                  <a:pt x="1449544" y="84044"/>
                  <a:pt x="1444075" y="80310"/>
                </a:cubicBezTo>
                <a:cubicBezTo>
                  <a:pt x="1436028" y="74735"/>
                  <a:pt x="1430821" y="70475"/>
                  <a:pt x="1428455" y="67530"/>
                </a:cubicBezTo>
                <a:cubicBezTo>
                  <a:pt x="1424983" y="63217"/>
                  <a:pt x="1423248" y="58458"/>
                  <a:pt x="1423248" y="53251"/>
                </a:cubicBezTo>
                <a:cubicBezTo>
                  <a:pt x="1423248" y="47571"/>
                  <a:pt x="1425207" y="42430"/>
                  <a:pt x="1429125" y="37828"/>
                </a:cubicBezTo>
                <a:cubicBezTo>
                  <a:pt x="1433043" y="33226"/>
                  <a:pt x="1438710" y="30925"/>
                  <a:pt x="1446126" y="30925"/>
                </a:cubicBezTo>
                <a:cubicBezTo>
                  <a:pt x="1450123" y="30925"/>
                  <a:pt x="1453989" y="31936"/>
                  <a:pt x="1457723" y="33957"/>
                </a:cubicBezTo>
                <a:cubicBezTo>
                  <a:pt x="1459143" y="34776"/>
                  <a:pt x="1460300" y="35185"/>
                  <a:pt x="1461194" y="35185"/>
                </a:cubicBezTo>
                <a:cubicBezTo>
                  <a:pt x="1462141" y="35185"/>
                  <a:pt x="1462903" y="34988"/>
                  <a:pt x="1463482" y="34593"/>
                </a:cubicBezTo>
                <a:cubicBezTo>
                  <a:pt x="1464060" y="34199"/>
                  <a:pt x="1464981" y="33081"/>
                  <a:pt x="1466243" y="31241"/>
                </a:cubicBezTo>
                <a:lnTo>
                  <a:pt x="1468925" y="3124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8AAC1-4C61-47BB-B564-0B7CB9A0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646" y="3744906"/>
            <a:ext cx="3690125" cy="2701"/>
          </a:xfrm>
          <a:custGeom xmlns:a="http://schemas.openxmlformats.org/drawingml/2006/main">
            <a:pathLst>
              <a:path w="3690125" h="2701" fill="none">
                <a:moveTo>
                  <a:pt x="3690125" y="27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22955-05EF-497F-AD09-91865A00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870" y="3704482"/>
            <a:ext cx="80897" cy="80864"/>
          </a:xfrm>
          <a:custGeom xmlns:a="http://schemas.openxmlformats.org/drawingml/2006/main">
            <a:pathLst>
              <a:path w="80897" h="80864">
                <a:moveTo>
                  <a:pt x="80832" y="80864"/>
                </a:moveTo>
                <a:lnTo>
                  <a:pt x="0" y="40368"/>
                </a:lnTo>
                <a:lnTo>
                  <a:pt x="80897" y="0"/>
                </a:lnTo>
                <a:lnTo>
                  <a:pt x="80832" y="80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withseq=">
            <a:extLst xmlns:a="http://schemas.openxmlformats.org/drawingml/2006/main">
              <a:ext uri="{FF2B5EF4-FFF2-40B4-BE49-F238E27FC236}">
                <a16:creationId xmlns:a16="http://schemas.microsoft.com/office/drawing/2014/main" id="{0F02C63D-6E2E-4DE4-825C-55E05568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711" y="4800382"/>
            <a:ext cx="603851" cy="132194"/>
          </a:xfrm>
          <a:custGeom xmlns:a="http://schemas.openxmlformats.org/drawingml/2006/main">
            <a:pathLst>
              <a:path w="603851" h="132194">
                <a:moveTo>
                  <a:pt x="0" y="35963"/>
                </a:moveTo>
                <a:lnTo>
                  <a:pt x="27292" y="35963"/>
                </a:lnTo>
                <a:lnTo>
                  <a:pt x="27292" y="38592"/>
                </a:lnTo>
                <a:cubicBezTo>
                  <a:pt x="24781" y="38782"/>
                  <a:pt x="23134" y="39232"/>
                  <a:pt x="22352" y="39943"/>
                </a:cubicBezTo>
                <a:cubicBezTo>
                  <a:pt x="21570" y="40653"/>
                  <a:pt x="21180" y="41672"/>
                  <a:pt x="21180" y="42999"/>
                </a:cubicBezTo>
                <a:cubicBezTo>
                  <a:pt x="21180" y="44468"/>
                  <a:pt x="21582" y="46244"/>
                  <a:pt x="22388" y="48329"/>
                </a:cubicBezTo>
                <a:lnTo>
                  <a:pt x="36318" y="85784"/>
                </a:lnTo>
                <a:lnTo>
                  <a:pt x="50319" y="55294"/>
                </a:lnTo>
                <a:lnTo>
                  <a:pt x="46623" y="45699"/>
                </a:lnTo>
                <a:cubicBezTo>
                  <a:pt x="45486" y="42857"/>
                  <a:pt x="43994" y="40890"/>
                  <a:pt x="42146" y="39800"/>
                </a:cubicBezTo>
                <a:cubicBezTo>
                  <a:pt x="41103" y="39137"/>
                  <a:pt x="39161" y="38734"/>
                  <a:pt x="36318" y="38592"/>
                </a:cubicBezTo>
                <a:lnTo>
                  <a:pt x="36318" y="35963"/>
                </a:lnTo>
                <a:lnTo>
                  <a:pt x="67305" y="35963"/>
                </a:lnTo>
                <a:lnTo>
                  <a:pt x="67305" y="38592"/>
                </a:lnTo>
                <a:cubicBezTo>
                  <a:pt x="63894" y="38734"/>
                  <a:pt x="61477" y="39350"/>
                  <a:pt x="60056" y="40440"/>
                </a:cubicBezTo>
                <a:cubicBezTo>
                  <a:pt x="59108" y="41198"/>
                  <a:pt x="58635" y="42406"/>
                  <a:pt x="58635" y="44065"/>
                </a:cubicBezTo>
                <a:cubicBezTo>
                  <a:pt x="58635" y="45012"/>
                  <a:pt x="58824" y="45984"/>
                  <a:pt x="59203" y="46979"/>
                </a:cubicBezTo>
                <a:lnTo>
                  <a:pt x="73986" y="84363"/>
                </a:lnTo>
                <a:lnTo>
                  <a:pt x="87703" y="48329"/>
                </a:lnTo>
                <a:cubicBezTo>
                  <a:pt x="88651" y="45771"/>
                  <a:pt x="89125" y="43733"/>
                  <a:pt x="89125" y="42217"/>
                </a:cubicBezTo>
                <a:cubicBezTo>
                  <a:pt x="89125" y="41317"/>
                  <a:pt x="88663" y="40511"/>
                  <a:pt x="87739" y="39800"/>
                </a:cubicBezTo>
                <a:cubicBezTo>
                  <a:pt x="86815" y="39090"/>
                  <a:pt x="85002" y="38687"/>
                  <a:pt x="82302" y="38592"/>
                </a:cubicBezTo>
                <a:lnTo>
                  <a:pt x="82302" y="35963"/>
                </a:lnTo>
                <a:lnTo>
                  <a:pt x="102841" y="35963"/>
                </a:lnTo>
                <a:lnTo>
                  <a:pt x="102841" y="38592"/>
                </a:lnTo>
                <a:cubicBezTo>
                  <a:pt x="98719" y="39208"/>
                  <a:pt x="95687" y="42004"/>
                  <a:pt x="93744" y="46979"/>
                </a:cubicBezTo>
                <a:lnTo>
                  <a:pt x="71996" y="103055"/>
                </a:lnTo>
                <a:lnTo>
                  <a:pt x="69082" y="103055"/>
                </a:lnTo>
                <a:lnTo>
                  <a:pt x="52807" y="61477"/>
                </a:lnTo>
                <a:lnTo>
                  <a:pt x="33830" y="103055"/>
                </a:lnTo>
                <a:lnTo>
                  <a:pt x="31201" y="103055"/>
                </a:lnTo>
                <a:lnTo>
                  <a:pt x="10305" y="48329"/>
                </a:lnTo>
                <a:cubicBezTo>
                  <a:pt x="8931" y="44870"/>
                  <a:pt x="7581" y="42537"/>
                  <a:pt x="6254" y="41328"/>
                </a:cubicBezTo>
                <a:cubicBezTo>
                  <a:pt x="4928" y="40120"/>
                  <a:pt x="2843" y="39208"/>
                  <a:pt x="0" y="38592"/>
                </a:cubicBezTo>
                <a:lnTo>
                  <a:pt x="0" y="35963"/>
                </a:lnTo>
                <a:close/>
                <a:moveTo>
                  <a:pt x="125465" y="0"/>
                </a:moveTo>
                <a:cubicBezTo>
                  <a:pt x="127455" y="0"/>
                  <a:pt x="129149" y="703"/>
                  <a:pt x="130546" y="2108"/>
                </a:cubicBezTo>
                <a:cubicBezTo>
                  <a:pt x="131944" y="3511"/>
                  <a:pt x="132643" y="5213"/>
                  <a:pt x="132643" y="7214"/>
                </a:cubicBezTo>
                <a:cubicBezTo>
                  <a:pt x="132643" y="9214"/>
                  <a:pt x="131944" y="10929"/>
                  <a:pt x="130546" y="12358"/>
                </a:cubicBezTo>
                <a:cubicBezTo>
                  <a:pt x="129149" y="13785"/>
                  <a:pt x="127455" y="14499"/>
                  <a:pt x="125465" y="14499"/>
                </a:cubicBezTo>
                <a:cubicBezTo>
                  <a:pt x="123475" y="14499"/>
                  <a:pt x="121769" y="13785"/>
                  <a:pt x="120348" y="12358"/>
                </a:cubicBezTo>
                <a:cubicBezTo>
                  <a:pt x="118926" y="10929"/>
                  <a:pt x="118215" y="9214"/>
                  <a:pt x="118215" y="7214"/>
                </a:cubicBezTo>
                <a:cubicBezTo>
                  <a:pt x="118215" y="5213"/>
                  <a:pt x="118914" y="3511"/>
                  <a:pt x="120312" y="2108"/>
                </a:cubicBezTo>
                <a:cubicBezTo>
                  <a:pt x="121710" y="703"/>
                  <a:pt x="123427" y="0"/>
                  <a:pt x="125465" y="0"/>
                </a:cubicBezTo>
                <a:moveTo>
                  <a:pt x="131364" y="34115"/>
                </a:moveTo>
                <a:lnTo>
                  <a:pt x="131364" y="86308"/>
                </a:lnTo>
                <a:cubicBezTo>
                  <a:pt x="131364" y="90374"/>
                  <a:pt x="131660" y="93081"/>
                  <a:pt x="132252" y="94428"/>
                </a:cubicBezTo>
                <a:cubicBezTo>
                  <a:pt x="132844" y="95776"/>
                  <a:pt x="133721" y="96780"/>
                  <a:pt x="134882" y="97442"/>
                </a:cubicBezTo>
                <a:cubicBezTo>
                  <a:pt x="136043" y="98104"/>
                  <a:pt x="138163" y="98435"/>
                  <a:pt x="141243" y="98435"/>
                </a:cubicBezTo>
                <a:lnTo>
                  <a:pt x="141243" y="101065"/>
                </a:lnTo>
                <a:lnTo>
                  <a:pt x="109616" y="101065"/>
                </a:lnTo>
                <a:lnTo>
                  <a:pt x="109616" y="98435"/>
                </a:lnTo>
                <a:cubicBezTo>
                  <a:pt x="112790" y="98435"/>
                  <a:pt x="114922" y="98128"/>
                  <a:pt x="116012" y="97513"/>
                </a:cubicBezTo>
                <a:cubicBezTo>
                  <a:pt x="117102" y="96899"/>
                  <a:pt x="117967" y="95882"/>
                  <a:pt x="118606" y="94464"/>
                </a:cubicBezTo>
                <a:cubicBezTo>
                  <a:pt x="119246" y="93045"/>
                  <a:pt x="119566" y="90327"/>
                  <a:pt x="119566" y="86308"/>
                </a:cubicBezTo>
                <a:lnTo>
                  <a:pt x="119566" y="61275"/>
                </a:lnTo>
                <a:cubicBezTo>
                  <a:pt x="119566" y="54230"/>
                  <a:pt x="119353" y="49668"/>
                  <a:pt x="118926" y="47590"/>
                </a:cubicBezTo>
                <a:cubicBezTo>
                  <a:pt x="118594" y="46076"/>
                  <a:pt x="118073" y="45024"/>
                  <a:pt x="117363" y="44433"/>
                </a:cubicBezTo>
                <a:cubicBezTo>
                  <a:pt x="116652" y="43843"/>
                  <a:pt x="115681" y="43547"/>
                  <a:pt x="114449" y="43547"/>
                </a:cubicBezTo>
                <a:cubicBezTo>
                  <a:pt x="113122" y="43547"/>
                  <a:pt x="111511" y="43902"/>
                  <a:pt x="109616" y="44611"/>
                </a:cubicBezTo>
                <a:lnTo>
                  <a:pt x="108621" y="42057"/>
                </a:lnTo>
                <a:lnTo>
                  <a:pt x="128237" y="34115"/>
                </a:lnTo>
                <a:lnTo>
                  <a:pt x="131364" y="34115"/>
                </a:lnTo>
                <a:close/>
                <a:moveTo>
                  <a:pt x="168086" y="14499"/>
                </a:moveTo>
                <a:lnTo>
                  <a:pt x="168086" y="35963"/>
                </a:lnTo>
                <a:lnTo>
                  <a:pt x="183295" y="35963"/>
                </a:lnTo>
                <a:lnTo>
                  <a:pt x="183295" y="40938"/>
                </a:lnTo>
                <a:lnTo>
                  <a:pt x="168086" y="40938"/>
                </a:lnTo>
                <a:lnTo>
                  <a:pt x="168086" y="83097"/>
                </a:lnTo>
                <a:cubicBezTo>
                  <a:pt x="168086" y="87309"/>
                  <a:pt x="168690" y="90149"/>
                  <a:pt x="169898" y="91617"/>
                </a:cubicBezTo>
                <a:cubicBezTo>
                  <a:pt x="171106" y="93082"/>
                  <a:pt x="172658" y="93815"/>
                  <a:pt x="174553" y="93815"/>
                </a:cubicBezTo>
                <a:cubicBezTo>
                  <a:pt x="176117" y="93815"/>
                  <a:pt x="177633" y="93330"/>
                  <a:pt x="179102" y="92358"/>
                </a:cubicBezTo>
                <a:cubicBezTo>
                  <a:pt x="180571" y="91387"/>
                  <a:pt x="181708" y="89954"/>
                  <a:pt x="182513" y="88058"/>
                </a:cubicBezTo>
                <a:lnTo>
                  <a:pt x="185285" y="88058"/>
                </a:lnTo>
                <a:cubicBezTo>
                  <a:pt x="183627" y="92715"/>
                  <a:pt x="181281" y="96237"/>
                  <a:pt x="178249" y="98624"/>
                </a:cubicBezTo>
                <a:cubicBezTo>
                  <a:pt x="175216" y="101009"/>
                  <a:pt x="172089" y="102202"/>
                  <a:pt x="168867" y="102202"/>
                </a:cubicBezTo>
                <a:cubicBezTo>
                  <a:pt x="166688" y="102202"/>
                  <a:pt x="164556" y="101597"/>
                  <a:pt x="162471" y="100387"/>
                </a:cubicBezTo>
                <a:cubicBezTo>
                  <a:pt x="160386" y="99178"/>
                  <a:pt x="158846" y="97447"/>
                  <a:pt x="157851" y="95195"/>
                </a:cubicBezTo>
                <a:cubicBezTo>
                  <a:pt x="156856" y="92941"/>
                  <a:pt x="156359" y="89466"/>
                  <a:pt x="156359" y="84769"/>
                </a:cubicBezTo>
                <a:lnTo>
                  <a:pt x="156359" y="40938"/>
                </a:lnTo>
                <a:lnTo>
                  <a:pt x="146053" y="40938"/>
                </a:lnTo>
                <a:lnTo>
                  <a:pt x="146053" y="38592"/>
                </a:lnTo>
                <a:cubicBezTo>
                  <a:pt x="148659" y="37547"/>
                  <a:pt x="151324" y="35777"/>
                  <a:pt x="154049" y="33282"/>
                </a:cubicBezTo>
                <a:cubicBezTo>
                  <a:pt x="156773" y="30787"/>
                  <a:pt x="159201" y="27828"/>
                  <a:pt x="161334" y="24407"/>
                </a:cubicBezTo>
                <a:cubicBezTo>
                  <a:pt x="162423" y="22602"/>
                  <a:pt x="163940" y="19299"/>
                  <a:pt x="165882" y="14499"/>
                </a:cubicBezTo>
                <a:lnTo>
                  <a:pt x="168086" y="14499"/>
                </a:lnTo>
                <a:close/>
                <a:moveTo>
                  <a:pt x="208575" y="0"/>
                </a:moveTo>
                <a:lnTo>
                  <a:pt x="208575" y="47689"/>
                </a:lnTo>
                <a:cubicBezTo>
                  <a:pt x="213834" y="41909"/>
                  <a:pt x="218004" y="38201"/>
                  <a:pt x="221083" y="36567"/>
                </a:cubicBezTo>
                <a:cubicBezTo>
                  <a:pt x="224163" y="34932"/>
                  <a:pt x="227243" y="34115"/>
                  <a:pt x="230323" y="34115"/>
                </a:cubicBezTo>
                <a:cubicBezTo>
                  <a:pt x="234018" y="34115"/>
                  <a:pt x="237193" y="35131"/>
                  <a:pt x="239846" y="37164"/>
                </a:cubicBezTo>
                <a:cubicBezTo>
                  <a:pt x="242500" y="39197"/>
                  <a:pt x="244466" y="42388"/>
                  <a:pt x="245745" y="46737"/>
                </a:cubicBezTo>
                <a:cubicBezTo>
                  <a:pt x="246646" y="49763"/>
                  <a:pt x="247096" y="55295"/>
                  <a:pt x="247096" y="63332"/>
                </a:cubicBezTo>
                <a:lnTo>
                  <a:pt x="247096" y="86308"/>
                </a:lnTo>
                <a:cubicBezTo>
                  <a:pt x="247096" y="90422"/>
                  <a:pt x="247427" y="93235"/>
                  <a:pt x="248091" y="94748"/>
                </a:cubicBezTo>
                <a:cubicBezTo>
                  <a:pt x="248565" y="95882"/>
                  <a:pt x="249370" y="96780"/>
                  <a:pt x="250507" y="97442"/>
                </a:cubicBezTo>
                <a:cubicBezTo>
                  <a:pt x="251644" y="98104"/>
                  <a:pt x="253729" y="98435"/>
                  <a:pt x="256762" y="98435"/>
                </a:cubicBezTo>
                <a:lnTo>
                  <a:pt x="256762" y="101065"/>
                </a:lnTo>
                <a:lnTo>
                  <a:pt x="224779" y="101065"/>
                </a:lnTo>
                <a:lnTo>
                  <a:pt x="224779" y="98435"/>
                </a:lnTo>
                <a:lnTo>
                  <a:pt x="226272" y="98435"/>
                </a:lnTo>
                <a:cubicBezTo>
                  <a:pt x="229304" y="98435"/>
                  <a:pt x="231412" y="97973"/>
                  <a:pt x="232597" y="97049"/>
                </a:cubicBezTo>
                <a:cubicBezTo>
                  <a:pt x="233782" y="96125"/>
                  <a:pt x="234611" y="94763"/>
                  <a:pt x="235085" y="92962"/>
                </a:cubicBezTo>
                <a:cubicBezTo>
                  <a:pt x="235227" y="92204"/>
                  <a:pt x="235298" y="89977"/>
                  <a:pt x="235298" y="86282"/>
                </a:cubicBezTo>
                <a:lnTo>
                  <a:pt x="235298" y="63254"/>
                </a:lnTo>
                <a:cubicBezTo>
                  <a:pt x="235298" y="56147"/>
                  <a:pt x="234931" y="51480"/>
                  <a:pt x="234196" y="49253"/>
                </a:cubicBezTo>
                <a:cubicBezTo>
                  <a:pt x="233462" y="47026"/>
                  <a:pt x="232289" y="45356"/>
                  <a:pt x="230678" y="44242"/>
                </a:cubicBezTo>
                <a:cubicBezTo>
                  <a:pt x="229067" y="43129"/>
                  <a:pt x="227124" y="42572"/>
                  <a:pt x="224850" y="42572"/>
                </a:cubicBezTo>
                <a:cubicBezTo>
                  <a:pt x="222528" y="42572"/>
                  <a:pt x="220112" y="43188"/>
                  <a:pt x="217601" y="44420"/>
                </a:cubicBezTo>
                <a:cubicBezTo>
                  <a:pt x="215090" y="45652"/>
                  <a:pt x="212081" y="48140"/>
                  <a:pt x="208575" y="51883"/>
                </a:cubicBezTo>
                <a:lnTo>
                  <a:pt x="208575" y="86282"/>
                </a:lnTo>
                <a:cubicBezTo>
                  <a:pt x="208575" y="90736"/>
                  <a:pt x="208823" y="93507"/>
                  <a:pt x="209321" y="94597"/>
                </a:cubicBezTo>
                <a:cubicBezTo>
                  <a:pt x="209818" y="95687"/>
                  <a:pt x="210742" y="96599"/>
                  <a:pt x="212093" y="97333"/>
                </a:cubicBezTo>
                <a:cubicBezTo>
                  <a:pt x="213443" y="98068"/>
                  <a:pt x="215777" y="98435"/>
                  <a:pt x="219093" y="98435"/>
                </a:cubicBezTo>
                <a:lnTo>
                  <a:pt x="219093" y="101065"/>
                </a:lnTo>
                <a:lnTo>
                  <a:pt x="186827" y="101065"/>
                </a:lnTo>
                <a:lnTo>
                  <a:pt x="186827" y="98435"/>
                </a:lnTo>
                <a:cubicBezTo>
                  <a:pt x="189717" y="98435"/>
                  <a:pt x="191991" y="97985"/>
                  <a:pt x="193649" y="97085"/>
                </a:cubicBezTo>
                <a:cubicBezTo>
                  <a:pt x="194597" y="96612"/>
                  <a:pt x="195355" y="95714"/>
                  <a:pt x="195924" y="94388"/>
                </a:cubicBezTo>
                <a:cubicBezTo>
                  <a:pt x="196492" y="93062"/>
                  <a:pt x="196777" y="90362"/>
                  <a:pt x="196777" y="86291"/>
                </a:cubicBezTo>
                <a:lnTo>
                  <a:pt x="196777" y="27414"/>
                </a:lnTo>
                <a:cubicBezTo>
                  <a:pt x="196777" y="19981"/>
                  <a:pt x="196599" y="15412"/>
                  <a:pt x="196244" y="13708"/>
                </a:cubicBezTo>
                <a:cubicBezTo>
                  <a:pt x="195888" y="12002"/>
                  <a:pt x="195343" y="10842"/>
                  <a:pt x="194609" y="10228"/>
                </a:cubicBezTo>
                <a:cubicBezTo>
                  <a:pt x="193875" y="9612"/>
                  <a:pt x="192891" y="9304"/>
                  <a:pt x="191659" y="9304"/>
                </a:cubicBezTo>
                <a:cubicBezTo>
                  <a:pt x="190664" y="9304"/>
                  <a:pt x="189053" y="9683"/>
                  <a:pt x="186827" y="10441"/>
                </a:cubicBezTo>
                <a:lnTo>
                  <a:pt x="185832" y="7953"/>
                </a:lnTo>
                <a:lnTo>
                  <a:pt x="205305" y="0"/>
                </a:lnTo>
                <a:lnTo>
                  <a:pt x="208575" y="0"/>
                </a:lnTo>
                <a:close/>
                <a:moveTo>
                  <a:pt x="377087" y="34115"/>
                </a:moveTo>
                <a:lnTo>
                  <a:pt x="377087" y="56147"/>
                </a:lnTo>
                <a:lnTo>
                  <a:pt x="374741" y="56147"/>
                </a:lnTo>
                <a:cubicBezTo>
                  <a:pt x="372941" y="49237"/>
                  <a:pt x="370631" y="44536"/>
                  <a:pt x="367812" y="42046"/>
                </a:cubicBezTo>
                <a:cubicBezTo>
                  <a:pt x="364992" y="39554"/>
                  <a:pt x="361403" y="38308"/>
                  <a:pt x="357044" y="38308"/>
                </a:cubicBezTo>
                <a:cubicBezTo>
                  <a:pt x="353728" y="38308"/>
                  <a:pt x="351050" y="39184"/>
                  <a:pt x="349013" y="40935"/>
                </a:cubicBezTo>
                <a:cubicBezTo>
                  <a:pt x="346976" y="42686"/>
                  <a:pt x="345957" y="44626"/>
                  <a:pt x="345957" y="46757"/>
                </a:cubicBezTo>
                <a:cubicBezTo>
                  <a:pt x="345957" y="49407"/>
                  <a:pt x="346715" y="51678"/>
                  <a:pt x="348231" y="53571"/>
                </a:cubicBezTo>
                <a:cubicBezTo>
                  <a:pt x="349700" y="55512"/>
                  <a:pt x="352685" y="57571"/>
                  <a:pt x="357186" y="59747"/>
                </a:cubicBezTo>
                <a:lnTo>
                  <a:pt x="367563" y="64789"/>
                </a:lnTo>
                <a:cubicBezTo>
                  <a:pt x="377181" y="69474"/>
                  <a:pt x="381991" y="75650"/>
                  <a:pt x="381991" y="83319"/>
                </a:cubicBezTo>
                <a:cubicBezTo>
                  <a:pt x="381991" y="89234"/>
                  <a:pt x="379752" y="94003"/>
                  <a:pt x="375274" y="97624"/>
                </a:cubicBezTo>
                <a:cubicBezTo>
                  <a:pt x="370797" y="101245"/>
                  <a:pt x="365786" y="103055"/>
                  <a:pt x="360242" y="103055"/>
                </a:cubicBezTo>
                <a:cubicBezTo>
                  <a:pt x="356262" y="103055"/>
                  <a:pt x="351714" y="102344"/>
                  <a:pt x="346597" y="100923"/>
                </a:cubicBezTo>
                <a:cubicBezTo>
                  <a:pt x="345033" y="100449"/>
                  <a:pt x="343754" y="100212"/>
                  <a:pt x="342759" y="100212"/>
                </a:cubicBezTo>
                <a:cubicBezTo>
                  <a:pt x="341669" y="100212"/>
                  <a:pt x="340816" y="100828"/>
                  <a:pt x="340200" y="102060"/>
                </a:cubicBezTo>
                <a:lnTo>
                  <a:pt x="337855" y="102060"/>
                </a:lnTo>
                <a:lnTo>
                  <a:pt x="337855" y="78748"/>
                </a:lnTo>
                <a:lnTo>
                  <a:pt x="340200" y="78748"/>
                </a:lnTo>
                <a:cubicBezTo>
                  <a:pt x="341527" y="85405"/>
                  <a:pt x="344062" y="90422"/>
                  <a:pt x="347805" y="93798"/>
                </a:cubicBezTo>
                <a:cubicBezTo>
                  <a:pt x="351548" y="97173"/>
                  <a:pt x="355741" y="98861"/>
                  <a:pt x="360385" y="98861"/>
                </a:cubicBezTo>
                <a:cubicBezTo>
                  <a:pt x="363654" y="98861"/>
                  <a:pt x="366319" y="97903"/>
                  <a:pt x="368380" y="95987"/>
                </a:cubicBezTo>
                <a:cubicBezTo>
                  <a:pt x="370441" y="94070"/>
                  <a:pt x="371472" y="91762"/>
                  <a:pt x="371472" y="89065"/>
                </a:cubicBezTo>
                <a:cubicBezTo>
                  <a:pt x="371472" y="85798"/>
                  <a:pt x="370323" y="83053"/>
                  <a:pt x="368025" y="80829"/>
                </a:cubicBezTo>
                <a:cubicBezTo>
                  <a:pt x="365727" y="78605"/>
                  <a:pt x="361143" y="75790"/>
                  <a:pt x="354272" y="72383"/>
                </a:cubicBezTo>
                <a:cubicBezTo>
                  <a:pt x="347402" y="68974"/>
                  <a:pt x="342901" y="65897"/>
                  <a:pt x="340769" y="63152"/>
                </a:cubicBezTo>
                <a:cubicBezTo>
                  <a:pt x="338636" y="60454"/>
                  <a:pt x="337570" y="57047"/>
                  <a:pt x="337570" y="52929"/>
                </a:cubicBezTo>
                <a:cubicBezTo>
                  <a:pt x="337570" y="47581"/>
                  <a:pt x="339406" y="43108"/>
                  <a:pt x="343079" y="39512"/>
                </a:cubicBezTo>
                <a:cubicBezTo>
                  <a:pt x="346751" y="35914"/>
                  <a:pt x="351501" y="34115"/>
                  <a:pt x="357328" y="34115"/>
                </a:cubicBezTo>
                <a:cubicBezTo>
                  <a:pt x="359887" y="34115"/>
                  <a:pt x="362991" y="34660"/>
                  <a:pt x="366639" y="35749"/>
                </a:cubicBezTo>
                <a:cubicBezTo>
                  <a:pt x="369055" y="36460"/>
                  <a:pt x="370666" y="36815"/>
                  <a:pt x="371472" y="36815"/>
                </a:cubicBezTo>
                <a:cubicBezTo>
                  <a:pt x="372230" y="36815"/>
                  <a:pt x="372822" y="36650"/>
                  <a:pt x="373249" y="36318"/>
                </a:cubicBezTo>
                <a:cubicBezTo>
                  <a:pt x="373675" y="35986"/>
                  <a:pt x="374173" y="35252"/>
                  <a:pt x="374741" y="34115"/>
                </a:cubicBezTo>
                <a:lnTo>
                  <a:pt x="377087" y="34115"/>
                </a:lnTo>
                <a:close/>
                <a:moveTo>
                  <a:pt x="402724" y="60554"/>
                </a:moveTo>
                <a:cubicBezTo>
                  <a:pt x="402677" y="70197"/>
                  <a:pt x="405022" y="77761"/>
                  <a:pt x="409760" y="83246"/>
                </a:cubicBezTo>
                <a:cubicBezTo>
                  <a:pt x="414499" y="88728"/>
                  <a:pt x="420066" y="91470"/>
                  <a:pt x="426462" y="91470"/>
                </a:cubicBezTo>
                <a:cubicBezTo>
                  <a:pt x="430727" y="91470"/>
                  <a:pt x="434434" y="90297"/>
                  <a:pt x="437585" y="87952"/>
                </a:cubicBezTo>
                <a:cubicBezTo>
                  <a:pt x="440736" y="85606"/>
                  <a:pt x="443378" y="81591"/>
                  <a:pt x="445510" y="75905"/>
                </a:cubicBezTo>
                <a:lnTo>
                  <a:pt x="447713" y="77327"/>
                </a:lnTo>
                <a:cubicBezTo>
                  <a:pt x="446718" y="83818"/>
                  <a:pt x="443828" y="89729"/>
                  <a:pt x="439042" y="95059"/>
                </a:cubicBezTo>
                <a:cubicBezTo>
                  <a:pt x="434257" y="100390"/>
                  <a:pt x="428263" y="103055"/>
                  <a:pt x="421061" y="103055"/>
                </a:cubicBezTo>
                <a:cubicBezTo>
                  <a:pt x="413243" y="103055"/>
                  <a:pt x="406550" y="100017"/>
                  <a:pt x="400983" y="93942"/>
                </a:cubicBezTo>
                <a:cubicBezTo>
                  <a:pt x="395416" y="87865"/>
                  <a:pt x="392632" y="79696"/>
                  <a:pt x="392632" y="69435"/>
                </a:cubicBezTo>
                <a:cubicBezTo>
                  <a:pt x="392632" y="58324"/>
                  <a:pt x="395487" y="49660"/>
                  <a:pt x="401196" y="43443"/>
                </a:cubicBezTo>
                <a:cubicBezTo>
                  <a:pt x="406906" y="37224"/>
                  <a:pt x="414072" y="34115"/>
                  <a:pt x="422696" y="34115"/>
                </a:cubicBezTo>
                <a:cubicBezTo>
                  <a:pt x="429992" y="34115"/>
                  <a:pt x="435986" y="36513"/>
                  <a:pt x="440677" y="41311"/>
                </a:cubicBezTo>
                <a:cubicBezTo>
                  <a:pt x="445368" y="46107"/>
                  <a:pt x="447713" y="52521"/>
                  <a:pt x="447713" y="60554"/>
                </a:cubicBezTo>
                <a:lnTo>
                  <a:pt x="402724" y="60554"/>
                </a:lnTo>
                <a:moveTo>
                  <a:pt x="402724" y="56431"/>
                </a:moveTo>
                <a:lnTo>
                  <a:pt x="432859" y="56431"/>
                </a:lnTo>
                <a:cubicBezTo>
                  <a:pt x="432622" y="52262"/>
                  <a:pt x="432125" y="49324"/>
                  <a:pt x="431366" y="47618"/>
                </a:cubicBezTo>
                <a:cubicBezTo>
                  <a:pt x="430182" y="44965"/>
                  <a:pt x="428417" y="42880"/>
                  <a:pt x="426072" y="41364"/>
                </a:cubicBezTo>
                <a:cubicBezTo>
                  <a:pt x="423726" y="39848"/>
                  <a:pt x="421274" y="39090"/>
                  <a:pt x="418716" y="39090"/>
                </a:cubicBezTo>
                <a:cubicBezTo>
                  <a:pt x="414783" y="39090"/>
                  <a:pt x="411265" y="40618"/>
                  <a:pt x="408161" y="43674"/>
                </a:cubicBezTo>
                <a:cubicBezTo>
                  <a:pt x="405058" y="46730"/>
                  <a:pt x="403246" y="50982"/>
                  <a:pt x="402724" y="56431"/>
                </a:cubicBezTo>
                <a:close/>
                <a:moveTo>
                  <a:pt x="513943" y="34115"/>
                </a:moveTo>
                <a:lnTo>
                  <a:pt x="513943" y="117776"/>
                </a:lnTo>
                <a:cubicBezTo>
                  <a:pt x="513943" y="121942"/>
                  <a:pt x="514228" y="124617"/>
                  <a:pt x="514796" y="125800"/>
                </a:cubicBezTo>
                <a:cubicBezTo>
                  <a:pt x="515365" y="126985"/>
                  <a:pt x="516253" y="127908"/>
                  <a:pt x="517461" y="128570"/>
                </a:cubicBezTo>
                <a:cubicBezTo>
                  <a:pt x="518670" y="129233"/>
                  <a:pt x="521027" y="129565"/>
                  <a:pt x="524533" y="129565"/>
                </a:cubicBezTo>
                <a:lnTo>
                  <a:pt x="524533" y="132194"/>
                </a:lnTo>
                <a:lnTo>
                  <a:pt x="491698" y="132194"/>
                </a:lnTo>
                <a:lnTo>
                  <a:pt x="491698" y="129565"/>
                </a:lnTo>
                <a:lnTo>
                  <a:pt x="493048" y="129565"/>
                </a:lnTo>
                <a:cubicBezTo>
                  <a:pt x="495702" y="129565"/>
                  <a:pt x="497715" y="129186"/>
                  <a:pt x="499089" y="128428"/>
                </a:cubicBezTo>
                <a:cubicBezTo>
                  <a:pt x="500037" y="127906"/>
                  <a:pt x="500795" y="126971"/>
                  <a:pt x="501364" y="125620"/>
                </a:cubicBezTo>
                <a:cubicBezTo>
                  <a:pt x="501932" y="124270"/>
                  <a:pt x="502216" y="121652"/>
                  <a:pt x="502216" y="117767"/>
                </a:cubicBezTo>
                <a:lnTo>
                  <a:pt x="502216" y="89764"/>
                </a:lnTo>
                <a:cubicBezTo>
                  <a:pt x="497905" y="94881"/>
                  <a:pt x="494138" y="98376"/>
                  <a:pt x="490916" y="100247"/>
                </a:cubicBezTo>
                <a:cubicBezTo>
                  <a:pt x="487694" y="102119"/>
                  <a:pt x="484354" y="103055"/>
                  <a:pt x="480895" y="103055"/>
                </a:cubicBezTo>
                <a:cubicBezTo>
                  <a:pt x="474593" y="103055"/>
                  <a:pt x="468967" y="100191"/>
                  <a:pt x="464015" y="94464"/>
                </a:cubicBezTo>
                <a:cubicBezTo>
                  <a:pt x="459064" y="88737"/>
                  <a:pt x="456588" y="81069"/>
                  <a:pt x="456588" y="71461"/>
                </a:cubicBezTo>
                <a:cubicBezTo>
                  <a:pt x="456588" y="60431"/>
                  <a:pt x="459857" y="51450"/>
                  <a:pt x="466396" y="44516"/>
                </a:cubicBezTo>
                <a:cubicBezTo>
                  <a:pt x="472935" y="37582"/>
                  <a:pt x="480824" y="34115"/>
                  <a:pt x="490063" y="34115"/>
                </a:cubicBezTo>
                <a:cubicBezTo>
                  <a:pt x="492764" y="34115"/>
                  <a:pt x="495251" y="34494"/>
                  <a:pt x="497526" y="35252"/>
                </a:cubicBezTo>
                <a:cubicBezTo>
                  <a:pt x="499800" y="36010"/>
                  <a:pt x="501837" y="37147"/>
                  <a:pt x="503638" y="38663"/>
                </a:cubicBezTo>
                <a:cubicBezTo>
                  <a:pt x="506386" y="37337"/>
                  <a:pt x="509016" y="35820"/>
                  <a:pt x="511527" y="34115"/>
                </a:cubicBezTo>
                <a:lnTo>
                  <a:pt x="513943" y="34115"/>
                </a:lnTo>
                <a:moveTo>
                  <a:pt x="502216" y="85298"/>
                </a:moveTo>
                <a:lnTo>
                  <a:pt x="502216" y="54777"/>
                </a:lnTo>
                <a:cubicBezTo>
                  <a:pt x="502216" y="51228"/>
                  <a:pt x="501755" y="48436"/>
                  <a:pt x="500831" y="46401"/>
                </a:cubicBezTo>
                <a:cubicBezTo>
                  <a:pt x="499907" y="44365"/>
                  <a:pt x="498260" y="42638"/>
                  <a:pt x="495891" y="41220"/>
                </a:cubicBezTo>
                <a:cubicBezTo>
                  <a:pt x="493522" y="39800"/>
                  <a:pt x="490845" y="39090"/>
                  <a:pt x="487860" y="39090"/>
                </a:cubicBezTo>
                <a:cubicBezTo>
                  <a:pt x="482553" y="39090"/>
                  <a:pt x="478005" y="41337"/>
                  <a:pt x="474214" y="45833"/>
                </a:cubicBezTo>
                <a:cubicBezTo>
                  <a:pt x="470424" y="50328"/>
                  <a:pt x="468528" y="57142"/>
                  <a:pt x="468528" y="66275"/>
                </a:cubicBezTo>
                <a:cubicBezTo>
                  <a:pt x="468528" y="75029"/>
                  <a:pt x="470459" y="81677"/>
                  <a:pt x="474321" y="86219"/>
                </a:cubicBezTo>
                <a:cubicBezTo>
                  <a:pt x="478182" y="90762"/>
                  <a:pt x="482837" y="93034"/>
                  <a:pt x="488286" y="93034"/>
                </a:cubicBezTo>
                <a:cubicBezTo>
                  <a:pt x="491082" y="93034"/>
                  <a:pt x="493569" y="92430"/>
                  <a:pt x="495749" y="91223"/>
                </a:cubicBezTo>
                <a:cubicBezTo>
                  <a:pt x="497928" y="90017"/>
                  <a:pt x="500084" y="88041"/>
                  <a:pt x="502216" y="85298"/>
                </a:cubicBezTo>
                <a:close/>
                <a:moveTo>
                  <a:pt x="527164" y="38237"/>
                </a:moveTo>
                <a:lnTo>
                  <a:pt x="603851" y="38237"/>
                </a:lnTo>
                <a:lnTo>
                  <a:pt x="603851" y="44136"/>
                </a:lnTo>
                <a:lnTo>
                  <a:pt x="527164" y="44136"/>
                </a:lnTo>
                <a:lnTo>
                  <a:pt x="527164" y="38237"/>
                </a:lnTo>
                <a:moveTo>
                  <a:pt x="527164" y="61335"/>
                </a:moveTo>
                <a:lnTo>
                  <a:pt x="603851" y="61335"/>
                </a:lnTo>
                <a:lnTo>
                  <a:pt x="603851" y="67234"/>
                </a:lnTo>
                <a:lnTo>
                  <a:pt x="527164" y="67234"/>
                </a:lnTo>
                <a:lnTo>
                  <a:pt x="527164" y="613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rcv">
            <a:extLst xmlns:a="http://schemas.openxmlformats.org/drawingml/2006/main">
              <a:ext uri="{FF2B5EF4-FFF2-40B4-BE49-F238E27FC236}">
                <a16:creationId xmlns:a16="http://schemas.microsoft.com/office/drawing/2014/main" id="{D75F9CCF-7F8A-4D6F-83C8-6D5B14F8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680" y="4835492"/>
            <a:ext cx="183196" cy="67945"/>
          </a:xfrm>
          <a:custGeom xmlns:a="http://schemas.openxmlformats.org/drawingml/2006/main">
            <a:pathLst>
              <a:path w="183196" h="67945">
                <a:moveTo>
                  <a:pt x="31982" y="0"/>
                </a:moveTo>
                <a:lnTo>
                  <a:pt x="21251" y="39985"/>
                </a:lnTo>
                <a:cubicBezTo>
                  <a:pt x="30064" y="20490"/>
                  <a:pt x="36697" y="8490"/>
                  <a:pt x="41151" y="3984"/>
                </a:cubicBezTo>
                <a:cubicBezTo>
                  <a:pt x="43757" y="1328"/>
                  <a:pt x="46505" y="0"/>
                  <a:pt x="49395" y="0"/>
                </a:cubicBezTo>
                <a:cubicBezTo>
                  <a:pt x="51385" y="0"/>
                  <a:pt x="52996" y="723"/>
                  <a:pt x="54228" y="2168"/>
                </a:cubicBezTo>
                <a:cubicBezTo>
                  <a:pt x="55460" y="3613"/>
                  <a:pt x="56076" y="5662"/>
                  <a:pt x="56076" y="8315"/>
                </a:cubicBezTo>
                <a:cubicBezTo>
                  <a:pt x="56076" y="12911"/>
                  <a:pt x="54963" y="16773"/>
                  <a:pt x="52736" y="19900"/>
                </a:cubicBezTo>
                <a:cubicBezTo>
                  <a:pt x="51314" y="21890"/>
                  <a:pt x="49727" y="22885"/>
                  <a:pt x="47974" y="22885"/>
                </a:cubicBezTo>
                <a:cubicBezTo>
                  <a:pt x="46078" y="22885"/>
                  <a:pt x="44657" y="22019"/>
                  <a:pt x="43709" y="20287"/>
                </a:cubicBezTo>
                <a:cubicBezTo>
                  <a:pt x="42762" y="18553"/>
                  <a:pt x="42098" y="17534"/>
                  <a:pt x="41719" y="17231"/>
                </a:cubicBezTo>
                <a:cubicBezTo>
                  <a:pt x="41340" y="16926"/>
                  <a:pt x="40938" y="16773"/>
                  <a:pt x="40511" y="16773"/>
                </a:cubicBezTo>
                <a:cubicBezTo>
                  <a:pt x="40037" y="16773"/>
                  <a:pt x="39540" y="16915"/>
                  <a:pt x="39019" y="17199"/>
                </a:cubicBezTo>
                <a:cubicBezTo>
                  <a:pt x="37976" y="17768"/>
                  <a:pt x="36614" y="19154"/>
                  <a:pt x="34932" y="21357"/>
                </a:cubicBezTo>
                <a:cubicBezTo>
                  <a:pt x="33250" y="23559"/>
                  <a:pt x="31177" y="27242"/>
                  <a:pt x="28713" y="32407"/>
                </a:cubicBezTo>
                <a:cubicBezTo>
                  <a:pt x="26249" y="37570"/>
                  <a:pt x="24330" y="41940"/>
                  <a:pt x="22956" y="45517"/>
                </a:cubicBezTo>
                <a:cubicBezTo>
                  <a:pt x="21582" y="49093"/>
                  <a:pt x="19663" y="55906"/>
                  <a:pt x="17199" y="65955"/>
                </a:cubicBezTo>
                <a:lnTo>
                  <a:pt x="0" y="65955"/>
                </a:lnTo>
                <a:lnTo>
                  <a:pt x="11727" y="18834"/>
                </a:lnTo>
                <a:cubicBezTo>
                  <a:pt x="12580" y="15328"/>
                  <a:pt x="13006" y="13006"/>
                  <a:pt x="13006" y="11869"/>
                </a:cubicBezTo>
                <a:cubicBezTo>
                  <a:pt x="13006" y="10590"/>
                  <a:pt x="12781" y="9595"/>
                  <a:pt x="12331" y="8884"/>
                </a:cubicBezTo>
                <a:cubicBezTo>
                  <a:pt x="11881" y="8173"/>
                  <a:pt x="11265" y="7652"/>
                  <a:pt x="10483" y="7320"/>
                </a:cubicBezTo>
                <a:cubicBezTo>
                  <a:pt x="9701" y="6989"/>
                  <a:pt x="8079" y="6823"/>
                  <a:pt x="5615" y="6823"/>
                </a:cubicBezTo>
                <a:lnTo>
                  <a:pt x="6254" y="4691"/>
                </a:lnTo>
                <a:lnTo>
                  <a:pt x="27718" y="0"/>
                </a:lnTo>
                <a:lnTo>
                  <a:pt x="31982" y="0"/>
                </a:lnTo>
                <a:close/>
                <a:moveTo>
                  <a:pt x="108933" y="49040"/>
                </a:moveTo>
                <a:lnTo>
                  <a:pt x="111065" y="50937"/>
                </a:lnTo>
                <a:cubicBezTo>
                  <a:pt x="106469" y="56372"/>
                  <a:pt x="101944" y="60355"/>
                  <a:pt x="97490" y="62886"/>
                </a:cubicBezTo>
                <a:cubicBezTo>
                  <a:pt x="91568" y="66259"/>
                  <a:pt x="85432" y="67945"/>
                  <a:pt x="79083" y="67945"/>
                </a:cubicBezTo>
                <a:cubicBezTo>
                  <a:pt x="74818" y="67945"/>
                  <a:pt x="71040" y="67032"/>
                  <a:pt x="67747" y="65207"/>
                </a:cubicBezTo>
                <a:cubicBezTo>
                  <a:pt x="64454" y="63379"/>
                  <a:pt x="62025" y="60818"/>
                  <a:pt x="60462" y="57522"/>
                </a:cubicBezTo>
                <a:cubicBezTo>
                  <a:pt x="58898" y="54226"/>
                  <a:pt x="58116" y="50846"/>
                  <a:pt x="58116" y="47383"/>
                </a:cubicBezTo>
                <a:cubicBezTo>
                  <a:pt x="58116" y="39605"/>
                  <a:pt x="60225" y="31957"/>
                  <a:pt x="64442" y="24440"/>
                </a:cubicBezTo>
                <a:cubicBezTo>
                  <a:pt x="68659" y="16921"/>
                  <a:pt x="74226" y="10968"/>
                  <a:pt x="81144" y="6581"/>
                </a:cubicBezTo>
                <a:cubicBezTo>
                  <a:pt x="88061" y="2194"/>
                  <a:pt x="94861" y="0"/>
                  <a:pt x="101541" y="0"/>
                </a:cubicBezTo>
                <a:cubicBezTo>
                  <a:pt x="106896" y="0"/>
                  <a:pt x="110923" y="1188"/>
                  <a:pt x="113624" y="3565"/>
                </a:cubicBezTo>
                <a:cubicBezTo>
                  <a:pt x="116324" y="5941"/>
                  <a:pt x="117675" y="8888"/>
                  <a:pt x="117675" y="12404"/>
                </a:cubicBezTo>
                <a:cubicBezTo>
                  <a:pt x="117675" y="15588"/>
                  <a:pt x="116656" y="18297"/>
                  <a:pt x="114619" y="20531"/>
                </a:cubicBezTo>
                <a:cubicBezTo>
                  <a:pt x="112581" y="22764"/>
                  <a:pt x="110307" y="23880"/>
                  <a:pt x="107796" y="23880"/>
                </a:cubicBezTo>
                <a:cubicBezTo>
                  <a:pt x="105616" y="23880"/>
                  <a:pt x="103804" y="23167"/>
                  <a:pt x="102359" y="21741"/>
                </a:cubicBezTo>
                <a:cubicBezTo>
                  <a:pt x="100914" y="20314"/>
                  <a:pt x="100191" y="18626"/>
                  <a:pt x="100191" y="16678"/>
                </a:cubicBezTo>
                <a:cubicBezTo>
                  <a:pt x="100191" y="14110"/>
                  <a:pt x="101470" y="11875"/>
                  <a:pt x="104029" y="9972"/>
                </a:cubicBezTo>
                <a:cubicBezTo>
                  <a:pt x="105782" y="8641"/>
                  <a:pt x="106659" y="7477"/>
                  <a:pt x="106659" y="6479"/>
                </a:cubicBezTo>
                <a:cubicBezTo>
                  <a:pt x="106659" y="5623"/>
                  <a:pt x="106303" y="4934"/>
                  <a:pt x="105593" y="4411"/>
                </a:cubicBezTo>
                <a:cubicBezTo>
                  <a:pt x="104645" y="3650"/>
                  <a:pt x="103413" y="3269"/>
                  <a:pt x="101897" y="3269"/>
                </a:cubicBezTo>
                <a:cubicBezTo>
                  <a:pt x="97917" y="3269"/>
                  <a:pt x="94174" y="4883"/>
                  <a:pt x="90667" y="8109"/>
                </a:cubicBezTo>
                <a:cubicBezTo>
                  <a:pt x="86024" y="12379"/>
                  <a:pt x="82470" y="17788"/>
                  <a:pt x="80007" y="24336"/>
                </a:cubicBezTo>
                <a:cubicBezTo>
                  <a:pt x="77543" y="30882"/>
                  <a:pt x="76311" y="37096"/>
                  <a:pt x="76311" y="42979"/>
                </a:cubicBezTo>
                <a:cubicBezTo>
                  <a:pt x="76311" y="47628"/>
                  <a:pt x="77566" y="51341"/>
                  <a:pt x="80078" y="54117"/>
                </a:cubicBezTo>
                <a:cubicBezTo>
                  <a:pt x="82589" y="56892"/>
                  <a:pt x="85574" y="58279"/>
                  <a:pt x="89033" y="58279"/>
                </a:cubicBezTo>
                <a:cubicBezTo>
                  <a:pt x="92065" y="58279"/>
                  <a:pt x="95346" y="57515"/>
                  <a:pt x="98876" y="55987"/>
                </a:cubicBezTo>
                <a:cubicBezTo>
                  <a:pt x="102406" y="54459"/>
                  <a:pt x="105758" y="52143"/>
                  <a:pt x="108933" y="49040"/>
                </a:cubicBezTo>
                <a:close/>
                <a:moveTo>
                  <a:pt x="138847" y="67945"/>
                </a:moveTo>
                <a:lnTo>
                  <a:pt x="136288" y="67945"/>
                </a:lnTo>
                <a:cubicBezTo>
                  <a:pt x="136430" y="64060"/>
                  <a:pt x="136501" y="61122"/>
                  <a:pt x="136501" y="59132"/>
                </a:cubicBezTo>
                <a:cubicBezTo>
                  <a:pt x="136501" y="53731"/>
                  <a:pt x="136087" y="45924"/>
                  <a:pt x="135258" y="35714"/>
                </a:cubicBezTo>
                <a:cubicBezTo>
                  <a:pt x="134429" y="25503"/>
                  <a:pt x="133493" y="18692"/>
                  <a:pt x="132450" y="15281"/>
                </a:cubicBezTo>
                <a:cubicBezTo>
                  <a:pt x="131645" y="12769"/>
                  <a:pt x="130579" y="10945"/>
                  <a:pt x="129252" y="9808"/>
                </a:cubicBezTo>
                <a:cubicBezTo>
                  <a:pt x="128352" y="9050"/>
                  <a:pt x="127191" y="8671"/>
                  <a:pt x="125770" y="8671"/>
                </a:cubicBezTo>
                <a:cubicBezTo>
                  <a:pt x="124964" y="8671"/>
                  <a:pt x="123993" y="8766"/>
                  <a:pt x="122856" y="8955"/>
                </a:cubicBezTo>
                <a:lnTo>
                  <a:pt x="122856" y="6396"/>
                </a:lnTo>
                <a:lnTo>
                  <a:pt x="146523" y="0"/>
                </a:lnTo>
                <a:cubicBezTo>
                  <a:pt x="151261" y="12948"/>
                  <a:pt x="153559" y="29525"/>
                  <a:pt x="153417" y="49731"/>
                </a:cubicBezTo>
                <a:cubicBezTo>
                  <a:pt x="160382" y="43102"/>
                  <a:pt x="165179" y="37728"/>
                  <a:pt x="167809" y="33608"/>
                </a:cubicBezTo>
                <a:cubicBezTo>
                  <a:pt x="170438" y="29489"/>
                  <a:pt x="171753" y="26056"/>
                  <a:pt x="171753" y="23309"/>
                </a:cubicBezTo>
                <a:cubicBezTo>
                  <a:pt x="171753" y="21131"/>
                  <a:pt x="170936" y="18917"/>
                  <a:pt x="169301" y="16666"/>
                </a:cubicBezTo>
                <a:cubicBezTo>
                  <a:pt x="167667" y="14416"/>
                  <a:pt x="166648" y="12814"/>
                  <a:pt x="166245" y="11862"/>
                </a:cubicBezTo>
                <a:cubicBezTo>
                  <a:pt x="165842" y="10909"/>
                  <a:pt x="165641" y="9861"/>
                  <a:pt x="165641" y="8717"/>
                </a:cubicBezTo>
                <a:cubicBezTo>
                  <a:pt x="165641" y="6240"/>
                  <a:pt x="166447" y="4168"/>
                  <a:pt x="168058" y="2501"/>
                </a:cubicBezTo>
                <a:cubicBezTo>
                  <a:pt x="169669" y="834"/>
                  <a:pt x="171706" y="0"/>
                  <a:pt x="174170" y="0"/>
                </a:cubicBezTo>
                <a:cubicBezTo>
                  <a:pt x="176776" y="0"/>
                  <a:pt x="178789" y="831"/>
                  <a:pt x="180211" y="2492"/>
                </a:cubicBezTo>
                <a:cubicBezTo>
                  <a:pt x="182201" y="4817"/>
                  <a:pt x="183196" y="7568"/>
                  <a:pt x="183196" y="10745"/>
                </a:cubicBezTo>
                <a:cubicBezTo>
                  <a:pt x="183196" y="14019"/>
                  <a:pt x="182615" y="17234"/>
                  <a:pt x="181455" y="20389"/>
                </a:cubicBezTo>
                <a:cubicBezTo>
                  <a:pt x="180294" y="23544"/>
                  <a:pt x="178304" y="27269"/>
                  <a:pt x="175485" y="31563"/>
                </a:cubicBezTo>
                <a:cubicBezTo>
                  <a:pt x="172665" y="35857"/>
                  <a:pt x="169526" y="39759"/>
                  <a:pt x="166068" y="43270"/>
                </a:cubicBezTo>
                <a:cubicBezTo>
                  <a:pt x="159718" y="49722"/>
                  <a:pt x="150645" y="57948"/>
                  <a:pt x="138847" y="67945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.nxt">
            <a:extLst xmlns:a="http://schemas.openxmlformats.org/drawingml/2006/main">
              <a:ext uri="{FF2B5EF4-FFF2-40B4-BE49-F238E27FC236}">
                <a16:creationId xmlns:a16="http://schemas.microsoft.com/office/drawing/2014/main" id="{5DE05D78-2D10-46EC-9E1D-AD9352AC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763" y="4818150"/>
            <a:ext cx="237461" cy="85287"/>
          </a:xfrm>
          <a:custGeom xmlns:a="http://schemas.openxmlformats.org/drawingml/2006/main">
            <a:pathLst>
              <a:path w="237461" h="85287">
                <a:moveTo>
                  <a:pt x="11656" y="61833"/>
                </a:moveTo>
                <a:cubicBezTo>
                  <a:pt x="14925" y="61833"/>
                  <a:pt x="17697" y="62977"/>
                  <a:pt x="19971" y="65267"/>
                </a:cubicBezTo>
                <a:cubicBezTo>
                  <a:pt x="22246" y="67554"/>
                  <a:pt x="23383" y="70319"/>
                  <a:pt x="23383" y="73560"/>
                </a:cubicBezTo>
                <a:cubicBezTo>
                  <a:pt x="23383" y="76801"/>
                  <a:pt x="22234" y="79566"/>
                  <a:pt x="19936" y="81855"/>
                </a:cubicBezTo>
                <a:cubicBezTo>
                  <a:pt x="17638" y="84143"/>
                  <a:pt x="14878" y="85287"/>
                  <a:pt x="11656" y="85287"/>
                </a:cubicBezTo>
                <a:cubicBezTo>
                  <a:pt x="8434" y="85287"/>
                  <a:pt x="5686" y="84143"/>
                  <a:pt x="3411" y="81855"/>
                </a:cubicBezTo>
                <a:cubicBezTo>
                  <a:pt x="1137" y="79566"/>
                  <a:pt x="0" y="76801"/>
                  <a:pt x="0" y="73560"/>
                </a:cubicBezTo>
                <a:cubicBezTo>
                  <a:pt x="0" y="70319"/>
                  <a:pt x="1137" y="67554"/>
                  <a:pt x="3411" y="65267"/>
                </a:cubicBezTo>
                <a:cubicBezTo>
                  <a:pt x="5686" y="62977"/>
                  <a:pt x="8434" y="61833"/>
                  <a:pt x="11656" y="61833"/>
                </a:cubicBezTo>
                <a:close/>
                <a:moveTo>
                  <a:pt x="77184" y="17342"/>
                </a:moveTo>
                <a:lnTo>
                  <a:pt x="68371" y="47865"/>
                </a:lnTo>
                <a:cubicBezTo>
                  <a:pt x="74294" y="38947"/>
                  <a:pt x="78724" y="32852"/>
                  <a:pt x="81662" y="29579"/>
                </a:cubicBezTo>
                <a:cubicBezTo>
                  <a:pt x="85973" y="24837"/>
                  <a:pt x="89693" y="21612"/>
                  <a:pt x="92820" y="19905"/>
                </a:cubicBezTo>
                <a:cubicBezTo>
                  <a:pt x="95947" y="18196"/>
                  <a:pt x="98885" y="17342"/>
                  <a:pt x="101633" y="17342"/>
                </a:cubicBezTo>
                <a:cubicBezTo>
                  <a:pt x="104097" y="17342"/>
                  <a:pt x="106205" y="18260"/>
                  <a:pt x="107958" y="20098"/>
                </a:cubicBezTo>
                <a:cubicBezTo>
                  <a:pt x="109711" y="21934"/>
                  <a:pt x="110588" y="24330"/>
                  <a:pt x="110588" y="27287"/>
                </a:cubicBezTo>
                <a:cubicBezTo>
                  <a:pt x="110588" y="29951"/>
                  <a:pt x="110019" y="33186"/>
                  <a:pt x="108882" y="36991"/>
                </a:cubicBezTo>
                <a:lnTo>
                  <a:pt x="99785" y="67459"/>
                </a:lnTo>
                <a:cubicBezTo>
                  <a:pt x="99027" y="70122"/>
                  <a:pt x="98648" y="71858"/>
                  <a:pt x="98648" y="72667"/>
                </a:cubicBezTo>
                <a:cubicBezTo>
                  <a:pt x="98648" y="73141"/>
                  <a:pt x="98825" y="73567"/>
                  <a:pt x="99181" y="73946"/>
                </a:cubicBezTo>
                <a:cubicBezTo>
                  <a:pt x="99536" y="74325"/>
                  <a:pt x="99903" y="74515"/>
                  <a:pt x="100282" y="74515"/>
                </a:cubicBezTo>
                <a:cubicBezTo>
                  <a:pt x="100756" y="74515"/>
                  <a:pt x="101254" y="74325"/>
                  <a:pt x="101775" y="73946"/>
                </a:cubicBezTo>
                <a:cubicBezTo>
                  <a:pt x="103433" y="72580"/>
                  <a:pt x="105115" y="70659"/>
                  <a:pt x="106821" y="68185"/>
                </a:cubicBezTo>
                <a:cubicBezTo>
                  <a:pt x="107248" y="67532"/>
                  <a:pt x="107935" y="66552"/>
                  <a:pt x="108882" y="65244"/>
                </a:cubicBezTo>
                <a:lnTo>
                  <a:pt x="111583" y="66855"/>
                </a:lnTo>
                <a:cubicBezTo>
                  <a:pt x="104618" y="78385"/>
                  <a:pt x="97297" y="84150"/>
                  <a:pt x="89622" y="84150"/>
                </a:cubicBezTo>
                <a:cubicBezTo>
                  <a:pt x="86684" y="84150"/>
                  <a:pt x="84386" y="83391"/>
                  <a:pt x="82728" y="81875"/>
                </a:cubicBezTo>
                <a:cubicBezTo>
                  <a:pt x="81069" y="80359"/>
                  <a:pt x="80240" y="78464"/>
                  <a:pt x="80240" y="76189"/>
                </a:cubicBezTo>
                <a:cubicBezTo>
                  <a:pt x="80240" y="74193"/>
                  <a:pt x="80809" y="71223"/>
                  <a:pt x="81946" y="67279"/>
                </a:cubicBezTo>
                <a:lnTo>
                  <a:pt x="90830" y="36835"/>
                </a:lnTo>
                <a:cubicBezTo>
                  <a:pt x="91446" y="34839"/>
                  <a:pt x="91754" y="33366"/>
                  <a:pt x="91754" y="32416"/>
                </a:cubicBezTo>
                <a:cubicBezTo>
                  <a:pt x="91754" y="31893"/>
                  <a:pt x="91541" y="31429"/>
                  <a:pt x="91114" y="31025"/>
                </a:cubicBezTo>
                <a:cubicBezTo>
                  <a:pt x="90688" y="30621"/>
                  <a:pt x="90190" y="30419"/>
                  <a:pt x="89622" y="30419"/>
                </a:cubicBezTo>
                <a:cubicBezTo>
                  <a:pt x="87821" y="30419"/>
                  <a:pt x="85642" y="31656"/>
                  <a:pt x="83083" y="34130"/>
                </a:cubicBezTo>
                <a:cubicBezTo>
                  <a:pt x="76544" y="40413"/>
                  <a:pt x="70219" y="49765"/>
                  <a:pt x="64107" y="62188"/>
                </a:cubicBezTo>
                <a:lnTo>
                  <a:pt x="58279" y="83297"/>
                </a:lnTo>
                <a:lnTo>
                  <a:pt x="40155" y="83297"/>
                </a:lnTo>
                <a:lnTo>
                  <a:pt x="53446" y="37673"/>
                </a:lnTo>
                <a:cubicBezTo>
                  <a:pt x="54725" y="33161"/>
                  <a:pt x="55365" y="29959"/>
                  <a:pt x="55365" y="28067"/>
                </a:cubicBezTo>
                <a:cubicBezTo>
                  <a:pt x="55365" y="27263"/>
                  <a:pt x="55175" y="26589"/>
                  <a:pt x="54796" y="26046"/>
                </a:cubicBezTo>
                <a:cubicBezTo>
                  <a:pt x="54417" y="25501"/>
                  <a:pt x="53801" y="25075"/>
                  <a:pt x="52948" y="24769"/>
                </a:cubicBezTo>
                <a:cubicBezTo>
                  <a:pt x="52096" y="24461"/>
                  <a:pt x="50485" y="24307"/>
                  <a:pt x="48115" y="24307"/>
                </a:cubicBezTo>
                <a:lnTo>
                  <a:pt x="48897" y="21606"/>
                </a:lnTo>
                <a:lnTo>
                  <a:pt x="72849" y="17342"/>
                </a:lnTo>
                <a:lnTo>
                  <a:pt x="77184" y="17342"/>
                </a:lnTo>
                <a:close/>
                <a:moveTo>
                  <a:pt x="125948" y="21606"/>
                </a:moveTo>
                <a:lnTo>
                  <a:pt x="150752" y="17342"/>
                </a:lnTo>
                <a:cubicBezTo>
                  <a:pt x="155253" y="24409"/>
                  <a:pt x="158428" y="32188"/>
                  <a:pt x="160276" y="40678"/>
                </a:cubicBezTo>
                <a:cubicBezTo>
                  <a:pt x="164919" y="33800"/>
                  <a:pt x="168425" y="28986"/>
                  <a:pt x="170794" y="26235"/>
                </a:cubicBezTo>
                <a:cubicBezTo>
                  <a:pt x="173969" y="22536"/>
                  <a:pt x="176587" y="20129"/>
                  <a:pt x="178648" y="19014"/>
                </a:cubicBezTo>
                <a:cubicBezTo>
                  <a:pt x="180709" y="17899"/>
                  <a:pt x="182900" y="17342"/>
                  <a:pt x="185222" y="17342"/>
                </a:cubicBezTo>
                <a:cubicBezTo>
                  <a:pt x="187828" y="17342"/>
                  <a:pt x="189830" y="18059"/>
                  <a:pt x="191228" y="19494"/>
                </a:cubicBezTo>
                <a:cubicBezTo>
                  <a:pt x="192625" y="20927"/>
                  <a:pt x="193324" y="22863"/>
                  <a:pt x="193324" y="25302"/>
                </a:cubicBezTo>
                <a:cubicBezTo>
                  <a:pt x="193324" y="27597"/>
                  <a:pt x="192625" y="29473"/>
                  <a:pt x="191228" y="30932"/>
                </a:cubicBezTo>
                <a:cubicBezTo>
                  <a:pt x="189830" y="32390"/>
                  <a:pt x="188089" y="33120"/>
                  <a:pt x="186004" y="33120"/>
                </a:cubicBezTo>
                <a:cubicBezTo>
                  <a:pt x="184488" y="33120"/>
                  <a:pt x="182746" y="32835"/>
                  <a:pt x="180780" y="32267"/>
                </a:cubicBezTo>
                <a:cubicBezTo>
                  <a:pt x="178814" y="31698"/>
                  <a:pt x="177452" y="31414"/>
                  <a:pt x="176693" y="31414"/>
                </a:cubicBezTo>
                <a:cubicBezTo>
                  <a:pt x="174703" y="31414"/>
                  <a:pt x="172808" y="32122"/>
                  <a:pt x="171008" y="33539"/>
                </a:cubicBezTo>
                <a:cubicBezTo>
                  <a:pt x="168544" y="35476"/>
                  <a:pt x="165511" y="39610"/>
                  <a:pt x="161910" y="45942"/>
                </a:cubicBezTo>
                <a:cubicBezTo>
                  <a:pt x="165938" y="60177"/>
                  <a:pt x="169160" y="68860"/>
                  <a:pt x="171576" y="71992"/>
                </a:cubicBezTo>
                <a:cubicBezTo>
                  <a:pt x="172998" y="73843"/>
                  <a:pt x="174443" y="74768"/>
                  <a:pt x="175912" y="74768"/>
                </a:cubicBezTo>
                <a:cubicBezTo>
                  <a:pt x="177144" y="74768"/>
                  <a:pt x="178210" y="74434"/>
                  <a:pt x="179110" y="73766"/>
                </a:cubicBezTo>
                <a:cubicBezTo>
                  <a:pt x="180484" y="72687"/>
                  <a:pt x="182592" y="69988"/>
                  <a:pt x="185435" y="65671"/>
                </a:cubicBezTo>
                <a:lnTo>
                  <a:pt x="187994" y="67219"/>
                </a:lnTo>
                <a:cubicBezTo>
                  <a:pt x="183824" y="74200"/>
                  <a:pt x="179750" y="79117"/>
                  <a:pt x="175770" y="81968"/>
                </a:cubicBezTo>
                <a:cubicBezTo>
                  <a:pt x="172737" y="84181"/>
                  <a:pt x="169752" y="85287"/>
                  <a:pt x="166814" y="85287"/>
                </a:cubicBezTo>
                <a:cubicBezTo>
                  <a:pt x="163782" y="85287"/>
                  <a:pt x="161259" y="84609"/>
                  <a:pt x="159245" y="83252"/>
                </a:cubicBezTo>
                <a:cubicBezTo>
                  <a:pt x="157232" y="81894"/>
                  <a:pt x="155443" y="79680"/>
                  <a:pt x="153879" y="76609"/>
                </a:cubicBezTo>
                <a:cubicBezTo>
                  <a:pt x="152316" y="73538"/>
                  <a:pt x="150468" y="68622"/>
                  <a:pt x="148336" y="61862"/>
                </a:cubicBezTo>
                <a:cubicBezTo>
                  <a:pt x="142792" y="68956"/>
                  <a:pt x="138445" y="74134"/>
                  <a:pt x="135294" y="77395"/>
                </a:cubicBezTo>
                <a:cubicBezTo>
                  <a:pt x="132143" y="80656"/>
                  <a:pt x="129525" y="82786"/>
                  <a:pt x="127440" y="83785"/>
                </a:cubicBezTo>
                <a:cubicBezTo>
                  <a:pt x="125356" y="84786"/>
                  <a:pt x="123129" y="85287"/>
                  <a:pt x="120760" y="85287"/>
                </a:cubicBezTo>
                <a:cubicBezTo>
                  <a:pt x="118296" y="85287"/>
                  <a:pt x="116341" y="84573"/>
                  <a:pt x="114896" y="83146"/>
                </a:cubicBezTo>
                <a:cubicBezTo>
                  <a:pt x="113451" y="81717"/>
                  <a:pt x="112728" y="79861"/>
                  <a:pt x="112728" y="77578"/>
                </a:cubicBezTo>
                <a:cubicBezTo>
                  <a:pt x="112728" y="75149"/>
                  <a:pt x="113510" y="73150"/>
                  <a:pt x="115074" y="71581"/>
                </a:cubicBezTo>
                <a:cubicBezTo>
                  <a:pt x="116637" y="70010"/>
                  <a:pt x="118627" y="69224"/>
                  <a:pt x="121044" y="69224"/>
                </a:cubicBezTo>
                <a:cubicBezTo>
                  <a:pt x="122323" y="69224"/>
                  <a:pt x="123768" y="69623"/>
                  <a:pt x="125379" y="70419"/>
                </a:cubicBezTo>
                <a:cubicBezTo>
                  <a:pt x="127748" y="71613"/>
                  <a:pt x="129454" y="72209"/>
                  <a:pt x="130497" y="72209"/>
                </a:cubicBezTo>
                <a:cubicBezTo>
                  <a:pt x="131871" y="72209"/>
                  <a:pt x="133103" y="71924"/>
                  <a:pt x="134192" y="71352"/>
                </a:cubicBezTo>
                <a:cubicBezTo>
                  <a:pt x="135614" y="70637"/>
                  <a:pt x="137414" y="69087"/>
                  <a:pt x="139594" y="66703"/>
                </a:cubicBezTo>
                <a:cubicBezTo>
                  <a:pt x="140920" y="65226"/>
                  <a:pt x="143361" y="62079"/>
                  <a:pt x="146914" y="57264"/>
                </a:cubicBezTo>
                <a:cubicBezTo>
                  <a:pt x="142366" y="40370"/>
                  <a:pt x="138812" y="30262"/>
                  <a:pt x="136253" y="26941"/>
                </a:cubicBezTo>
                <a:cubicBezTo>
                  <a:pt x="134642" y="24806"/>
                  <a:pt x="132605" y="23738"/>
                  <a:pt x="130141" y="23738"/>
                </a:cubicBezTo>
                <a:cubicBezTo>
                  <a:pt x="128862" y="23738"/>
                  <a:pt x="127298" y="23928"/>
                  <a:pt x="125450" y="24307"/>
                </a:cubicBezTo>
                <a:lnTo>
                  <a:pt x="125948" y="21606"/>
                </a:lnTo>
                <a:close/>
                <a:moveTo>
                  <a:pt x="233836" y="0"/>
                </a:moveTo>
                <a:lnTo>
                  <a:pt x="228151" y="19332"/>
                </a:lnTo>
                <a:lnTo>
                  <a:pt x="237461" y="19332"/>
                </a:lnTo>
                <a:lnTo>
                  <a:pt x="234974" y="27576"/>
                </a:lnTo>
                <a:lnTo>
                  <a:pt x="225805" y="27576"/>
                </a:lnTo>
                <a:lnTo>
                  <a:pt x="213936" y="68789"/>
                </a:lnTo>
                <a:cubicBezTo>
                  <a:pt x="213178" y="71348"/>
                  <a:pt x="212799" y="73290"/>
                  <a:pt x="212799" y="74617"/>
                </a:cubicBezTo>
                <a:cubicBezTo>
                  <a:pt x="212799" y="75236"/>
                  <a:pt x="213012" y="75771"/>
                  <a:pt x="213439" y="76223"/>
                </a:cubicBezTo>
                <a:cubicBezTo>
                  <a:pt x="213865" y="76674"/>
                  <a:pt x="214339" y="76900"/>
                  <a:pt x="214860" y="76900"/>
                </a:cubicBezTo>
                <a:cubicBezTo>
                  <a:pt x="215666" y="76900"/>
                  <a:pt x="216495" y="76568"/>
                  <a:pt x="217348" y="75905"/>
                </a:cubicBezTo>
                <a:cubicBezTo>
                  <a:pt x="219527" y="74247"/>
                  <a:pt x="222062" y="71357"/>
                  <a:pt x="224952" y="67234"/>
                </a:cubicBezTo>
                <a:lnTo>
                  <a:pt x="227440" y="68798"/>
                </a:lnTo>
                <a:cubicBezTo>
                  <a:pt x="224171" y="74484"/>
                  <a:pt x="220570" y="78653"/>
                  <a:pt x="216637" y="81307"/>
                </a:cubicBezTo>
                <a:cubicBezTo>
                  <a:pt x="212704" y="83960"/>
                  <a:pt x="208843" y="85287"/>
                  <a:pt x="205052" y="85287"/>
                </a:cubicBezTo>
                <a:cubicBezTo>
                  <a:pt x="201830" y="85287"/>
                  <a:pt x="199331" y="84469"/>
                  <a:pt x="197554" y="82835"/>
                </a:cubicBezTo>
                <a:cubicBezTo>
                  <a:pt x="195777" y="81200"/>
                  <a:pt x="194889" y="79127"/>
                  <a:pt x="194889" y="76616"/>
                </a:cubicBezTo>
                <a:cubicBezTo>
                  <a:pt x="194889" y="73868"/>
                  <a:pt x="195505" y="70338"/>
                  <a:pt x="196737" y="66026"/>
                </a:cubicBezTo>
                <a:lnTo>
                  <a:pt x="207966" y="27576"/>
                </a:lnTo>
                <a:lnTo>
                  <a:pt x="198300" y="27576"/>
                </a:lnTo>
                <a:lnTo>
                  <a:pt x="199722" y="22303"/>
                </a:lnTo>
                <a:cubicBezTo>
                  <a:pt x="205787" y="20070"/>
                  <a:pt x="210904" y="17458"/>
                  <a:pt x="215073" y="14465"/>
                </a:cubicBezTo>
                <a:cubicBezTo>
                  <a:pt x="219243" y="11473"/>
                  <a:pt x="224265" y="6651"/>
                  <a:pt x="230141" y="0"/>
                </a:cubicBezTo>
                <a:lnTo>
                  <a:pt x="233836" y="0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NA">
            <a:extLst xmlns:a="http://schemas.openxmlformats.org/drawingml/2006/main">
              <a:ext uri="{FF2B5EF4-FFF2-40B4-BE49-F238E27FC236}">
                <a16:creationId xmlns:a16="http://schemas.microsoft.com/office/drawing/2014/main" id="{F09ABAEE-755C-483D-B4BD-55DB74B4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842" y="890398"/>
            <a:ext cx="210681" cy="100070"/>
          </a:xfrm>
          <a:custGeom xmlns:a="http://schemas.openxmlformats.org/drawingml/2006/main">
            <a:pathLst>
              <a:path w="210681" h="100070">
                <a:moveTo>
                  <a:pt x="0" y="2132"/>
                </a:moveTo>
                <a:lnTo>
                  <a:pt x="26155" y="2132"/>
                </a:lnTo>
                <a:lnTo>
                  <a:pt x="85073" y="74413"/>
                </a:lnTo>
                <a:lnTo>
                  <a:pt x="85073" y="18834"/>
                </a:lnTo>
                <a:cubicBezTo>
                  <a:pt x="85073" y="12911"/>
                  <a:pt x="84410" y="9216"/>
                  <a:pt x="83083" y="7747"/>
                </a:cubicBezTo>
                <a:cubicBezTo>
                  <a:pt x="81330" y="5757"/>
                  <a:pt x="78558" y="4762"/>
                  <a:pt x="74768" y="4762"/>
                </a:cubicBezTo>
                <a:lnTo>
                  <a:pt x="71428" y="4762"/>
                </a:lnTo>
                <a:lnTo>
                  <a:pt x="71428" y="2132"/>
                </a:lnTo>
                <a:lnTo>
                  <a:pt x="104974" y="2132"/>
                </a:lnTo>
                <a:lnTo>
                  <a:pt x="104974" y="4762"/>
                </a:lnTo>
                <a:lnTo>
                  <a:pt x="101562" y="4762"/>
                </a:lnTo>
                <a:cubicBezTo>
                  <a:pt x="97487" y="4762"/>
                  <a:pt x="94597" y="5994"/>
                  <a:pt x="92891" y="8458"/>
                </a:cubicBezTo>
                <a:cubicBezTo>
                  <a:pt x="91849" y="9974"/>
                  <a:pt x="91328" y="13433"/>
                  <a:pt x="91328" y="18834"/>
                </a:cubicBezTo>
                <a:lnTo>
                  <a:pt x="91328" y="100070"/>
                </a:lnTo>
                <a:lnTo>
                  <a:pt x="88769" y="100070"/>
                </a:lnTo>
                <a:lnTo>
                  <a:pt x="25231" y="22459"/>
                </a:lnTo>
                <a:lnTo>
                  <a:pt x="25231" y="81804"/>
                </a:lnTo>
                <a:cubicBezTo>
                  <a:pt x="25231" y="87727"/>
                  <a:pt x="25870" y="91423"/>
                  <a:pt x="27150" y="92891"/>
                </a:cubicBezTo>
                <a:cubicBezTo>
                  <a:pt x="28950" y="94881"/>
                  <a:pt x="31722" y="95876"/>
                  <a:pt x="35465" y="95876"/>
                </a:cubicBezTo>
                <a:lnTo>
                  <a:pt x="38877" y="95876"/>
                </a:lnTo>
                <a:lnTo>
                  <a:pt x="38877" y="98506"/>
                </a:lnTo>
                <a:lnTo>
                  <a:pt x="5330" y="98506"/>
                </a:lnTo>
                <a:lnTo>
                  <a:pt x="5330" y="95876"/>
                </a:lnTo>
                <a:lnTo>
                  <a:pt x="8671" y="95876"/>
                </a:lnTo>
                <a:cubicBezTo>
                  <a:pt x="12793" y="95876"/>
                  <a:pt x="15707" y="94645"/>
                  <a:pt x="17413" y="92181"/>
                </a:cubicBezTo>
                <a:cubicBezTo>
                  <a:pt x="18455" y="90664"/>
                  <a:pt x="18976" y="87206"/>
                  <a:pt x="18976" y="81804"/>
                </a:cubicBezTo>
                <a:lnTo>
                  <a:pt x="18976" y="14783"/>
                </a:lnTo>
                <a:cubicBezTo>
                  <a:pt x="16181" y="11514"/>
                  <a:pt x="14060" y="9358"/>
                  <a:pt x="12615" y="8315"/>
                </a:cubicBezTo>
                <a:cubicBezTo>
                  <a:pt x="11170" y="7273"/>
                  <a:pt x="9050" y="6302"/>
                  <a:pt x="6254" y="5401"/>
                </a:cubicBezTo>
                <a:cubicBezTo>
                  <a:pt x="4880" y="4975"/>
                  <a:pt x="2796" y="4762"/>
                  <a:pt x="0" y="4762"/>
                </a:cubicBezTo>
                <a:lnTo>
                  <a:pt x="0" y="2132"/>
                </a:lnTo>
                <a:close/>
                <a:moveTo>
                  <a:pt x="173794" y="66239"/>
                </a:moveTo>
                <a:lnTo>
                  <a:pt x="136481" y="66239"/>
                </a:lnTo>
                <a:lnTo>
                  <a:pt x="129943" y="81449"/>
                </a:lnTo>
                <a:cubicBezTo>
                  <a:pt x="128332" y="85192"/>
                  <a:pt x="127526" y="87987"/>
                  <a:pt x="127526" y="89835"/>
                </a:cubicBezTo>
                <a:cubicBezTo>
                  <a:pt x="127526" y="91304"/>
                  <a:pt x="128225" y="92595"/>
                  <a:pt x="129623" y="93709"/>
                </a:cubicBezTo>
                <a:cubicBezTo>
                  <a:pt x="131021" y="94822"/>
                  <a:pt x="134041" y="95545"/>
                  <a:pt x="138685" y="95876"/>
                </a:cubicBezTo>
                <a:lnTo>
                  <a:pt x="138685" y="98506"/>
                </a:lnTo>
                <a:lnTo>
                  <a:pt x="108337" y="98506"/>
                </a:lnTo>
                <a:lnTo>
                  <a:pt x="108337" y="95876"/>
                </a:lnTo>
                <a:cubicBezTo>
                  <a:pt x="112364" y="95166"/>
                  <a:pt x="114970" y="94243"/>
                  <a:pt x="116155" y="93107"/>
                </a:cubicBezTo>
                <a:cubicBezTo>
                  <a:pt x="118571" y="90834"/>
                  <a:pt x="121248" y="86218"/>
                  <a:pt x="124186" y="79259"/>
                </a:cubicBezTo>
                <a:lnTo>
                  <a:pt x="158087" y="0"/>
                </a:lnTo>
                <a:lnTo>
                  <a:pt x="160575" y="0"/>
                </a:lnTo>
                <a:lnTo>
                  <a:pt x="194121" y="80109"/>
                </a:lnTo>
                <a:cubicBezTo>
                  <a:pt x="196822" y="86549"/>
                  <a:pt x="199274" y="90727"/>
                  <a:pt x="201477" y="92645"/>
                </a:cubicBezTo>
                <a:cubicBezTo>
                  <a:pt x="203680" y="94562"/>
                  <a:pt x="206748" y="95640"/>
                  <a:pt x="210681" y="95876"/>
                </a:cubicBezTo>
                <a:lnTo>
                  <a:pt x="210681" y="98506"/>
                </a:lnTo>
                <a:lnTo>
                  <a:pt x="172657" y="98506"/>
                </a:lnTo>
                <a:lnTo>
                  <a:pt x="172657" y="95876"/>
                </a:lnTo>
                <a:cubicBezTo>
                  <a:pt x="176495" y="95687"/>
                  <a:pt x="179089" y="95047"/>
                  <a:pt x="180439" y="93957"/>
                </a:cubicBezTo>
                <a:cubicBezTo>
                  <a:pt x="181790" y="92868"/>
                  <a:pt x="182465" y="91541"/>
                  <a:pt x="182465" y="89977"/>
                </a:cubicBezTo>
                <a:cubicBezTo>
                  <a:pt x="182465" y="87893"/>
                  <a:pt x="181517" y="84600"/>
                  <a:pt x="179622" y="80098"/>
                </a:cubicBezTo>
                <a:lnTo>
                  <a:pt x="173794" y="66239"/>
                </a:lnTo>
                <a:moveTo>
                  <a:pt x="171804" y="60980"/>
                </a:moveTo>
                <a:lnTo>
                  <a:pt x="155458" y="22088"/>
                </a:lnTo>
                <a:lnTo>
                  <a:pt x="138685" y="60980"/>
                </a:lnTo>
                <a:lnTo>
                  <a:pt x="171804" y="609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Tmapping">
            <a:extLst xmlns:a="http://schemas.openxmlformats.org/drawingml/2006/main">
              <a:ext uri="{FF2B5EF4-FFF2-40B4-BE49-F238E27FC236}">
                <a16:creationId xmlns:a16="http://schemas.microsoft.com/office/drawing/2014/main" id="{0B36B599-92C1-44EE-9B0F-5902A250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732" y="887839"/>
            <a:ext cx="624225" cy="132479"/>
          </a:xfrm>
          <a:custGeom xmlns:a="http://schemas.openxmlformats.org/drawingml/2006/main">
            <a:pathLst>
              <a:path w="624225" h="132479">
                <a:moveTo>
                  <a:pt x="79814" y="4691"/>
                </a:moveTo>
                <a:lnTo>
                  <a:pt x="80880" y="27292"/>
                </a:lnTo>
                <a:lnTo>
                  <a:pt x="78179" y="27292"/>
                </a:lnTo>
                <a:cubicBezTo>
                  <a:pt x="77658" y="23312"/>
                  <a:pt x="76948" y="20469"/>
                  <a:pt x="76047" y="18763"/>
                </a:cubicBezTo>
                <a:cubicBezTo>
                  <a:pt x="74578" y="16015"/>
                  <a:pt x="72624" y="13989"/>
                  <a:pt x="70184" y="12686"/>
                </a:cubicBezTo>
                <a:cubicBezTo>
                  <a:pt x="67744" y="11383"/>
                  <a:pt x="64534" y="10732"/>
                  <a:pt x="60554" y="10732"/>
                </a:cubicBezTo>
                <a:lnTo>
                  <a:pt x="46979" y="10732"/>
                </a:lnTo>
                <a:lnTo>
                  <a:pt x="46979" y="84363"/>
                </a:lnTo>
                <a:cubicBezTo>
                  <a:pt x="46979" y="90285"/>
                  <a:pt x="47618" y="93981"/>
                  <a:pt x="48898" y="95450"/>
                </a:cubicBezTo>
                <a:cubicBezTo>
                  <a:pt x="50698" y="97440"/>
                  <a:pt x="53470" y="98435"/>
                  <a:pt x="57213" y="98435"/>
                </a:cubicBezTo>
                <a:lnTo>
                  <a:pt x="60554" y="98435"/>
                </a:lnTo>
                <a:lnTo>
                  <a:pt x="60554" y="101065"/>
                </a:lnTo>
                <a:lnTo>
                  <a:pt x="19687" y="101065"/>
                </a:lnTo>
                <a:lnTo>
                  <a:pt x="19687" y="98435"/>
                </a:lnTo>
                <a:lnTo>
                  <a:pt x="23098" y="98435"/>
                </a:lnTo>
                <a:cubicBezTo>
                  <a:pt x="27173" y="98435"/>
                  <a:pt x="30064" y="97203"/>
                  <a:pt x="31769" y="94739"/>
                </a:cubicBezTo>
                <a:cubicBezTo>
                  <a:pt x="32812" y="93223"/>
                  <a:pt x="33333" y="89764"/>
                  <a:pt x="33333" y="84363"/>
                </a:cubicBezTo>
                <a:lnTo>
                  <a:pt x="33333" y="10732"/>
                </a:lnTo>
                <a:lnTo>
                  <a:pt x="21748" y="10732"/>
                </a:lnTo>
                <a:cubicBezTo>
                  <a:pt x="17247" y="10732"/>
                  <a:pt x="14049" y="11064"/>
                  <a:pt x="12153" y="11727"/>
                </a:cubicBezTo>
                <a:cubicBezTo>
                  <a:pt x="9690" y="12627"/>
                  <a:pt x="7581" y="14357"/>
                  <a:pt x="5828" y="16915"/>
                </a:cubicBezTo>
                <a:cubicBezTo>
                  <a:pt x="4075" y="19474"/>
                  <a:pt x="3032" y="22933"/>
                  <a:pt x="2701" y="27292"/>
                </a:cubicBezTo>
                <a:lnTo>
                  <a:pt x="0" y="27292"/>
                </a:lnTo>
                <a:lnTo>
                  <a:pt x="1137" y="4691"/>
                </a:lnTo>
                <a:lnTo>
                  <a:pt x="79814" y="4691"/>
                </a:lnTo>
                <a:close/>
                <a:moveTo>
                  <a:pt x="141785" y="47974"/>
                </a:moveTo>
                <a:cubicBezTo>
                  <a:pt x="146523" y="43236"/>
                  <a:pt x="149318" y="40511"/>
                  <a:pt x="150171" y="39800"/>
                </a:cubicBezTo>
                <a:cubicBezTo>
                  <a:pt x="152303" y="38000"/>
                  <a:pt x="154601" y="36602"/>
                  <a:pt x="157065" y="35607"/>
                </a:cubicBezTo>
                <a:cubicBezTo>
                  <a:pt x="159529" y="34612"/>
                  <a:pt x="161969" y="34115"/>
                  <a:pt x="164385" y="34115"/>
                </a:cubicBezTo>
                <a:cubicBezTo>
                  <a:pt x="168460" y="34115"/>
                  <a:pt x="171967" y="35299"/>
                  <a:pt x="174904" y="37668"/>
                </a:cubicBezTo>
                <a:cubicBezTo>
                  <a:pt x="177842" y="40037"/>
                  <a:pt x="179808" y="43473"/>
                  <a:pt x="180803" y="47974"/>
                </a:cubicBezTo>
                <a:cubicBezTo>
                  <a:pt x="185683" y="42288"/>
                  <a:pt x="189806" y="38557"/>
                  <a:pt x="193170" y="36780"/>
                </a:cubicBezTo>
                <a:cubicBezTo>
                  <a:pt x="196534" y="35003"/>
                  <a:pt x="199993" y="34115"/>
                  <a:pt x="203546" y="34115"/>
                </a:cubicBezTo>
                <a:cubicBezTo>
                  <a:pt x="207005" y="34115"/>
                  <a:pt x="210073" y="35002"/>
                  <a:pt x="212750" y="36775"/>
                </a:cubicBezTo>
                <a:cubicBezTo>
                  <a:pt x="215427" y="38548"/>
                  <a:pt x="217547" y="41443"/>
                  <a:pt x="219111" y="45462"/>
                </a:cubicBezTo>
                <a:cubicBezTo>
                  <a:pt x="220153" y="48204"/>
                  <a:pt x="220675" y="52506"/>
                  <a:pt x="220675" y="58368"/>
                </a:cubicBezTo>
                <a:lnTo>
                  <a:pt x="220675" y="86308"/>
                </a:lnTo>
                <a:cubicBezTo>
                  <a:pt x="220675" y="90374"/>
                  <a:pt x="220983" y="93164"/>
                  <a:pt x="221599" y="94677"/>
                </a:cubicBezTo>
                <a:cubicBezTo>
                  <a:pt x="222072" y="95717"/>
                  <a:pt x="222949" y="96603"/>
                  <a:pt x="224228" y="97336"/>
                </a:cubicBezTo>
                <a:cubicBezTo>
                  <a:pt x="225508" y="98069"/>
                  <a:pt x="227592" y="98435"/>
                  <a:pt x="230483" y="98435"/>
                </a:cubicBezTo>
                <a:lnTo>
                  <a:pt x="230483" y="101065"/>
                </a:lnTo>
                <a:lnTo>
                  <a:pt x="198358" y="101065"/>
                </a:lnTo>
                <a:lnTo>
                  <a:pt x="198358" y="98435"/>
                </a:lnTo>
                <a:lnTo>
                  <a:pt x="199708" y="98435"/>
                </a:lnTo>
                <a:cubicBezTo>
                  <a:pt x="202504" y="98435"/>
                  <a:pt x="204683" y="97893"/>
                  <a:pt x="206247" y="96809"/>
                </a:cubicBezTo>
                <a:cubicBezTo>
                  <a:pt x="207337" y="96054"/>
                  <a:pt x="208119" y="94852"/>
                  <a:pt x="208592" y="93202"/>
                </a:cubicBezTo>
                <a:cubicBezTo>
                  <a:pt x="208782" y="92401"/>
                  <a:pt x="208877" y="90115"/>
                  <a:pt x="208877" y="86344"/>
                </a:cubicBezTo>
                <a:lnTo>
                  <a:pt x="208877" y="58484"/>
                </a:lnTo>
                <a:cubicBezTo>
                  <a:pt x="208877" y="53203"/>
                  <a:pt x="208237" y="49480"/>
                  <a:pt x="206958" y="47312"/>
                </a:cubicBezTo>
                <a:cubicBezTo>
                  <a:pt x="205110" y="44294"/>
                  <a:pt x="202149" y="42785"/>
                  <a:pt x="198074" y="42785"/>
                </a:cubicBezTo>
                <a:cubicBezTo>
                  <a:pt x="195562" y="42785"/>
                  <a:pt x="193039" y="43410"/>
                  <a:pt x="190505" y="44660"/>
                </a:cubicBezTo>
                <a:cubicBezTo>
                  <a:pt x="187970" y="45908"/>
                  <a:pt x="184902" y="48230"/>
                  <a:pt x="181301" y="51625"/>
                </a:cubicBezTo>
                <a:lnTo>
                  <a:pt x="181159" y="52402"/>
                </a:lnTo>
                <a:lnTo>
                  <a:pt x="181301" y="55443"/>
                </a:lnTo>
                <a:lnTo>
                  <a:pt x="181301" y="86344"/>
                </a:lnTo>
                <a:cubicBezTo>
                  <a:pt x="181301" y="90776"/>
                  <a:pt x="181549" y="93533"/>
                  <a:pt x="182047" y="94617"/>
                </a:cubicBezTo>
                <a:cubicBezTo>
                  <a:pt x="182544" y="95701"/>
                  <a:pt x="183480" y="96609"/>
                  <a:pt x="184854" y="97340"/>
                </a:cubicBezTo>
                <a:cubicBezTo>
                  <a:pt x="186228" y="98070"/>
                  <a:pt x="188574" y="98435"/>
                  <a:pt x="191890" y="98435"/>
                </a:cubicBezTo>
                <a:lnTo>
                  <a:pt x="191890" y="101065"/>
                </a:lnTo>
                <a:lnTo>
                  <a:pt x="158984" y="101065"/>
                </a:lnTo>
                <a:lnTo>
                  <a:pt x="158984" y="98435"/>
                </a:lnTo>
                <a:cubicBezTo>
                  <a:pt x="162585" y="98435"/>
                  <a:pt x="165061" y="98011"/>
                  <a:pt x="166411" y="97162"/>
                </a:cubicBezTo>
                <a:cubicBezTo>
                  <a:pt x="167761" y="96314"/>
                  <a:pt x="168697" y="95041"/>
                  <a:pt x="169218" y="93344"/>
                </a:cubicBezTo>
                <a:cubicBezTo>
                  <a:pt x="169455" y="92542"/>
                  <a:pt x="169574" y="90208"/>
                  <a:pt x="169574" y="86344"/>
                </a:cubicBezTo>
                <a:lnTo>
                  <a:pt x="169574" y="58484"/>
                </a:lnTo>
                <a:cubicBezTo>
                  <a:pt x="169574" y="53203"/>
                  <a:pt x="168792" y="49409"/>
                  <a:pt x="167228" y="47099"/>
                </a:cubicBezTo>
                <a:cubicBezTo>
                  <a:pt x="165144" y="44081"/>
                  <a:pt x="162230" y="42572"/>
                  <a:pt x="158486" y="42572"/>
                </a:cubicBezTo>
                <a:cubicBezTo>
                  <a:pt x="155928" y="42572"/>
                  <a:pt x="153393" y="43256"/>
                  <a:pt x="150882" y="44622"/>
                </a:cubicBezTo>
                <a:cubicBezTo>
                  <a:pt x="146949" y="46697"/>
                  <a:pt x="143917" y="49030"/>
                  <a:pt x="141785" y="51623"/>
                </a:cubicBezTo>
                <a:lnTo>
                  <a:pt x="141785" y="86344"/>
                </a:lnTo>
                <a:cubicBezTo>
                  <a:pt x="141785" y="90586"/>
                  <a:pt x="142081" y="93344"/>
                  <a:pt x="142673" y="94617"/>
                </a:cubicBezTo>
                <a:cubicBezTo>
                  <a:pt x="143265" y="95889"/>
                  <a:pt x="144142" y="96843"/>
                  <a:pt x="145303" y="97480"/>
                </a:cubicBezTo>
                <a:cubicBezTo>
                  <a:pt x="146463" y="98117"/>
                  <a:pt x="148821" y="98435"/>
                  <a:pt x="152374" y="98435"/>
                </a:cubicBezTo>
                <a:lnTo>
                  <a:pt x="152374" y="101065"/>
                </a:lnTo>
                <a:lnTo>
                  <a:pt x="120179" y="101065"/>
                </a:lnTo>
                <a:lnTo>
                  <a:pt x="120179" y="98435"/>
                </a:lnTo>
                <a:cubicBezTo>
                  <a:pt x="123164" y="98435"/>
                  <a:pt x="125248" y="98116"/>
                  <a:pt x="126433" y="97478"/>
                </a:cubicBezTo>
                <a:cubicBezTo>
                  <a:pt x="127617" y="96840"/>
                  <a:pt x="128518" y="95823"/>
                  <a:pt x="129134" y="94428"/>
                </a:cubicBezTo>
                <a:cubicBezTo>
                  <a:pt x="129750" y="93034"/>
                  <a:pt x="130058" y="90327"/>
                  <a:pt x="130058" y="86308"/>
                </a:cubicBezTo>
                <a:lnTo>
                  <a:pt x="130058" y="61489"/>
                </a:lnTo>
                <a:cubicBezTo>
                  <a:pt x="130058" y="54349"/>
                  <a:pt x="129844" y="49739"/>
                  <a:pt x="129418" y="47661"/>
                </a:cubicBezTo>
                <a:cubicBezTo>
                  <a:pt x="129086" y="46100"/>
                  <a:pt x="128565" y="45024"/>
                  <a:pt x="127854" y="44433"/>
                </a:cubicBezTo>
                <a:cubicBezTo>
                  <a:pt x="127144" y="43843"/>
                  <a:pt x="126172" y="43547"/>
                  <a:pt x="124940" y="43547"/>
                </a:cubicBezTo>
                <a:cubicBezTo>
                  <a:pt x="123614" y="43547"/>
                  <a:pt x="122026" y="43902"/>
                  <a:pt x="120179" y="44611"/>
                </a:cubicBezTo>
                <a:lnTo>
                  <a:pt x="119112" y="42057"/>
                </a:lnTo>
                <a:lnTo>
                  <a:pt x="138728" y="34115"/>
                </a:lnTo>
                <a:lnTo>
                  <a:pt x="141785" y="34115"/>
                </a:lnTo>
                <a:lnTo>
                  <a:pt x="141785" y="47974"/>
                </a:lnTo>
                <a:close/>
                <a:moveTo>
                  <a:pt x="272392" y="91683"/>
                </a:moveTo>
                <a:cubicBezTo>
                  <a:pt x="265712" y="96848"/>
                  <a:pt x="261518" y="99833"/>
                  <a:pt x="259813" y="100638"/>
                </a:cubicBezTo>
                <a:cubicBezTo>
                  <a:pt x="257254" y="101870"/>
                  <a:pt x="254530" y="102486"/>
                  <a:pt x="251639" y="102486"/>
                </a:cubicBezTo>
                <a:cubicBezTo>
                  <a:pt x="247138" y="102486"/>
                  <a:pt x="243430" y="100946"/>
                  <a:pt x="240516" y="97866"/>
                </a:cubicBezTo>
                <a:cubicBezTo>
                  <a:pt x="237602" y="94787"/>
                  <a:pt x="236145" y="90736"/>
                  <a:pt x="236145" y="85713"/>
                </a:cubicBezTo>
                <a:cubicBezTo>
                  <a:pt x="236145" y="82539"/>
                  <a:pt x="236856" y="79790"/>
                  <a:pt x="238278" y="77469"/>
                </a:cubicBezTo>
                <a:cubicBezTo>
                  <a:pt x="240220" y="74247"/>
                  <a:pt x="243596" y="71214"/>
                  <a:pt x="248405" y="68371"/>
                </a:cubicBezTo>
                <a:cubicBezTo>
                  <a:pt x="253215" y="65529"/>
                  <a:pt x="261210" y="62070"/>
                  <a:pt x="272392" y="57995"/>
                </a:cubicBezTo>
                <a:lnTo>
                  <a:pt x="272392" y="55436"/>
                </a:lnTo>
                <a:cubicBezTo>
                  <a:pt x="272392" y="48945"/>
                  <a:pt x="271362" y="44491"/>
                  <a:pt x="269301" y="42075"/>
                </a:cubicBezTo>
                <a:cubicBezTo>
                  <a:pt x="267240" y="39658"/>
                  <a:pt x="264243" y="38450"/>
                  <a:pt x="260310" y="38450"/>
                </a:cubicBezTo>
                <a:cubicBezTo>
                  <a:pt x="257325" y="38450"/>
                  <a:pt x="254956" y="39253"/>
                  <a:pt x="253203" y="40858"/>
                </a:cubicBezTo>
                <a:cubicBezTo>
                  <a:pt x="251402" y="42463"/>
                  <a:pt x="250502" y="44304"/>
                  <a:pt x="250502" y="46381"/>
                </a:cubicBezTo>
                <a:lnTo>
                  <a:pt x="250644" y="50488"/>
                </a:lnTo>
                <a:cubicBezTo>
                  <a:pt x="250644" y="52659"/>
                  <a:pt x="250087" y="54334"/>
                  <a:pt x="248974" y="55514"/>
                </a:cubicBezTo>
                <a:cubicBezTo>
                  <a:pt x="247861" y="56694"/>
                  <a:pt x="246404" y="57284"/>
                  <a:pt x="244603" y="57284"/>
                </a:cubicBezTo>
                <a:cubicBezTo>
                  <a:pt x="242850" y="57284"/>
                  <a:pt x="241417" y="56670"/>
                  <a:pt x="240303" y="55443"/>
                </a:cubicBezTo>
                <a:cubicBezTo>
                  <a:pt x="239190" y="54214"/>
                  <a:pt x="238633" y="52536"/>
                  <a:pt x="238633" y="50410"/>
                </a:cubicBezTo>
                <a:cubicBezTo>
                  <a:pt x="238633" y="46349"/>
                  <a:pt x="240718" y="42617"/>
                  <a:pt x="244887" y="39216"/>
                </a:cubicBezTo>
                <a:cubicBezTo>
                  <a:pt x="249057" y="35815"/>
                  <a:pt x="254909" y="34115"/>
                  <a:pt x="262442" y="34115"/>
                </a:cubicBezTo>
                <a:cubicBezTo>
                  <a:pt x="268223" y="34115"/>
                  <a:pt x="272961" y="35085"/>
                  <a:pt x="276657" y="37024"/>
                </a:cubicBezTo>
                <a:cubicBezTo>
                  <a:pt x="279452" y="38492"/>
                  <a:pt x="281513" y="40787"/>
                  <a:pt x="282840" y="43912"/>
                </a:cubicBezTo>
                <a:cubicBezTo>
                  <a:pt x="283693" y="45946"/>
                  <a:pt x="284119" y="50110"/>
                  <a:pt x="284119" y="56405"/>
                </a:cubicBezTo>
                <a:lnTo>
                  <a:pt x="284119" y="78482"/>
                </a:lnTo>
                <a:cubicBezTo>
                  <a:pt x="284119" y="84681"/>
                  <a:pt x="284238" y="88479"/>
                  <a:pt x="284475" y="89875"/>
                </a:cubicBezTo>
                <a:cubicBezTo>
                  <a:pt x="284712" y="91272"/>
                  <a:pt x="285102" y="92207"/>
                  <a:pt x="285647" y="92680"/>
                </a:cubicBezTo>
                <a:cubicBezTo>
                  <a:pt x="286192" y="93153"/>
                  <a:pt x="286820" y="93389"/>
                  <a:pt x="287531" y="93389"/>
                </a:cubicBezTo>
                <a:cubicBezTo>
                  <a:pt x="288289" y="93389"/>
                  <a:pt x="288952" y="93223"/>
                  <a:pt x="289521" y="92891"/>
                </a:cubicBezTo>
                <a:cubicBezTo>
                  <a:pt x="290516" y="92275"/>
                  <a:pt x="292435" y="90546"/>
                  <a:pt x="295278" y="87703"/>
                </a:cubicBezTo>
                <a:lnTo>
                  <a:pt x="295278" y="91683"/>
                </a:lnTo>
                <a:cubicBezTo>
                  <a:pt x="289971" y="98790"/>
                  <a:pt x="284901" y="102344"/>
                  <a:pt x="280068" y="102344"/>
                </a:cubicBezTo>
                <a:cubicBezTo>
                  <a:pt x="277746" y="102344"/>
                  <a:pt x="275899" y="101539"/>
                  <a:pt x="274524" y="99928"/>
                </a:cubicBezTo>
                <a:cubicBezTo>
                  <a:pt x="273150" y="98317"/>
                  <a:pt x="272440" y="95568"/>
                  <a:pt x="272392" y="91683"/>
                </a:cubicBezTo>
                <a:moveTo>
                  <a:pt x="272392" y="87023"/>
                </a:moveTo>
                <a:lnTo>
                  <a:pt x="272392" y="62330"/>
                </a:lnTo>
                <a:cubicBezTo>
                  <a:pt x="265238" y="65160"/>
                  <a:pt x="260618" y="67165"/>
                  <a:pt x="258533" y="68345"/>
                </a:cubicBezTo>
                <a:cubicBezTo>
                  <a:pt x="254790" y="70421"/>
                  <a:pt x="252113" y="72591"/>
                  <a:pt x="250502" y="74855"/>
                </a:cubicBezTo>
                <a:cubicBezTo>
                  <a:pt x="248891" y="77119"/>
                  <a:pt x="248086" y="79595"/>
                  <a:pt x="248086" y="82284"/>
                </a:cubicBezTo>
                <a:cubicBezTo>
                  <a:pt x="248086" y="85681"/>
                  <a:pt x="249104" y="88499"/>
                  <a:pt x="251142" y="90739"/>
                </a:cubicBezTo>
                <a:cubicBezTo>
                  <a:pt x="253179" y="92979"/>
                  <a:pt x="255525" y="94100"/>
                  <a:pt x="258178" y="94100"/>
                </a:cubicBezTo>
                <a:cubicBezTo>
                  <a:pt x="261779" y="94100"/>
                  <a:pt x="266517" y="91741"/>
                  <a:pt x="272392" y="87023"/>
                </a:cubicBezTo>
                <a:close/>
                <a:moveTo>
                  <a:pt x="295340" y="42366"/>
                </a:moveTo>
                <a:lnTo>
                  <a:pt x="315382" y="34257"/>
                </a:lnTo>
                <a:lnTo>
                  <a:pt x="318083" y="34257"/>
                </a:lnTo>
                <a:lnTo>
                  <a:pt x="318083" y="49466"/>
                </a:lnTo>
                <a:cubicBezTo>
                  <a:pt x="321447" y="43733"/>
                  <a:pt x="324823" y="39741"/>
                  <a:pt x="328211" y="37491"/>
                </a:cubicBezTo>
                <a:cubicBezTo>
                  <a:pt x="331599" y="35240"/>
                  <a:pt x="335164" y="34115"/>
                  <a:pt x="338907" y="34115"/>
                </a:cubicBezTo>
                <a:cubicBezTo>
                  <a:pt x="345446" y="34115"/>
                  <a:pt x="350895" y="36670"/>
                  <a:pt x="355254" y="41782"/>
                </a:cubicBezTo>
                <a:cubicBezTo>
                  <a:pt x="360608" y="48030"/>
                  <a:pt x="363285" y="56171"/>
                  <a:pt x="363285" y="66206"/>
                </a:cubicBezTo>
                <a:cubicBezTo>
                  <a:pt x="363285" y="77424"/>
                  <a:pt x="360063" y="86701"/>
                  <a:pt x="353619" y="94037"/>
                </a:cubicBezTo>
                <a:cubicBezTo>
                  <a:pt x="348312" y="100049"/>
                  <a:pt x="341632" y="103055"/>
                  <a:pt x="333577" y="103055"/>
                </a:cubicBezTo>
                <a:cubicBezTo>
                  <a:pt x="330071" y="103055"/>
                  <a:pt x="327038" y="102557"/>
                  <a:pt x="324480" y="101562"/>
                </a:cubicBezTo>
                <a:cubicBezTo>
                  <a:pt x="322584" y="100851"/>
                  <a:pt x="320452" y="99430"/>
                  <a:pt x="318083" y="97298"/>
                </a:cubicBezTo>
                <a:lnTo>
                  <a:pt x="318083" y="117127"/>
                </a:lnTo>
                <a:cubicBezTo>
                  <a:pt x="318083" y="121581"/>
                  <a:pt x="318356" y="124412"/>
                  <a:pt x="318900" y="125620"/>
                </a:cubicBezTo>
                <a:cubicBezTo>
                  <a:pt x="319445" y="126828"/>
                  <a:pt x="320393" y="127788"/>
                  <a:pt x="321743" y="128499"/>
                </a:cubicBezTo>
                <a:cubicBezTo>
                  <a:pt x="323094" y="129209"/>
                  <a:pt x="325546" y="129565"/>
                  <a:pt x="329099" y="129565"/>
                </a:cubicBezTo>
                <a:lnTo>
                  <a:pt x="329099" y="132194"/>
                </a:lnTo>
                <a:lnTo>
                  <a:pt x="294985" y="132194"/>
                </a:lnTo>
                <a:lnTo>
                  <a:pt x="294985" y="129565"/>
                </a:lnTo>
                <a:lnTo>
                  <a:pt x="296761" y="129565"/>
                </a:lnTo>
                <a:cubicBezTo>
                  <a:pt x="299367" y="129612"/>
                  <a:pt x="301594" y="129114"/>
                  <a:pt x="303442" y="128070"/>
                </a:cubicBezTo>
                <a:cubicBezTo>
                  <a:pt x="304342" y="127549"/>
                  <a:pt x="305041" y="126707"/>
                  <a:pt x="305539" y="125545"/>
                </a:cubicBezTo>
                <a:cubicBezTo>
                  <a:pt x="306036" y="124384"/>
                  <a:pt x="306285" y="121433"/>
                  <a:pt x="306285" y="116692"/>
                </a:cubicBezTo>
                <a:lnTo>
                  <a:pt x="306285" y="55097"/>
                </a:lnTo>
                <a:cubicBezTo>
                  <a:pt x="306285" y="50877"/>
                  <a:pt x="306096" y="48198"/>
                  <a:pt x="305717" y="47061"/>
                </a:cubicBezTo>
                <a:cubicBezTo>
                  <a:pt x="305337" y="45922"/>
                  <a:pt x="304733" y="45069"/>
                  <a:pt x="303904" y="44500"/>
                </a:cubicBezTo>
                <a:cubicBezTo>
                  <a:pt x="303075" y="43930"/>
                  <a:pt x="301950" y="43645"/>
                  <a:pt x="300528" y="43645"/>
                </a:cubicBezTo>
                <a:cubicBezTo>
                  <a:pt x="299391" y="43645"/>
                  <a:pt x="297946" y="43977"/>
                  <a:pt x="296193" y="44640"/>
                </a:cubicBezTo>
                <a:lnTo>
                  <a:pt x="295340" y="42366"/>
                </a:lnTo>
                <a:moveTo>
                  <a:pt x="318083" y="53788"/>
                </a:moveTo>
                <a:lnTo>
                  <a:pt x="318083" y="78064"/>
                </a:lnTo>
                <a:cubicBezTo>
                  <a:pt x="318083" y="83317"/>
                  <a:pt x="318296" y="86772"/>
                  <a:pt x="318723" y="88427"/>
                </a:cubicBezTo>
                <a:cubicBezTo>
                  <a:pt x="319386" y="91172"/>
                  <a:pt x="321009" y="93586"/>
                  <a:pt x="323591" y="95668"/>
                </a:cubicBezTo>
                <a:cubicBezTo>
                  <a:pt x="326174" y="97749"/>
                  <a:pt x="329431" y="98790"/>
                  <a:pt x="333364" y="98790"/>
                </a:cubicBezTo>
                <a:cubicBezTo>
                  <a:pt x="338102" y="98790"/>
                  <a:pt x="341940" y="96945"/>
                  <a:pt x="344877" y="93253"/>
                </a:cubicBezTo>
                <a:cubicBezTo>
                  <a:pt x="348715" y="88428"/>
                  <a:pt x="350634" y="81638"/>
                  <a:pt x="350634" y="72882"/>
                </a:cubicBezTo>
                <a:cubicBezTo>
                  <a:pt x="350634" y="62946"/>
                  <a:pt x="348455" y="55304"/>
                  <a:pt x="344096" y="49957"/>
                </a:cubicBezTo>
                <a:cubicBezTo>
                  <a:pt x="341063" y="46266"/>
                  <a:pt x="337462" y="44420"/>
                  <a:pt x="333293" y="44420"/>
                </a:cubicBezTo>
                <a:cubicBezTo>
                  <a:pt x="331018" y="44420"/>
                  <a:pt x="328768" y="44988"/>
                  <a:pt x="326541" y="46124"/>
                </a:cubicBezTo>
                <a:cubicBezTo>
                  <a:pt x="324835" y="46975"/>
                  <a:pt x="322016" y="49530"/>
                  <a:pt x="318083" y="53788"/>
                </a:cubicBezTo>
                <a:close/>
                <a:moveTo>
                  <a:pt x="368118" y="42366"/>
                </a:moveTo>
                <a:lnTo>
                  <a:pt x="388161" y="34257"/>
                </a:lnTo>
                <a:lnTo>
                  <a:pt x="390861" y="34257"/>
                </a:lnTo>
                <a:lnTo>
                  <a:pt x="390861" y="49466"/>
                </a:lnTo>
                <a:cubicBezTo>
                  <a:pt x="394225" y="43733"/>
                  <a:pt x="397601" y="39741"/>
                  <a:pt x="400989" y="37491"/>
                </a:cubicBezTo>
                <a:cubicBezTo>
                  <a:pt x="404377" y="35240"/>
                  <a:pt x="407942" y="34115"/>
                  <a:pt x="411686" y="34115"/>
                </a:cubicBezTo>
                <a:cubicBezTo>
                  <a:pt x="418224" y="34115"/>
                  <a:pt x="423673" y="36670"/>
                  <a:pt x="428032" y="41782"/>
                </a:cubicBezTo>
                <a:cubicBezTo>
                  <a:pt x="433386" y="48030"/>
                  <a:pt x="436063" y="56171"/>
                  <a:pt x="436063" y="66206"/>
                </a:cubicBezTo>
                <a:cubicBezTo>
                  <a:pt x="436063" y="77424"/>
                  <a:pt x="432841" y="86701"/>
                  <a:pt x="426397" y="94037"/>
                </a:cubicBezTo>
                <a:cubicBezTo>
                  <a:pt x="421091" y="100049"/>
                  <a:pt x="414410" y="103055"/>
                  <a:pt x="406355" y="103055"/>
                </a:cubicBezTo>
                <a:cubicBezTo>
                  <a:pt x="402849" y="103055"/>
                  <a:pt x="399816" y="102557"/>
                  <a:pt x="397258" y="101562"/>
                </a:cubicBezTo>
                <a:cubicBezTo>
                  <a:pt x="395363" y="100851"/>
                  <a:pt x="393230" y="99430"/>
                  <a:pt x="390861" y="97298"/>
                </a:cubicBezTo>
                <a:lnTo>
                  <a:pt x="390861" y="117127"/>
                </a:lnTo>
                <a:cubicBezTo>
                  <a:pt x="390861" y="121581"/>
                  <a:pt x="391134" y="124412"/>
                  <a:pt x="391679" y="125620"/>
                </a:cubicBezTo>
                <a:cubicBezTo>
                  <a:pt x="392224" y="126828"/>
                  <a:pt x="393171" y="127788"/>
                  <a:pt x="394522" y="128499"/>
                </a:cubicBezTo>
                <a:cubicBezTo>
                  <a:pt x="395872" y="129209"/>
                  <a:pt x="398324" y="129565"/>
                  <a:pt x="401878" y="129565"/>
                </a:cubicBezTo>
                <a:lnTo>
                  <a:pt x="401878" y="132194"/>
                </a:lnTo>
                <a:lnTo>
                  <a:pt x="367763" y="132194"/>
                </a:lnTo>
                <a:lnTo>
                  <a:pt x="367763" y="129565"/>
                </a:lnTo>
                <a:lnTo>
                  <a:pt x="369540" y="129565"/>
                </a:lnTo>
                <a:cubicBezTo>
                  <a:pt x="372146" y="129612"/>
                  <a:pt x="374373" y="129114"/>
                  <a:pt x="376220" y="128070"/>
                </a:cubicBezTo>
                <a:cubicBezTo>
                  <a:pt x="377121" y="127549"/>
                  <a:pt x="377820" y="126707"/>
                  <a:pt x="378317" y="125545"/>
                </a:cubicBezTo>
                <a:cubicBezTo>
                  <a:pt x="378815" y="124384"/>
                  <a:pt x="379063" y="121433"/>
                  <a:pt x="379063" y="116692"/>
                </a:cubicBezTo>
                <a:lnTo>
                  <a:pt x="379063" y="55097"/>
                </a:lnTo>
                <a:cubicBezTo>
                  <a:pt x="379063" y="50877"/>
                  <a:pt x="378874" y="48198"/>
                  <a:pt x="378495" y="47061"/>
                </a:cubicBezTo>
                <a:cubicBezTo>
                  <a:pt x="378116" y="45922"/>
                  <a:pt x="377512" y="45069"/>
                  <a:pt x="376682" y="44500"/>
                </a:cubicBezTo>
                <a:cubicBezTo>
                  <a:pt x="375853" y="43930"/>
                  <a:pt x="374728" y="43645"/>
                  <a:pt x="373307" y="43645"/>
                </a:cubicBezTo>
                <a:cubicBezTo>
                  <a:pt x="372169" y="43645"/>
                  <a:pt x="370724" y="43977"/>
                  <a:pt x="368971" y="44640"/>
                </a:cubicBezTo>
                <a:lnTo>
                  <a:pt x="368118" y="42366"/>
                </a:lnTo>
                <a:moveTo>
                  <a:pt x="390861" y="53788"/>
                </a:moveTo>
                <a:lnTo>
                  <a:pt x="390861" y="78064"/>
                </a:lnTo>
                <a:cubicBezTo>
                  <a:pt x="390861" y="83317"/>
                  <a:pt x="391075" y="86772"/>
                  <a:pt x="391501" y="88427"/>
                </a:cubicBezTo>
                <a:cubicBezTo>
                  <a:pt x="392164" y="91172"/>
                  <a:pt x="393787" y="93586"/>
                  <a:pt x="396369" y="95668"/>
                </a:cubicBezTo>
                <a:cubicBezTo>
                  <a:pt x="398952" y="97749"/>
                  <a:pt x="402209" y="98790"/>
                  <a:pt x="406142" y="98790"/>
                </a:cubicBezTo>
                <a:cubicBezTo>
                  <a:pt x="410880" y="98790"/>
                  <a:pt x="414718" y="96945"/>
                  <a:pt x="417656" y="93253"/>
                </a:cubicBezTo>
                <a:cubicBezTo>
                  <a:pt x="421493" y="88428"/>
                  <a:pt x="423412" y="81638"/>
                  <a:pt x="423412" y="72882"/>
                </a:cubicBezTo>
                <a:cubicBezTo>
                  <a:pt x="423412" y="62946"/>
                  <a:pt x="421233" y="55304"/>
                  <a:pt x="416874" y="49957"/>
                </a:cubicBezTo>
                <a:cubicBezTo>
                  <a:pt x="413841" y="46266"/>
                  <a:pt x="410240" y="44420"/>
                  <a:pt x="406071" y="44420"/>
                </a:cubicBezTo>
                <a:cubicBezTo>
                  <a:pt x="403796" y="44420"/>
                  <a:pt x="401546" y="44988"/>
                  <a:pt x="399319" y="46124"/>
                </a:cubicBezTo>
                <a:cubicBezTo>
                  <a:pt x="397613" y="46975"/>
                  <a:pt x="394794" y="49530"/>
                  <a:pt x="390861" y="53788"/>
                </a:cubicBezTo>
                <a:close/>
                <a:moveTo>
                  <a:pt x="462147" y="0"/>
                </a:moveTo>
                <a:cubicBezTo>
                  <a:pt x="464137" y="0"/>
                  <a:pt x="465831" y="703"/>
                  <a:pt x="467228" y="2108"/>
                </a:cubicBezTo>
                <a:cubicBezTo>
                  <a:pt x="468626" y="3511"/>
                  <a:pt x="469325" y="5213"/>
                  <a:pt x="469325" y="7214"/>
                </a:cubicBezTo>
                <a:cubicBezTo>
                  <a:pt x="469325" y="9214"/>
                  <a:pt x="468626" y="10929"/>
                  <a:pt x="467228" y="12358"/>
                </a:cubicBezTo>
                <a:cubicBezTo>
                  <a:pt x="465831" y="13785"/>
                  <a:pt x="464137" y="14499"/>
                  <a:pt x="462147" y="14499"/>
                </a:cubicBezTo>
                <a:cubicBezTo>
                  <a:pt x="460157" y="14499"/>
                  <a:pt x="458451" y="13785"/>
                  <a:pt x="457030" y="12358"/>
                </a:cubicBezTo>
                <a:cubicBezTo>
                  <a:pt x="455608" y="10929"/>
                  <a:pt x="454897" y="9214"/>
                  <a:pt x="454897" y="7214"/>
                </a:cubicBezTo>
                <a:cubicBezTo>
                  <a:pt x="454897" y="5213"/>
                  <a:pt x="455596" y="3511"/>
                  <a:pt x="456994" y="2108"/>
                </a:cubicBezTo>
                <a:cubicBezTo>
                  <a:pt x="458392" y="703"/>
                  <a:pt x="460109" y="0"/>
                  <a:pt x="462147" y="0"/>
                </a:cubicBezTo>
                <a:moveTo>
                  <a:pt x="468046" y="34115"/>
                </a:moveTo>
                <a:lnTo>
                  <a:pt x="468046" y="86308"/>
                </a:lnTo>
                <a:cubicBezTo>
                  <a:pt x="468046" y="90374"/>
                  <a:pt x="468342" y="93081"/>
                  <a:pt x="468934" y="94428"/>
                </a:cubicBezTo>
                <a:cubicBezTo>
                  <a:pt x="469526" y="95776"/>
                  <a:pt x="470403" y="96780"/>
                  <a:pt x="471564" y="97442"/>
                </a:cubicBezTo>
                <a:cubicBezTo>
                  <a:pt x="472725" y="98104"/>
                  <a:pt x="474845" y="98435"/>
                  <a:pt x="477925" y="98435"/>
                </a:cubicBezTo>
                <a:lnTo>
                  <a:pt x="477925" y="101065"/>
                </a:lnTo>
                <a:lnTo>
                  <a:pt x="446298" y="101065"/>
                </a:lnTo>
                <a:lnTo>
                  <a:pt x="446298" y="98435"/>
                </a:lnTo>
                <a:cubicBezTo>
                  <a:pt x="449472" y="98435"/>
                  <a:pt x="451604" y="98128"/>
                  <a:pt x="452694" y="97513"/>
                </a:cubicBezTo>
                <a:cubicBezTo>
                  <a:pt x="453784" y="96899"/>
                  <a:pt x="454649" y="95882"/>
                  <a:pt x="455288" y="94464"/>
                </a:cubicBezTo>
                <a:cubicBezTo>
                  <a:pt x="455928" y="93045"/>
                  <a:pt x="456248" y="90327"/>
                  <a:pt x="456248" y="86308"/>
                </a:cubicBezTo>
                <a:lnTo>
                  <a:pt x="456248" y="61275"/>
                </a:lnTo>
                <a:cubicBezTo>
                  <a:pt x="456248" y="54230"/>
                  <a:pt x="456035" y="49668"/>
                  <a:pt x="455608" y="47590"/>
                </a:cubicBezTo>
                <a:cubicBezTo>
                  <a:pt x="455276" y="46076"/>
                  <a:pt x="454755" y="45024"/>
                  <a:pt x="454045" y="44433"/>
                </a:cubicBezTo>
                <a:cubicBezTo>
                  <a:pt x="453334" y="43843"/>
                  <a:pt x="452363" y="43547"/>
                  <a:pt x="451131" y="43547"/>
                </a:cubicBezTo>
                <a:cubicBezTo>
                  <a:pt x="449804" y="43547"/>
                  <a:pt x="448193" y="43902"/>
                  <a:pt x="446298" y="44611"/>
                </a:cubicBezTo>
                <a:lnTo>
                  <a:pt x="445303" y="42057"/>
                </a:lnTo>
                <a:lnTo>
                  <a:pt x="464919" y="34115"/>
                </a:lnTo>
                <a:lnTo>
                  <a:pt x="468046" y="34115"/>
                </a:lnTo>
                <a:close/>
                <a:moveTo>
                  <a:pt x="504824" y="47903"/>
                </a:moveTo>
                <a:cubicBezTo>
                  <a:pt x="512452" y="38711"/>
                  <a:pt x="519725" y="34115"/>
                  <a:pt x="526643" y="34115"/>
                </a:cubicBezTo>
                <a:cubicBezTo>
                  <a:pt x="530197" y="34115"/>
                  <a:pt x="533253" y="35002"/>
                  <a:pt x="535811" y="36775"/>
                </a:cubicBezTo>
                <a:cubicBezTo>
                  <a:pt x="538370" y="38548"/>
                  <a:pt x="540407" y="41467"/>
                  <a:pt x="541924" y="45533"/>
                </a:cubicBezTo>
                <a:cubicBezTo>
                  <a:pt x="542966" y="48368"/>
                  <a:pt x="543487" y="52718"/>
                  <a:pt x="543487" y="58581"/>
                </a:cubicBezTo>
                <a:lnTo>
                  <a:pt x="543487" y="86308"/>
                </a:lnTo>
                <a:cubicBezTo>
                  <a:pt x="543487" y="90422"/>
                  <a:pt x="543819" y="93211"/>
                  <a:pt x="544482" y="94677"/>
                </a:cubicBezTo>
                <a:cubicBezTo>
                  <a:pt x="545003" y="95859"/>
                  <a:pt x="545845" y="96780"/>
                  <a:pt x="547005" y="97442"/>
                </a:cubicBezTo>
                <a:cubicBezTo>
                  <a:pt x="548166" y="98104"/>
                  <a:pt x="550310" y="98435"/>
                  <a:pt x="553437" y="98435"/>
                </a:cubicBezTo>
                <a:lnTo>
                  <a:pt x="553437" y="101065"/>
                </a:lnTo>
                <a:lnTo>
                  <a:pt x="521242" y="101065"/>
                </a:lnTo>
                <a:lnTo>
                  <a:pt x="521242" y="98435"/>
                </a:lnTo>
                <a:lnTo>
                  <a:pt x="522592" y="98435"/>
                </a:lnTo>
                <a:cubicBezTo>
                  <a:pt x="525624" y="98435"/>
                  <a:pt x="527745" y="97975"/>
                  <a:pt x="528953" y="97056"/>
                </a:cubicBezTo>
                <a:cubicBezTo>
                  <a:pt x="530161" y="96136"/>
                  <a:pt x="531002" y="94781"/>
                  <a:pt x="531476" y="92991"/>
                </a:cubicBezTo>
                <a:cubicBezTo>
                  <a:pt x="531666" y="92284"/>
                  <a:pt x="531760" y="90068"/>
                  <a:pt x="531760" y="86344"/>
                </a:cubicBezTo>
                <a:lnTo>
                  <a:pt x="531760" y="59827"/>
                </a:lnTo>
                <a:cubicBezTo>
                  <a:pt x="531760" y="53936"/>
                  <a:pt x="530990" y="49658"/>
                  <a:pt x="529451" y="46994"/>
                </a:cubicBezTo>
                <a:cubicBezTo>
                  <a:pt x="527911" y="44331"/>
                  <a:pt x="525316" y="42999"/>
                  <a:pt x="521668" y="42999"/>
                </a:cubicBezTo>
                <a:cubicBezTo>
                  <a:pt x="516030" y="42999"/>
                  <a:pt x="510415" y="46063"/>
                  <a:pt x="504824" y="52191"/>
                </a:cubicBezTo>
                <a:lnTo>
                  <a:pt x="504824" y="86344"/>
                </a:lnTo>
                <a:cubicBezTo>
                  <a:pt x="504824" y="90728"/>
                  <a:pt x="505085" y="93439"/>
                  <a:pt x="505606" y="94475"/>
                </a:cubicBezTo>
                <a:cubicBezTo>
                  <a:pt x="506269" y="95842"/>
                  <a:pt x="507181" y="96843"/>
                  <a:pt x="508342" y="97480"/>
                </a:cubicBezTo>
                <a:cubicBezTo>
                  <a:pt x="509503" y="98117"/>
                  <a:pt x="511860" y="98435"/>
                  <a:pt x="515414" y="98435"/>
                </a:cubicBezTo>
                <a:lnTo>
                  <a:pt x="515414" y="101065"/>
                </a:lnTo>
                <a:lnTo>
                  <a:pt x="483218" y="101065"/>
                </a:lnTo>
                <a:lnTo>
                  <a:pt x="483218" y="98435"/>
                </a:lnTo>
                <a:lnTo>
                  <a:pt x="484639" y="98435"/>
                </a:lnTo>
                <a:cubicBezTo>
                  <a:pt x="487956" y="98435"/>
                  <a:pt x="490195" y="97596"/>
                  <a:pt x="491356" y="95919"/>
                </a:cubicBezTo>
                <a:cubicBezTo>
                  <a:pt x="492517" y="94240"/>
                  <a:pt x="493097" y="91036"/>
                  <a:pt x="493097" y="86308"/>
                </a:cubicBezTo>
                <a:lnTo>
                  <a:pt x="493097" y="62197"/>
                </a:lnTo>
                <a:cubicBezTo>
                  <a:pt x="493097" y="54397"/>
                  <a:pt x="492919" y="49646"/>
                  <a:pt x="492564" y="47945"/>
                </a:cubicBezTo>
                <a:cubicBezTo>
                  <a:pt x="492209" y="46242"/>
                  <a:pt x="491664" y="45083"/>
                  <a:pt x="490929" y="44469"/>
                </a:cubicBezTo>
                <a:cubicBezTo>
                  <a:pt x="490195" y="43855"/>
                  <a:pt x="489212" y="43547"/>
                  <a:pt x="487980" y="43547"/>
                </a:cubicBezTo>
                <a:cubicBezTo>
                  <a:pt x="486653" y="43547"/>
                  <a:pt x="485066" y="43902"/>
                  <a:pt x="483218" y="44611"/>
                </a:cubicBezTo>
                <a:lnTo>
                  <a:pt x="482152" y="42057"/>
                </a:lnTo>
                <a:lnTo>
                  <a:pt x="501768" y="34115"/>
                </a:lnTo>
                <a:lnTo>
                  <a:pt x="504824" y="34115"/>
                </a:lnTo>
                <a:lnTo>
                  <a:pt x="504824" y="47903"/>
                </a:lnTo>
                <a:close/>
                <a:moveTo>
                  <a:pt x="576038" y="77342"/>
                </a:moveTo>
                <a:cubicBezTo>
                  <a:pt x="572058" y="75402"/>
                  <a:pt x="569002" y="72694"/>
                  <a:pt x="566870" y="69215"/>
                </a:cubicBezTo>
                <a:cubicBezTo>
                  <a:pt x="564738" y="65737"/>
                  <a:pt x="563672" y="61892"/>
                  <a:pt x="563672" y="57680"/>
                </a:cubicBezTo>
                <a:cubicBezTo>
                  <a:pt x="563672" y="51245"/>
                  <a:pt x="566100" y="45708"/>
                  <a:pt x="570956" y="41071"/>
                </a:cubicBezTo>
                <a:cubicBezTo>
                  <a:pt x="575813" y="36433"/>
                  <a:pt x="582032" y="34115"/>
                  <a:pt x="589613" y="34115"/>
                </a:cubicBezTo>
                <a:cubicBezTo>
                  <a:pt x="595820" y="34115"/>
                  <a:pt x="601198" y="35631"/>
                  <a:pt x="605746" y="38663"/>
                </a:cubicBezTo>
                <a:lnTo>
                  <a:pt x="619534" y="38663"/>
                </a:lnTo>
                <a:cubicBezTo>
                  <a:pt x="621572" y="38663"/>
                  <a:pt x="622756" y="38722"/>
                  <a:pt x="623088" y="38839"/>
                </a:cubicBezTo>
                <a:cubicBezTo>
                  <a:pt x="623420" y="38956"/>
                  <a:pt x="623656" y="39155"/>
                  <a:pt x="623799" y="39436"/>
                </a:cubicBezTo>
                <a:cubicBezTo>
                  <a:pt x="624083" y="39858"/>
                  <a:pt x="624225" y="40608"/>
                  <a:pt x="624225" y="41686"/>
                </a:cubicBezTo>
                <a:cubicBezTo>
                  <a:pt x="624225" y="42903"/>
                  <a:pt x="624107" y="43746"/>
                  <a:pt x="623870" y="44216"/>
                </a:cubicBezTo>
                <a:cubicBezTo>
                  <a:pt x="623728" y="44450"/>
                  <a:pt x="623479" y="44637"/>
                  <a:pt x="623123" y="44778"/>
                </a:cubicBezTo>
                <a:cubicBezTo>
                  <a:pt x="622768" y="44918"/>
                  <a:pt x="621572" y="44989"/>
                  <a:pt x="619534" y="44989"/>
                </a:cubicBezTo>
                <a:lnTo>
                  <a:pt x="611077" y="44989"/>
                </a:lnTo>
                <a:cubicBezTo>
                  <a:pt x="613730" y="48408"/>
                  <a:pt x="615057" y="52776"/>
                  <a:pt x="615057" y="58093"/>
                </a:cubicBezTo>
                <a:cubicBezTo>
                  <a:pt x="615057" y="64169"/>
                  <a:pt x="612735" y="69368"/>
                  <a:pt x="608092" y="73689"/>
                </a:cubicBezTo>
                <a:cubicBezTo>
                  <a:pt x="603448" y="78009"/>
                  <a:pt x="597218" y="80169"/>
                  <a:pt x="589400" y="80169"/>
                </a:cubicBezTo>
                <a:cubicBezTo>
                  <a:pt x="586178" y="80169"/>
                  <a:pt x="582885" y="79686"/>
                  <a:pt x="579521" y="78719"/>
                </a:cubicBezTo>
                <a:cubicBezTo>
                  <a:pt x="577436" y="80518"/>
                  <a:pt x="576026" y="82093"/>
                  <a:pt x="575292" y="83443"/>
                </a:cubicBezTo>
                <a:cubicBezTo>
                  <a:pt x="574557" y="84792"/>
                  <a:pt x="574190" y="85940"/>
                  <a:pt x="574190" y="86886"/>
                </a:cubicBezTo>
                <a:cubicBezTo>
                  <a:pt x="574190" y="87691"/>
                  <a:pt x="574581" y="88473"/>
                  <a:pt x="575363" y="89231"/>
                </a:cubicBezTo>
                <a:cubicBezTo>
                  <a:pt x="576145" y="89988"/>
                  <a:pt x="577673" y="90532"/>
                  <a:pt x="579947" y="90864"/>
                </a:cubicBezTo>
                <a:cubicBezTo>
                  <a:pt x="581274" y="91053"/>
                  <a:pt x="584590" y="91219"/>
                  <a:pt x="589897" y="91361"/>
                </a:cubicBezTo>
                <a:cubicBezTo>
                  <a:pt x="599658" y="91597"/>
                  <a:pt x="605983" y="91927"/>
                  <a:pt x="608873" y="92354"/>
                </a:cubicBezTo>
                <a:cubicBezTo>
                  <a:pt x="613280" y="92970"/>
                  <a:pt x="616798" y="94604"/>
                  <a:pt x="619428" y="97256"/>
                </a:cubicBezTo>
                <a:cubicBezTo>
                  <a:pt x="622057" y="99906"/>
                  <a:pt x="623372" y="103172"/>
                  <a:pt x="623372" y="107055"/>
                </a:cubicBezTo>
                <a:cubicBezTo>
                  <a:pt x="623372" y="112404"/>
                  <a:pt x="620861" y="117423"/>
                  <a:pt x="615839" y="122111"/>
                </a:cubicBezTo>
                <a:cubicBezTo>
                  <a:pt x="608447" y="129023"/>
                  <a:pt x="598805" y="132479"/>
                  <a:pt x="586912" y="132479"/>
                </a:cubicBezTo>
                <a:cubicBezTo>
                  <a:pt x="577767" y="132479"/>
                  <a:pt x="570044" y="130420"/>
                  <a:pt x="563743" y="126304"/>
                </a:cubicBezTo>
                <a:cubicBezTo>
                  <a:pt x="560189" y="123938"/>
                  <a:pt x="558412" y="121477"/>
                  <a:pt x="558412" y="118922"/>
                </a:cubicBezTo>
                <a:cubicBezTo>
                  <a:pt x="558412" y="117787"/>
                  <a:pt x="558673" y="116652"/>
                  <a:pt x="559194" y="115517"/>
                </a:cubicBezTo>
                <a:cubicBezTo>
                  <a:pt x="559999" y="113765"/>
                  <a:pt x="561658" y="111328"/>
                  <a:pt x="564169" y="108205"/>
                </a:cubicBezTo>
                <a:cubicBezTo>
                  <a:pt x="564501" y="107780"/>
                  <a:pt x="566917" y="105225"/>
                  <a:pt x="571418" y="100541"/>
                </a:cubicBezTo>
                <a:cubicBezTo>
                  <a:pt x="568955" y="99070"/>
                  <a:pt x="567213" y="97754"/>
                  <a:pt x="566195" y="96592"/>
                </a:cubicBezTo>
                <a:cubicBezTo>
                  <a:pt x="565176" y="95429"/>
                  <a:pt x="564667" y="94113"/>
                  <a:pt x="564667" y="92643"/>
                </a:cubicBezTo>
                <a:cubicBezTo>
                  <a:pt x="564667" y="90981"/>
                  <a:pt x="565342" y="89036"/>
                  <a:pt x="566692" y="86806"/>
                </a:cubicBezTo>
                <a:cubicBezTo>
                  <a:pt x="568042" y="84576"/>
                  <a:pt x="571158" y="81421"/>
                  <a:pt x="576038" y="77342"/>
                </a:cubicBezTo>
                <a:moveTo>
                  <a:pt x="588405" y="37668"/>
                </a:moveTo>
                <a:cubicBezTo>
                  <a:pt x="584898" y="37668"/>
                  <a:pt x="581961" y="39059"/>
                  <a:pt x="579592" y="41839"/>
                </a:cubicBezTo>
                <a:cubicBezTo>
                  <a:pt x="577223" y="44619"/>
                  <a:pt x="576038" y="48883"/>
                  <a:pt x="576038" y="54632"/>
                </a:cubicBezTo>
                <a:cubicBezTo>
                  <a:pt x="576038" y="62079"/>
                  <a:pt x="577649" y="67851"/>
                  <a:pt x="580871" y="71950"/>
                </a:cubicBezTo>
                <a:cubicBezTo>
                  <a:pt x="583335" y="75060"/>
                  <a:pt x="586462" y="76616"/>
                  <a:pt x="590253" y="76616"/>
                </a:cubicBezTo>
                <a:cubicBezTo>
                  <a:pt x="593854" y="76616"/>
                  <a:pt x="596815" y="75273"/>
                  <a:pt x="599137" y="72587"/>
                </a:cubicBezTo>
                <a:cubicBezTo>
                  <a:pt x="601458" y="69901"/>
                  <a:pt x="602619" y="65683"/>
                  <a:pt x="602619" y="59934"/>
                </a:cubicBezTo>
                <a:cubicBezTo>
                  <a:pt x="602619" y="52442"/>
                  <a:pt x="600984" y="46575"/>
                  <a:pt x="597715" y="42332"/>
                </a:cubicBezTo>
                <a:cubicBezTo>
                  <a:pt x="595299" y="39223"/>
                  <a:pt x="592195" y="37668"/>
                  <a:pt x="588405" y="37668"/>
                </a:cubicBezTo>
                <a:moveTo>
                  <a:pt x="575327" y="101107"/>
                </a:moveTo>
                <a:cubicBezTo>
                  <a:pt x="573100" y="103519"/>
                  <a:pt x="571418" y="105765"/>
                  <a:pt x="570281" y="107845"/>
                </a:cubicBezTo>
                <a:cubicBezTo>
                  <a:pt x="569144" y="109927"/>
                  <a:pt x="568575" y="111843"/>
                  <a:pt x="568575" y="113593"/>
                </a:cubicBezTo>
                <a:cubicBezTo>
                  <a:pt x="568575" y="115863"/>
                  <a:pt x="569950" y="117850"/>
                  <a:pt x="572698" y="119552"/>
                </a:cubicBezTo>
                <a:cubicBezTo>
                  <a:pt x="577436" y="122484"/>
                  <a:pt x="584282" y="123950"/>
                  <a:pt x="593238" y="123950"/>
                </a:cubicBezTo>
                <a:cubicBezTo>
                  <a:pt x="601766" y="123950"/>
                  <a:pt x="608056" y="122448"/>
                  <a:pt x="612107" y="119444"/>
                </a:cubicBezTo>
                <a:cubicBezTo>
                  <a:pt x="616158" y="116441"/>
                  <a:pt x="618184" y="113237"/>
                  <a:pt x="618184" y="109833"/>
                </a:cubicBezTo>
                <a:cubicBezTo>
                  <a:pt x="618184" y="107374"/>
                  <a:pt x="616976" y="105624"/>
                  <a:pt x="614559" y="104583"/>
                </a:cubicBezTo>
                <a:cubicBezTo>
                  <a:pt x="612095" y="103542"/>
                  <a:pt x="607215" y="102927"/>
                  <a:pt x="599918" y="102739"/>
                </a:cubicBezTo>
                <a:cubicBezTo>
                  <a:pt x="589258" y="102455"/>
                  <a:pt x="581061" y="101911"/>
                  <a:pt x="575327" y="1011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3C4F6-4423-4082-A25E-5863E34D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046" y="4956362"/>
            <a:ext cx="3707859" cy="10529"/>
          </a:xfrm>
          <a:custGeom xmlns:a="http://schemas.openxmlformats.org/drawingml/2006/main">
            <a:pathLst>
              <a:path w="3707859" h="10529" fill="none">
                <a:moveTo>
                  <a:pt x="0" y="0"/>
                </a:moveTo>
                <a:lnTo>
                  <a:pt x="3707859" y="10529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8A801-DE6E-4176-8112-AC8E0FCB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700" y="4926435"/>
            <a:ext cx="80986" cy="80864"/>
          </a:xfrm>
          <a:custGeom xmlns:a="http://schemas.openxmlformats.org/drawingml/2006/main">
            <a:pathLst>
              <a:path w="80986" h="80864">
                <a:moveTo>
                  <a:pt x="235" y="0"/>
                </a:moveTo>
                <a:lnTo>
                  <a:pt x="80986" y="40667"/>
                </a:lnTo>
                <a:lnTo>
                  <a:pt x="0" y="80864"/>
                </a:lnTo>
                <a:lnTo>
                  <a:pt x="2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4ed12c7af4c0a"/>
          <a:stretch xmlns:a="http://schemas.openxmlformats.org/drawingml/2006/main"/>
        </p:blipFill>
        <p:spPr>
          <a:xfrm xmlns:a="http://schemas.openxmlformats.org/drawingml/2006/main">
            <a:off x="6089001" y="5770270"/>
            <a:ext cx="467711" cy="467711"/>
          </a:xfrm>
          <a:prstGeom xmlns:a="http://schemas.openxmlformats.org/drawingml/2006/main" prst="rect">
            <a:avLst/>
          </a:prstGeom>
        </p:spPr>
      </p:pic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818296-E32F-4CD7-A089-EFD93710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82" y="1050127"/>
            <a:ext cx="420171" cy="154289"/>
          </a:xfrm>
          <a:custGeom xmlns:a="http://schemas.openxmlformats.org/drawingml/2006/main">
            <a:pathLst>
              <a:path w="420171" h="154289">
                <a:moveTo>
                  <a:pt x="0" y="0"/>
                </a:moveTo>
                <a:lnTo>
                  <a:pt x="420171" y="0"/>
                </a:lnTo>
                <a:lnTo>
                  <a:pt x="420171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EC8FD8-AA58-47D7-AB1A-0D4150E3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82" y="1050127"/>
            <a:ext cx="420171" cy="154289"/>
          </a:xfrm>
          <a:custGeom xmlns:a="http://schemas.openxmlformats.org/drawingml/2006/main">
            <a:pathLst>
              <a:path w="420171" h="154289" fill="none">
                <a:moveTo>
                  <a:pt x="0" y="0"/>
                </a:moveTo>
                <a:lnTo>
                  <a:pt x="420171" y="0"/>
                </a:lnTo>
                <a:lnTo>
                  <a:pt x="420171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D693B-8BC9-4C65-98B0-EC179968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82" y="1204416"/>
            <a:ext cx="420171" cy="154289"/>
          </a:xfrm>
          <a:custGeom xmlns:a="http://schemas.openxmlformats.org/drawingml/2006/main">
            <a:pathLst>
              <a:path w="420171" h="154289">
                <a:moveTo>
                  <a:pt x="0" y="0"/>
                </a:moveTo>
                <a:lnTo>
                  <a:pt x="420171" y="0"/>
                </a:lnTo>
                <a:lnTo>
                  <a:pt x="420171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DEBB1-BBB3-4C56-8932-F210C43F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82" y="1204416"/>
            <a:ext cx="420171" cy="154289"/>
          </a:xfrm>
          <a:custGeom xmlns:a="http://schemas.openxmlformats.org/drawingml/2006/main">
            <a:pathLst>
              <a:path w="420171" h="154289" fill="none">
                <a:moveTo>
                  <a:pt x="0" y="0"/>
                </a:moveTo>
                <a:lnTo>
                  <a:pt x="420171" y="0"/>
                </a:lnTo>
                <a:lnTo>
                  <a:pt x="420171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4890A-25AD-4139-810B-B8994481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627" y="1361616"/>
            <a:ext cx="420657" cy="153804"/>
          </a:xfrm>
          <a:custGeom xmlns:a="http://schemas.openxmlformats.org/drawingml/2006/main">
            <a:pathLst>
              <a:path w="420657" h="153804">
                <a:moveTo>
                  <a:pt x="0" y="0"/>
                </a:moveTo>
                <a:lnTo>
                  <a:pt x="420657" y="0"/>
                </a:lnTo>
                <a:lnTo>
                  <a:pt x="420657" y="153804"/>
                </a:lnTo>
                <a:lnTo>
                  <a:pt x="0" y="1538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AD464-4E39-42F8-A10C-EEAFBE6E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627" y="1361616"/>
            <a:ext cx="420657" cy="153804"/>
          </a:xfrm>
          <a:custGeom xmlns:a="http://schemas.openxmlformats.org/drawingml/2006/main">
            <a:pathLst>
              <a:path w="420657" h="153804" fill="none">
                <a:moveTo>
                  <a:pt x="0" y="0"/>
                </a:moveTo>
                <a:lnTo>
                  <a:pt x="420657" y="0"/>
                </a:lnTo>
                <a:lnTo>
                  <a:pt x="420657" y="153804"/>
                </a:lnTo>
                <a:lnTo>
                  <a:pt x="0" y="1538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38CC5-A8CE-49DF-9D97-3CA3978C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627" y="1515420"/>
            <a:ext cx="420657" cy="154289"/>
          </a:xfrm>
          <a:custGeom xmlns:a="http://schemas.openxmlformats.org/drawingml/2006/main">
            <a:pathLst>
              <a:path w="420657" h="154289">
                <a:moveTo>
                  <a:pt x="0" y="0"/>
                </a:moveTo>
                <a:lnTo>
                  <a:pt x="420657" y="0"/>
                </a:lnTo>
                <a:lnTo>
                  <a:pt x="420657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4CA64-5D64-4E25-9A71-2A7BD187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627" y="1515420"/>
            <a:ext cx="420657" cy="154289"/>
          </a:xfrm>
          <a:custGeom xmlns:a="http://schemas.openxmlformats.org/drawingml/2006/main">
            <a:pathLst>
              <a:path w="420657" h="154289" fill="none">
                <a:moveTo>
                  <a:pt x="0" y="0"/>
                </a:moveTo>
                <a:lnTo>
                  <a:pt x="420657" y="0"/>
                </a:lnTo>
                <a:lnTo>
                  <a:pt x="420657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pic>
        <p:nvPicPr>
          <p:cNvPr id="3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9ebb501464ed9"/>
          <a:stretch xmlns:a="http://schemas.openxmlformats.org/drawingml/2006/main"/>
        </p:blipFill>
        <p:spPr>
          <a:xfrm xmlns:a="http://schemas.openxmlformats.org/drawingml/2006/main">
            <a:off x="2578866" y="1140614"/>
            <a:ext cx="151479" cy="239682"/>
          </a:xfrm>
          <a:prstGeom xmlns:a="http://schemas.openxmlformats.org/drawingml/2006/main" prst="rect">
            <a:avLst/>
          </a:prstGeom>
        </p:spPr>
      </p:pic>
      <p:pic>
        <p:nvPicPr>
          <p:cNvPr id="3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728f10fc44bb6"/>
          <a:stretch xmlns:a="http://schemas.openxmlformats.org/drawingml/2006/main"/>
        </p:blipFill>
        <p:spPr>
          <a:xfrm xmlns:a="http://schemas.openxmlformats.org/drawingml/2006/main">
            <a:off x="2582105" y="1318192"/>
            <a:ext cx="151786" cy="240167"/>
          </a:xfrm>
          <a:prstGeom xmlns:a="http://schemas.openxmlformats.org/drawingml/2006/main" prst="rect">
            <a:avLst/>
          </a:prstGeom>
        </p:spPr>
      </p:pic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60856-9958-43C5-9E67-FD05DD31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707" y="1108349"/>
            <a:ext cx="373593" cy="245019"/>
          </a:xfrm>
          <a:custGeom xmlns:a="http://schemas.openxmlformats.org/drawingml/2006/main">
            <a:pathLst>
              <a:path w="373593" h="245019">
                <a:moveTo>
                  <a:pt x="0" y="0"/>
                </a:moveTo>
                <a:lnTo>
                  <a:pt x="373593" y="0"/>
                </a:lnTo>
                <a:lnTo>
                  <a:pt x="373593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AB451-549E-4D3C-BBC4-69307277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707" y="1108349"/>
            <a:ext cx="373593" cy="245019"/>
          </a:xfrm>
          <a:custGeom xmlns:a="http://schemas.openxmlformats.org/drawingml/2006/main">
            <a:pathLst>
              <a:path w="373593" h="245019" fill="none">
                <a:moveTo>
                  <a:pt x="0" y="0"/>
                </a:moveTo>
                <a:lnTo>
                  <a:pt x="373593" y="0"/>
                </a:lnTo>
                <a:lnTo>
                  <a:pt x="373593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60" name="Text S1">
            <a:extLst xmlns:a="http://schemas.openxmlformats.org/drawingml/2006/main">
              <a:ext uri="{FF2B5EF4-FFF2-40B4-BE49-F238E27FC236}">
                <a16:creationId xmlns:a16="http://schemas.microsoft.com/office/drawing/2014/main" id="{EE8EDCC9-B1B5-44AC-9E4E-BE63CB84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350" y="1185897"/>
            <a:ext cx="131507" cy="95379"/>
          </a:xfrm>
          <a:custGeom xmlns:a="http://schemas.openxmlformats.org/drawingml/2006/main">
            <a:pathLst>
              <a:path w="131507" h="95379">
                <a:moveTo>
                  <a:pt x="60056" y="66124"/>
                </a:moveTo>
                <a:cubicBezTo>
                  <a:pt x="60056" y="70964"/>
                  <a:pt x="59156" y="75211"/>
                  <a:pt x="57355" y="78866"/>
                </a:cubicBezTo>
                <a:cubicBezTo>
                  <a:pt x="55555" y="82520"/>
                  <a:pt x="53115" y="85569"/>
                  <a:pt x="50035" y="88012"/>
                </a:cubicBezTo>
                <a:cubicBezTo>
                  <a:pt x="46955" y="90455"/>
                  <a:pt x="43354" y="92294"/>
                  <a:pt x="39232" y="93529"/>
                </a:cubicBezTo>
                <a:cubicBezTo>
                  <a:pt x="35110" y="94762"/>
                  <a:pt x="30703" y="95379"/>
                  <a:pt x="26012" y="95379"/>
                </a:cubicBezTo>
                <a:cubicBezTo>
                  <a:pt x="22838" y="95379"/>
                  <a:pt x="19888" y="95121"/>
                  <a:pt x="17164" y="94604"/>
                </a:cubicBezTo>
                <a:cubicBezTo>
                  <a:pt x="14440" y="94087"/>
                  <a:pt x="12035" y="93465"/>
                  <a:pt x="9950" y="92738"/>
                </a:cubicBezTo>
                <a:cubicBezTo>
                  <a:pt x="7865" y="92010"/>
                  <a:pt x="6124" y="91246"/>
                  <a:pt x="4726" y="90448"/>
                </a:cubicBezTo>
                <a:cubicBezTo>
                  <a:pt x="3329" y="89650"/>
                  <a:pt x="2322" y="88946"/>
                  <a:pt x="1706" y="88336"/>
                </a:cubicBezTo>
                <a:cubicBezTo>
                  <a:pt x="1090" y="87725"/>
                  <a:pt x="651" y="86835"/>
                  <a:pt x="391" y="85669"/>
                </a:cubicBezTo>
                <a:cubicBezTo>
                  <a:pt x="130" y="84502"/>
                  <a:pt x="0" y="82824"/>
                  <a:pt x="0" y="80634"/>
                </a:cubicBezTo>
                <a:cubicBezTo>
                  <a:pt x="0" y="79157"/>
                  <a:pt x="47" y="77920"/>
                  <a:pt x="142" y="76920"/>
                </a:cubicBezTo>
                <a:cubicBezTo>
                  <a:pt x="237" y="75921"/>
                  <a:pt x="391" y="75111"/>
                  <a:pt x="604" y="74493"/>
                </a:cubicBezTo>
                <a:cubicBezTo>
                  <a:pt x="817" y="73874"/>
                  <a:pt x="1102" y="73433"/>
                  <a:pt x="1457" y="73171"/>
                </a:cubicBezTo>
                <a:cubicBezTo>
                  <a:pt x="1812" y="72909"/>
                  <a:pt x="2227" y="72778"/>
                  <a:pt x="2701" y="72778"/>
                </a:cubicBezTo>
                <a:cubicBezTo>
                  <a:pt x="3364" y="72778"/>
                  <a:pt x="4300" y="73169"/>
                  <a:pt x="5508" y="73951"/>
                </a:cubicBezTo>
                <a:cubicBezTo>
                  <a:pt x="6716" y="74732"/>
                  <a:pt x="8268" y="75597"/>
                  <a:pt x="10163" y="76545"/>
                </a:cubicBezTo>
                <a:cubicBezTo>
                  <a:pt x="12059" y="77492"/>
                  <a:pt x="14321" y="78357"/>
                  <a:pt x="16951" y="79139"/>
                </a:cubicBezTo>
                <a:cubicBezTo>
                  <a:pt x="19580" y="79921"/>
                  <a:pt x="22625" y="80312"/>
                  <a:pt x="26084" y="80312"/>
                </a:cubicBezTo>
                <a:cubicBezTo>
                  <a:pt x="28358" y="80312"/>
                  <a:pt x="30395" y="80038"/>
                  <a:pt x="32196" y="79492"/>
                </a:cubicBezTo>
                <a:cubicBezTo>
                  <a:pt x="33996" y="78944"/>
                  <a:pt x="35524" y="78171"/>
                  <a:pt x="36780" y="77173"/>
                </a:cubicBezTo>
                <a:cubicBezTo>
                  <a:pt x="38035" y="76175"/>
                  <a:pt x="38995" y="74940"/>
                  <a:pt x="39658" y="73466"/>
                </a:cubicBezTo>
                <a:cubicBezTo>
                  <a:pt x="40322" y="71992"/>
                  <a:pt x="40653" y="70351"/>
                  <a:pt x="40653" y="68545"/>
                </a:cubicBezTo>
                <a:cubicBezTo>
                  <a:pt x="40653" y="66457"/>
                  <a:pt x="40085" y="64666"/>
                  <a:pt x="38948" y="63172"/>
                </a:cubicBezTo>
                <a:cubicBezTo>
                  <a:pt x="37810" y="61677"/>
                  <a:pt x="36330" y="60348"/>
                  <a:pt x="34506" y="59185"/>
                </a:cubicBezTo>
                <a:cubicBezTo>
                  <a:pt x="32681" y="58023"/>
                  <a:pt x="30608" y="56932"/>
                  <a:pt x="28287" y="55912"/>
                </a:cubicBezTo>
                <a:cubicBezTo>
                  <a:pt x="25965" y="54890"/>
                  <a:pt x="23572" y="53810"/>
                  <a:pt x="21108" y="52671"/>
                </a:cubicBezTo>
                <a:cubicBezTo>
                  <a:pt x="18645" y="51533"/>
                  <a:pt x="16252" y="50240"/>
                  <a:pt x="13930" y="48793"/>
                </a:cubicBezTo>
                <a:cubicBezTo>
                  <a:pt x="11608" y="47345"/>
                  <a:pt x="9536" y="45613"/>
                  <a:pt x="7711" y="43596"/>
                </a:cubicBezTo>
                <a:cubicBezTo>
                  <a:pt x="5887" y="41579"/>
                  <a:pt x="4406" y="39196"/>
                  <a:pt x="3269" y="36445"/>
                </a:cubicBezTo>
                <a:cubicBezTo>
                  <a:pt x="2132" y="33692"/>
                  <a:pt x="1564" y="30394"/>
                  <a:pt x="1564" y="26550"/>
                </a:cubicBezTo>
                <a:cubicBezTo>
                  <a:pt x="1564" y="22136"/>
                  <a:pt x="2381" y="18257"/>
                  <a:pt x="4016" y="14912"/>
                </a:cubicBezTo>
                <a:cubicBezTo>
                  <a:pt x="5650" y="11567"/>
                  <a:pt x="7853" y="8791"/>
                  <a:pt x="10625" y="6585"/>
                </a:cubicBezTo>
                <a:cubicBezTo>
                  <a:pt x="13397" y="4378"/>
                  <a:pt x="16666" y="2728"/>
                  <a:pt x="20433" y="1637"/>
                </a:cubicBezTo>
                <a:cubicBezTo>
                  <a:pt x="24200" y="546"/>
                  <a:pt x="28192" y="0"/>
                  <a:pt x="32409" y="0"/>
                </a:cubicBezTo>
                <a:cubicBezTo>
                  <a:pt x="34588" y="0"/>
                  <a:pt x="36768" y="166"/>
                  <a:pt x="38948" y="498"/>
                </a:cubicBezTo>
                <a:cubicBezTo>
                  <a:pt x="41127" y="829"/>
                  <a:pt x="43165" y="1279"/>
                  <a:pt x="45060" y="1848"/>
                </a:cubicBezTo>
                <a:cubicBezTo>
                  <a:pt x="46955" y="2416"/>
                  <a:pt x="48637" y="3056"/>
                  <a:pt x="50106" y="3767"/>
                </a:cubicBezTo>
                <a:cubicBezTo>
                  <a:pt x="51575" y="4478"/>
                  <a:pt x="52546" y="5070"/>
                  <a:pt x="53020" y="5544"/>
                </a:cubicBezTo>
                <a:cubicBezTo>
                  <a:pt x="53494" y="6017"/>
                  <a:pt x="53814" y="6421"/>
                  <a:pt x="53979" y="6754"/>
                </a:cubicBezTo>
                <a:cubicBezTo>
                  <a:pt x="54145" y="7087"/>
                  <a:pt x="54287" y="7528"/>
                  <a:pt x="54406" y="8076"/>
                </a:cubicBezTo>
                <a:cubicBezTo>
                  <a:pt x="54524" y="8623"/>
                  <a:pt x="54607" y="9314"/>
                  <a:pt x="54655" y="10148"/>
                </a:cubicBezTo>
                <a:cubicBezTo>
                  <a:pt x="54702" y="10980"/>
                  <a:pt x="54726" y="12015"/>
                  <a:pt x="54726" y="13253"/>
                </a:cubicBezTo>
                <a:cubicBezTo>
                  <a:pt x="54726" y="14634"/>
                  <a:pt x="54690" y="15801"/>
                  <a:pt x="54619" y="16753"/>
                </a:cubicBezTo>
                <a:cubicBezTo>
                  <a:pt x="54548" y="17705"/>
                  <a:pt x="54429" y="18491"/>
                  <a:pt x="54264" y="19110"/>
                </a:cubicBezTo>
                <a:cubicBezTo>
                  <a:pt x="54098" y="19728"/>
                  <a:pt x="53861" y="20181"/>
                  <a:pt x="53553" y="20467"/>
                </a:cubicBezTo>
                <a:cubicBezTo>
                  <a:pt x="53245" y="20752"/>
                  <a:pt x="52830" y="20895"/>
                  <a:pt x="52309" y="20895"/>
                </a:cubicBezTo>
                <a:cubicBezTo>
                  <a:pt x="51788" y="20895"/>
                  <a:pt x="50959" y="20564"/>
                  <a:pt x="49822" y="19900"/>
                </a:cubicBezTo>
                <a:cubicBezTo>
                  <a:pt x="48684" y="19237"/>
                  <a:pt x="47287" y="18514"/>
                  <a:pt x="45628" y="17733"/>
                </a:cubicBezTo>
                <a:cubicBezTo>
                  <a:pt x="43970" y="16951"/>
                  <a:pt x="42051" y="16240"/>
                  <a:pt x="39872" y="15600"/>
                </a:cubicBezTo>
                <a:cubicBezTo>
                  <a:pt x="37692" y="14961"/>
                  <a:pt x="35299" y="14641"/>
                  <a:pt x="32693" y="14641"/>
                </a:cubicBezTo>
                <a:cubicBezTo>
                  <a:pt x="30656" y="14641"/>
                  <a:pt x="28879" y="14889"/>
                  <a:pt x="27363" y="15385"/>
                </a:cubicBezTo>
                <a:cubicBezTo>
                  <a:pt x="25847" y="15881"/>
                  <a:pt x="24579" y="16566"/>
                  <a:pt x="23560" y="17439"/>
                </a:cubicBezTo>
                <a:cubicBezTo>
                  <a:pt x="22542" y="18311"/>
                  <a:pt x="21784" y="19361"/>
                  <a:pt x="21286" y="20589"/>
                </a:cubicBezTo>
                <a:cubicBezTo>
                  <a:pt x="20789" y="21816"/>
                  <a:pt x="20540" y="23115"/>
                  <a:pt x="20540" y="24484"/>
                </a:cubicBezTo>
                <a:cubicBezTo>
                  <a:pt x="20540" y="26525"/>
                  <a:pt x="21097" y="28293"/>
                  <a:pt x="22210" y="29788"/>
                </a:cubicBezTo>
                <a:cubicBezTo>
                  <a:pt x="23324" y="31282"/>
                  <a:pt x="24816" y="32610"/>
                  <a:pt x="26688" y="33773"/>
                </a:cubicBezTo>
                <a:cubicBezTo>
                  <a:pt x="28559" y="34935"/>
                  <a:pt x="30680" y="36027"/>
                  <a:pt x="33049" y="37049"/>
                </a:cubicBezTo>
                <a:cubicBezTo>
                  <a:pt x="35418" y="38069"/>
                  <a:pt x="37834" y="39148"/>
                  <a:pt x="40298" y="40287"/>
                </a:cubicBezTo>
                <a:cubicBezTo>
                  <a:pt x="42762" y="41425"/>
                  <a:pt x="45178" y="42719"/>
                  <a:pt x="47547" y="44167"/>
                </a:cubicBezTo>
                <a:cubicBezTo>
                  <a:pt x="49916" y="45614"/>
                  <a:pt x="52025" y="47345"/>
                  <a:pt x="53873" y="49362"/>
                </a:cubicBezTo>
                <a:cubicBezTo>
                  <a:pt x="55721" y="51379"/>
                  <a:pt x="57213" y="53751"/>
                  <a:pt x="58350" y="56480"/>
                </a:cubicBezTo>
                <a:cubicBezTo>
                  <a:pt x="59487" y="59208"/>
                  <a:pt x="60056" y="62422"/>
                  <a:pt x="60056" y="66124"/>
                </a:cubicBezTo>
                <a:close/>
                <a:moveTo>
                  <a:pt x="131507" y="86530"/>
                </a:moveTo>
                <a:cubicBezTo>
                  <a:pt x="131507" y="87865"/>
                  <a:pt x="131436" y="88996"/>
                  <a:pt x="131293" y="89924"/>
                </a:cubicBezTo>
                <a:cubicBezTo>
                  <a:pt x="131151" y="90853"/>
                  <a:pt x="130950" y="91591"/>
                  <a:pt x="130689" y="92138"/>
                </a:cubicBezTo>
                <a:cubicBezTo>
                  <a:pt x="130429" y="92685"/>
                  <a:pt x="130133" y="93077"/>
                  <a:pt x="129801" y="93316"/>
                </a:cubicBezTo>
                <a:cubicBezTo>
                  <a:pt x="129469" y="93554"/>
                  <a:pt x="129090" y="93673"/>
                  <a:pt x="128664" y="93673"/>
                </a:cubicBezTo>
                <a:lnTo>
                  <a:pt x="77918" y="93673"/>
                </a:lnTo>
                <a:cubicBezTo>
                  <a:pt x="77539" y="93673"/>
                  <a:pt x="77184" y="93554"/>
                  <a:pt x="76852" y="93316"/>
                </a:cubicBezTo>
                <a:cubicBezTo>
                  <a:pt x="76520" y="93077"/>
                  <a:pt x="76224" y="92685"/>
                  <a:pt x="75964" y="92138"/>
                </a:cubicBezTo>
                <a:cubicBezTo>
                  <a:pt x="75703" y="91591"/>
                  <a:pt x="75502" y="90853"/>
                  <a:pt x="75360" y="89924"/>
                </a:cubicBezTo>
                <a:cubicBezTo>
                  <a:pt x="75217" y="88996"/>
                  <a:pt x="75146" y="87865"/>
                  <a:pt x="75146" y="86530"/>
                </a:cubicBezTo>
                <a:cubicBezTo>
                  <a:pt x="75146" y="85150"/>
                  <a:pt x="75206" y="83996"/>
                  <a:pt x="75324" y="83068"/>
                </a:cubicBezTo>
                <a:cubicBezTo>
                  <a:pt x="75443" y="82139"/>
                  <a:pt x="75632" y="81390"/>
                  <a:pt x="75893" y="80818"/>
                </a:cubicBezTo>
                <a:cubicBezTo>
                  <a:pt x="76153" y="80246"/>
                  <a:pt x="76449" y="79830"/>
                  <a:pt x="76781" y="79568"/>
                </a:cubicBezTo>
                <a:cubicBezTo>
                  <a:pt x="77113" y="79305"/>
                  <a:pt x="77492" y="79174"/>
                  <a:pt x="77918" y="79174"/>
                </a:cubicBezTo>
                <a:lnTo>
                  <a:pt x="95047" y="79174"/>
                </a:lnTo>
                <a:lnTo>
                  <a:pt x="95047" y="19332"/>
                </a:lnTo>
                <a:lnTo>
                  <a:pt x="80264" y="27576"/>
                </a:lnTo>
                <a:cubicBezTo>
                  <a:pt x="79174" y="28097"/>
                  <a:pt x="78285" y="28417"/>
                  <a:pt x="77598" y="28535"/>
                </a:cubicBezTo>
                <a:cubicBezTo>
                  <a:pt x="76911" y="28654"/>
                  <a:pt x="76366" y="28512"/>
                  <a:pt x="75964" y="28109"/>
                </a:cubicBezTo>
                <a:cubicBezTo>
                  <a:pt x="75561" y="27706"/>
                  <a:pt x="75289" y="27006"/>
                  <a:pt x="75146" y="26008"/>
                </a:cubicBezTo>
                <a:cubicBezTo>
                  <a:pt x="75004" y="25010"/>
                  <a:pt x="74933" y="23609"/>
                  <a:pt x="74933" y="21804"/>
                </a:cubicBezTo>
                <a:cubicBezTo>
                  <a:pt x="74933" y="20664"/>
                  <a:pt x="74957" y="19726"/>
                  <a:pt x="75004" y="18990"/>
                </a:cubicBezTo>
                <a:cubicBezTo>
                  <a:pt x="75052" y="18252"/>
                  <a:pt x="75170" y="17622"/>
                  <a:pt x="75360" y="17100"/>
                </a:cubicBezTo>
                <a:cubicBezTo>
                  <a:pt x="75549" y="16577"/>
                  <a:pt x="75810" y="16150"/>
                  <a:pt x="76141" y="15818"/>
                </a:cubicBezTo>
                <a:cubicBezTo>
                  <a:pt x="76473" y="15485"/>
                  <a:pt x="76923" y="15129"/>
                  <a:pt x="77492" y="14750"/>
                </a:cubicBezTo>
                <a:lnTo>
                  <a:pt x="97250" y="1921"/>
                </a:lnTo>
                <a:cubicBezTo>
                  <a:pt x="97487" y="1732"/>
                  <a:pt x="97783" y="1578"/>
                  <a:pt x="98138" y="1459"/>
                </a:cubicBezTo>
                <a:cubicBezTo>
                  <a:pt x="98494" y="1339"/>
                  <a:pt x="98956" y="1244"/>
                  <a:pt x="99524" y="1173"/>
                </a:cubicBezTo>
                <a:cubicBezTo>
                  <a:pt x="100093" y="1102"/>
                  <a:pt x="100839" y="1054"/>
                  <a:pt x="101763" y="1031"/>
                </a:cubicBezTo>
                <a:cubicBezTo>
                  <a:pt x="102687" y="1007"/>
                  <a:pt x="103883" y="995"/>
                  <a:pt x="105352" y="995"/>
                </a:cubicBezTo>
                <a:cubicBezTo>
                  <a:pt x="107153" y="995"/>
                  <a:pt x="108610" y="1031"/>
                  <a:pt x="109723" y="1102"/>
                </a:cubicBezTo>
                <a:cubicBezTo>
                  <a:pt x="110836" y="1173"/>
                  <a:pt x="111678" y="1291"/>
                  <a:pt x="112246" y="1457"/>
                </a:cubicBezTo>
                <a:cubicBezTo>
                  <a:pt x="112815" y="1623"/>
                  <a:pt x="113194" y="1848"/>
                  <a:pt x="113383" y="2132"/>
                </a:cubicBezTo>
                <a:cubicBezTo>
                  <a:pt x="113573" y="2416"/>
                  <a:pt x="113668" y="2772"/>
                  <a:pt x="113668" y="3198"/>
                </a:cubicBezTo>
                <a:lnTo>
                  <a:pt x="113668" y="79174"/>
                </a:lnTo>
                <a:lnTo>
                  <a:pt x="128664" y="79174"/>
                </a:lnTo>
                <a:cubicBezTo>
                  <a:pt x="129090" y="79174"/>
                  <a:pt x="129481" y="79305"/>
                  <a:pt x="129836" y="79568"/>
                </a:cubicBezTo>
                <a:cubicBezTo>
                  <a:pt x="130192" y="79830"/>
                  <a:pt x="130500" y="80246"/>
                  <a:pt x="130760" y="80818"/>
                </a:cubicBezTo>
                <a:cubicBezTo>
                  <a:pt x="131021" y="81390"/>
                  <a:pt x="131211" y="82139"/>
                  <a:pt x="131329" y="83068"/>
                </a:cubicBezTo>
                <a:cubicBezTo>
                  <a:pt x="131447" y="83996"/>
                  <a:pt x="131507" y="85150"/>
                  <a:pt x="131507" y="865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D8EB0-3788-4DB8-81BE-DE66240B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737" y="1357735"/>
            <a:ext cx="374079" cy="245019"/>
          </a:xfrm>
          <a:custGeom xmlns:a="http://schemas.openxmlformats.org/drawingml/2006/main">
            <a:pathLst>
              <a:path w="374079" h="245019">
                <a:moveTo>
                  <a:pt x="0" y="0"/>
                </a:moveTo>
                <a:lnTo>
                  <a:pt x="374079" y="0"/>
                </a:lnTo>
                <a:lnTo>
                  <a:pt x="374079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643AD-0DE5-464C-AF5F-815B7AE7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737" y="1357735"/>
            <a:ext cx="374079" cy="245019"/>
          </a:xfrm>
          <a:custGeom xmlns:a="http://schemas.openxmlformats.org/drawingml/2006/main">
            <a:pathLst>
              <a:path w="374079" h="245019" fill="none">
                <a:moveTo>
                  <a:pt x="0" y="0"/>
                </a:moveTo>
                <a:lnTo>
                  <a:pt x="374079" y="0"/>
                </a:lnTo>
                <a:lnTo>
                  <a:pt x="374079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63" name="Text S2">
            <a:extLst xmlns:a="http://schemas.openxmlformats.org/drawingml/2006/main">
              <a:ext uri="{FF2B5EF4-FFF2-40B4-BE49-F238E27FC236}">
                <a16:creationId xmlns:a16="http://schemas.microsoft.com/office/drawing/2014/main" id="{5606B95B-7D25-49B4-A78D-E141ACCC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436" y="1435405"/>
            <a:ext cx="132359" cy="95379"/>
          </a:xfrm>
          <a:custGeom xmlns:a="http://schemas.openxmlformats.org/drawingml/2006/main">
            <a:pathLst>
              <a:path w="132359" h="95379">
                <a:moveTo>
                  <a:pt x="60056" y="66124"/>
                </a:moveTo>
                <a:cubicBezTo>
                  <a:pt x="60056" y="70964"/>
                  <a:pt x="59156" y="75211"/>
                  <a:pt x="57355" y="78866"/>
                </a:cubicBezTo>
                <a:cubicBezTo>
                  <a:pt x="55555" y="82520"/>
                  <a:pt x="53115" y="85569"/>
                  <a:pt x="50035" y="88012"/>
                </a:cubicBezTo>
                <a:cubicBezTo>
                  <a:pt x="46955" y="90455"/>
                  <a:pt x="43354" y="92294"/>
                  <a:pt x="39232" y="93529"/>
                </a:cubicBezTo>
                <a:cubicBezTo>
                  <a:pt x="35110" y="94762"/>
                  <a:pt x="30703" y="95379"/>
                  <a:pt x="26012" y="95379"/>
                </a:cubicBezTo>
                <a:cubicBezTo>
                  <a:pt x="22838" y="95379"/>
                  <a:pt x="19888" y="95121"/>
                  <a:pt x="17164" y="94604"/>
                </a:cubicBezTo>
                <a:cubicBezTo>
                  <a:pt x="14440" y="94087"/>
                  <a:pt x="12035" y="93465"/>
                  <a:pt x="9950" y="92738"/>
                </a:cubicBezTo>
                <a:cubicBezTo>
                  <a:pt x="7865" y="92010"/>
                  <a:pt x="6124" y="91246"/>
                  <a:pt x="4726" y="90448"/>
                </a:cubicBezTo>
                <a:cubicBezTo>
                  <a:pt x="3329" y="89650"/>
                  <a:pt x="2322" y="88946"/>
                  <a:pt x="1706" y="88336"/>
                </a:cubicBezTo>
                <a:cubicBezTo>
                  <a:pt x="1090" y="87725"/>
                  <a:pt x="651" y="86835"/>
                  <a:pt x="391" y="85669"/>
                </a:cubicBezTo>
                <a:cubicBezTo>
                  <a:pt x="130" y="84502"/>
                  <a:pt x="0" y="82824"/>
                  <a:pt x="0" y="80634"/>
                </a:cubicBezTo>
                <a:cubicBezTo>
                  <a:pt x="0" y="79157"/>
                  <a:pt x="47" y="77920"/>
                  <a:pt x="142" y="76920"/>
                </a:cubicBezTo>
                <a:cubicBezTo>
                  <a:pt x="237" y="75921"/>
                  <a:pt x="391" y="75111"/>
                  <a:pt x="604" y="74493"/>
                </a:cubicBezTo>
                <a:cubicBezTo>
                  <a:pt x="817" y="73874"/>
                  <a:pt x="1102" y="73433"/>
                  <a:pt x="1457" y="73171"/>
                </a:cubicBezTo>
                <a:cubicBezTo>
                  <a:pt x="1812" y="72909"/>
                  <a:pt x="2227" y="72778"/>
                  <a:pt x="2701" y="72778"/>
                </a:cubicBezTo>
                <a:cubicBezTo>
                  <a:pt x="3364" y="72778"/>
                  <a:pt x="4300" y="73169"/>
                  <a:pt x="5508" y="73951"/>
                </a:cubicBezTo>
                <a:cubicBezTo>
                  <a:pt x="6716" y="74732"/>
                  <a:pt x="8268" y="75597"/>
                  <a:pt x="10163" y="76545"/>
                </a:cubicBezTo>
                <a:cubicBezTo>
                  <a:pt x="12059" y="77492"/>
                  <a:pt x="14321" y="78357"/>
                  <a:pt x="16951" y="79139"/>
                </a:cubicBezTo>
                <a:cubicBezTo>
                  <a:pt x="19580" y="79921"/>
                  <a:pt x="22625" y="80312"/>
                  <a:pt x="26084" y="80312"/>
                </a:cubicBezTo>
                <a:cubicBezTo>
                  <a:pt x="28358" y="80312"/>
                  <a:pt x="30395" y="80038"/>
                  <a:pt x="32196" y="79492"/>
                </a:cubicBezTo>
                <a:cubicBezTo>
                  <a:pt x="33996" y="78944"/>
                  <a:pt x="35524" y="78171"/>
                  <a:pt x="36780" y="77173"/>
                </a:cubicBezTo>
                <a:cubicBezTo>
                  <a:pt x="38035" y="76175"/>
                  <a:pt x="38995" y="74940"/>
                  <a:pt x="39658" y="73466"/>
                </a:cubicBezTo>
                <a:cubicBezTo>
                  <a:pt x="40322" y="71992"/>
                  <a:pt x="40653" y="70351"/>
                  <a:pt x="40653" y="68545"/>
                </a:cubicBezTo>
                <a:cubicBezTo>
                  <a:pt x="40653" y="66457"/>
                  <a:pt x="40085" y="64666"/>
                  <a:pt x="38948" y="63172"/>
                </a:cubicBezTo>
                <a:cubicBezTo>
                  <a:pt x="37810" y="61677"/>
                  <a:pt x="36330" y="60348"/>
                  <a:pt x="34506" y="59185"/>
                </a:cubicBezTo>
                <a:cubicBezTo>
                  <a:pt x="32681" y="58023"/>
                  <a:pt x="30608" y="56932"/>
                  <a:pt x="28287" y="55912"/>
                </a:cubicBezTo>
                <a:cubicBezTo>
                  <a:pt x="25965" y="54890"/>
                  <a:pt x="23572" y="53810"/>
                  <a:pt x="21108" y="52671"/>
                </a:cubicBezTo>
                <a:cubicBezTo>
                  <a:pt x="18645" y="51533"/>
                  <a:pt x="16252" y="50240"/>
                  <a:pt x="13930" y="48793"/>
                </a:cubicBezTo>
                <a:cubicBezTo>
                  <a:pt x="11608" y="47345"/>
                  <a:pt x="9536" y="45613"/>
                  <a:pt x="7711" y="43596"/>
                </a:cubicBezTo>
                <a:cubicBezTo>
                  <a:pt x="5887" y="41579"/>
                  <a:pt x="4406" y="39196"/>
                  <a:pt x="3269" y="36445"/>
                </a:cubicBezTo>
                <a:cubicBezTo>
                  <a:pt x="2132" y="33692"/>
                  <a:pt x="1564" y="30394"/>
                  <a:pt x="1564" y="26550"/>
                </a:cubicBezTo>
                <a:cubicBezTo>
                  <a:pt x="1564" y="22136"/>
                  <a:pt x="2381" y="18257"/>
                  <a:pt x="4016" y="14912"/>
                </a:cubicBezTo>
                <a:cubicBezTo>
                  <a:pt x="5650" y="11567"/>
                  <a:pt x="7853" y="8791"/>
                  <a:pt x="10625" y="6585"/>
                </a:cubicBezTo>
                <a:cubicBezTo>
                  <a:pt x="13397" y="4378"/>
                  <a:pt x="16666" y="2728"/>
                  <a:pt x="20433" y="1637"/>
                </a:cubicBezTo>
                <a:cubicBezTo>
                  <a:pt x="24200" y="546"/>
                  <a:pt x="28192" y="0"/>
                  <a:pt x="32409" y="0"/>
                </a:cubicBezTo>
                <a:cubicBezTo>
                  <a:pt x="34588" y="0"/>
                  <a:pt x="36768" y="166"/>
                  <a:pt x="38948" y="498"/>
                </a:cubicBezTo>
                <a:cubicBezTo>
                  <a:pt x="41127" y="829"/>
                  <a:pt x="43165" y="1279"/>
                  <a:pt x="45060" y="1848"/>
                </a:cubicBezTo>
                <a:cubicBezTo>
                  <a:pt x="46955" y="2416"/>
                  <a:pt x="48637" y="3056"/>
                  <a:pt x="50106" y="3767"/>
                </a:cubicBezTo>
                <a:cubicBezTo>
                  <a:pt x="51575" y="4478"/>
                  <a:pt x="52546" y="5070"/>
                  <a:pt x="53020" y="5544"/>
                </a:cubicBezTo>
                <a:cubicBezTo>
                  <a:pt x="53494" y="6017"/>
                  <a:pt x="53814" y="6421"/>
                  <a:pt x="53979" y="6754"/>
                </a:cubicBezTo>
                <a:cubicBezTo>
                  <a:pt x="54145" y="7087"/>
                  <a:pt x="54287" y="7528"/>
                  <a:pt x="54406" y="8076"/>
                </a:cubicBezTo>
                <a:cubicBezTo>
                  <a:pt x="54524" y="8623"/>
                  <a:pt x="54607" y="9314"/>
                  <a:pt x="54655" y="10148"/>
                </a:cubicBezTo>
                <a:cubicBezTo>
                  <a:pt x="54702" y="10980"/>
                  <a:pt x="54726" y="12015"/>
                  <a:pt x="54726" y="13253"/>
                </a:cubicBezTo>
                <a:cubicBezTo>
                  <a:pt x="54726" y="14634"/>
                  <a:pt x="54690" y="15801"/>
                  <a:pt x="54619" y="16753"/>
                </a:cubicBezTo>
                <a:cubicBezTo>
                  <a:pt x="54548" y="17705"/>
                  <a:pt x="54429" y="18491"/>
                  <a:pt x="54264" y="19110"/>
                </a:cubicBezTo>
                <a:cubicBezTo>
                  <a:pt x="54098" y="19728"/>
                  <a:pt x="53861" y="20181"/>
                  <a:pt x="53553" y="20467"/>
                </a:cubicBezTo>
                <a:cubicBezTo>
                  <a:pt x="53245" y="20752"/>
                  <a:pt x="52830" y="20895"/>
                  <a:pt x="52309" y="20895"/>
                </a:cubicBezTo>
                <a:cubicBezTo>
                  <a:pt x="51788" y="20895"/>
                  <a:pt x="50959" y="20564"/>
                  <a:pt x="49822" y="19900"/>
                </a:cubicBezTo>
                <a:cubicBezTo>
                  <a:pt x="48684" y="19237"/>
                  <a:pt x="47287" y="18514"/>
                  <a:pt x="45628" y="17733"/>
                </a:cubicBezTo>
                <a:cubicBezTo>
                  <a:pt x="43970" y="16951"/>
                  <a:pt x="42051" y="16240"/>
                  <a:pt x="39872" y="15600"/>
                </a:cubicBezTo>
                <a:cubicBezTo>
                  <a:pt x="37692" y="14961"/>
                  <a:pt x="35299" y="14641"/>
                  <a:pt x="32693" y="14641"/>
                </a:cubicBezTo>
                <a:cubicBezTo>
                  <a:pt x="30656" y="14641"/>
                  <a:pt x="28879" y="14889"/>
                  <a:pt x="27363" y="15385"/>
                </a:cubicBezTo>
                <a:cubicBezTo>
                  <a:pt x="25847" y="15881"/>
                  <a:pt x="24579" y="16566"/>
                  <a:pt x="23560" y="17439"/>
                </a:cubicBezTo>
                <a:cubicBezTo>
                  <a:pt x="22542" y="18311"/>
                  <a:pt x="21784" y="19361"/>
                  <a:pt x="21286" y="20589"/>
                </a:cubicBezTo>
                <a:cubicBezTo>
                  <a:pt x="20789" y="21816"/>
                  <a:pt x="20540" y="23115"/>
                  <a:pt x="20540" y="24484"/>
                </a:cubicBezTo>
                <a:cubicBezTo>
                  <a:pt x="20540" y="26525"/>
                  <a:pt x="21097" y="28293"/>
                  <a:pt x="22210" y="29788"/>
                </a:cubicBezTo>
                <a:cubicBezTo>
                  <a:pt x="23324" y="31282"/>
                  <a:pt x="24816" y="32610"/>
                  <a:pt x="26688" y="33773"/>
                </a:cubicBezTo>
                <a:cubicBezTo>
                  <a:pt x="28559" y="34935"/>
                  <a:pt x="30680" y="36027"/>
                  <a:pt x="33049" y="37049"/>
                </a:cubicBezTo>
                <a:cubicBezTo>
                  <a:pt x="35418" y="38069"/>
                  <a:pt x="37834" y="39148"/>
                  <a:pt x="40298" y="40287"/>
                </a:cubicBezTo>
                <a:cubicBezTo>
                  <a:pt x="42762" y="41425"/>
                  <a:pt x="45178" y="42719"/>
                  <a:pt x="47547" y="44167"/>
                </a:cubicBezTo>
                <a:cubicBezTo>
                  <a:pt x="49916" y="45614"/>
                  <a:pt x="52025" y="47345"/>
                  <a:pt x="53873" y="49362"/>
                </a:cubicBezTo>
                <a:cubicBezTo>
                  <a:pt x="55721" y="51379"/>
                  <a:pt x="57213" y="53751"/>
                  <a:pt x="58350" y="56480"/>
                </a:cubicBezTo>
                <a:cubicBezTo>
                  <a:pt x="59487" y="59208"/>
                  <a:pt x="60056" y="62422"/>
                  <a:pt x="60056" y="66124"/>
                </a:cubicBezTo>
                <a:close/>
                <a:moveTo>
                  <a:pt x="132359" y="86033"/>
                </a:moveTo>
                <a:cubicBezTo>
                  <a:pt x="132359" y="87413"/>
                  <a:pt x="132299" y="88591"/>
                  <a:pt x="132181" y="89567"/>
                </a:cubicBezTo>
                <a:cubicBezTo>
                  <a:pt x="132063" y="90542"/>
                  <a:pt x="131885" y="91340"/>
                  <a:pt x="131648" y="91959"/>
                </a:cubicBezTo>
                <a:cubicBezTo>
                  <a:pt x="131411" y="92577"/>
                  <a:pt x="131103" y="93018"/>
                  <a:pt x="130724" y="93280"/>
                </a:cubicBezTo>
                <a:cubicBezTo>
                  <a:pt x="130345" y="93542"/>
                  <a:pt x="129919" y="93673"/>
                  <a:pt x="129445" y="93673"/>
                </a:cubicBezTo>
                <a:lnTo>
                  <a:pt x="76567" y="93673"/>
                </a:lnTo>
                <a:cubicBezTo>
                  <a:pt x="75525" y="93673"/>
                  <a:pt x="74624" y="93578"/>
                  <a:pt x="73866" y="93389"/>
                </a:cubicBezTo>
                <a:cubicBezTo>
                  <a:pt x="73108" y="93198"/>
                  <a:pt x="72492" y="92829"/>
                  <a:pt x="72018" y="92283"/>
                </a:cubicBezTo>
                <a:cubicBezTo>
                  <a:pt x="71545" y="91735"/>
                  <a:pt x="71201" y="90938"/>
                  <a:pt x="70988" y="89893"/>
                </a:cubicBezTo>
                <a:cubicBezTo>
                  <a:pt x="70775" y="88848"/>
                  <a:pt x="70668" y="87493"/>
                  <a:pt x="70668" y="85829"/>
                </a:cubicBezTo>
                <a:cubicBezTo>
                  <a:pt x="70668" y="84259"/>
                  <a:pt x="70739" y="82916"/>
                  <a:pt x="70881" y="81800"/>
                </a:cubicBezTo>
                <a:cubicBezTo>
                  <a:pt x="71023" y="80682"/>
                  <a:pt x="71284" y="79683"/>
                  <a:pt x="71663" y="78804"/>
                </a:cubicBezTo>
                <a:cubicBezTo>
                  <a:pt x="72042" y="77923"/>
                  <a:pt x="72528" y="77066"/>
                  <a:pt x="73120" y="76234"/>
                </a:cubicBezTo>
                <a:cubicBezTo>
                  <a:pt x="73712" y="75402"/>
                  <a:pt x="74482" y="74487"/>
                  <a:pt x="75430" y="73489"/>
                </a:cubicBezTo>
                <a:lnTo>
                  <a:pt x="91350" y="56460"/>
                </a:lnTo>
                <a:cubicBezTo>
                  <a:pt x="94525" y="53142"/>
                  <a:pt x="97083" y="50121"/>
                  <a:pt x="99026" y="47396"/>
                </a:cubicBezTo>
                <a:cubicBezTo>
                  <a:pt x="100968" y="44672"/>
                  <a:pt x="102485" y="42184"/>
                  <a:pt x="103574" y="39934"/>
                </a:cubicBezTo>
                <a:cubicBezTo>
                  <a:pt x="104664" y="37682"/>
                  <a:pt x="105410" y="35608"/>
                  <a:pt x="105813" y="33713"/>
                </a:cubicBezTo>
                <a:cubicBezTo>
                  <a:pt x="106216" y="31816"/>
                  <a:pt x="106417" y="30015"/>
                  <a:pt x="106417" y="28309"/>
                </a:cubicBezTo>
                <a:cubicBezTo>
                  <a:pt x="106417" y="26753"/>
                  <a:pt x="106169" y="25279"/>
                  <a:pt x="105671" y="23887"/>
                </a:cubicBezTo>
                <a:cubicBezTo>
                  <a:pt x="105174" y="22495"/>
                  <a:pt x="104439" y="21280"/>
                  <a:pt x="103468" y="20242"/>
                </a:cubicBezTo>
                <a:cubicBezTo>
                  <a:pt x="102496" y="19204"/>
                  <a:pt x="101276" y="18391"/>
                  <a:pt x="99808" y="17801"/>
                </a:cubicBezTo>
                <a:cubicBezTo>
                  <a:pt x="98339" y="17211"/>
                  <a:pt x="96609" y="16915"/>
                  <a:pt x="94619" y="16915"/>
                </a:cubicBezTo>
                <a:cubicBezTo>
                  <a:pt x="91824" y="16915"/>
                  <a:pt x="89348" y="17271"/>
                  <a:pt x="87192" y="17981"/>
                </a:cubicBezTo>
                <a:cubicBezTo>
                  <a:pt x="85036" y="18692"/>
                  <a:pt x="83141" y="19486"/>
                  <a:pt x="81507" y="20362"/>
                </a:cubicBezTo>
                <a:cubicBezTo>
                  <a:pt x="79872" y="21239"/>
                  <a:pt x="78510" y="22044"/>
                  <a:pt x="77420" y="22779"/>
                </a:cubicBezTo>
                <a:cubicBezTo>
                  <a:pt x="76330" y="23513"/>
                  <a:pt x="75477" y="23880"/>
                  <a:pt x="74861" y="23880"/>
                </a:cubicBezTo>
                <a:cubicBezTo>
                  <a:pt x="74435" y="23880"/>
                  <a:pt x="74068" y="23737"/>
                  <a:pt x="73760" y="23452"/>
                </a:cubicBezTo>
                <a:cubicBezTo>
                  <a:pt x="73452" y="23166"/>
                  <a:pt x="73203" y="22691"/>
                  <a:pt x="73013" y="22026"/>
                </a:cubicBezTo>
                <a:cubicBezTo>
                  <a:pt x="72824" y="21359"/>
                  <a:pt x="72670" y="20467"/>
                  <a:pt x="72551" y="19349"/>
                </a:cubicBezTo>
                <a:cubicBezTo>
                  <a:pt x="72433" y="18230"/>
                  <a:pt x="72374" y="16862"/>
                  <a:pt x="72374" y="15245"/>
                </a:cubicBezTo>
                <a:cubicBezTo>
                  <a:pt x="72374" y="14151"/>
                  <a:pt x="72409" y="13235"/>
                  <a:pt x="72480" y="12498"/>
                </a:cubicBezTo>
                <a:cubicBezTo>
                  <a:pt x="72551" y="11760"/>
                  <a:pt x="72658" y="11118"/>
                  <a:pt x="72800" y="10570"/>
                </a:cubicBezTo>
                <a:cubicBezTo>
                  <a:pt x="72942" y="10022"/>
                  <a:pt x="73132" y="9546"/>
                  <a:pt x="73369" y="9142"/>
                </a:cubicBezTo>
                <a:cubicBezTo>
                  <a:pt x="73606" y="8737"/>
                  <a:pt x="74020" y="8250"/>
                  <a:pt x="74612" y="7680"/>
                </a:cubicBezTo>
                <a:cubicBezTo>
                  <a:pt x="75205" y="7109"/>
                  <a:pt x="76295" y="6385"/>
                  <a:pt x="77882" y="5508"/>
                </a:cubicBezTo>
                <a:cubicBezTo>
                  <a:pt x="79469" y="4632"/>
                  <a:pt x="81424" y="3779"/>
                  <a:pt x="83745" y="2950"/>
                </a:cubicBezTo>
                <a:cubicBezTo>
                  <a:pt x="86067" y="2120"/>
                  <a:pt x="88626" y="1421"/>
                  <a:pt x="91421" y="853"/>
                </a:cubicBezTo>
                <a:cubicBezTo>
                  <a:pt x="94217" y="284"/>
                  <a:pt x="97131" y="0"/>
                  <a:pt x="100163" y="0"/>
                </a:cubicBezTo>
                <a:cubicBezTo>
                  <a:pt x="104948" y="0"/>
                  <a:pt x="109130" y="605"/>
                  <a:pt x="112707" y="1815"/>
                </a:cubicBezTo>
                <a:cubicBezTo>
                  <a:pt x="116285" y="3023"/>
                  <a:pt x="119258" y="4706"/>
                  <a:pt x="121627" y="6863"/>
                </a:cubicBezTo>
                <a:cubicBezTo>
                  <a:pt x="123996" y="9020"/>
                  <a:pt x="125761" y="11581"/>
                  <a:pt x="126922" y="14545"/>
                </a:cubicBezTo>
                <a:cubicBezTo>
                  <a:pt x="128082" y="17508"/>
                  <a:pt x="128663" y="20697"/>
                  <a:pt x="128663" y="24111"/>
                </a:cubicBezTo>
                <a:cubicBezTo>
                  <a:pt x="128663" y="27096"/>
                  <a:pt x="128379" y="30034"/>
                  <a:pt x="127810" y="32924"/>
                </a:cubicBezTo>
                <a:cubicBezTo>
                  <a:pt x="127241" y="35813"/>
                  <a:pt x="126057" y="38928"/>
                  <a:pt x="124256" y="42268"/>
                </a:cubicBezTo>
                <a:cubicBezTo>
                  <a:pt x="122456" y="45608"/>
                  <a:pt x="119921" y="49304"/>
                  <a:pt x="116652" y="53355"/>
                </a:cubicBezTo>
                <a:cubicBezTo>
                  <a:pt x="113382" y="57405"/>
                  <a:pt x="109047" y="62107"/>
                  <a:pt x="103645" y="67461"/>
                </a:cubicBezTo>
                <a:lnTo>
                  <a:pt x="92914" y="78464"/>
                </a:lnTo>
                <a:lnTo>
                  <a:pt x="129160" y="78464"/>
                </a:lnTo>
                <a:cubicBezTo>
                  <a:pt x="129634" y="78464"/>
                  <a:pt x="130073" y="78607"/>
                  <a:pt x="130475" y="78892"/>
                </a:cubicBezTo>
                <a:cubicBezTo>
                  <a:pt x="130878" y="79178"/>
                  <a:pt x="131222" y="79619"/>
                  <a:pt x="131506" y="80214"/>
                </a:cubicBezTo>
                <a:cubicBezTo>
                  <a:pt x="131790" y="80809"/>
                  <a:pt x="132003" y="81595"/>
                  <a:pt x="132145" y="82570"/>
                </a:cubicBezTo>
                <a:cubicBezTo>
                  <a:pt x="132288" y="83546"/>
                  <a:pt x="132359" y="84700"/>
                  <a:pt x="132359" y="860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d_port=">
            <a:extLst xmlns:a="http://schemas.openxmlformats.org/drawingml/2006/main">
              <a:ext uri="{FF2B5EF4-FFF2-40B4-BE49-F238E27FC236}">
                <a16:creationId xmlns:a16="http://schemas.microsoft.com/office/drawing/2014/main" id="{3D3B5898-D6BE-4C81-8308-E05B42F9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517" y="1859149"/>
            <a:ext cx="454384" cy="132479"/>
          </a:xfrm>
          <a:custGeom xmlns:a="http://schemas.openxmlformats.org/drawingml/2006/main">
            <a:pathLst>
              <a:path w="454384" h="132479">
                <a:moveTo>
                  <a:pt x="454384" y="38237"/>
                </a:moveTo>
                <a:lnTo>
                  <a:pt x="377697" y="38237"/>
                </a:lnTo>
                <a:lnTo>
                  <a:pt x="377697" y="44136"/>
                </a:lnTo>
                <a:lnTo>
                  <a:pt x="454384" y="44136"/>
                </a:lnTo>
                <a:lnTo>
                  <a:pt x="454384" y="38237"/>
                </a:lnTo>
                <a:close/>
                <a:moveTo>
                  <a:pt x="68300" y="95024"/>
                </a:moveTo>
                <a:lnTo>
                  <a:pt x="67519" y="92536"/>
                </a:lnTo>
                <a:lnTo>
                  <a:pt x="67254" y="92635"/>
                </a:lnTo>
                <a:lnTo>
                  <a:pt x="66994" y="92729"/>
                </a:lnTo>
                <a:lnTo>
                  <a:pt x="66739" y="92819"/>
                </a:lnTo>
                <a:lnTo>
                  <a:pt x="66488" y="92905"/>
                </a:lnTo>
                <a:lnTo>
                  <a:pt x="66242" y="92987"/>
                </a:lnTo>
                <a:lnTo>
                  <a:pt x="65999" y="93065"/>
                </a:lnTo>
                <a:lnTo>
                  <a:pt x="65762" y="93138"/>
                </a:lnTo>
                <a:lnTo>
                  <a:pt x="65529" y="93207"/>
                </a:lnTo>
                <a:lnTo>
                  <a:pt x="65300" y="93272"/>
                </a:lnTo>
                <a:lnTo>
                  <a:pt x="65076" y="93333"/>
                </a:lnTo>
                <a:lnTo>
                  <a:pt x="64856" y="93390"/>
                </a:lnTo>
                <a:lnTo>
                  <a:pt x="64640" y="93442"/>
                </a:lnTo>
                <a:lnTo>
                  <a:pt x="64429" y="93490"/>
                </a:lnTo>
                <a:lnTo>
                  <a:pt x="64223" y="93534"/>
                </a:lnTo>
                <a:lnTo>
                  <a:pt x="64021" y="93574"/>
                </a:lnTo>
                <a:lnTo>
                  <a:pt x="63823" y="93610"/>
                </a:lnTo>
                <a:lnTo>
                  <a:pt x="63630" y="93641"/>
                </a:lnTo>
                <a:lnTo>
                  <a:pt x="63441" y="93669"/>
                </a:lnTo>
                <a:lnTo>
                  <a:pt x="63256" y="93692"/>
                </a:lnTo>
                <a:lnTo>
                  <a:pt x="63077" y="93711"/>
                </a:lnTo>
                <a:lnTo>
                  <a:pt x="62901" y="93725"/>
                </a:lnTo>
                <a:lnTo>
                  <a:pt x="62730" y="93736"/>
                </a:lnTo>
                <a:lnTo>
                  <a:pt x="62564" y="93742"/>
                </a:lnTo>
                <a:lnTo>
                  <a:pt x="62401" y="93744"/>
                </a:lnTo>
                <a:lnTo>
                  <a:pt x="62272" y="93743"/>
                </a:lnTo>
                <a:lnTo>
                  <a:pt x="62144" y="93737"/>
                </a:lnTo>
                <a:lnTo>
                  <a:pt x="62017" y="93729"/>
                </a:lnTo>
                <a:lnTo>
                  <a:pt x="61891" y="93717"/>
                </a:lnTo>
                <a:lnTo>
                  <a:pt x="61767" y="93701"/>
                </a:lnTo>
                <a:lnTo>
                  <a:pt x="61644" y="93682"/>
                </a:lnTo>
                <a:lnTo>
                  <a:pt x="61523" y="93660"/>
                </a:lnTo>
                <a:lnTo>
                  <a:pt x="61402" y="93634"/>
                </a:lnTo>
                <a:lnTo>
                  <a:pt x="61284" y="93604"/>
                </a:lnTo>
                <a:lnTo>
                  <a:pt x="61166" y="93572"/>
                </a:lnTo>
                <a:lnTo>
                  <a:pt x="61050" y="93535"/>
                </a:lnTo>
                <a:lnTo>
                  <a:pt x="60936" y="93496"/>
                </a:lnTo>
                <a:lnTo>
                  <a:pt x="60822" y="93452"/>
                </a:lnTo>
                <a:lnTo>
                  <a:pt x="60710" y="93406"/>
                </a:lnTo>
                <a:lnTo>
                  <a:pt x="60600" y="93356"/>
                </a:lnTo>
                <a:lnTo>
                  <a:pt x="60490" y="93302"/>
                </a:lnTo>
                <a:lnTo>
                  <a:pt x="60382" y="93245"/>
                </a:lnTo>
                <a:lnTo>
                  <a:pt x="60276" y="93185"/>
                </a:lnTo>
                <a:lnTo>
                  <a:pt x="60171" y="93121"/>
                </a:lnTo>
                <a:lnTo>
                  <a:pt x="60067" y="93053"/>
                </a:lnTo>
                <a:lnTo>
                  <a:pt x="59964" y="92982"/>
                </a:lnTo>
                <a:lnTo>
                  <a:pt x="59863" y="92908"/>
                </a:lnTo>
                <a:lnTo>
                  <a:pt x="59764" y="92830"/>
                </a:lnTo>
                <a:lnTo>
                  <a:pt x="59665" y="92749"/>
                </a:lnTo>
                <a:lnTo>
                  <a:pt x="59569" y="92664"/>
                </a:lnTo>
                <a:lnTo>
                  <a:pt x="59474" y="92573"/>
                </a:lnTo>
                <a:lnTo>
                  <a:pt x="59382" y="92477"/>
                </a:lnTo>
                <a:lnTo>
                  <a:pt x="59292" y="92375"/>
                </a:lnTo>
                <a:lnTo>
                  <a:pt x="59204" y="92268"/>
                </a:lnTo>
                <a:lnTo>
                  <a:pt x="59119" y="92156"/>
                </a:lnTo>
                <a:lnTo>
                  <a:pt x="59035" y="92039"/>
                </a:lnTo>
                <a:lnTo>
                  <a:pt x="58954" y="91916"/>
                </a:lnTo>
                <a:lnTo>
                  <a:pt x="58876" y="91788"/>
                </a:lnTo>
                <a:lnTo>
                  <a:pt x="58799" y="91655"/>
                </a:lnTo>
                <a:lnTo>
                  <a:pt x="58725" y="91516"/>
                </a:lnTo>
                <a:lnTo>
                  <a:pt x="58652" y="91372"/>
                </a:lnTo>
                <a:lnTo>
                  <a:pt x="58582" y="91223"/>
                </a:lnTo>
                <a:lnTo>
                  <a:pt x="58515" y="91068"/>
                </a:lnTo>
                <a:lnTo>
                  <a:pt x="58449" y="90909"/>
                </a:lnTo>
                <a:lnTo>
                  <a:pt x="58386" y="90743"/>
                </a:lnTo>
                <a:lnTo>
                  <a:pt x="58325" y="90573"/>
                </a:lnTo>
                <a:lnTo>
                  <a:pt x="58266" y="90397"/>
                </a:lnTo>
                <a:lnTo>
                  <a:pt x="58209" y="90216"/>
                </a:lnTo>
                <a:lnTo>
                  <a:pt x="58155" y="90030"/>
                </a:lnTo>
                <a:lnTo>
                  <a:pt x="58103" y="89838"/>
                </a:lnTo>
                <a:lnTo>
                  <a:pt x="58053" y="89641"/>
                </a:lnTo>
                <a:lnTo>
                  <a:pt x="58005" y="89439"/>
                </a:lnTo>
                <a:lnTo>
                  <a:pt x="57959" y="89231"/>
                </a:lnTo>
                <a:lnTo>
                  <a:pt x="57916" y="89005"/>
                </a:lnTo>
                <a:lnTo>
                  <a:pt x="57874" y="88749"/>
                </a:lnTo>
                <a:lnTo>
                  <a:pt x="57834" y="88461"/>
                </a:lnTo>
                <a:lnTo>
                  <a:pt x="57797" y="88142"/>
                </a:lnTo>
                <a:lnTo>
                  <a:pt x="57760" y="87793"/>
                </a:lnTo>
                <a:lnTo>
                  <a:pt x="57726" y="87412"/>
                </a:lnTo>
                <a:lnTo>
                  <a:pt x="57694" y="87001"/>
                </a:lnTo>
                <a:lnTo>
                  <a:pt x="57663" y="86558"/>
                </a:lnTo>
                <a:lnTo>
                  <a:pt x="57635" y="86085"/>
                </a:lnTo>
                <a:lnTo>
                  <a:pt x="57608" y="85580"/>
                </a:lnTo>
                <a:lnTo>
                  <a:pt x="57583" y="85045"/>
                </a:lnTo>
                <a:lnTo>
                  <a:pt x="57560" y="84478"/>
                </a:lnTo>
                <a:lnTo>
                  <a:pt x="57538" y="83881"/>
                </a:lnTo>
                <a:lnTo>
                  <a:pt x="57519" y="83252"/>
                </a:lnTo>
                <a:lnTo>
                  <a:pt x="57501" y="82593"/>
                </a:lnTo>
                <a:lnTo>
                  <a:pt x="57486" y="81903"/>
                </a:lnTo>
                <a:lnTo>
                  <a:pt x="57472" y="81182"/>
                </a:lnTo>
                <a:lnTo>
                  <a:pt x="57460" y="80429"/>
                </a:lnTo>
                <a:lnTo>
                  <a:pt x="57449" y="79646"/>
                </a:lnTo>
                <a:lnTo>
                  <a:pt x="57441" y="78832"/>
                </a:lnTo>
                <a:lnTo>
                  <a:pt x="57435" y="77987"/>
                </a:lnTo>
                <a:lnTo>
                  <a:pt x="57430" y="77111"/>
                </a:lnTo>
                <a:lnTo>
                  <a:pt x="57427" y="76204"/>
                </a:lnTo>
                <a:lnTo>
                  <a:pt x="57426" y="75265"/>
                </a:lnTo>
                <a:lnTo>
                  <a:pt x="57426" y="0"/>
                </a:lnTo>
                <a:lnTo>
                  <a:pt x="54228" y="0"/>
                </a:lnTo>
                <a:lnTo>
                  <a:pt x="34825" y="7993"/>
                </a:lnTo>
                <a:lnTo>
                  <a:pt x="35749" y="10492"/>
                </a:lnTo>
                <a:lnTo>
                  <a:pt x="36002" y="10399"/>
                </a:lnTo>
                <a:lnTo>
                  <a:pt x="36250" y="10310"/>
                </a:lnTo>
                <a:lnTo>
                  <a:pt x="36494" y="10224"/>
                </a:lnTo>
                <a:lnTo>
                  <a:pt x="36734" y="10143"/>
                </a:lnTo>
                <a:lnTo>
                  <a:pt x="36970" y="10066"/>
                </a:lnTo>
                <a:lnTo>
                  <a:pt x="37202" y="9993"/>
                </a:lnTo>
                <a:lnTo>
                  <a:pt x="37429" y="9923"/>
                </a:lnTo>
                <a:lnTo>
                  <a:pt x="37652" y="9858"/>
                </a:lnTo>
                <a:lnTo>
                  <a:pt x="37872" y="9796"/>
                </a:lnTo>
                <a:lnTo>
                  <a:pt x="38086" y="9739"/>
                </a:lnTo>
                <a:lnTo>
                  <a:pt x="38297" y="9685"/>
                </a:lnTo>
                <a:lnTo>
                  <a:pt x="38503" y="9636"/>
                </a:lnTo>
                <a:lnTo>
                  <a:pt x="38706" y="9590"/>
                </a:lnTo>
                <a:lnTo>
                  <a:pt x="38904" y="9549"/>
                </a:lnTo>
                <a:lnTo>
                  <a:pt x="39097" y="9511"/>
                </a:lnTo>
                <a:lnTo>
                  <a:pt x="39287" y="9477"/>
                </a:lnTo>
                <a:lnTo>
                  <a:pt x="39473" y="9448"/>
                </a:lnTo>
                <a:lnTo>
                  <a:pt x="39654" y="9422"/>
                </a:lnTo>
                <a:lnTo>
                  <a:pt x="39831" y="9400"/>
                </a:lnTo>
                <a:lnTo>
                  <a:pt x="40004" y="9382"/>
                </a:lnTo>
                <a:lnTo>
                  <a:pt x="40172" y="9368"/>
                </a:lnTo>
                <a:lnTo>
                  <a:pt x="40337" y="9358"/>
                </a:lnTo>
                <a:lnTo>
                  <a:pt x="40497" y="9352"/>
                </a:lnTo>
                <a:lnTo>
                  <a:pt x="40653" y="9350"/>
                </a:lnTo>
                <a:lnTo>
                  <a:pt x="40794" y="9352"/>
                </a:lnTo>
                <a:lnTo>
                  <a:pt x="40934" y="9357"/>
                </a:lnTo>
                <a:lnTo>
                  <a:pt x="41071" y="9365"/>
                </a:lnTo>
                <a:lnTo>
                  <a:pt x="41206" y="9376"/>
                </a:lnTo>
                <a:lnTo>
                  <a:pt x="41339" y="9391"/>
                </a:lnTo>
                <a:lnTo>
                  <a:pt x="41471" y="9408"/>
                </a:lnTo>
                <a:lnTo>
                  <a:pt x="41600" y="9429"/>
                </a:lnTo>
                <a:lnTo>
                  <a:pt x="41727" y="9454"/>
                </a:lnTo>
                <a:lnTo>
                  <a:pt x="41853" y="9481"/>
                </a:lnTo>
                <a:lnTo>
                  <a:pt x="41976" y="9512"/>
                </a:lnTo>
                <a:lnTo>
                  <a:pt x="42097" y="9545"/>
                </a:lnTo>
                <a:lnTo>
                  <a:pt x="42217" y="9583"/>
                </a:lnTo>
                <a:lnTo>
                  <a:pt x="42334" y="9623"/>
                </a:lnTo>
                <a:lnTo>
                  <a:pt x="42450" y="9666"/>
                </a:lnTo>
                <a:lnTo>
                  <a:pt x="42563" y="9713"/>
                </a:lnTo>
                <a:lnTo>
                  <a:pt x="42675" y="9763"/>
                </a:lnTo>
                <a:lnTo>
                  <a:pt x="42784" y="9816"/>
                </a:lnTo>
                <a:lnTo>
                  <a:pt x="42892" y="9873"/>
                </a:lnTo>
                <a:lnTo>
                  <a:pt x="42998" y="9932"/>
                </a:lnTo>
                <a:lnTo>
                  <a:pt x="43101" y="9995"/>
                </a:lnTo>
                <a:lnTo>
                  <a:pt x="43203" y="10061"/>
                </a:lnTo>
                <a:lnTo>
                  <a:pt x="43303" y="10131"/>
                </a:lnTo>
                <a:lnTo>
                  <a:pt x="43400" y="10203"/>
                </a:lnTo>
                <a:lnTo>
                  <a:pt x="43496" y="10279"/>
                </a:lnTo>
                <a:lnTo>
                  <a:pt x="43590" y="10359"/>
                </a:lnTo>
                <a:lnTo>
                  <a:pt x="43682" y="10445"/>
                </a:lnTo>
                <a:lnTo>
                  <a:pt x="43771" y="10536"/>
                </a:lnTo>
                <a:lnTo>
                  <a:pt x="43858" y="10633"/>
                </a:lnTo>
                <a:lnTo>
                  <a:pt x="43944" y="10736"/>
                </a:lnTo>
                <a:lnTo>
                  <a:pt x="44027" y="10845"/>
                </a:lnTo>
                <a:lnTo>
                  <a:pt x="44108" y="10959"/>
                </a:lnTo>
                <a:lnTo>
                  <a:pt x="44187" y="11079"/>
                </a:lnTo>
                <a:lnTo>
                  <a:pt x="44264" y="11205"/>
                </a:lnTo>
                <a:lnTo>
                  <a:pt x="44339" y="11336"/>
                </a:lnTo>
                <a:lnTo>
                  <a:pt x="44412" y="11473"/>
                </a:lnTo>
                <a:lnTo>
                  <a:pt x="44482" y="11616"/>
                </a:lnTo>
                <a:lnTo>
                  <a:pt x="44551" y="11764"/>
                </a:lnTo>
                <a:lnTo>
                  <a:pt x="44617" y="11919"/>
                </a:lnTo>
                <a:lnTo>
                  <a:pt x="44682" y="12079"/>
                </a:lnTo>
                <a:lnTo>
                  <a:pt x="44744" y="12244"/>
                </a:lnTo>
                <a:lnTo>
                  <a:pt x="44804" y="12416"/>
                </a:lnTo>
                <a:lnTo>
                  <a:pt x="44862" y="12593"/>
                </a:lnTo>
                <a:lnTo>
                  <a:pt x="44918" y="12775"/>
                </a:lnTo>
                <a:lnTo>
                  <a:pt x="44972" y="12964"/>
                </a:lnTo>
                <a:lnTo>
                  <a:pt x="45024" y="13158"/>
                </a:lnTo>
                <a:lnTo>
                  <a:pt x="45073" y="13358"/>
                </a:lnTo>
                <a:lnTo>
                  <a:pt x="45121" y="13563"/>
                </a:lnTo>
                <a:lnTo>
                  <a:pt x="45166" y="13775"/>
                </a:lnTo>
                <a:lnTo>
                  <a:pt x="45210" y="14004"/>
                </a:lnTo>
                <a:lnTo>
                  <a:pt x="45252" y="14263"/>
                </a:lnTo>
                <a:lnTo>
                  <a:pt x="45291" y="14552"/>
                </a:lnTo>
                <a:lnTo>
                  <a:pt x="45329" y="14871"/>
                </a:lnTo>
                <a:lnTo>
                  <a:pt x="45365" y="15220"/>
                </a:lnTo>
                <a:lnTo>
                  <a:pt x="45400" y="15599"/>
                </a:lnTo>
                <a:lnTo>
                  <a:pt x="45432" y="16008"/>
                </a:lnTo>
                <a:lnTo>
                  <a:pt x="45463" y="16447"/>
                </a:lnTo>
                <a:lnTo>
                  <a:pt x="45491" y="16916"/>
                </a:lnTo>
                <a:lnTo>
                  <a:pt x="45518" y="17415"/>
                </a:lnTo>
                <a:lnTo>
                  <a:pt x="45543" y="17944"/>
                </a:lnTo>
                <a:lnTo>
                  <a:pt x="45566" y="18503"/>
                </a:lnTo>
                <a:lnTo>
                  <a:pt x="45587" y="19092"/>
                </a:lnTo>
                <a:lnTo>
                  <a:pt x="45607" y="19711"/>
                </a:lnTo>
                <a:lnTo>
                  <a:pt x="45624" y="20360"/>
                </a:lnTo>
                <a:lnTo>
                  <a:pt x="45640" y="21039"/>
                </a:lnTo>
                <a:lnTo>
                  <a:pt x="45654" y="21748"/>
                </a:lnTo>
                <a:lnTo>
                  <a:pt x="45666" y="22487"/>
                </a:lnTo>
                <a:lnTo>
                  <a:pt x="45676" y="23255"/>
                </a:lnTo>
                <a:lnTo>
                  <a:pt x="45685" y="24054"/>
                </a:lnTo>
                <a:lnTo>
                  <a:pt x="45691" y="24883"/>
                </a:lnTo>
                <a:lnTo>
                  <a:pt x="45696" y="25742"/>
                </a:lnTo>
                <a:lnTo>
                  <a:pt x="45699" y="26631"/>
                </a:lnTo>
                <a:lnTo>
                  <a:pt x="45699" y="27549"/>
                </a:lnTo>
                <a:lnTo>
                  <a:pt x="45699" y="39587"/>
                </a:lnTo>
                <a:lnTo>
                  <a:pt x="45226" y="39141"/>
                </a:lnTo>
                <a:lnTo>
                  <a:pt x="44743" y="38713"/>
                </a:lnTo>
                <a:lnTo>
                  <a:pt x="44249" y="38305"/>
                </a:lnTo>
                <a:lnTo>
                  <a:pt x="43745" y="37915"/>
                </a:lnTo>
                <a:lnTo>
                  <a:pt x="43230" y="37545"/>
                </a:lnTo>
                <a:lnTo>
                  <a:pt x="42706" y="37193"/>
                </a:lnTo>
                <a:lnTo>
                  <a:pt x="42170" y="36860"/>
                </a:lnTo>
                <a:lnTo>
                  <a:pt x="41625" y="36547"/>
                </a:lnTo>
                <a:lnTo>
                  <a:pt x="41069" y="36252"/>
                </a:lnTo>
                <a:lnTo>
                  <a:pt x="40502" y="35977"/>
                </a:lnTo>
                <a:lnTo>
                  <a:pt x="39926" y="35720"/>
                </a:lnTo>
                <a:lnTo>
                  <a:pt x="39338" y="35483"/>
                </a:lnTo>
                <a:lnTo>
                  <a:pt x="38741" y="35264"/>
                </a:lnTo>
                <a:lnTo>
                  <a:pt x="38133" y="35065"/>
                </a:lnTo>
                <a:lnTo>
                  <a:pt x="37515" y="34884"/>
                </a:lnTo>
                <a:lnTo>
                  <a:pt x="36886" y="34723"/>
                </a:lnTo>
                <a:lnTo>
                  <a:pt x="36248" y="34580"/>
                </a:lnTo>
                <a:lnTo>
                  <a:pt x="35598" y="34457"/>
                </a:lnTo>
                <a:lnTo>
                  <a:pt x="34939" y="34352"/>
                </a:lnTo>
                <a:lnTo>
                  <a:pt x="34269" y="34267"/>
                </a:lnTo>
                <a:lnTo>
                  <a:pt x="33588" y="34200"/>
                </a:lnTo>
                <a:lnTo>
                  <a:pt x="32898" y="34153"/>
                </a:lnTo>
                <a:lnTo>
                  <a:pt x="32196" y="34124"/>
                </a:lnTo>
                <a:lnTo>
                  <a:pt x="31485" y="34115"/>
                </a:lnTo>
                <a:lnTo>
                  <a:pt x="30339" y="34135"/>
                </a:lnTo>
                <a:lnTo>
                  <a:pt x="29210" y="34195"/>
                </a:lnTo>
                <a:lnTo>
                  <a:pt x="28099" y="34296"/>
                </a:lnTo>
                <a:lnTo>
                  <a:pt x="27005" y="34437"/>
                </a:lnTo>
                <a:lnTo>
                  <a:pt x="25929" y="34618"/>
                </a:lnTo>
                <a:lnTo>
                  <a:pt x="24871" y="34839"/>
                </a:lnTo>
                <a:lnTo>
                  <a:pt x="23830" y="35101"/>
                </a:lnTo>
                <a:lnTo>
                  <a:pt x="22806" y="35403"/>
                </a:lnTo>
                <a:lnTo>
                  <a:pt x="21800" y="35745"/>
                </a:lnTo>
                <a:lnTo>
                  <a:pt x="20812" y="36128"/>
                </a:lnTo>
                <a:lnTo>
                  <a:pt x="19841" y="36551"/>
                </a:lnTo>
                <a:lnTo>
                  <a:pt x="18887" y="37014"/>
                </a:lnTo>
                <a:lnTo>
                  <a:pt x="17952" y="37517"/>
                </a:lnTo>
                <a:lnTo>
                  <a:pt x="17033" y="38060"/>
                </a:lnTo>
                <a:lnTo>
                  <a:pt x="16132" y="38644"/>
                </a:lnTo>
                <a:lnTo>
                  <a:pt x="15249" y="39268"/>
                </a:lnTo>
                <a:lnTo>
                  <a:pt x="14383" y="39933"/>
                </a:lnTo>
                <a:lnTo>
                  <a:pt x="13535" y="40637"/>
                </a:lnTo>
                <a:lnTo>
                  <a:pt x="12704" y="41382"/>
                </a:lnTo>
                <a:lnTo>
                  <a:pt x="11891" y="42167"/>
                </a:lnTo>
                <a:lnTo>
                  <a:pt x="11095" y="42993"/>
                </a:lnTo>
                <a:lnTo>
                  <a:pt x="10317" y="43858"/>
                </a:lnTo>
                <a:lnTo>
                  <a:pt x="9556" y="44764"/>
                </a:lnTo>
                <a:lnTo>
                  <a:pt x="8813" y="45711"/>
                </a:lnTo>
                <a:lnTo>
                  <a:pt x="8094" y="46681"/>
                </a:lnTo>
                <a:lnTo>
                  <a:pt x="7405" y="47660"/>
                </a:lnTo>
                <a:lnTo>
                  <a:pt x="6747" y="48647"/>
                </a:lnTo>
                <a:lnTo>
                  <a:pt x="6120" y="49642"/>
                </a:lnTo>
                <a:lnTo>
                  <a:pt x="5523" y="50645"/>
                </a:lnTo>
                <a:lnTo>
                  <a:pt x="4957" y="51657"/>
                </a:lnTo>
                <a:lnTo>
                  <a:pt x="4422" y="52677"/>
                </a:lnTo>
                <a:lnTo>
                  <a:pt x="3917" y="53705"/>
                </a:lnTo>
                <a:lnTo>
                  <a:pt x="3443" y="54742"/>
                </a:lnTo>
                <a:lnTo>
                  <a:pt x="2999" y="55786"/>
                </a:lnTo>
                <a:lnTo>
                  <a:pt x="2586" y="56839"/>
                </a:lnTo>
                <a:lnTo>
                  <a:pt x="2203" y="57901"/>
                </a:lnTo>
                <a:lnTo>
                  <a:pt x="1851" y="58970"/>
                </a:lnTo>
                <a:lnTo>
                  <a:pt x="1530" y="60048"/>
                </a:lnTo>
                <a:lnTo>
                  <a:pt x="1239" y="61134"/>
                </a:lnTo>
                <a:lnTo>
                  <a:pt x="979" y="62228"/>
                </a:lnTo>
                <a:lnTo>
                  <a:pt x="750" y="63330"/>
                </a:lnTo>
                <a:lnTo>
                  <a:pt x="551" y="64441"/>
                </a:lnTo>
                <a:lnTo>
                  <a:pt x="383" y="65560"/>
                </a:lnTo>
                <a:lnTo>
                  <a:pt x="245" y="66687"/>
                </a:lnTo>
                <a:lnTo>
                  <a:pt x="138" y="67823"/>
                </a:lnTo>
                <a:lnTo>
                  <a:pt x="61" y="68967"/>
                </a:lnTo>
                <a:lnTo>
                  <a:pt x="15" y="70119"/>
                </a:lnTo>
                <a:lnTo>
                  <a:pt x="0" y="71279"/>
                </a:lnTo>
                <a:lnTo>
                  <a:pt x="14" y="72435"/>
                </a:lnTo>
                <a:lnTo>
                  <a:pt x="55" y="73573"/>
                </a:lnTo>
                <a:lnTo>
                  <a:pt x="124" y="74693"/>
                </a:lnTo>
                <a:lnTo>
                  <a:pt x="221" y="75796"/>
                </a:lnTo>
                <a:lnTo>
                  <a:pt x="345" y="76881"/>
                </a:lnTo>
                <a:lnTo>
                  <a:pt x="498" y="77949"/>
                </a:lnTo>
                <a:lnTo>
                  <a:pt x="677" y="78999"/>
                </a:lnTo>
                <a:lnTo>
                  <a:pt x="884" y="80032"/>
                </a:lnTo>
                <a:lnTo>
                  <a:pt x="1119" y="81046"/>
                </a:lnTo>
                <a:lnTo>
                  <a:pt x="1382" y="82044"/>
                </a:lnTo>
                <a:lnTo>
                  <a:pt x="1672" y="83023"/>
                </a:lnTo>
                <a:lnTo>
                  <a:pt x="1990" y="83985"/>
                </a:lnTo>
                <a:lnTo>
                  <a:pt x="2336" y="84930"/>
                </a:lnTo>
                <a:lnTo>
                  <a:pt x="2709" y="85856"/>
                </a:lnTo>
                <a:lnTo>
                  <a:pt x="3109" y="86765"/>
                </a:lnTo>
                <a:lnTo>
                  <a:pt x="3538" y="87657"/>
                </a:lnTo>
                <a:lnTo>
                  <a:pt x="3994" y="88531"/>
                </a:lnTo>
                <a:lnTo>
                  <a:pt x="4478" y="89387"/>
                </a:lnTo>
                <a:lnTo>
                  <a:pt x="4989" y="90226"/>
                </a:lnTo>
                <a:lnTo>
                  <a:pt x="5528" y="91047"/>
                </a:lnTo>
                <a:lnTo>
                  <a:pt x="6094" y="91850"/>
                </a:lnTo>
                <a:lnTo>
                  <a:pt x="6689" y="92636"/>
                </a:lnTo>
                <a:lnTo>
                  <a:pt x="7311" y="93405"/>
                </a:lnTo>
                <a:lnTo>
                  <a:pt x="7960" y="94155"/>
                </a:lnTo>
                <a:lnTo>
                  <a:pt x="8628" y="94881"/>
                </a:lnTo>
                <a:lnTo>
                  <a:pt x="9306" y="95577"/>
                </a:lnTo>
                <a:lnTo>
                  <a:pt x="9992" y="96241"/>
                </a:lnTo>
                <a:lnTo>
                  <a:pt x="10688" y="96874"/>
                </a:lnTo>
                <a:lnTo>
                  <a:pt x="11394" y="97477"/>
                </a:lnTo>
                <a:lnTo>
                  <a:pt x="12109" y="98049"/>
                </a:lnTo>
                <a:lnTo>
                  <a:pt x="12833" y="98589"/>
                </a:lnTo>
                <a:lnTo>
                  <a:pt x="13567" y="99099"/>
                </a:lnTo>
                <a:lnTo>
                  <a:pt x="14310" y="99578"/>
                </a:lnTo>
                <a:lnTo>
                  <a:pt x="15062" y="100026"/>
                </a:lnTo>
                <a:lnTo>
                  <a:pt x="15824" y="100444"/>
                </a:lnTo>
                <a:lnTo>
                  <a:pt x="16595" y="100830"/>
                </a:lnTo>
                <a:lnTo>
                  <a:pt x="17376" y="101185"/>
                </a:lnTo>
                <a:lnTo>
                  <a:pt x="18166" y="101510"/>
                </a:lnTo>
                <a:lnTo>
                  <a:pt x="18965" y="101803"/>
                </a:lnTo>
                <a:lnTo>
                  <a:pt x="19774" y="102066"/>
                </a:lnTo>
                <a:lnTo>
                  <a:pt x="20592" y="102298"/>
                </a:lnTo>
                <a:lnTo>
                  <a:pt x="21419" y="102498"/>
                </a:lnTo>
                <a:lnTo>
                  <a:pt x="22256" y="102668"/>
                </a:lnTo>
                <a:lnTo>
                  <a:pt x="23102" y="102808"/>
                </a:lnTo>
                <a:lnTo>
                  <a:pt x="23958" y="102916"/>
                </a:lnTo>
                <a:lnTo>
                  <a:pt x="24823" y="102993"/>
                </a:lnTo>
                <a:lnTo>
                  <a:pt x="25697" y="103039"/>
                </a:lnTo>
                <a:lnTo>
                  <a:pt x="26581" y="103055"/>
                </a:lnTo>
                <a:lnTo>
                  <a:pt x="27018" y="103051"/>
                </a:lnTo>
                <a:lnTo>
                  <a:pt x="27453" y="103040"/>
                </a:lnTo>
                <a:lnTo>
                  <a:pt x="27885" y="103021"/>
                </a:lnTo>
                <a:lnTo>
                  <a:pt x="28314" y="102995"/>
                </a:lnTo>
                <a:lnTo>
                  <a:pt x="28742" y="102961"/>
                </a:lnTo>
                <a:lnTo>
                  <a:pt x="29166" y="102919"/>
                </a:lnTo>
                <a:lnTo>
                  <a:pt x="29589" y="102870"/>
                </a:lnTo>
                <a:lnTo>
                  <a:pt x="30008" y="102814"/>
                </a:lnTo>
                <a:lnTo>
                  <a:pt x="30426" y="102750"/>
                </a:lnTo>
                <a:lnTo>
                  <a:pt x="30840" y="102678"/>
                </a:lnTo>
                <a:lnTo>
                  <a:pt x="31253" y="102599"/>
                </a:lnTo>
                <a:lnTo>
                  <a:pt x="31663" y="102513"/>
                </a:lnTo>
                <a:lnTo>
                  <a:pt x="32070" y="102419"/>
                </a:lnTo>
                <a:lnTo>
                  <a:pt x="32475" y="102317"/>
                </a:lnTo>
                <a:lnTo>
                  <a:pt x="32878" y="102208"/>
                </a:lnTo>
                <a:lnTo>
                  <a:pt x="33278" y="102091"/>
                </a:lnTo>
                <a:lnTo>
                  <a:pt x="33675" y="101967"/>
                </a:lnTo>
                <a:lnTo>
                  <a:pt x="34070" y="101835"/>
                </a:lnTo>
                <a:lnTo>
                  <a:pt x="34463" y="101696"/>
                </a:lnTo>
                <a:lnTo>
                  <a:pt x="34853" y="101549"/>
                </a:lnTo>
                <a:lnTo>
                  <a:pt x="35241" y="101395"/>
                </a:lnTo>
                <a:lnTo>
                  <a:pt x="35626" y="101233"/>
                </a:lnTo>
                <a:lnTo>
                  <a:pt x="36009" y="101064"/>
                </a:lnTo>
                <a:lnTo>
                  <a:pt x="36389" y="100887"/>
                </a:lnTo>
                <a:lnTo>
                  <a:pt x="36768" y="100702"/>
                </a:lnTo>
                <a:lnTo>
                  <a:pt x="37149" y="100506"/>
                </a:lnTo>
                <a:lnTo>
                  <a:pt x="37529" y="100301"/>
                </a:lnTo>
                <a:lnTo>
                  <a:pt x="37911" y="100086"/>
                </a:lnTo>
                <a:lnTo>
                  <a:pt x="38293" y="99862"/>
                </a:lnTo>
                <a:lnTo>
                  <a:pt x="38677" y="99628"/>
                </a:lnTo>
                <a:lnTo>
                  <a:pt x="39060" y="99384"/>
                </a:lnTo>
                <a:lnTo>
                  <a:pt x="39445" y="99130"/>
                </a:lnTo>
                <a:lnTo>
                  <a:pt x="39830" y="98866"/>
                </a:lnTo>
                <a:lnTo>
                  <a:pt x="40217" y="98593"/>
                </a:lnTo>
                <a:lnTo>
                  <a:pt x="40603" y="98310"/>
                </a:lnTo>
                <a:lnTo>
                  <a:pt x="40991" y="98017"/>
                </a:lnTo>
                <a:lnTo>
                  <a:pt x="41379" y="97715"/>
                </a:lnTo>
                <a:lnTo>
                  <a:pt x="41768" y="97403"/>
                </a:lnTo>
                <a:lnTo>
                  <a:pt x="42158" y="97081"/>
                </a:lnTo>
                <a:lnTo>
                  <a:pt x="42549" y="96749"/>
                </a:lnTo>
                <a:lnTo>
                  <a:pt x="42940" y="96408"/>
                </a:lnTo>
                <a:lnTo>
                  <a:pt x="43332" y="96056"/>
                </a:lnTo>
                <a:lnTo>
                  <a:pt x="43725" y="95695"/>
                </a:lnTo>
                <a:lnTo>
                  <a:pt x="44118" y="95325"/>
                </a:lnTo>
                <a:lnTo>
                  <a:pt x="44512" y="94944"/>
                </a:lnTo>
                <a:lnTo>
                  <a:pt x="44907" y="94554"/>
                </a:lnTo>
                <a:lnTo>
                  <a:pt x="45303" y="94154"/>
                </a:lnTo>
                <a:lnTo>
                  <a:pt x="45699" y="93744"/>
                </a:lnTo>
                <a:lnTo>
                  <a:pt x="45699" y="103055"/>
                </a:lnTo>
                <a:lnTo>
                  <a:pt x="48969" y="103055"/>
                </a:lnTo>
                <a:lnTo>
                  <a:pt x="68300" y="95024"/>
                </a:lnTo>
                <a:close/>
                <a:moveTo>
                  <a:pt x="44182" y="90297"/>
                </a:moveTo>
                <a:lnTo>
                  <a:pt x="43674" y="90756"/>
                </a:lnTo>
                <a:lnTo>
                  <a:pt x="43164" y="91193"/>
                </a:lnTo>
                <a:lnTo>
                  <a:pt x="42652" y="91608"/>
                </a:lnTo>
                <a:lnTo>
                  <a:pt x="42139" y="92000"/>
                </a:lnTo>
                <a:lnTo>
                  <a:pt x="41625" y="92369"/>
                </a:lnTo>
                <a:lnTo>
                  <a:pt x="41109" y="92716"/>
                </a:lnTo>
                <a:lnTo>
                  <a:pt x="40591" y="93041"/>
                </a:lnTo>
                <a:lnTo>
                  <a:pt x="40072" y="93344"/>
                </a:lnTo>
                <a:lnTo>
                  <a:pt x="39552" y="93624"/>
                </a:lnTo>
                <a:lnTo>
                  <a:pt x="39030" y="93881"/>
                </a:lnTo>
                <a:lnTo>
                  <a:pt x="38506" y="94117"/>
                </a:lnTo>
                <a:lnTo>
                  <a:pt x="37981" y="94329"/>
                </a:lnTo>
                <a:lnTo>
                  <a:pt x="37455" y="94520"/>
                </a:lnTo>
                <a:lnTo>
                  <a:pt x="36927" y="94688"/>
                </a:lnTo>
                <a:lnTo>
                  <a:pt x="36398" y="94834"/>
                </a:lnTo>
                <a:lnTo>
                  <a:pt x="35867" y="94957"/>
                </a:lnTo>
                <a:lnTo>
                  <a:pt x="35335" y="95058"/>
                </a:lnTo>
                <a:lnTo>
                  <a:pt x="34801" y="95136"/>
                </a:lnTo>
                <a:lnTo>
                  <a:pt x="34266" y="95192"/>
                </a:lnTo>
                <a:lnTo>
                  <a:pt x="33729" y="95226"/>
                </a:lnTo>
                <a:lnTo>
                  <a:pt x="33191" y="95237"/>
                </a:lnTo>
                <a:lnTo>
                  <a:pt x="32554" y="95224"/>
                </a:lnTo>
                <a:lnTo>
                  <a:pt x="31921" y="95184"/>
                </a:lnTo>
                <a:lnTo>
                  <a:pt x="31294" y="95118"/>
                </a:lnTo>
                <a:lnTo>
                  <a:pt x="30672" y="95025"/>
                </a:lnTo>
                <a:lnTo>
                  <a:pt x="30054" y="94906"/>
                </a:lnTo>
                <a:lnTo>
                  <a:pt x="29442" y="94761"/>
                </a:lnTo>
                <a:lnTo>
                  <a:pt x="28834" y="94589"/>
                </a:lnTo>
                <a:lnTo>
                  <a:pt x="28231" y="94390"/>
                </a:lnTo>
                <a:lnTo>
                  <a:pt x="27634" y="94165"/>
                </a:lnTo>
                <a:lnTo>
                  <a:pt x="27041" y="93914"/>
                </a:lnTo>
                <a:lnTo>
                  <a:pt x="26453" y="93636"/>
                </a:lnTo>
                <a:lnTo>
                  <a:pt x="25870" y="93332"/>
                </a:lnTo>
                <a:lnTo>
                  <a:pt x="25292" y="93001"/>
                </a:lnTo>
                <a:lnTo>
                  <a:pt x="24719" y="92644"/>
                </a:lnTo>
                <a:lnTo>
                  <a:pt x="24151" y="92260"/>
                </a:lnTo>
                <a:lnTo>
                  <a:pt x="23588" y="91850"/>
                </a:lnTo>
                <a:lnTo>
                  <a:pt x="23030" y="91413"/>
                </a:lnTo>
                <a:lnTo>
                  <a:pt x="22477" y="90950"/>
                </a:lnTo>
                <a:lnTo>
                  <a:pt x="21928" y="90461"/>
                </a:lnTo>
                <a:lnTo>
                  <a:pt x="21385" y="89945"/>
                </a:lnTo>
                <a:lnTo>
                  <a:pt x="20846" y="89403"/>
                </a:lnTo>
                <a:lnTo>
                  <a:pt x="20313" y="88834"/>
                </a:lnTo>
                <a:lnTo>
                  <a:pt x="19784" y="88238"/>
                </a:lnTo>
                <a:lnTo>
                  <a:pt x="19261" y="87617"/>
                </a:lnTo>
                <a:lnTo>
                  <a:pt x="18750" y="86970"/>
                </a:lnTo>
                <a:lnTo>
                  <a:pt x="18262" y="86300"/>
                </a:lnTo>
                <a:lnTo>
                  <a:pt x="17795" y="85606"/>
                </a:lnTo>
                <a:lnTo>
                  <a:pt x="17350" y="84890"/>
                </a:lnTo>
                <a:lnTo>
                  <a:pt x="16926" y="84150"/>
                </a:lnTo>
                <a:lnTo>
                  <a:pt x="16524" y="83387"/>
                </a:lnTo>
                <a:lnTo>
                  <a:pt x="16144" y="82600"/>
                </a:lnTo>
                <a:lnTo>
                  <a:pt x="15786" y="81791"/>
                </a:lnTo>
                <a:lnTo>
                  <a:pt x="15449" y="80958"/>
                </a:lnTo>
                <a:lnTo>
                  <a:pt x="15134" y="80101"/>
                </a:lnTo>
                <a:lnTo>
                  <a:pt x="14841" y="79222"/>
                </a:lnTo>
                <a:lnTo>
                  <a:pt x="14570" y="78319"/>
                </a:lnTo>
                <a:lnTo>
                  <a:pt x="14320" y="77393"/>
                </a:lnTo>
                <a:lnTo>
                  <a:pt x="14092" y="76444"/>
                </a:lnTo>
                <a:lnTo>
                  <a:pt x="13886" y="75472"/>
                </a:lnTo>
                <a:lnTo>
                  <a:pt x="13701" y="74476"/>
                </a:lnTo>
                <a:lnTo>
                  <a:pt x="13538" y="73457"/>
                </a:lnTo>
                <a:lnTo>
                  <a:pt x="13397" y="72415"/>
                </a:lnTo>
                <a:lnTo>
                  <a:pt x="13278" y="71349"/>
                </a:lnTo>
                <a:lnTo>
                  <a:pt x="13180" y="70261"/>
                </a:lnTo>
                <a:lnTo>
                  <a:pt x="13104" y="69149"/>
                </a:lnTo>
                <a:lnTo>
                  <a:pt x="13050" y="68013"/>
                </a:lnTo>
                <a:lnTo>
                  <a:pt x="13017" y="66855"/>
                </a:lnTo>
                <a:lnTo>
                  <a:pt x="13006" y="65673"/>
                </a:lnTo>
                <a:lnTo>
                  <a:pt x="13017" y="64503"/>
                </a:lnTo>
                <a:lnTo>
                  <a:pt x="13051" y="63357"/>
                </a:lnTo>
                <a:lnTo>
                  <a:pt x="13107" y="62235"/>
                </a:lnTo>
                <a:lnTo>
                  <a:pt x="13186" y="61136"/>
                </a:lnTo>
                <a:lnTo>
                  <a:pt x="13287" y="60061"/>
                </a:lnTo>
                <a:lnTo>
                  <a:pt x="13410" y="59009"/>
                </a:lnTo>
                <a:lnTo>
                  <a:pt x="13556" y="57981"/>
                </a:lnTo>
                <a:lnTo>
                  <a:pt x="13725" y="56977"/>
                </a:lnTo>
                <a:lnTo>
                  <a:pt x="13916" y="55996"/>
                </a:lnTo>
                <a:lnTo>
                  <a:pt x="14129" y="55039"/>
                </a:lnTo>
                <a:lnTo>
                  <a:pt x="14365" y="54106"/>
                </a:lnTo>
                <a:lnTo>
                  <a:pt x="14623" y="53196"/>
                </a:lnTo>
                <a:lnTo>
                  <a:pt x="14904" y="52310"/>
                </a:lnTo>
                <a:lnTo>
                  <a:pt x="15207" y="51447"/>
                </a:lnTo>
                <a:lnTo>
                  <a:pt x="15533" y="50608"/>
                </a:lnTo>
                <a:lnTo>
                  <a:pt x="15881" y="49793"/>
                </a:lnTo>
                <a:lnTo>
                  <a:pt x="16251" y="49002"/>
                </a:lnTo>
                <a:lnTo>
                  <a:pt x="16644" y="48234"/>
                </a:lnTo>
                <a:lnTo>
                  <a:pt x="17060" y="47489"/>
                </a:lnTo>
                <a:lnTo>
                  <a:pt x="17498" y="46769"/>
                </a:lnTo>
                <a:lnTo>
                  <a:pt x="17958" y="46072"/>
                </a:lnTo>
                <a:lnTo>
                  <a:pt x="18441" y="45398"/>
                </a:lnTo>
                <a:lnTo>
                  <a:pt x="18946" y="44749"/>
                </a:lnTo>
                <a:lnTo>
                  <a:pt x="19474" y="44123"/>
                </a:lnTo>
                <a:lnTo>
                  <a:pt x="19885" y="43665"/>
                </a:lnTo>
                <a:lnTo>
                  <a:pt x="20300" y="43228"/>
                </a:lnTo>
                <a:lnTo>
                  <a:pt x="20721" y="42810"/>
                </a:lnTo>
                <a:lnTo>
                  <a:pt x="21146" y="42411"/>
                </a:lnTo>
                <a:lnTo>
                  <a:pt x="21576" y="42032"/>
                </a:lnTo>
                <a:lnTo>
                  <a:pt x="22010" y="41672"/>
                </a:lnTo>
                <a:lnTo>
                  <a:pt x="22449" y="41332"/>
                </a:lnTo>
                <a:lnTo>
                  <a:pt x="22893" y="41011"/>
                </a:lnTo>
                <a:lnTo>
                  <a:pt x="23342" y="40709"/>
                </a:lnTo>
                <a:lnTo>
                  <a:pt x="23795" y="40427"/>
                </a:lnTo>
                <a:lnTo>
                  <a:pt x="24253" y="40165"/>
                </a:lnTo>
                <a:lnTo>
                  <a:pt x="24715" y="39921"/>
                </a:lnTo>
                <a:lnTo>
                  <a:pt x="25183" y="39698"/>
                </a:lnTo>
                <a:lnTo>
                  <a:pt x="25655" y="39494"/>
                </a:lnTo>
                <a:lnTo>
                  <a:pt x="26131" y="39309"/>
                </a:lnTo>
                <a:lnTo>
                  <a:pt x="26613" y="39144"/>
                </a:lnTo>
                <a:lnTo>
                  <a:pt x="27099" y="38998"/>
                </a:lnTo>
                <a:lnTo>
                  <a:pt x="27589" y="38871"/>
                </a:lnTo>
                <a:lnTo>
                  <a:pt x="28085" y="38764"/>
                </a:lnTo>
                <a:lnTo>
                  <a:pt x="28585" y="38677"/>
                </a:lnTo>
                <a:lnTo>
                  <a:pt x="29090" y="38609"/>
                </a:lnTo>
                <a:lnTo>
                  <a:pt x="29599" y="38560"/>
                </a:lnTo>
                <a:lnTo>
                  <a:pt x="30113" y="38531"/>
                </a:lnTo>
                <a:lnTo>
                  <a:pt x="30632" y="38521"/>
                </a:lnTo>
                <a:lnTo>
                  <a:pt x="30911" y="38525"/>
                </a:lnTo>
                <a:lnTo>
                  <a:pt x="31190" y="38535"/>
                </a:lnTo>
                <a:lnTo>
                  <a:pt x="31470" y="38553"/>
                </a:lnTo>
                <a:lnTo>
                  <a:pt x="31751" y="38577"/>
                </a:lnTo>
                <a:lnTo>
                  <a:pt x="32032" y="38609"/>
                </a:lnTo>
                <a:lnTo>
                  <a:pt x="32313" y="38647"/>
                </a:lnTo>
                <a:lnTo>
                  <a:pt x="32596" y="38693"/>
                </a:lnTo>
                <a:lnTo>
                  <a:pt x="32879" y="38746"/>
                </a:lnTo>
                <a:lnTo>
                  <a:pt x="33162" y="38805"/>
                </a:lnTo>
                <a:lnTo>
                  <a:pt x="33447" y="38872"/>
                </a:lnTo>
                <a:lnTo>
                  <a:pt x="33731" y="38946"/>
                </a:lnTo>
                <a:lnTo>
                  <a:pt x="34017" y="39026"/>
                </a:lnTo>
                <a:lnTo>
                  <a:pt x="34303" y="39114"/>
                </a:lnTo>
                <a:lnTo>
                  <a:pt x="34590" y="39209"/>
                </a:lnTo>
                <a:lnTo>
                  <a:pt x="34877" y="39311"/>
                </a:lnTo>
                <a:lnTo>
                  <a:pt x="35165" y="39419"/>
                </a:lnTo>
                <a:lnTo>
                  <a:pt x="35454" y="39535"/>
                </a:lnTo>
                <a:lnTo>
                  <a:pt x="35743" y="39658"/>
                </a:lnTo>
                <a:lnTo>
                  <a:pt x="36032" y="39788"/>
                </a:lnTo>
                <a:lnTo>
                  <a:pt x="36323" y="39925"/>
                </a:lnTo>
                <a:lnTo>
                  <a:pt x="36614" y="40069"/>
                </a:lnTo>
                <a:lnTo>
                  <a:pt x="36905" y="40219"/>
                </a:lnTo>
                <a:lnTo>
                  <a:pt x="37198" y="40377"/>
                </a:lnTo>
                <a:lnTo>
                  <a:pt x="37491" y="40542"/>
                </a:lnTo>
                <a:lnTo>
                  <a:pt x="37781" y="40714"/>
                </a:lnTo>
                <a:lnTo>
                  <a:pt x="38067" y="40892"/>
                </a:lnTo>
                <a:lnTo>
                  <a:pt x="38348" y="41077"/>
                </a:lnTo>
                <a:lnTo>
                  <a:pt x="38625" y="41269"/>
                </a:lnTo>
                <a:lnTo>
                  <a:pt x="38896" y="41468"/>
                </a:lnTo>
                <a:lnTo>
                  <a:pt x="39163" y="41674"/>
                </a:lnTo>
                <a:lnTo>
                  <a:pt x="39425" y="41886"/>
                </a:lnTo>
                <a:lnTo>
                  <a:pt x="39682" y="42105"/>
                </a:lnTo>
                <a:lnTo>
                  <a:pt x="39934" y="42331"/>
                </a:lnTo>
                <a:lnTo>
                  <a:pt x="40182" y="42564"/>
                </a:lnTo>
                <a:lnTo>
                  <a:pt x="40424" y="42803"/>
                </a:lnTo>
                <a:lnTo>
                  <a:pt x="40662" y="43049"/>
                </a:lnTo>
                <a:lnTo>
                  <a:pt x="40895" y="43302"/>
                </a:lnTo>
                <a:lnTo>
                  <a:pt x="41123" y="43562"/>
                </a:lnTo>
                <a:lnTo>
                  <a:pt x="41347" y="43828"/>
                </a:lnTo>
                <a:lnTo>
                  <a:pt x="41565" y="44102"/>
                </a:lnTo>
                <a:lnTo>
                  <a:pt x="41779" y="44382"/>
                </a:lnTo>
                <a:lnTo>
                  <a:pt x="41988" y="44669"/>
                </a:lnTo>
                <a:lnTo>
                  <a:pt x="42192" y="44962"/>
                </a:lnTo>
                <a:lnTo>
                  <a:pt x="42392" y="45263"/>
                </a:lnTo>
                <a:lnTo>
                  <a:pt x="42586" y="45570"/>
                </a:lnTo>
                <a:lnTo>
                  <a:pt x="42776" y="45884"/>
                </a:lnTo>
                <a:lnTo>
                  <a:pt x="42961" y="46205"/>
                </a:lnTo>
                <a:lnTo>
                  <a:pt x="43141" y="46532"/>
                </a:lnTo>
                <a:lnTo>
                  <a:pt x="43316" y="46865"/>
                </a:lnTo>
                <a:lnTo>
                  <a:pt x="43484" y="47200"/>
                </a:lnTo>
                <a:lnTo>
                  <a:pt x="43647" y="47538"/>
                </a:lnTo>
                <a:lnTo>
                  <a:pt x="43804" y="47879"/>
                </a:lnTo>
                <a:lnTo>
                  <a:pt x="43955" y="48223"/>
                </a:lnTo>
                <a:lnTo>
                  <a:pt x="44100" y="48570"/>
                </a:lnTo>
                <a:lnTo>
                  <a:pt x="44239" y="48920"/>
                </a:lnTo>
                <a:lnTo>
                  <a:pt x="44373" y="49273"/>
                </a:lnTo>
                <a:lnTo>
                  <a:pt x="44500" y="49629"/>
                </a:lnTo>
                <a:lnTo>
                  <a:pt x="44622" y="49988"/>
                </a:lnTo>
                <a:lnTo>
                  <a:pt x="44737" y="50350"/>
                </a:lnTo>
                <a:lnTo>
                  <a:pt x="44847" y="50714"/>
                </a:lnTo>
                <a:lnTo>
                  <a:pt x="44950" y="51082"/>
                </a:lnTo>
                <a:lnTo>
                  <a:pt x="45048" y="51453"/>
                </a:lnTo>
                <a:lnTo>
                  <a:pt x="45140" y="51827"/>
                </a:lnTo>
                <a:lnTo>
                  <a:pt x="45226" y="52203"/>
                </a:lnTo>
                <a:lnTo>
                  <a:pt x="45306" y="52583"/>
                </a:lnTo>
                <a:lnTo>
                  <a:pt x="45380" y="52965"/>
                </a:lnTo>
                <a:lnTo>
                  <a:pt x="45448" y="53351"/>
                </a:lnTo>
                <a:lnTo>
                  <a:pt x="45510" y="53739"/>
                </a:lnTo>
                <a:lnTo>
                  <a:pt x="45566" y="54131"/>
                </a:lnTo>
                <a:lnTo>
                  <a:pt x="45617" y="54525"/>
                </a:lnTo>
                <a:lnTo>
                  <a:pt x="45661" y="54923"/>
                </a:lnTo>
                <a:lnTo>
                  <a:pt x="45699" y="55323"/>
                </a:lnTo>
                <a:lnTo>
                  <a:pt x="45699" y="88785"/>
                </a:lnTo>
                <a:lnTo>
                  <a:pt x="45195" y="89311"/>
                </a:lnTo>
                <a:lnTo>
                  <a:pt x="44690" y="89815"/>
                </a:lnTo>
                <a:lnTo>
                  <a:pt x="44182" y="90297"/>
                </a:lnTo>
                <a:close/>
                <a:moveTo>
                  <a:pt x="355523" y="15668"/>
                </a:moveTo>
                <a:lnTo>
                  <a:pt x="355292" y="16229"/>
                </a:lnTo>
                <a:lnTo>
                  <a:pt x="355064" y="16774"/>
                </a:lnTo>
                <a:lnTo>
                  <a:pt x="354842" y="17304"/>
                </a:lnTo>
                <a:lnTo>
                  <a:pt x="354623" y="17818"/>
                </a:lnTo>
                <a:lnTo>
                  <a:pt x="354409" y="18317"/>
                </a:lnTo>
                <a:lnTo>
                  <a:pt x="354200" y="18800"/>
                </a:lnTo>
                <a:lnTo>
                  <a:pt x="353995" y="19267"/>
                </a:lnTo>
                <a:lnTo>
                  <a:pt x="353794" y="19719"/>
                </a:lnTo>
                <a:lnTo>
                  <a:pt x="353598" y="20155"/>
                </a:lnTo>
                <a:lnTo>
                  <a:pt x="353406" y="20576"/>
                </a:lnTo>
                <a:lnTo>
                  <a:pt x="353219" y="20981"/>
                </a:lnTo>
                <a:lnTo>
                  <a:pt x="353036" y="21370"/>
                </a:lnTo>
                <a:lnTo>
                  <a:pt x="352857" y="21744"/>
                </a:lnTo>
                <a:lnTo>
                  <a:pt x="352683" y="22102"/>
                </a:lnTo>
                <a:lnTo>
                  <a:pt x="352514" y="22445"/>
                </a:lnTo>
                <a:lnTo>
                  <a:pt x="352349" y="22772"/>
                </a:lnTo>
                <a:lnTo>
                  <a:pt x="352188" y="23084"/>
                </a:lnTo>
                <a:lnTo>
                  <a:pt x="352032" y="23379"/>
                </a:lnTo>
                <a:lnTo>
                  <a:pt x="351880" y="23660"/>
                </a:lnTo>
                <a:lnTo>
                  <a:pt x="351733" y="23924"/>
                </a:lnTo>
                <a:lnTo>
                  <a:pt x="351590" y="24173"/>
                </a:lnTo>
                <a:lnTo>
                  <a:pt x="351452" y="24407"/>
                </a:lnTo>
                <a:lnTo>
                  <a:pt x="351183" y="24832"/>
                </a:lnTo>
                <a:lnTo>
                  <a:pt x="350912" y="25252"/>
                </a:lnTo>
                <a:lnTo>
                  <a:pt x="350638" y="25668"/>
                </a:lnTo>
                <a:lnTo>
                  <a:pt x="350361" y="26079"/>
                </a:lnTo>
                <a:lnTo>
                  <a:pt x="350080" y="26485"/>
                </a:lnTo>
                <a:lnTo>
                  <a:pt x="349797" y="26886"/>
                </a:lnTo>
                <a:lnTo>
                  <a:pt x="349510" y="27282"/>
                </a:lnTo>
                <a:lnTo>
                  <a:pt x="349221" y="27674"/>
                </a:lnTo>
                <a:lnTo>
                  <a:pt x="348928" y="28061"/>
                </a:lnTo>
                <a:lnTo>
                  <a:pt x="348632" y="28443"/>
                </a:lnTo>
                <a:lnTo>
                  <a:pt x="348333" y="28820"/>
                </a:lnTo>
                <a:lnTo>
                  <a:pt x="348031" y="29192"/>
                </a:lnTo>
                <a:lnTo>
                  <a:pt x="347726" y="29559"/>
                </a:lnTo>
                <a:lnTo>
                  <a:pt x="347418" y="29922"/>
                </a:lnTo>
                <a:lnTo>
                  <a:pt x="347107" y="30279"/>
                </a:lnTo>
                <a:lnTo>
                  <a:pt x="346792" y="30632"/>
                </a:lnTo>
                <a:lnTo>
                  <a:pt x="346475" y="30980"/>
                </a:lnTo>
                <a:lnTo>
                  <a:pt x="346154" y="31324"/>
                </a:lnTo>
                <a:lnTo>
                  <a:pt x="345831" y="31662"/>
                </a:lnTo>
                <a:lnTo>
                  <a:pt x="345504" y="31996"/>
                </a:lnTo>
                <a:lnTo>
                  <a:pt x="345174" y="32324"/>
                </a:lnTo>
                <a:lnTo>
                  <a:pt x="344842" y="32648"/>
                </a:lnTo>
                <a:lnTo>
                  <a:pt x="344506" y="32968"/>
                </a:lnTo>
                <a:lnTo>
                  <a:pt x="344167" y="33282"/>
                </a:lnTo>
                <a:lnTo>
                  <a:pt x="343826" y="33590"/>
                </a:lnTo>
                <a:lnTo>
                  <a:pt x="343487" y="33890"/>
                </a:lnTo>
                <a:lnTo>
                  <a:pt x="343148" y="34183"/>
                </a:lnTo>
                <a:lnTo>
                  <a:pt x="342809" y="34469"/>
                </a:lnTo>
                <a:lnTo>
                  <a:pt x="342472" y="34747"/>
                </a:lnTo>
                <a:lnTo>
                  <a:pt x="342134" y="35017"/>
                </a:lnTo>
                <a:lnTo>
                  <a:pt x="341798" y="35280"/>
                </a:lnTo>
                <a:lnTo>
                  <a:pt x="341462" y="35535"/>
                </a:lnTo>
                <a:lnTo>
                  <a:pt x="341127" y="35783"/>
                </a:lnTo>
                <a:lnTo>
                  <a:pt x="340792" y="36023"/>
                </a:lnTo>
                <a:lnTo>
                  <a:pt x="340458" y="36256"/>
                </a:lnTo>
                <a:lnTo>
                  <a:pt x="340124" y="36481"/>
                </a:lnTo>
                <a:lnTo>
                  <a:pt x="339792" y="36698"/>
                </a:lnTo>
                <a:lnTo>
                  <a:pt x="339459" y="36908"/>
                </a:lnTo>
                <a:lnTo>
                  <a:pt x="339128" y="37110"/>
                </a:lnTo>
                <a:lnTo>
                  <a:pt x="338797" y="37305"/>
                </a:lnTo>
                <a:lnTo>
                  <a:pt x="338466" y="37493"/>
                </a:lnTo>
                <a:lnTo>
                  <a:pt x="338137" y="37672"/>
                </a:lnTo>
                <a:lnTo>
                  <a:pt x="337807" y="37844"/>
                </a:lnTo>
                <a:lnTo>
                  <a:pt x="337479" y="38009"/>
                </a:lnTo>
                <a:lnTo>
                  <a:pt x="337151" y="38166"/>
                </a:lnTo>
                <a:lnTo>
                  <a:pt x="336824" y="38316"/>
                </a:lnTo>
                <a:lnTo>
                  <a:pt x="336497" y="38458"/>
                </a:lnTo>
                <a:lnTo>
                  <a:pt x="336171" y="38592"/>
                </a:lnTo>
                <a:lnTo>
                  <a:pt x="336171" y="40938"/>
                </a:lnTo>
                <a:lnTo>
                  <a:pt x="346476" y="40938"/>
                </a:lnTo>
                <a:lnTo>
                  <a:pt x="346476" y="84769"/>
                </a:lnTo>
                <a:lnTo>
                  <a:pt x="346479" y="85350"/>
                </a:lnTo>
                <a:lnTo>
                  <a:pt x="346487" y="85918"/>
                </a:lnTo>
                <a:lnTo>
                  <a:pt x="346500" y="86473"/>
                </a:lnTo>
                <a:lnTo>
                  <a:pt x="346518" y="87016"/>
                </a:lnTo>
                <a:lnTo>
                  <a:pt x="346541" y="87546"/>
                </a:lnTo>
                <a:lnTo>
                  <a:pt x="346570" y="88063"/>
                </a:lnTo>
                <a:lnTo>
                  <a:pt x="346603" y="88567"/>
                </a:lnTo>
                <a:lnTo>
                  <a:pt x="346642" y="89059"/>
                </a:lnTo>
                <a:lnTo>
                  <a:pt x="346686" y="89538"/>
                </a:lnTo>
                <a:lnTo>
                  <a:pt x="346736" y="90004"/>
                </a:lnTo>
                <a:lnTo>
                  <a:pt x="346790" y="90457"/>
                </a:lnTo>
                <a:lnTo>
                  <a:pt x="346850" y="90898"/>
                </a:lnTo>
                <a:lnTo>
                  <a:pt x="346914" y="91326"/>
                </a:lnTo>
                <a:lnTo>
                  <a:pt x="346984" y="91741"/>
                </a:lnTo>
                <a:lnTo>
                  <a:pt x="347059" y="92144"/>
                </a:lnTo>
                <a:lnTo>
                  <a:pt x="347140" y="92534"/>
                </a:lnTo>
                <a:lnTo>
                  <a:pt x="347225" y="92911"/>
                </a:lnTo>
                <a:lnTo>
                  <a:pt x="347316" y="93275"/>
                </a:lnTo>
                <a:lnTo>
                  <a:pt x="347412" y="93627"/>
                </a:lnTo>
                <a:lnTo>
                  <a:pt x="347513" y="93966"/>
                </a:lnTo>
                <a:lnTo>
                  <a:pt x="347619" y="94292"/>
                </a:lnTo>
                <a:lnTo>
                  <a:pt x="347731" y="94606"/>
                </a:lnTo>
                <a:lnTo>
                  <a:pt x="347847" y="94907"/>
                </a:lnTo>
                <a:lnTo>
                  <a:pt x="347969" y="95195"/>
                </a:lnTo>
                <a:lnTo>
                  <a:pt x="348096" y="95473"/>
                </a:lnTo>
                <a:lnTo>
                  <a:pt x="348229" y="95747"/>
                </a:lnTo>
                <a:lnTo>
                  <a:pt x="348368" y="96015"/>
                </a:lnTo>
                <a:lnTo>
                  <a:pt x="348512" y="96277"/>
                </a:lnTo>
                <a:lnTo>
                  <a:pt x="348662" y="96534"/>
                </a:lnTo>
                <a:lnTo>
                  <a:pt x="348817" y="96786"/>
                </a:lnTo>
                <a:lnTo>
                  <a:pt x="348979" y="97032"/>
                </a:lnTo>
                <a:lnTo>
                  <a:pt x="349146" y="97273"/>
                </a:lnTo>
                <a:lnTo>
                  <a:pt x="349318" y="97508"/>
                </a:lnTo>
                <a:lnTo>
                  <a:pt x="349497" y="97738"/>
                </a:lnTo>
                <a:lnTo>
                  <a:pt x="349681" y="97963"/>
                </a:lnTo>
                <a:lnTo>
                  <a:pt x="349870" y="98182"/>
                </a:lnTo>
                <a:lnTo>
                  <a:pt x="350066" y="98395"/>
                </a:lnTo>
                <a:lnTo>
                  <a:pt x="350267" y="98604"/>
                </a:lnTo>
                <a:lnTo>
                  <a:pt x="350473" y="98806"/>
                </a:lnTo>
                <a:lnTo>
                  <a:pt x="350686" y="99004"/>
                </a:lnTo>
                <a:lnTo>
                  <a:pt x="350904" y="99196"/>
                </a:lnTo>
                <a:lnTo>
                  <a:pt x="351127" y="99382"/>
                </a:lnTo>
                <a:lnTo>
                  <a:pt x="351357" y="99563"/>
                </a:lnTo>
                <a:lnTo>
                  <a:pt x="351592" y="99739"/>
                </a:lnTo>
                <a:lnTo>
                  <a:pt x="351832" y="99909"/>
                </a:lnTo>
                <a:lnTo>
                  <a:pt x="352079" y="100074"/>
                </a:lnTo>
                <a:lnTo>
                  <a:pt x="352331" y="100233"/>
                </a:lnTo>
                <a:lnTo>
                  <a:pt x="352589" y="100387"/>
                </a:lnTo>
                <a:lnTo>
                  <a:pt x="352850" y="100535"/>
                </a:lnTo>
                <a:lnTo>
                  <a:pt x="353111" y="100677"/>
                </a:lnTo>
                <a:lnTo>
                  <a:pt x="353373" y="100813"/>
                </a:lnTo>
                <a:lnTo>
                  <a:pt x="353635" y="100942"/>
                </a:lnTo>
                <a:lnTo>
                  <a:pt x="353898" y="101065"/>
                </a:lnTo>
                <a:lnTo>
                  <a:pt x="354161" y="101181"/>
                </a:lnTo>
                <a:lnTo>
                  <a:pt x="354425" y="101291"/>
                </a:lnTo>
                <a:lnTo>
                  <a:pt x="354689" y="101395"/>
                </a:lnTo>
                <a:lnTo>
                  <a:pt x="354954" y="101493"/>
                </a:lnTo>
                <a:lnTo>
                  <a:pt x="355219" y="101584"/>
                </a:lnTo>
                <a:lnTo>
                  <a:pt x="355485" y="101669"/>
                </a:lnTo>
                <a:lnTo>
                  <a:pt x="355751" y="101748"/>
                </a:lnTo>
                <a:lnTo>
                  <a:pt x="356018" y="101821"/>
                </a:lnTo>
                <a:lnTo>
                  <a:pt x="356285" y="101887"/>
                </a:lnTo>
                <a:lnTo>
                  <a:pt x="356553" y="101947"/>
                </a:lnTo>
                <a:lnTo>
                  <a:pt x="356821" y="102000"/>
                </a:lnTo>
                <a:lnTo>
                  <a:pt x="357090" y="102047"/>
                </a:lnTo>
                <a:lnTo>
                  <a:pt x="357359" y="102088"/>
                </a:lnTo>
                <a:lnTo>
                  <a:pt x="357629" y="102123"/>
                </a:lnTo>
                <a:lnTo>
                  <a:pt x="357899" y="102151"/>
                </a:lnTo>
                <a:lnTo>
                  <a:pt x="358170" y="102174"/>
                </a:lnTo>
                <a:lnTo>
                  <a:pt x="358441" y="102189"/>
                </a:lnTo>
                <a:lnTo>
                  <a:pt x="358713" y="102199"/>
                </a:lnTo>
                <a:lnTo>
                  <a:pt x="358985" y="102202"/>
                </a:lnTo>
                <a:lnTo>
                  <a:pt x="359387" y="102196"/>
                </a:lnTo>
                <a:lnTo>
                  <a:pt x="359789" y="102177"/>
                </a:lnTo>
                <a:lnTo>
                  <a:pt x="360189" y="102146"/>
                </a:lnTo>
                <a:lnTo>
                  <a:pt x="360588" y="102102"/>
                </a:lnTo>
                <a:lnTo>
                  <a:pt x="360987" y="102047"/>
                </a:lnTo>
                <a:lnTo>
                  <a:pt x="361384" y="101978"/>
                </a:lnTo>
                <a:lnTo>
                  <a:pt x="361780" y="101897"/>
                </a:lnTo>
                <a:lnTo>
                  <a:pt x="362176" y="101804"/>
                </a:lnTo>
                <a:lnTo>
                  <a:pt x="362570" y="101699"/>
                </a:lnTo>
                <a:lnTo>
                  <a:pt x="362963" y="101581"/>
                </a:lnTo>
                <a:lnTo>
                  <a:pt x="363356" y="101450"/>
                </a:lnTo>
                <a:lnTo>
                  <a:pt x="363747" y="101307"/>
                </a:lnTo>
                <a:lnTo>
                  <a:pt x="364137" y="101152"/>
                </a:lnTo>
                <a:lnTo>
                  <a:pt x="364527" y="100984"/>
                </a:lnTo>
                <a:lnTo>
                  <a:pt x="364915" y="100804"/>
                </a:lnTo>
                <a:lnTo>
                  <a:pt x="365303" y="100612"/>
                </a:lnTo>
                <a:lnTo>
                  <a:pt x="365689" y="100407"/>
                </a:lnTo>
                <a:lnTo>
                  <a:pt x="366075" y="100189"/>
                </a:lnTo>
                <a:lnTo>
                  <a:pt x="366459" y="99959"/>
                </a:lnTo>
                <a:lnTo>
                  <a:pt x="366843" y="99717"/>
                </a:lnTo>
                <a:lnTo>
                  <a:pt x="367225" y="99462"/>
                </a:lnTo>
                <a:lnTo>
                  <a:pt x="367607" y="99195"/>
                </a:lnTo>
                <a:lnTo>
                  <a:pt x="367987" y="98916"/>
                </a:lnTo>
                <a:lnTo>
                  <a:pt x="368367" y="98624"/>
                </a:lnTo>
                <a:lnTo>
                  <a:pt x="368742" y="98320"/>
                </a:lnTo>
                <a:lnTo>
                  <a:pt x="369111" y="98003"/>
                </a:lnTo>
                <a:lnTo>
                  <a:pt x="369472" y="97676"/>
                </a:lnTo>
                <a:lnTo>
                  <a:pt x="369826" y="97336"/>
                </a:lnTo>
                <a:lnTo>
                  <a:pt x="370173" y="96984"/>
                </a:lnTo>
                <a:lnTo>
                  <a:pt x="370512" y="96621"/>
                </a:lnTo>
                <a:lnTo>
                  <a:pt x="370845" y="96246"/>
                </a:lnTo>
                <a:lnTo>
                  <a:pt x="371170" y="95859"/>
                </a:lnTo>
                <a:lnTo>
                  <a:pt x="371488" y="95460"/>
                </a:lnTo>
                <a:lnTo>
                  <a:pt x="371799" y="95049"/>
                </a:lnTo>
                <a:lnTo>
                  <a:pt x="372103" y="94627"/>
                </a:lnTo>
                <a:lnTo>
                  <a:pt x="372400" y="94192"/>
                </a:lnTo>
                <a:lnTo>
                  <a:pt x="372690" y="93746"/>
                </a:lnTo>
                <a:lnTo>
                  <a:pt x="372972" y="93288"/>
                </a:lnTo>
                <a:lnTo>
                  <a:pt x="373247" y="92818"/>
                </a:lnTo>
                <a:lnTo>
                  <a:pt x="373516" y="92337"/>
                </a:lnTo>
                <a:lnTo>
                  <a:pt x="373776" y="91843"/>
                </a:lnTo>
                <a:lnTo>
                  <a:pt x="374030" y="91338"/>
                </a:lnTo>
                <a:lnTo>
                  <a:pt x="374277" y="90821"/>
                </a:lnTo>
                <a:lnTo>
                  <a:pt x="374516" y="90292"/>
                </a:lnTo>
                <a:lnTo>
                  <a:pt x="374749" y="89752"/>
                </a:lnTo>
                <a:lnTo>
                  <a:pt x="374974" y="89199"/>
                </a:lnTo>
                <a:lnTo>
                  <a:pt x="375192" y="88635"/>
                </a:lnTo>
                <a:lnTo>
                  <a:pt x="375403" y="88058"/>
                </a:lnTo>
                <a:lnTo>
                  <a:pt x="372631" y="88058"/>
                </a:lnTo>
                <a:lnTo>
                  <a:pt x="372529" y="88293"/>
                </a:lnTo>
                <a:lnTo>
                  <a:pt x="372423" y="88523"/>
                </a:lnTo>
                <a:lnTo>
                  <a:pt x="372313" y="88748"/>
                </a:lnTo>
                <a:lnTo>
                  <a:pt x="372201" y="88968"/>
                </a:lnTo>
                <a:lnTo>
                  <a:pt x="372084" y="89183"/>
                </a:lnTo>
                <a:lnTo>
                  <a:pt x="371965" y="89393"/>
                </a:lnTo>
                <a:lnTo>
                  <a:pt x="371842" y="89599"/>
                </a:lnTo>
                <a:lnTo>
                  <a:pt x="371715" y="89800"/>
                </a:lnTo>
                <a:lnTo>
                  <a:pt x="371585" y="89996"/>
                </a:lnTo>
                <a:lnTo>
                  <a:pt x="371451" y="90187"/>
                </a:lnTo>
                <a:lnTo>
                  <a:pt x="371314" y="90373"/>
                </a:lnTo>
                <a:lnTo>
                  <a:pt x="371174" y="90555"/>
                </a:lnTo>
                <a:lnTo>
                  <a:pt x="371030" y="90732"/>
                </a:lnTo>
                <a:lnTo>
                  <a:pt x="370883" y="90904"/>
                </a:lnTo>
                <a:lnTo>
                  <a:pt x="370732" y="91071"/>
                </a:lnTo>
                <a:lnTo>
                  <a:pt x="370578" y="91233"/>
                </a:lnTo>
                <a:lnTo>
                  <a:pt x="370420" y="91391"/>
                </a:lnTo>
                <a:lnTo>
                  <a:pt x="370259" y="91543"/>
                </a:lnTo>
                <a:lnTo>
                  <a:pt x="370094" y="91691"/>
                </a:lnTo>
                <a:lnTo>
                  <a:pt x="369926" y="91834"/>
                </a:lnTo>
                <a:lnTo>
                  <a:pt x="369755" y="91972"/>
                </a:lnTo>
                <a:lnTo>
                  <a:pt x="369580" y="92106"/>
                </a:lnTo>
                <a:lnTo>
                  <a:pt x="369401" y="92235"/>
                </a:lnTo>
                <a:lnTo>
                  <a:pt x="369220" y="92358"/>
                </a:lnTo>
                <a:lnTo>
                  <a:pt x="369036" y="92477"/>
                </a:lnTo>
                <a:lnTo>
                  <a:pt x="368851" y="92591"/>
                </a:lnTo>
                <a:lnTo>
                  <a:pt x="368667" y="92700"/>
                </a:lnTo>
                <a:lnTo>
                  <a:pt x="368481" y="92804"/>
                </a:lnTo>
                <a:lnTo>
                  <a:pt x="368295" y="92902"/>
                </a:lnTo>
                <a:lnTo>
                  <a:pt x="368109" y="92996"/>
                </a:lnTo>
                <a:lnTo>
                  <a:pt x="367922" y="93084"/>
                </a:lnTo>
                <a:lnTo>
                  <a:pt x="367735" y="93168"/>
                </a:lnTo>
                <a:lnTo>
                  <a:pt x="367547" y="93246"/>
                </a:lnTo>
                <a:lnTo>
                  <a:pt x="367359" y="93320"/>
                </a:lnTo>
                <a:lnTo>
                  <a:pt x="367170" y="93388"/>
                </a:lnTo>
                <a:lnTo>
                  <a:pt x="366981" y="93451"/>
                </a:lnTo>
                <a:lnTo>
                  <a:pt x="366791" y="93509"/>
                </a:lnTo>
                <a:lnTo>
                  <a:pt x="366601" y="93562"/>
                </a:lnTo>
                <a:lnTo>
                  <a:pt x="366410" y="93610"/>
                </a:lnTo>
                <a:lnTo>
                  <a:pt x="366219" y="93653"/>
                </a:lnTo>
                <a:lnTo>
                  <a:pt x="366027" y="93691"/>
                </a:lnTo>
                <a:lnTo>
                  <a:pt x="365835" y="93724"/>
                </a:lnTo>
                <a:lnTo>
                  <a:pt x="365642" y="93752"/>
                </a:lnTo>
                <a:lnTo>
                  <a:pt x="365449" y="93775"/>
                </a:lnTo>
                <a:lnTo>
                  <a:pt x="365255" y="93793"/>
                </a:lnTo>
                <a:lnTo>
                  <a:pt x="365061" y="93805"/>
                </a:lnTo>
                <a:lnTo>
                  <a:pt x="364866" y="93813"/>
                </a:lnTo>
                <a:lnTo>
                  <a:pt x="364671" y="93815"/>
                </a:lnTo>
                <a:lnTo>
                  <a:pt x="364436" y="93812"/>
                </a:lnTo>
                <a:lnTo>
                  <a:pt x="364204" y="93800"/>
                </a:lnTo>
                <a:lnTo>
                  <a:pt x="363976" y="93781"/>
                </a:lnTo>
                <a:lnTo>
                  <a:pt x="363752" y="93754"/>
                </a:lnTo>
                <a:lnTo>
                  <a:pt x="363531" y="93720"/>
                </a:lnTo>
                <a:lnTo>
                  <a:pt x="363314" y="93678"/>
                </a:lnTo>
                <a:lnTo>
                  <a:pt x="363100" y="93628"/>
                </a:lnTo>
                <a:lnTo>
                  <a:pt x="362890" y="93571"/>
                </a:lnTo>
                <a:lnTo>
                  <a:pt x="362684" y="93506"/>
                </a:lnTo>
                <a:lnTo>
                  <a:pt x="362481" y="93434"/>
                </a:lnTo>
                <a:lnTo>
                  <a:pt x="362281" y="93353"/>
                </a:lnTo>
                <a:lnTo>
                  <a:pt x="362086" y="93266"/>
                </a:lnTo>
                <a:lnTo>
                  <a:pt x="361894" y="93170"/>
                </a:lnTo>
                <a:lnTo>
                  <a:pt x="361705" y="93067"/>
                </a:lnTo>
                <a:lnTo>
                  <a:pt x="361520" y="92956"/>
                </a:lnTo>
                <a:lnTo>
                  <a:pt x="361338" y="92838"/>
                </a:lnTo>
                <a:lnTo>
                  <a:pt x="361161" y="92712"/>
                </a:lnTo>
                <a:lnTo>
                  <a:pt x="360986" y="92579"/>
                </a:lnTo>
                <a:lnTo>
                  <a:pt x="360816" y="92437"/>
                </a:lnTo>
                <a:lnTo>
                  <a:pt x="360648" y="92288"/>
                </a:lnTo>
                <a:lnTo>
                  <a:pt x="360485" y="92132"/>
                </a:lnTo>
                <a:lnTo>
                  <a:pt x="360325" y="91968"/>
                </a:lnTo>
                <a:lnTo>
                  <a:pt x="360169" y="91796"/>
                </a:lnTo>
                <a:lnTo>
                  <a:pt x="360016" y="91617"/>
                </a:lnTo>
                <a:lnTo>
                  <a:pt x="359868" y="91426"/>
                </a:lnTo>
                <a:lnTo>
                  <a:pt x="359726" y="91221"/>
                </a:lnTo>
                <a:lnTo>
                  <a:pt x="359591" y="91002"/>
                </a:lnTo>
                <a:lnTo>
                  <a:pt x="359462" y="90768"/>
                </a:lnTo>
                <a:lnTo>
                  <a:pt x="359339" y="90521"/>
                </a:lnTo>
                <a:lnTo>
                  <a:pt x="359223" y="90259"/>
                </a:lnTo>
                <a:lnTo>
                  <a:pt x="359113" y="89982"/>
                </a:lnTo>
                <a:lnTo>
                  <a:pt x="359009" y="89692"/>
                </a:lnTo>
                <a:lnTo>
                  <a:pt x="358911" y="89387"/>
                </a:lnTo>
                <a:lnTo>
                  <a:pt x="358820" y="89067"/>
                </a:lnTo>
                <a:lnTo>
                  <a:pt x="358735" y="88734"/>
                </a:lnTo>
                <a:lnTo>
                  <a:pt x="358656" y="88386"/>
                </a:lnTo>
                <a:lnTo>
                  <a:pt x="358584" y="88024"/>
                </a:lnTo>
                <a:lnTo>
                  <a:pt x="358518" y="87648"/>
                </a:lnTo>
                <a:lnTo>
                  <a:pt x="358458" y="87257"/>
                </a:lnTo>
                <a:lnTo>
                  <a:pt x="358405" y="86852"/>
                </a:lnTo>
                <a:lnTo>
                  <a:pt x="358358" y="86432"/>
                </a:lnTo>
                <a:lnTo>
                  <a:pt x="358317" y="85999"/>
                </a:lnTo>
                <a:lnTo>
                  <a:pt x="358282" y="85551"/>
                </a:lnTo>
                <a:lnTo>
                  <a:pt x="358254" y="85089"/>
                </a:lnTo>
                <a:lnTo>
                  <a:pt x="358232" y="84612"/>
                </a:lnTo>
                <a:lnTo>
                  <a:pt x="358216" y="84121"/>
                </a:lnTo>
                <a:lnTo>
                  <a:pt x="358207" y="83616"/>
                </a:lnTo>
                <a:lnTo>
                  <a:pt x="358203" y="83097"/>
                </a:lnTo>
                <a:lnTo>
                  <a:pt x="358203" y="40938"/>
                </a:lnTo>
                <a:lnTo>
                  <a:pt x="373413" y="40938"/>
                </a:lnTo>
                <a:lnTo>
                  <a:pt x="373413" y="35963"/>
                </a:lnTo>
                <a:lnTo>
                  <a:pt x="358203" y="35963"/>
                </a:lnTo>
                <a:lnTo>
                  <a:pt x="358203" y="14499"/>
                </a:lnTo>
                <a:lnTo>
                  <a:pt x="356000" y="14499"/>
                </a:lnTo>
                <a:lnTo>
                  <a:pt x="355760" y="15091"/>
                </a:lnTo>
                <a:lnTo>
                  <a:pt x="355523" y="15668"/>
                </a:lnTo>
                <a:close/>
                <a:moveTo>
                  <a:pt x="454384" y="61335"/>
                </a:moveTo>
                <a:lnTo>
                  <a:pt x="377697" y="61335"/>
                </a:lnTo>
                <a:lnTo>
                  <a:pt x="377697" y="67234"/>
                </a:lnTo>
                <a:lnTo>
                  <a:pt x="454384" y="67234"/>
                </a:lnTo>
                <a:lnTo>
                  <a:pt x="454384" y="61335"/>
                </a:lnTo>
                <a:close/>
                <a:moveTo>
                  <a:pt x="287914" y="44611"/>
                </a:moveTo>
                <a:lnTo>
                  <a:pt x="288144" y="44524"/>
                </a:lnTo>
                <a:lnTo>
                  <a:pt x="288372" y="44441"/>
                </a:lnTo>
                <a:lnTo>
                  <a:pt x="288598" y="44362"/>
                </a:lnTo>
                <a:lnTo>
                  <a:pt x="288822" y="44286"/>
                </a:lnTo>
                <a:lnTo>
                  <a:pt x="289044" y="44214"/>
                </a:lnTo>
                <a:lnTo>
                  <a:pt x="289264" y="44146"/>
                </a:lnTo>
                <a:lnTo>
                  <a:pt x="289482" y="44081"/>
                </a:lnTo>
                <a:lnTo>
                  <a:pt x="289698" y="44020"/>
                </a:lnTo>
                <a:lnTo>
                  <a:pt x="289912" y="43963"/>
                </a:lnTo>
                <a:lnTo>
                  <a:pt x="290125" y="43909"/>
                </a:lnTo>
                <a:lnTo>
                  <a:pt x="290335" y="43859"/>
                </a:lnTo>
                <a:lnTo>
                  <a:pt x="290543" y="43813"/>
                </a:lnTo>
                <a:lnTo>
                  <a:pt x="290750" y="43771"/>
                </a:lnTo>
                <a:lnTo>
                  <a:pt x="290954" y="43732"/>
                </a:lnTo>
                <a:lnTo>
                  <a:pt x="291156" y="43697"/>
                </a:lnTo>
                <a:lnTo>
                  <a:pt x="291357" y="43665"/>
                </a:lnTo>
                <a:lnTo>
                  <a:pt x="291555" y="43638"/>
                </a:lnTo>
                <a:lnTo>
                  <a:pt x="291751" y="43614"/>
                </a:lnTo>
                <a:lnTo>
                  <a:pt x="291946" y="43593"/>
                </a:lnTo>
                <a:lnTo>
                  <a:pt x="292138" y="43577"/>
                </a:lnTo>
                <a:lnTo>
                  <a:pt x="292329" y="43564"/>
                </a:lnTo>
                <a:lnTo>
                  <a:pt x="292517" y="43555"/>
                </a:lnTo>
                <a:lnTo>
                  <a:pt x="292704" y="43549"/>
                </a:lnTo>
                <a:lnTo>
                  <a:pt x="292889" y="43547"/>
                </a:lnTo>
                <a:lnTo>
                  <a:pt x="293042" y="43549"/>
                </a:lnTo>
                <a:lnTo>
                  <a:pt x="293192" y="43554"/>
                </a:lnTo>
                <a:lnTo>
                  <a:pt x="293341" y="43563"/>
                </a:lnTo>
                <a:lnTo>
                  <a:pt x="293488" y="43575"/>
                </a:lnTo>
                <a:lnTo>
                  <a:pt x="293632" y="43590"/>
                </a:lnTo>
                <a:lnTo>
                  <a:pt x="293775" y="43609"/>
                </a:lnTo>
                <a:lnTo>
                  <a:pt x="293915" y="43632"/>
                </a:lnTo>
                <a:lnTo>
                  <a:pt x="294053" y="43658"/>
                </a:lnTo>
                <a:lnTo>
                  <a:pt x="294190" y="43687"/>
                </a:lnTo>
                <a:lnTo>
                  <a:pt x="294324" y="43720"/>
                </a:lnTo>
                <a:lnTo>
                  <a:pt x="294456" y="43756"/>
                </a:lnTo>
                <a:lnTo>
                  <a:pt x="294585" y="43795"/>
                </a:lnTo>
                <a:lnTo>
                  <a:pt x="294713" y="43839"/>
                </a:lnTo>
                <a:lnTo>
                  <a:pt x="294839" y="43885"/>
                </a:lnTo>
                <a:lnTo>
                  <a:pt x="294963" y="43935"/>
                </a:lnTo>
                <a:lnTo>
                  <a:pt x="295084" y="43989"/>
                </a:lnTo>
                <a:lnTo>
                  <a:pt x="295203" y="44045"/>
                </a:lnTo>
                <a:lnTo>
                  <a:pt x="295321" y="44106"/>
                </a:lnTo>
                <a:lnTo>
                  <a:pt x="295436" y="44170"/>
                </a:lnTo>
                <a:lnTo>
                  <a:pt x="295549" y="44237"/>
                </a:lnTo>
                <a:lnTo>
                  <a:pt x="295660" y="44307"/>
                </a:lnTo>
                <a:lnTo>
                  <a:pt x="295769" y="44382"/>
                </a:lnTo>
                <a:lnTo>
                  <a:pt x="295876" y="44459"/>
                </a:lnTo>
                <a:lnTo>
                  <a:pt x="295980" y="44540"/>
                </a:lnTo>
                <a:lnTo>
                  <a:pt x="296083" y="44625"/>
                </a:lnTo>
                <a:lnTo>
                  <a:pt x="296182" y="44714"/>
                </a:lnTo>
                <a:lnTo>
                  <a:pt x="296279" y="44807"/>
                </a:lnTo>
                <a:lnTo>
                  <a:pt x="296373" y="44904"/>
                </a:lnTo>
                <a:lnTo>
                  <a:pt x="296465" y="45005"/>
                </a:lnTo>
                <a:lnTo>
                  <a:pt x="296553" y="45110"/>
                </a:lnTo>
                <a:lnTo>
                  <a:pt x="296639" y="45219"/>
                </a:lnTo>
                <a:lnTo>
                  <a:pt x="296723" y="45332"/>
                </a:lnTo>
                <a:lnTo>
                  <a:pt x="296803" y="45449"/>
                </a:lnTo>
                <a:lnTo>
                  <a:pt x="296881" y="45571"/>
                </a:lnTo>
                <a:lnTo>
                  <a:pt x="296956" y="45696"/>
                </a:lnTo>
                <a:lnTo>
                  <a:pt x="297029" y="45825"/>
                </a:lnTo>
                <a:lnTo>
                  <a:pt x="297098" y="45959"/>
                </a:lnTo>
                <a:lnTo>
                  <a:pt x="297165" y="46097"/>
                </a:lnTo>
                <a:lnTo>
                  <a:pt x="297230" y="46238"/>
                </a:lnTo>
                <a:lnTo>
                  <a:pt x="297291" y="46384"/>
                </a:lnTo>
                <a:lnTo>
                  <a:pt x="297350" y="46534"/>
                </a:lnTo>
                <a:lnTo>
                  <a:pt x="297406" y="46688"/>
                </a:lnTo>
                <a:lnTo>
                  <a:pt x="297460" y="46846"/>
                </a:lnTo>
                <a:lnTo>
                  <a:pt x="297510" y="47008"/>
                </a:lnTo>
                <a:lnTo>
                  <a:pt x="297558" y="47174"/>
                </a:lnTo>
                <a:lnTo>
                  <a:pt x="297604" y="47344"/>
                </a:lnTo>
                <a:lnTo>
                  <a:pt x="297646" y="47518"/>
                </a:lnTo>
                <a:lnTo>
                  <a:pt x="297686" y="47696"/>
                </a:lnTo>
                <a:lnTo>
                  <a:pt x="297724" y="47892"/>
                </a:lnTo>
                <a:lnTo>
                  <a:pt x="297760" y="48120"/>
                </a:lnTo>
                <a:lnTo>
                  <a:pt x="297794" y="48380"/>
                </a:lnTo>
                <a:lnTo>
                  <a:pt x="297827" y="48672"/>
                </a:lnTo>
                <a:lnTo>
                  <a:pt x="297858" y="48995"/>
                </a:lnTo>
                <a:lnTo>
                  <a:pt x="297888" y="49351"/>
                </a:lnTo>
                <a:lnTo>
                  <a:pt x="297916" y="49738"/>
                </a:lnTo>
                <a:lnTo>
                  <a:pt x="297943" y="50157"/>
                </a:lnTo>
                <a:lnTo>
                  <a:pt x="297968" y="50609"/>
                </a:lnTo>
                <a:lnTo>
                  <a:pt x="297991" y="51092"/>
                </a:lnTo>
                <a:lnTo>
                  <a:pt x="298012" y="51607"/>
                </a:lnTo>
                <a:lnTo>
                  <a:pt x="298032" y="52154"/>
                </a:lnTo>
                <a:lnTo>
                  <a:pt x="298051" y="52732"/>
                </a:lnTo>
                <a:lnTo>
                  <a:pt x="298068" y="53343"/>
                </a:lnTo>
                <a:lnTo>
                  <a:pt x="298083" y="53986"/>
                </a:lnTo>
                <a:lnTo>
                  <a:pt x="298097" y="54660"/>
                </a:lnTo>
                <a:lnTo>
                  <a:pt x="298109" y="55367"/>
                </a:lnTo>
                <a:lnTo>
                  <a:pt x="298119" y="56105"/>
                </a:lnTo>
                <a:lnTo>
                  <a:pt x="298128" y="56875"/>
                </a:lnTo>
                <a:lnTo>
                  <a:pt x="298135" y="57677"/>
                </a:lnTo>
                <a:lnTo>
                  <a:pt x="298141" y="58511"/>
                </a:lnTo>
                <a:lnTo>
                  <a:pt x="298145" y="59377"/>
                </a:lnTo>
                <a:lnTo>
                  <a:pt x="298147" y="60275"/>
                </a:lnTo>
                <a:lnTo>
                  <a:pt x="298148" y="61204"/>
                </a:lnTo>
                <a:lnTo>
                  <a:pt x="298148" y="86379"/>
                </a:lnTo>
                <a:lnTo>
                  <a:pt x="298147" y="86844"/>
                </a:lnTo>
                <a:lnTo>
                  <a:pt x="298146" y="87294"/>
                </a:lnTo>
                <a:lnTo>
                  <a:pt x="298142" y="87728"/>
                </a:lnTo>
                <a:lnTo>
                  <a:pt x="298138" y="88146"/>
                </a:lnTo>
                <a:lnTo>
                  <a:pt x="298133" y="88549"/>
                </a:lnTo>
                <a:lnTo>
                  <a:pt x="298126" y="88936"/>
                </a:lnTo>
                <a:lnTo>
                  <a:pt x="298118" y="89308"/>
                </a:lnTo>
                <a:lnTo>
                  <a:pt x="298109" y="89665"/>
                </a:lnTo>
                <a:lnTo>
                  <a:pt x="298098" y="90006"/>
                </a:lnTo>
                <a:lnTo>
                  <a:pt x="298086" y="90331"/>
                </a:lnTo>
                <a:lnTo>
                  <a:pt x="298073" y="90641"/>
                </a:lnTo>
                <a:lnTo>
                  <a:pt x="298059" y="90935"/>
                </a:lnTo>
                <a:lnTo>
                  <a:pt x="298044" y="91214"/>
                </a:lnTo>
                <a:lnTo>
                  <a:pt x="298027" y="91477"/>
                </a:lnTo>
                <a:lnTo>
                  <a:pt x="298009" y="91725"/>
                </a:lnTo>
                <a:lnTo>
                  <a:pt x="297990" y="91958"/>
                </a:lnTo>
                <a:lnTo>
                  <a:pt x="297970" y="92174"/>
                </a:lnTo>
                <a:lnTo>
                  <a:pt x="297948" y="92376"/>
                </a:lnTo>
                <a:lnTo>
                  <a:pt x="297925" y="92562"/>
                </a:lnTo>
                <a:lnTo>
                  <a:pt x="297901" y="92732"/>
                </a:lnTo>
                <a:lnTo>
                  <a:pt x="297876" y="92887"/>
                </a:lnTo>
                <a:lnTo>
                  <a:pt x="297849" y="93026"/>
                </a:lnTo>
                <a:lnTo>
                  <a:pt x="297822" y="93150"/>
                </a:lnTo>
                <a:lnTo>
                  <a:pt x="297793" y="93258"/>
                </a:lnTo>
                <a:lnTo>
                  <a:pt x="297732" y="93462"/>
                </a:lnTo>
                <a:lnTo>
                  <a:pt x="297667" y="93662"/>
                </a:lnTo>
                <a:lnTo>
                  <a:pt x="297598" y="93858"/>
                </a:lnTo>
                <a:lnTo>
                  <a:pt x="297526" y="94048"/>
                </a:lnTo>
                <a:lnTo>
                  <a:pt x="297450" y="94234"/>
                </a:lnTo>
                <a:lnTo>
                  <a:pt x="297371" y="94415"/>
                </a:lnTo>
                <a:lnTo>
                  <a:pt x="297287" y="94592"/>
                </a:lnTo>
                <a:lnTo>
                  <a:pt x="297200" y="94763"/>
                </a:lnTo>
                <a:lnTo>
                  <a:pt x="297110" y="94931"/>
                </a:lnTo>
                <a:lnTo>
                  <a:pt x="297015" y="95093"/>
                </a:lnTo>
                <a:lnTo>
                  <a:pt x="296917" y="95251"/>
                </a:lnTo>
                <a:lnTo>
                  <a:pt x="296815" y="95404"/>
                </a:lnTo>
                <a:lnTo>
                  <a:pt x="296710" y="95552"/>
                </a:lnTo>
                <a:lnTo>
                  <a:pt x="296601" y="95696"/>
                </a:lnTo>
                <a:lnTo>
                  <a:pt x="296488" y="95835"/>
                </a:lnTo>
                <a:lnTo>
                  <a:pt x="296371" y="95969"/>
                </a:lnTo>
                <a:lnTo>
                  <a:pt x="296251" y="96099"/>
                </a:lnTo>
                <a:lnTo>
                  <a:pt x="296127" y="96224"/>
                </a:lnTo>
                <a:lnTo>
                  <a:pt x="295999" y="96344"/>
                </a:lnTo>
                <a:lnTo>
                  <a:pt x="295868" y="96460"/>
                </a:lnTo>
                <a:lnTo>
                  <a:pt x="295733" y="96571"/>
                </a:lnTo>
                <a:lnTo>
                  <a:pt x="295594" y="96677"/>
                </a:lnTo>
                <a:lnTo>
                  <a:pt x="295451" y="96779"/>
                </a:lnTo>
                <a:lnTo>
                  <a:pt x="295305" y="96876"/>
                </a:lnTo>
                <a:lnTo>
                  <a:pt x="295099" y="97003"/>
                </a:lnTo>
                <a:lnTo>
                  <a:pt x="294885" y="97125"/>
                </a:lnTo>
                <a:lnTo>
                  <a:pt x="294661" y="97241"/>
                </a:lnTo>
                <a:lnTo>
                  <a:pt x="294429" y="97352"/>
                </a:lnTo>
                <a:lnTo>
                  <a:pt x="294187" y="97458"/>
                </a:lnTo>
                <a:lnTo>
                  <a:pt x="293937" y="97558"/>
                </a:lnTo>
                <a:lnTo>
                  <a:pt x="293678" y="97653"/>
                </a:lnTo>
                <a:lnTo>
                  <a:pt x="293410" y="97742"/>
                </a:lnTo>
                <a:lnTo>
                  <a:pt x="293133" y="97826"/>
                </a:lnTo>
                <a:lnTo>
                  <a:pt x="292847" y="97904"/>
                </a:lnTo>
                <a:lnTo>
                  <a:pt x="292553" y="97978"/>
                </a:lnTo>
                <a:lnTo>
                  <a:pt x="292249" y="98045"/>
                </a:lnTo>
                <a:lnTo>
                  <a:pt x="291937" y="98107"/>
                </a:lnTo>
                <a:lnTo>
                  <a:pt x="291615" y="98164"/>
                </a:lnTo>
                <a:lnTo>
                  <a:pt x="291285" y="98216"/>
                </a:lnTo>
                <a:lnTo>
                  <a:pt x="290946" y="98262"/>
                </a:lnTo>
                <a:lnTo>
                  <a:pt x="290598" y="98302"/>
                </a:lnTo>
                <a:lnTo>
                  <a:pt x="290241" y="98338"/>
                </a:lnTo>
                <a:lnTo>
                  <a:pt x="289875" y="98367"/>
                </a:lnTo>
                <a:lnTo>
                  <a:pt x="289501" y="98392"/>
                </a:lnTo>
                <a:lnTo>
                  <a:pt x="289117" y="98411"/>
                </a:lnTo>
                <a:lnTo>
                  <a:pt x="288725" y="98424"/>
                </a:lnTo>
                <a:lnTo>
                  <a:pt x="288324" y="98432"/>
                </a:lnTo>
                <a:lnTo>
                  <a:pt x="287914" y="98435"/>
                </a:lnTo>
                <a:lnTo>
                  <a:pt x="287914" y="101065"/>
                </a:lnTo>
                <a:lnTo>
                  <a:pt x="321246" y="101065"/>
                </a:lnTo>
                <a:lnTo>
                  <a:pt x="321246" y="98435"/>
                </a:lnTo>
                <a:lnTo>
                  <a:pt x="320883" y="98433"/>
                </a:lnTo>
                <a:lnTo>
                  <a:pt x="320526" y="98426"/>
                </a:lnTo>
                <a:lnTo>
                  <a:pt x="320177" y="98415"/>
                </a:lnTo>
                <a:lnTo>
                  <a:pt x="319835" y="98400"/>
                </a:lnTo>
                <a:lnTo>
                  <a:pt x="319500" y="98380"/>
                </a:lnTo>
                <a:lnTo>
                  <a:pt x="319172" y="98355"/>
                </a:lnTo>
                <a:lnTo>
                  <a:pt x="318851" y="98327"/>
                </a:lnTo>
                <a:lnTo>
                  <a:pt x="318538" y="98293"/>
                </a:lnTo>
                <a:lnTo>
                  <a:pt x="318231" y="98256"/>
                </a:lnTo>
                <a:lnTo>
                  <a:pt x="317932" y="98214"/>
                </a:lnTo>
                <a:lnTo>
                  <a:pt x="317640" y="98167"/>
                </a:lnTo>
                <a:lnTo>
                  <a:pt x="317355" y="98116"/>
                </a:lnTo>
                <a:lnTo>
                  <a:pt x="317078" y="98061"/>
                </a:lnTo>
                <a:lnTo>
                  <a:pt x="316807" y="98001"/>
                </a:lnTo>
                <a:lnTo>
                  <a:pt x="316543" y="97937"/>
                </a:lnTo>
                <a:lnTo>
                  <a:pt x="316287" y="97868"/>
                </a:lnTo>
                <a:lnTo>
                  <a:pt x="316038" y="97795"/>
                </a:lnTo>
                <a:lnTo>
                  <a:pt x="315796" y="97718"/>
                </a:lnTo>
                <a:lnTo>
                  <a:pt x="315561" y="97636"/>
                </a:lnTo>
                <a:lnTo>
                  <a:pt x="315334" y="97550"/>
                </a:lnTo>
                <a:lnTo>
                  <a:pt x="315113" y="97459"/>
                </a:lnTo>
                <a:lnTo>
                  <a:pt x="314900" y="97364"/>
                </a:lnTo>
                <a:lnTo>
                  <a:pt x="314694" y="97264"/>
                </a:lnTo>
                <a:lnTo>
                  <a:pt x="314495" y="97160"/>
                </a:lnTo>
                <a:lnTo>
                  <a:pt x="314302" y="97053"/>
                </a:lnTo>
                <a:lnTo>
                  <a:pt x="314114" y="96943"/>
                </a:lnTo>
                <a:lnTo>
                  <a:pt x="313930" y="96831"/>
                </a:lnTo>
                <a:lnTo>
                  <a:pt x="313752" y="96717"/>
                </a:lnTo>
                <a:lnTo>
                  <a:pt x="313579" y="96600"/>
                </a:lnTo>
                <a:lnTo>
                  <a:pt x="313411" y="96482"/>
                </a:lnTo>
                <a:lnTo>
                  <a:pt x="313247" y="96361"/>
                </a:lnTo>
                <a:lnTo>
                  <a:pt x="313089" y="96238"/>
                </a:lnTo>
                <a:lnTo>
                  <a:pt x="312935" y="96113"/>
                </a:lnTo>
                <a:lnTo>
                  <a:pt x="312787" y="95985"/>
                </a:lnTo>
                <a:lnTo>
                  <a:pt x="312643" y="95856"/>
                </a:lnTo>
                <a:lnTo>
                  <a:pt x="312505" y="95724"/>
                </a:lnTo>
                <a:lnTo>
                  <a:pt x="312371" y="95590"/>
                </a:lnTo>
                <a:lnTo>
                  <a:pt x="312242" y="95453"/>
                </a:lnTo>
                <a:lnTo>
                  <a:pt x="312118" y="95315"/>
                </a:lnTo>
                <a:lnTo>
                  <a:pt x="311999" y="95174"/>
                </a:lnTo>
                <a:lnTo>
                  <a:pt x="311885" y="95031"/>
                </a:lnTo>
                <a:lnTo>
                  <a:pt x="311776" y="94886"/>
                </a:lnTo>
                <a:lnTo>
                  <a:pt x="311672" y="94739"/>
                </a:lnTo>
                <a:lnTo>
                  <a:pt x="311573" y="94589"/>
                </a:lnTo>
                <a:lnTo>
                  <a:pt x="311478" y="94437"/>
                </a:lnTo>
                <a:lnTo>
                  <a:pt x="311389" y="94283"/>
                </a:lnTo>
                <a:lnTo>
                  <a:pt x="311305" y="94127"/>
                </a:lnTo>
                <a:lnTo>
                  <a:pt x="311225" y="93969"/>
                </a:lnTo>
                <a:lnTo>
                  <a:pt x="311115" y="93734"/>
                </a:lnTo>
                <a:lnTo>
                  <a:pt x="311010" y="93490"/>
                </a:lnTo>
                <a:lnTo>
                  <a:pt x="310909" y="93236"/>
                </a:lnTo>
                <a:lnTo>
                  <a:pt x="310813" y="92974"/>
                </a:lnTo>
                <a:lnTo>
                  <a:pt x="310721" y="92703"/>
                </a:lnTo>
                <a:lnTo>
                  <a:pt x="310634" y="92422"/>
                </a:lnTo>
                <a:lnTo>
                  <a:pt x="310552" y="92133"/>
                </a:lnTo>
                <a:lnTo>
                  <a:pt x="310475" y="91834"/>
                </a:lnTo>
                <a:lnTo>
                  <a:pt x="310402" y="91526"/>
                </a:lnTo>
                <a:lnTo>
                  <a:pt x="310334" y="91209"/>
                </a:lnTo>
                <a:lnTo>
                  <a:pt x="310271" y="90883"/>
                </a:lnTo>
                <a:lnTo>
                  <a:pt x="310213" y="90548"/>
                </a:lnTo>
                <a:lnTo>
                  <a:pt x="310159" y="90204"/>
                </a:lnTo>
                <a:lnTo>
                  <a:pt x="310109" y="89851"/>
                </a:lnTo>
                <a:lnTo>
                  <a:pt x="310065" y="89488"/>
                </a:lnTo>
                <a:lnTo>
                  <a:pt x="310025" y="89117"/>
                </a:lnTo>
                <a:lnTo>
                  <a:pt x="309990" y="88736"/>
                </a:lnTo>
                <a:lnTo>
                  <a:pt x="309959" y="88347"/>
                </a:lnTo>
                <a:lnTo>
                  <a:pt x="309934" y="87948"/>
                </a:lnTo>
                <a:lnTo>
                  <a:pt x="309912" y="87540"/>
                </a:lnTo>
                <a:lnTo>
                  <a:pt x="309896" y="87123"/>
                </a:lnTo>
                <a:lnTo>
                  <a:pt x="309884" y="86697"/>
                </a:lnTo>
                <a:lnTo>
                  <a:pt x="309877" y="86262"/>
                </a:lnTo>
                <a:lnTo>
                  <a:pt x="309875" y="85817"/>
                </a:lnTo>
                <a:lnTo>
                  <a:pt x="309875" y="54697"/>
                </a:lnTo>
                <a:lnTo>
                  <a:pt x="310159" y="54148"/>
                </a:lnTo>
                <a:lnTo>
                  <a:pt x="310442" y="53612"/>
                </a:lnTo>
                <a:lnTo>
                  <a:pt x="310724" y="53090"/>
                </a:lnTo>
                <a:lnTo>
                  <a:pt x="311006" y="52580"/>
                </a:lnTo>
                <a:lnTo>
                  <a:pt x="311287" y="52083"/>
                </a:lnTo>
                <a:lnTo>
                  <a:pt x="311567" y="51600"/>
                </a:lnTo>
                <a:lnTo>
                  <a:pt x="311847" y="51129"/>
                </a:lnTo>
                <a:lnTo>
                  <a:pt x="312126" y="50672"/>
                </a:lnTo>
                <a:lnTo>
                  <a:pt x="312404" y="50228"/>
                </a:lnTo>
                <a:lnTo>
                  <a:pt x="312681" y="49796"/>
                </a:lnTo>
                <a:lnTo>
                  <a:pt x="312957" y="49378"/>
                </a:lnTo>
                <a:lnTo>
                  <a:pt x="313233" y="48973"/>
                </a:lnTo>
                <a:lnTo>
                  <a:pt x="313508" y="48580"/>
                </a:lnTo>
                <a:lnTo>
                  <a:pt x="313782" y="48201"/>
                </a:lnTo>
                <a:lnTo>
                  <a:pt x="314056" y="47835"/>
                </a:lnTo>
                <a:lnTo>
                  <a:pt x="314329" y="47482"/>
                </a:lnTo>
                <a:lnTo>
                  <a:pt x="314601" y="47142"/>
                </a:lnTo>
                <a:lnTo>
                  <a:pt x="314872" y="46815"/>
                </a:lnTo>
                <a:lnTo>
                  <a:pt x="315143" y="46501"/>
                </a:lnTo>
                <a:lnTo>
                  <a:pt x="315413" y="46200"/>
                </a:lnTo>
                <a:lnTo>
                  <a:pt x="315682" y="45912"/>
                </a:lnTo>
                <a:lnTo>
                  <a:pt x="315950" y="45637"/>
                </a:lnTo>
                <a:lnTo>
                  <a:pt x="316218" y="45375"/>
                </a:lnTo>
                <a:lnTo>
                  <a:pt x="316485" y="45126"/>
                </a:lnTo>
                <a:lnTo>
                  <a:pt x="316609" y="45011"/>
                </a:lnTo>
                <a:lnTo>
                  <a:pt x="316732" y="44900"/>
                </a:lnTo>
                <a:lnTo>
                  <a:pt x="316854" y="44794"/>
                </a:lnTo>
                <a:lnTo>
                  <a:pt x="316976" y="44693"/>
                </a:lnTo>
                <a:lnTo>
                  <a:pt x="317097" y="44598"/>
                </a:lnTo>
                <a:lnTo>
                  <a:pt x="317218" y="44506"/>
                </a:lnTo>
                <a:lnTo>
                  <a:pt x="317337" y="44420"/>
                </a:lnTo>
                <a:lnTo>
                  <a:pt x="317456" y="44339"/>
                </a:lnTo>
                <a:lnTo>
                  <a:pt x="317574" y="44263"/>
                </a:lnTo>
                <a:lnTo>
                  <a:pt x="317691" y="44192"/>
                </a:lnTo>
                <a:lnTo>
                  <a:pt x="317808" y="44125"/>
                </a:lnTo>
                <a:lnTo>
                  <a:pt x="317924" y="44064"/>
                </a:lnTo>
                <a:lnTo>
                  <a:pt x="318039" y="44007"/>
                </a:lnTo>
                <a:lnTo>
                  <a:pt x="318153" y="43955"/>
                </a:lnTo>
                <a:lnTo>
                  <a:pt x="318267" y="43909"/>
                </a:lnTo>
                <a:lnTo>
                  <a:pt x="318380" y="43867"/>
                </a:lnTo>
                <a:lnTo>
                  <a:pt x="318492" y="43830"/>
                </a:lnTo>
                <a:lnTo>
                  <a:pt x="318603" y="43798"/>
                </a:lnTo>
                <a:lnTo>
                  <a:pt x="318714" y="43771"/>
                </a:lnTo>
                <a:lnTo>
                  <a:pt x="318824" y="43749"/>
                </a:lnTo>
                <a:lnTo>
                  <a:pt x="318933" y="43732"/>
                </a:lnTo>
                <a:lnTo>
                  <a:pt x="319042" y="43719"/>
                </a:lnTo>
                <a:lnTo>
                  <a:pt x="319149" y="43712"/>
                </a:lnTo>
                <a:lnTo>
                  <a:pt x="319256" y="43709"/>
                </a:lnTo>
                <a:lnTo>
                  <a:pt x="319384" y="43714"/>
                </a:lnTo>
                <a:lnTo>
                  <a:pt x="319516" y="43726"/>
                </a:lnTo>
                <a:lnTo>
                  <a:pt x="319655" y="43748"/>
                </a:lnTo>
                <a:lnTo>
                  <a:pt x="319798" y="43778"/>
                </a:lnTo>
                <a:lnTo>
                  <a:pt x="319948" y="43816"/>
                </a:lnTo>
                <a:lnTo>
                  <a:pt x="320103" y="43863"/>
                </a:lnTo>
                <a:lnTo>
                  <a:pt x="320263" y="43918"/>
                </a:lnTo>
                <a:lnTo>
                  <a:pt x="320429" y="43982"/>
                </a:lnTo>
                <a:lnTo>
                  <a:pt x="320601" y="44054"/>
                </a:lnTo>
                <a:lnTo>
                  <a:pt x="320778" y="44135"/>
                </a:lnTo>
                <a:lnTo>
                  <a:pt x="320961" y="44225"/>
                </a:lnTo>
                <a:lnTo>
                  <a:pt x="321149" y="44322"/>
                </a:lnTo>
                <a:lnTo>
                  <a:pt x="321343" y="44429"/>
                </a:lnTo>
                <a:lnTo>
                  <a:pt x="321542" y="44544"/>
                </a:lnTo>
                <a:lnTo>
                  <a:pt x="321747" y="44667"/>
                </a:lnTo>
                <a:lnTo>
                  <a:pt x="321957" y="44799"/>
                </a:lnTo>
                <a:lnTo>
                  <a:pt x="322173" y="44940"/>
                </a:lnTo>
                <a:lnTo>
                  <a:pt x="322395" y="45089"/>
                </a:lnTo>
                <a:lnTo>
                  <a:pt x="322622" y="45246"/>
                </a:lnTo>
                <a:lnTo>
                  <a:pt x="322854" y="45412"/>
                </a:lnTo>
                <a:lnTo>
                  <a:pt x="323093" y="45587"/>
                </a:lnTo>
                <a:lnTo>
                  <a:pt x="323336" y="45770"/>
                </a:lnTo>
                <a:lnTo>
                  <a:pt x="323586" y="45961"/>
                </a:lnTo>
                <a:lnTo>
                  <a:pt x="323841" y="46161"/>
                </a:lnTo>
                <a:lnTo>
                  <a:pt x="324097" y="46361"/>
                </a:lnTo>
                <a:lnTo>
                  <a:pt x="324352" y="46553"/>
                </a:lnTo>
                <a:lnTo>
                  <a:pt x="324604" y="46736"/>
                </a:lnTo>
                <a:lnTo>
                  <a:pt x="324854" y="46911"/>
                </a:lnTo>
                <a:lnTo>
                  <a:pt x="325103" y="47077"/>
                </a:lnTo>
                <a:lnTo>
                  <a:pt x="325349" y="47234"/>
                </a:lnTo>
                <a:lnTo>
                  <a:pt x="325593" y="47383"/>
                </a:lnTo>
                <a:lnTo>
                  <a:pt x="325835" y="47524"/>
                </a:lnTo>
                <a:lnTo>
                  <a:pt x="326074" y="47656"/>
                </a:lnTo>
                <a:lnTo>
                  <a:pt x="326312" y="47779"/>
                </a:lnTo>
                <a:lnTo>
                  <a:pt x="326548" y="47894"/>
                </a:lnTo>
                <a:lnTo>
                  <a:pt x="326781" y="48000"/>
                </a:lnTo>
                <a:lnTo>
                  <a:pt x="327013" y="48098"/>
                </a:lnTo>
                <a:lnTo>
                  <a:pt x="327242" y="48188"/>
                </a:lnTo>
                <a:lnTo>
                  <a:pt x="327469" y="48269"/>
                </a:lnTo>
                <a:lnTo>
                  <a:pt x="327694" y="48341"/>
                </a:lnTo>
                <a:lnTo>
                  <a:pt x="327917" y="48405"/>
                </a:lnTo>
                <a:lnTo>
                  <a:pt x="328138" y="48460"/>
                </a:lnTo>
                <a:lnTo>
                  <a:pt x="328357" y="48507"/>
                </a:lnTo>
                <a:lnTo>
                  <a:pt x="328574" y="48545"/>
                </a:lnTo>
                <a:lnTo>
                  <a:pt x="328788" y="48575"/>
                </a:lnTo>
                <a:lnTo>
                  <a:pt x="329001" y="48596"/>
                </a:lnTo>
                <a:lnTo>
                  <a:pt x="329211" y="48609"/>
                </a:lnTo>
                <a:lnTo>
                  <a:pt x="329420" y="48613"/>
                </a:lnTo>
                <a:lnTo>
                  <a:pt x="329632" y="48610"/>
                </a:lnTo>
                <a:lnTo>
                  <a:pt x="329841" y="48600"/>
                </a:lnTo>
                <a:lnTo>
                  <a:pt x="330048" y="48583"/>
                </a:lnTo>
                <a:lnTo>
                  <a:pt x="330253" y="48560"/>
                </a:lnTo>
                <a:lnTo>
                  <a:pt x="330455" y="48530"/>
                </a:lnTo>
                <a:lnTo>
                  <a:pt x="330655" y="48493"/>
                </a:lnTo>
                <a:lnTo>
                  <a:pt x="330852" y="48450"/>
                </a:lnTo>
                <a:lnTo>
                  <a:pt x="331047" y="48400"/>
                </a:lnTo>
                <a:lnTo>
                  <a:pt x="331239" y="48344"/>
                </a:lnTo>
                <a:lnTo>
                  <a:pt x="331429" y="48280"/>
                </a:lnTo>
                <a:lnTo>
                  <a:pt x="331616" y="48210"/>
                </a:lnTo>
                <a:lnTo>
                  <a:pt x="331801" y="48134"/>
                </a:lnTo>
                <a:lnTo>
                  <a:pt x="331983" y="48050"/>
                </a:lnTo>
                <a:lnTo>
                  <a:pt x="332163" y="47960"/>
                </a:lnTo>
                <a:lnTo>
                  <a:pt x="332340" y="47864"/>
                </a:lnTo>
                <a:lnTo>
                  <a:pt x="332515" y="47761"/>
                </a:lnTo>
                <a:lnTo>
                  <a:pt x="332688" y="47651"/>
                </a:lnTo>
                <a:lnTo>
                  <a:pt x="332858" y="47534"/>
                </a:lnTo>
                <a:lnTo>
                  <a:pt x="333025" y="47411"/>
                </a:lnTo>
                <a:lnTo>
                  <a:pt x="333191" y="47281"/>
                </a:lnTo>
                <a:lnTo>
                  <a:pt x="333353" y="47144"/>
                </a:lnTo>
                <a:lnTo>
                  <a:pt x="333513" y="47001"/>
                </a:lnTo>
                <a:lnTo>
                  <a:pt x="333671" y="46851"/>
                </a:lnTo>
                <a:lnTo>
                  <a:pt x="333826" y="46694"/>
                </a:lnTo>
                <a:lnTo>
                  <a:pt x="333977" y="46533"/>
                </a:lnTo>
                <a:lnTo>
                  <a:pt x="334121" y="46369"/>
                </a:lnTo>
                <a:lnTo>
                  <a:pt x="334259" y="46201"/>
                </a:lnTo>
                <a:lnTo>
                  <a:pt x="334391" y="46031"/>
                </a:lnTo>
                <a:lnTo>
                  <a:pt x="334516" y="45858"/>
                </a:lnTo>
                <a:lnTo>
                  <a:pt x="334635" y="45682"/>
                </a:lnTo>
                <a:lnTo>
                  <a:pt x="334747" y="45503"/>
                </a:lnTo>
                <a:lnTo>
                  <a:pt x="334853" y="45320"/>
                </a:lnTo>
                <a:lnTo>
                  <a:pt x="334952" y="45135"/>
                </a:lnTo>
                <a:lnTo>
                  <a:pt x="335045" y="44947"/>
                </a:lnTo>
                <a:lnTo>
                  <a:pt x="335132" y="44756"/>
                </a:lnTo>
                <a:lnTo>
                  <a:pt x="335212" y="44562"/>
                </a:lnTo>
                <a:lnTo>
                  <a:pt x="335286" y="44365"/>
                </a:lnTo>
                <a:lnTo>
                  <a:pt x="335353" y="44165"/>
                </a:lnTo>
                <a:lnTo>
                  <a:pt x="335414" y="43963"/>
                </a:lnTo>
                <a:lnTo>
                  <a:pt x="335469" y="43757"/>
                </a:lnTo>
                <a:lnTo>
                  <a:pt x="335517" y="43548"/>
                </a:lnTo>
                <a:lnTo>
                  <a:pt x="335559" y="43336"/>
                </a:lnTo>
                <a:lnTo>
                  <a:pt x="335594" y="43122"/>
                </a:lnTo>
                <a:lnTo>
                  <a:pt x="335623" y="42904"/>
                </a:lnTo>
                <a:lnTo>
                  <a:pt x="335645" y="42683"/>
                </a:lnTo>
                <a:lnTo>
                  <a:pt x="335661" y="42460"/>
                </a:lnTo>
                <a:lnTo>
                  <a:pt x="335671" y="42233"/>
                </a:lnTo>
                <a:lnTo>
                  <a:pt x="335674" y="42004"/>
                </a:lnTo>
                <a:lnTo>
                  <a:pt x="335670" y="41744"/>
                </a:lnTo>
                <a:lnTo>
                  <a:pt x="335656" y="41488"/>
                </a:lnTo>
                <a:lnTo>
                  <a:pt x="335634" y="41234"/>
                </a:lnTo>
                <a:lnTo>
                  <a:pt x="335603" y="40982"/>
                </a:lnTo>
                <a:lnTo>
                  <a:pt x="335563" y="40733"/>
                </a:lnTo>
                <a:lnTo>
                  <a:pt x="335514" y="40487"/>
                </a:lnTo>
                <a:lnTo>
                  <a:pt x="335456" y="40243"/>
                </a:lnTo>
                <a:lnTo>
                  <a:pt x="335390" y="40002"/>
                </a:lnTo>
                <a:lnTo>
                  <a:pt x="335314" y="39763"/>
                </a:lnTo>
                <a:lnTo>
                  <a:pt x="335230" y="39527"/>
                </a:lnTo>
                <a:lnTo>
                  <a:pt x="335137" y="39294"/>
                </a:lnTo>
                <a:lnTo>
                  <a:pt x="335034" y="39063"/>
                </a:lnTo>
                <a:lnTo>
                  <a:pt x="334923" y="38835"/>
                </a:lnTo>
                <a:lnTo>
                  <a:pt x="334803" y="38609"/>
                </a:lnTo>
                <a:lnTo>
                  <a:pt x="334675" y="38386"/>
                </a:lnTo>
                <a:lnTo>
                  <a:pt x="334537" y="38166"/>
                </a:lnTo>
                <a:lnTo>
                  <a:pt x="334390" y="37948"/>
                </a:lnTo>
                <a:lnTo>
                  <a:pt x="334235" y="37733"/>
                </a:lnTo>
                <a:lnTo>
                  <a:pt x="334071" y="37520"/>
                </a:lnTo>
                <a:lnTo>
                  <a:pt x="333897" y="37310"/>
                </a:lnTo>
                <a:lnTo>
                  <a:pt x="333715" y="37102"/>
                </a:lnTo>
                <a:lnTo>
                  <a:pt x="333524" y="36898"/>
                </a:lnTo>
                <a:lnTo>
                  <a:pt x="333324" y="36695"/>
                </a:lnTo>
                <a:lnTo>
                  <a:pt x="333116" y="36496"/>
                </a:lnTo>
                <a:lnTo>
                  <a:pt x="332900" y="36301"/>
                </a:lnTo>
                <a:lnTo>
                  <a:pt x="332680" y="36115"/>
                </a:lnTo>
                <a:lnTo>
                  <a:pt x="332455" y="35938"/>
                </a:lnTo>
                <a:lnTo>
                  <a:pt x="332225" y="35768"/>
                </a:lnTo>
                <a:lnTo>
                  <a:pt x="331991" y="35607"/>
                </a:lnTo>
                <a:lnTo>
                  <a:pt x="331752" y="35454"/>
                </a:lnTo>
                <a:lnTo>
                  <a:pt x="331508" y="35309"/>
                </a:lnTo>
                <a:lnTo>
                  <a:pt x="331260" y="35173"/>
                </a:lnTo>
                <a:lnTo>
                  <a:pt x="331007" y="35045"/>
                </a:lnTo>
                <a:lnTo>
                  <a:pt x="330749" y="34925"/>
                </a:lnTo>
                <a:lnTo>
                  <a:pt x="330486" y="34813"/>
                </a:lnTo>
                <a:lnTo>
                  <a:pt x="330219" y="34710"/>
                </a:lnTo>
                <a:lnTo>
                  <a:pt x="329948" y="34615"/>
                </a:lnTo>
                <a:lnTo>
                  <a:pt x="329671" y="34528"/>
                </a:lnTo>
                <a:lnTo>
                  <a:pt x="329390" y="34449"/>
                </a:lnTo>
                <a:lnTo>
                  <a:pt x="329104" y="34379"/>
                </a:lnTo>
                <a:lnTo>
                  <a:pt x="328813" y="34317"/>
                </a:lnTo>
                <a:lnTo>
                  <a:pt x="328518" y="34263"/>
                </a:lnTo>
                <a:lnTo>
                  <a:pt x="328218" y="34218"/>
                </a:lnTo>
                <a:lnTo>
                  <a:pt x="327913" y="34181"/>
                </a:lnTo>
                <a:lnTo>
                  <a:pt x="327604" y="34152"/>
                </a:lnTo>
                <a:lnTo>
                  <a:pt x="327290" y="34131"/>
                </a:lnTo>
                <a:lnTo>
                  <a:pt x="326971" y="34119"/>
                </a:lnTo>
                <a:lnTo>
                  <a:pt x="326648" y="34115"/>
                </a:lnTo>
                <a:lnTo>
                  <a:pt x="325932" y="34140"/>
                </a:lnTo>
                <a:lnTo>
                  <a:pt x="325218" y="34216"/>
                </a:lnTo>
                <a:lnTo>
                  <a:pt x="324505" y="34343"/>
                </a:lnTo>
                <a:lnTo>
                  <a:pt x="323793" y="34521"/>
                </a:lnTo>
                <a:lnTo>
                  <a:pt x="323083" y="34750"/>
                </a:lnTo>
                <a:lnTo>
                  <a:pt x="322375" y="35030"/>
                </a:lnTo>
                <a:lnTo>
                  <a:pt x="321668" y="35360"/>
                </a:lnTo>
                <a:lnTo>
                  <a:pt x="320962" y="35741"/>
                </a:lnTo>
                <a:lnTo>
                  <a:pt x="320258" y="36174"/>
                </a:lnTo>
                <a:lnTo>
                  <a:pt x="319556" y="36656"/>
                </a:lnTo>
                <a:lnTo>
                  <a:pt x="318854" y="37190"/>
                </a:lnTo>
                <a:lnTo>
                  <a:pt x="318155" y="37775"/>
                </a:lnTo>
                <a:lnTo>
                  <a:pt x="317457" y="38410"/>
                </a:lnTo>
                <a:lnTo>
                  <a:pt x="316760" y="39097"/>
                </a:lnTo>
                <a:lnTo>
                  <a:pt x="316065" y="39834"/>
                </a:lnTo>
                <a:lnTo>
                  <a:pt x="315371" y="40622"/>
                </a:lnTo>
                <a:lnTo>
                  <a:pt x="314679" y="41461"/>
                </a:lnTo>
                <a:lnTo>
                  <a:pt x="313988" y="42350"/>
                </a:lnTo>
                <a:lnTo>
                  <a:pt x="313299" y="43291"/>
                </a:lnTo>
                <a:lnTo>
                  <a:pt x="312611" y="44282"/>
                </a:lnTo>
                <a:lnTo>
                  <a:pt x="311925" y="45324"/>
                </a:lnTo>
                <a:lnTo>
                  <a:pt x="311240" y="46417"/>
                </a:lnTo>
                <a:lnTo>
                  <a:pt x="310557" y="47561"/>
                </a:lnTo>
                <a:lnTo>
                  <a:pt x="309875" y="48756"/>
                </a:lnTo>
                <a:lnTo>
                  <a:pt x="309875" y="34115"/>
                </a:lnTo>
                <a:lnTo>
                  <a:pt x="306890" y="34115"/>
                </a:lnTo>
                <a:lnTo>
                  <a:pt x="287203" y="42057"/>
                </a:lnTo>
                <a:lnTo>
                  <a:pt x="287914" y="44611"/>
                </a:lnTo>
                <a:close/>
                <a:moveTo>
                  <a:pt x="247878" y="34181"/>
                </a:moveTo>
                <a:lnTo>
                  <a:pt x="247213" y="34232"/>
                </a:lnTo>
                <a:lnTo>
                  <a:pt x="246551" y="34298"/>
                </a:lnTo>
                <a:lnTo>
                  <a:pt x="245892" y="34379"/>
                </a:lnTo>
                <a:lnTo>
                  <a:pt x="245236" y="34474"/>
                </a:lnTo>
                <a:lnTo>
                  <a:pt x="244584" y="34584"/>
                </a:lnTo>
                <a:lnTo>
                  <a:pt x="243933" y="34709"/>
                </a:lnTo>
                <a:lnTo>
                  <a:pt x="243286" y="34848"/>
                </a:lnTo>
                <a:lnTo>
                  <a:pt x="242642" y="35002"/>
                </a:lnTo>
                <a:lnTo>
                  <a:pt x="242001" y="35171"/>
                </a:lnTo>
                <a:lnTo>
                  <a:pt x="241363" y="35354"/>
                </a:lnTo>
                <a:lnTo>
                  <a:pt x="240728" y="35552"/>
                </a:lnTo>
                <a:lnTo>
                  <a:pt x="240096" y="35765"/>
                </a:lnTo>
                <a:lnTo>
                  <a:pt x="239466" y="35992"/>
                </a:lnTo>
                <a:lnTo>
                  <a:pt x="238840" y="36234"/>
                </a:lnTo>
                <a:lnTo>
                  <a:pt x="238217" y="36491"/>
                </a:lnTo>
                <a:lnTo>
                  <a:pt x="237596" y="36762"/>
                </a:lnTo>
                <a:lnTo>
                  <a:pt x="236979" y="37048"/>
                </a:lnTo>
                <a:lnTo>
                  <a:pt x="236364" y="37349"/>
                </a:lnTo>
                <a:lnTo>
                  <a:pt x="235753" y="37664"/>
                </a:lnTo>
                <a:lnTo>
                  <a:pt x="235144" y="37994"/>
                </a:lnTo>
                <a:lnTo>
                  <a:pt x="234539" y="38339"/>
                </a:lnTo>
                <a:lnTo>
                  <a:pt x="233939" y="38699"/>
                </a:lnTo>
                <a:lnTo>
                  <a:pt x="233350" y="39075"/>
                </a:lnTo>
                <a:lnTo>
                  <a:pt x="232770" y="39467"/>
                </a:lnTo>
                <a:lnTo>
                  <a:pt x="232200" y="39875"/>
                </a:lnTo>
                <a:lnTo>
                  <a:pt x="231640" y="40299"/>
                </a:lnTo>
                <a:lnTo>
                  <a:pt x="231089" y="40740"/>
                </a:lnTo>
                <a:lnTo>
                  <a:pt x="230549" y="41196"/>
                </a:lnTo>
                <a:lnTo>
                  <a:pt x="230018" y="41668"/>
                </a:lnTo>
                <a:lnTo>
                  <a:pt x="229496" y="42156"/>
                </a:lnTo>
                <a:lnTo>
                  <a:pt x="228985" y="42661"/>
                </a:lnTo>
                <a:lnTo>
                  <a:pt x="228483" y="43181"/>
                </a:lnTo>
                <a:lnTo>
                  <a:pt x="227991" y="43717"/>
                </a:lnTo>
                <a:lnTo>
                  <a:pt x="227509" y="44270"/>
                </a:lnTo>
                <a:lnTo>
                  <a:pt x="227036" y="44838"/>
                </a:lnTo>
                <a:lnTo>
                  <a:pt x="226574" y="45422"/>
                </a:lnTo>
                <a:lnTo>
                  <a:pt x="226121" y="46023"/>
                </a:lnTo>
                <a:lnTo>
                  <a:pt x="225677" y="46639"/>
                </a:lnTo>
                <a:lnTo>
                  <a:pt x="225244" y="47272"/>
                </a:lnTo>
                <a:lnTo>
                  <a:pt x="224820" y="47920"/>
                </a:lnTo>
                <a:lnTo>
                  <a:pt x="224406" y="48585"/>
                </a:lnTo>
                <a:lnTo>
                  <a:pt x="224002" y="49265"/>
                </a:lnTo>
                <a:lnTo>
                  <a:pt x="223607" y="49962"/>
                </a:lnTo>
                <a:lnTo>
                  <a:pt x="223222" y="50674"/>
                </a:lnTo>
                <a:lnTo>
                  <a:pt x="222847" y="51403"/>
                </a:lnTo>
                <a:lnTo>
                  <a:pt x="222485" y="52140"/>
                </a:lnTo>
                <a:lnTo>
                  <a:pt x="222138" y="52877"/>
                </a:lnTo>
                <a:lnTo>
                  <a:pt x="221806" y="53615"/>
                </a:lnTo>
                <a:lnTo>
                  <a:pt x="221490" y="54352"/>
                </a:lnTo>
                <a:lnTo>
                  <a:pt x="221189" y="55091"/>
                </a:lnTo>
                <a:lnTo>
                  <a:pt x="220904" y="55829"/>
                </a:lnTo>
                <a:lnTo>
                  <a:pt x="220634" y="56568"/>
                </a:lnTo>
                <a:lnTo>
                  <a:pt x="220379" y="57308"/>
                </a:lnTo>
                <a:lnTo>
                  <a:pt x="220140" y="58048"/>
                </a:lnTo>
                <a:lnTo>
                  <a:pt x="219917" y="58788"/>
                </a:lnTo>
                <a:lnTo>
                  <a:pt x="219709" y="59528"/>
                </a:lnTo>
                <a:lnTo>
                  <a:pt x="219516" y="60269"/>
                </a:lnTo>
                <a:lnTo>
                  <a:pt x="219338" y="61011"/>
                </a:lnTo>
                <a:lnTo>
                  <a:pt x="219176" y="61752"/>
                </a:lnTo>
                <a:lnTo>
                  <a:pt x="219030" y="62494"/>
                </a:lnTo>
                <a:lnTo>
                  <a:pt x="218899" y="63237"/>
                </a:lnTo>
                <a:lnTo>
                  <a:pt x="218783" y="63979"/>
                </a:lnTo>
                <a:lnTo>
                  <a:pt x="218683" y="64722"/>
                </a:lnTo>
                <a:lnTo>
                  <a:pt x="218598" y="65466"/>
                </a:lnTo>
                <a:lnTo>
                  <a:pt x="218529" y="66210"/>
                </a:lnTo>
                <a:lnTo>
                  <a:pt x="218475" y="66954"/>
                </a:lnTo>
                <a:lnTo>
                  <a:pt x="218436" y="67699"/>
                </a:lnTo>
                <a:lnTo>
                  <a:pt x="218413" y="68443"/>
                </a:lnTo>
                <a:lnTo>
                  <a:pt x="218405" y="69189"/>
                </a:lnTo>
                <a:lnTo>
                  <a:pt x="218418" y="70208"/>
                </a:lnTo>
                <a:lnTo>
                  <a:pt x="218456" y="71219"/>
                </a:lnTo>
                <a:lnTo>
                  <a:pt x="218520" y="72222"/>
                </a:lnTo>
                <a:lnTo>
                  <a:pt x="218609" y="73216"/>
                </a:lnTo>
                <a:lnTo>
                  <a:pt x="218723" y="74202"/>
                </a:lnTo>
                <a:lnTo>
                  <a:pt x="218863" y="75179"/>
                </a:lnTo>
                <a:lnTo>
                  <a:pt x="219028" y="76148"/>
                </a:lnTo>
                <a:lnTo>
                  <a:pt x="219219" y="77109"/>
                </a:lnTo>
                <a:lnTo>
                  <a:pt x="219435" y="78061"/>
                </a:lnTo>
                <a:lnTo>
                  <a:pt x="219676" y="79005"/>
                </a:lnTo>
                <a:lnTo>
                  <a:pt x="219943" y="79940"/>
                </a:lnTo>
                <a:lnTo>
                  <a:pt x="220235" y="80867"/>
                </a:lnTo>
                <a:lnTo>
                  <a:pt x="220553" y="81786"/>
                </a:lnTo>
                <a:lnTo>
                  <a:pt x="220896" y="82696"/>
                </a:lnTo>
                <a:lnTo>
                  <a:pt x="221265" y="83598"/>
                </a:lnTo>
                <a:lnTo>
                  <a:pt x="221659" y="84492"/>
                </a:lnTo>
                <a:lnTo>
                  <a:pt x="222078" y="85377"/>
                </a:lnTo>
                <a:lnTo>
                  <a:pt x="222523" y="86254"/>
                </a:lnTo>
                <a:lnTo>
                  <a:pt x="222993" y="87122"/>
                </a:lnTo>
                <a:lnTo>
                  <a:pt x="223489" y="87983"/>
                </a:lnTo>
                <a:lnTo>
                  <a:pt x="224010" y="88834"/>
                </a:lnTo>
                <a:lnTo>
                  <a:pt x="224556" y="89677"/>
                </a:lnTo>
                <a:lnTo>
                  <a:pt x="225128" y="90512"/>
                </a:lnTo>
                <a:lnTo>
                  <a:pt x="225726" y="91339"/>
                </a:lnTo>
                <a:lnTo>
                  <a:pt x="226459" y="92295"/>
                </a:lnTo>
                <a:lnTo>
                  <a:pt x="227213" y="93210"/>
                </a:lnTo>
                <a:lnTo>
                  <a:pt x="227988" y="94085"/>
                </a:lnTo>
                <a:lnTo>
                  <a:pt x="228784" y="94919"/>
                </a:lnTo>
                <a:lnTo>
                  <a:pt x="229601" y="95712"/>
                </a:lnTo>
                <a:lnTo>
                  <a:pt x="230439" y="96465"/>
                </a:lnTo>
                <a:lnTo>
                  <a:pt x="231298" y="97176"/>
                </a:lnTo>
                <a:lnTo>
                  <a:pt x="232177" y="97848"/>
                </a:lnTo>
                <a:lnTo>
                  <a:pt x="233078" y="98478"/>
                </a:lnTo>
                <a:lnTo>
                  <a:pt x="234000" y="99068"/>
                </a:lnTo>
                <a:lnTo>
                  <a:pt x="234943" y="99617"/>
                </a:lnTo>
                <a:lnTo>
                  <a:pt x="235907" y="100126"/>
                </a:lnTo>
                <a:lnTo>
                  <a:pt x="236892" y="100594"/>
                </a:lnTo>
                <a:lnTo>
                  <a:pt x="237897" y="101021"/>
                </a:lnTo>
                <a:lnTo>
                  <a:pt x="238924" y="101407"/>
                </a:lnTo>
                <a:lnTo>
                  <a:pt x="239972" y="101753"/>
                </a:lnTo>
                <a:lnTo>
                  <a:pt x="241040" y="102058"/>
                </a:lnTo>
                <a:lnTo>
                  <a:pt x="242130" y="102322"/>
                </a:lnTo>
                <a:lnTo>
                  <a:pt x="243241" y="102546"/>
                </a:lnTo>
                <a:lnTo>
                  <a:pt x="244372" y="102729"/>
                </a:lnTo>
                <a:lnTo>
                  <a:pt x="245525" y="102872"/>
                </a:lnTo>
                <a:lnTo>
                  <a:pt x="246698" y="102973"/>
                </a:lnTo>
                <a:lnTo>
                  <a:pt x="247893" y="103034"/>
                </a:lnTo>
                <a:lnTo>
                  <a:pt x="249108" y="103055"/>
                </a:lnTo>
                <a:lnTo>
                  <a:pt x="249858" y="103047"/>
                </a:lnTo>
                <a:lnTo>
                  <a:pt x="250601" y="103023"/>
                </a:lnTo>
                <a:lnTo>
                  <a:pt x="251339" y="102984"/>
                </a:lnTo>
                <a:lnTo>
                  <a:pt x="252071" y="102928"/>
                </a:lnTo>
                <a:lnTo>
                  <a:pt x="252797" y="102857"/>
                </a:lnTo>
                <a:lnTo>
                  <a:pt x="253517" y="102771"/>
                </a:lnTo>
                <a:lnTo>
                  <a:pt x="254232" y="102668"/>
                </a:lnTo>
                <a:lnTo>
                  <a:pt x="254940" y="102550"/>
                </a:lnTo>
                <a:lnTo>
                  <a:pt x="255643" y="102416"/>
                </a:lnTo>
                <a:lnTo>
                  <a:pt x="256340" y="102266"/>
                </a:lnTo>
                <a:lnTo>
                  <a:pt x="257032" y="102100"/>
                </a:lnTo>
                <a:lnTo>
                  <a:pt x="257717" y="101919"/>
                </a:lnTo>
                <a:lnTo>
                  <a:pt x="258397" y="101721"/>
                </a:lnTo>
                <a:lnTo>
                  <a:pt x="259071" y="101508"/>
                </a:lnTo>
                <a:lnTo>
                  <a:pt x="259739" y="101280"/>
                </a:lnTo>
                <a:lnTo>
                  <a:pt x="260401" y="101035"/>
                </a:lnTo>
                <a:lnTo>
                  <a:pt x="261058" y="100775"/>
                </a:lnTo>
                <a:lnTo>
                  <a:pt x="261708" y="100499"/>
                </a:lnTo>
                <a:lnTo>
                  <a:pt x="262353" y="100207"/>
                </a:lnTo>
                <a:lnTo>
                  <a:pt x="262992" y="99899"/>
                </a:lnTo>
                <a:lnTo>
                  <a:pt x="263626" y="99576"/>
                </a:lnTo>
                <a:lnTo>
                  <a:pt x="264253" y="99236"/>
                </a:lnTo>
                <a:lnTo>
                  <a:pt x="264875" y="98881"/>
                </a:lnTo>
                <a:lnTo>
                  <a:pt x="265491" y="98511"/>
                </a:lnTo>
                <a:lnTo>
                  <a:pt x="266098" y="98124"/>
                </a:lnTo>
                <a:lnTo>
                  <a:pt x="266695" y="97723"/>
                </a:lnTo>
                <a:lnTo>
                  <a:pt x="267280" y="97306"/>
                </a:lnTo>
                <a:lnTo>
                  <a:pt x="267855" y="96874"/>
                </a:lnTo>
                <a:lnTo>
                  <a:pt x="268418" y="96426"/>
                </a:lnTo>
                <a:lnTo>
                  <a:pt x="268971" y="95963"/>
                </a:lnTo>
                <a:lnTo>
                  <a:pt x="269513" y="95485"/>
                </a:lnTo>
                <a:lnTo>
                  <a:pt x="270043" y="94992"/>
                </a:lnTo>
                <a:lnTo>
                  <a:pt x="270563" y="94484"/>
                </a:lnTo>
                <a:lnTo>
                  <a:pt x="271071" y="93960"/>
                </a:lnTo>
                <a:lnTo>
                  <a:pt x="271569" y="93421"/>
                </a:lnTo>
                <a:lnTo>
                  <a:pt x="272056" y="92866"/>
                </a:lnTo>
                <a:lnTo>
                  <a:pt x="272532" y="92297"/>
                </a:lnTo>
                <a:lnTo>
                  <a:pt x="272996" y="91712"/>
                </a:lnTo>
                <a:lnTo>
                  <a:pt x="273450" y="91112"/>
                </a:lnTo>
                <a:lnTo>
                  <a:pt x="273893" y="90496"/>
                </a:lnTo>
                <a:lnTo>
                  <a:pt x="274325" y="89865"/>
                </a:lnTo>
                <a:lnTo>
                  <a:pt x="274746" y="89219"/>
                </a:lnTo>
                <a:lnTo>
                  <a:pt x="275155" y="88558"/>
                </a:lnTo>
                <a:lnTo>
                  <a:pt x="275554" y="87881"/>
                </a:lnTo>
                <a:lnTo>
                  <a:pt x="275942" y="87190"/>
                </a:lnTo>
                <a:lnTo>
                  <a:pt x="276319" y="86482"/>
                </a:lnTo>
                <a:lnTo>
                  <a:pt x="276685" y="85760"/>
                </a:lnTo>
                <a:lnTo>
                  <a:pt x="277040" y="85022"/>
                </a:lnTo>
                <a:lnTo>
                  <a:pt x="277382" y="84277"/>
                </a:lnTo>
                <a:lnTo>
                  <a:pt x="277710" y="83533"/>
                </a:lnTo>
                <a:lnTo>
                  <a:pt x="278023" y="82789"/>
                </a:lnTo>
                <a:lnTo>
                  <a:pt x="278321" y="82046"/>
                </a:lnTo>
                <a:lnTo>
                  <a:pt x="278605" y="81304"/>
                </a:lnTo>
                <a:lnTo>
                  <a:pt x="278874" y="80563"/>
                </a:lnTo>
                <a:lnTo>
                  <a:pt x="279129" y="79822"/>
                </a:lnTo>
                <a:lnTo>
                  <a:pt x="279369" y="79082"/>
                </a:lnTo>
                <a:lnTo>
                  <a:pt x="279595" y="78343"/>
                </a:lnTo>
                <a:lnTo>
                  <a:pt x="279806" y="77604"/>
                </a:lnTo>
                <a:lnTo>
                  <a:pt x="280003" y="76866"/>
                </a:lnTo>
                <a:lnTo>
                  <a:pt x="280185" y="76129"/>
                </a:lnTo>
                <a:lnTo>
                  <a:pt x="280352" y="75393"/>
                </a:lnTo>
                <a:lnTo>
                  <a:pt x="280505" y="74658"/>
                </a:lnTo>
                <a:lnTo>
                  <a:pt x="280643" y="73923"/>
                </a:lnTo>
                <a:lnTo>
                  <a:pt x="280767" y="73189"/>
                </a:lnTo>
                <a:lnTo>
                  <a:pt x="280876" y="72456"/>
                </a:lnTo>
                <a:lnTo>
                  <a:pt x="280971" y="71723"/>
                </a:lnTo>
                <a:lnTo>
                  <a:pt x="281051" y="70991"/>
                </a:lnTo>
                <a:lnTo>
                  <a:pt x="281117" y="70260"/>
                </a:lnTo>
                <a:lnTo>
                  <a:pt x="281168" y="69530"/>
                </a:lnTo>
                <a:lnTo>
                  <a:pt x="281204" y="68800"/>
                </a:lnTo>
                <a:lnTo>
                  <a:pt x="281226" y="68071"/>
                </a:lnTo>
                <a:lnTo>
                  <a:pt x="281233" y="67343"/>
                </a:lnTo>
                <a:lnTo>
                  <a:pt x="281220" y="66313"/>
                </a:lnTo>
                <a:lnTo>
                  <a:pt x="281180" y="65292"/>
                </a:lnTo>
                <a:lnTo>
                  <a:pt x="281114" y="64281"/>
                </a:lnTo>
                <a:lnTo>
                  <a:pt x="281022" y="63280"/>
                </a:lnTo>
                <a:lnTo>
                  <a:pt x="280903" y="62289"/>
                </a:lnTo>
                <a:lnTo>
                  <a:pt x="280758" y="61308"/>
                </a:lnTo>
                <a:lnTo>
                  <a:pt x="280586" y="60336"/>
                </a:lnTo>
                <a:lnTo>
                  <a:pt x="280388" y="59375"/>
                </a:lnTo>
                <a:lnTo>
                  <a:pt x="280164" y="58423"/>
                </a:lnTo>
                <a:lnTo>
                  <a:pt x="279913" y="57481"/>
                </a:lnTo>
                <a:lnTo>
                  <a:pt x="279636" y="56549"/>
                </a:lnTo>
                <a:lnTo>
                  <a:pt x="279332" y="55627"/>
                </a:lnTo>
                <a:lnTo>
                  <a:pt x="279002" y="54715"/>
                </a:lnTo>
                <a:lnTo>
                  <a:pt x="278645" y="53813"/>
                </a:lnTo>
                <a:lnTo>
                  <a:pt x="278262" y="52920"/>
                </a:lnTo>
                <a:lnTo>
                  <a:pt x="277853" y="52038"/>
                </a:lnTo>
                <a:lnTo>
                  <a:pt x="277418" y="51165"/>
                </a:lnTo>
                <a:lnTo>
                  <a:pt x="276955" y="50302"/>
                </a:lnTo>
                <a:lnTo>
                  <a:pt x="276467" y="49450"/>
                </a:lnTo>
                <a:lnTo>
                  <a:pt x="275952" y="48606"/>
                </a:lnTo>
                <a:lnTo>
                  <a:pt x="275411" y="47773"/>
                </a:lnTo>
                <a:lnTo>
                  <a:pt x="274843" y="46950"/>
                </a:lnTo>
                <a:lnTo>
                  <a:pt x="274249" y="46137"/>
                </a:lnTo>
                <a:lnTo>
                  <a:pt x="273628" y="45333"/>
                </a:lnTo>
                <a:lnTo>
                  <a:pt x="272872" y="44418"/>
                </a:lnTo>
                <a:lnTo>
                  <a:pt x="272095" y="43541"/>
                </a:lnTo>
                <a:lnTo>
                  <a:pt x="271299" y="42704"/>
                </a:lnTo>
                <a:lnTo>
                  <a:pt x="270481" y="41905"/>
                </a:lnTo>
                <a:lnTo>
                  <a:pt x="269644" y="41146"/>
                </a:lnTo>
                <a:lnTo>
                  <a:pt x="268787" y="40425"/>
                </a:lnTo>
                <a:lnTo>
                  <a:pt x="267909" y="39743"/>
                </a:lnTo>
                <a:lnTo>
                  <a:pt x="267011" y="39101"/>
                </a:lnTo>
                <a:lnTo>
                  <a:pt x="266092" y="38497"/>
                </a:lnTo>
                <a:lnTo>
                  <a:pt x="265154" y="37932"/>
                </a:lnTo>
                <a:lnTo>
                  <a:pt x="264195" y="37406"/>
                </a:lnTo>
                <a:lnTo>
                  <a:pt x="263216" y="36919"/>
                </a:lnTo>
                <a:lnTo>
                  <a:pt x="262217" y="36471"/>
                </a:lnTo>
                <a:lnTo>
                  <a:pt x="261198" y="36062"/>
                </a:lnTo>
                <a:lnTo>
                  <a:pt x="260158" y="35692"/>
                </a:lnTo>
                <a:lnTo>
                  <a:pt x="259098" y="35361"/>
                </a:lnTo>
                <a:lnTo>
                  <a:pt x="258018" y="35069"/>
                </a:lnTo>
                <a:lnTo>
                  <a:pt x="256918" y="34816"/>
                </a:lnTo>
                <a:lnTo>
                  <a:pt x="255797" y="34602"/>
                </a:lnTo>
                <a:lnTo>
                  <a:pt x="254656" y="34426"/>
                </a:lnTo>
                <a:lnTo>
                  <a:pt x="253495" y="34290"/>
                </a:lnTo>
                <a:lnTo>
                  <a:pt x="252314" y="34193"/>
                </a:lnTo>
                <a:lnTo>
                  <a:pt x="251112" y="34134"/>
                </a:lnTo>
                <a:lnTo>
                  <a:pt x="249890" y="34115"/>
                </a:lnTo>
                <a:lnTo>
                  <a:pt x="249217" y="34122"/>
                </a:lnTo>
                <a:lnTo>
                  <a:pt x="248546" y="34144"/>
                </a:lnTo>
                <a:lnTo>
                  <a:pt x="247878" y="34181"/>
                </a:lnTo>
                <a:close/>
                <a:moveTo>
                  <a:pt x="249598" y="38912"/>
                </a:moveTo>
                <a:lnTo>
                  <a:pt x="250216" y="38995"/>
                </a:lnTo>
                <a:lnTo>
                  <a:pt x="250824" y="39101"/>
                </a:lnTo>
                <a:lnTo>
                  <a:pt x="251423" y="39231"/>
                </a:lnTo>
                <a:lnTo>
                  <a:pt x="252012" y="39385"/>
                </a:lnTo>
                <a:lnTo>
                  <a:pt x="252591" y="39563"/>
                </a:lnTo>
                <a:lnTo>
                  <a:pt x="253161" y="39764"/>
                </a:lnTo>
                <a:lnTo>
                  <a:pt x="253721" y="39988"/>
                </a:lnTo>
                <a:lnTo>
                  <a:pt x="254271" y="40237"/>
                </a:lnTo>
                <a:lnTo>
                  <a:pt x="254812" y="40509"/>
                </a:lnTo>
                <a:lnTo>
                  <a:pt x="255343" y="40805"/>
                </a:lnTo>
                <a:lnTo>
                  <a:pt x="255865" y="41124"/>
                </a:lnTo>
                <a:lnTo>
                  <a:pt x="256377" y="41467"/>
                </a:lnTo>
                <a:lnTo>
                  <a:pt x="256879" y="41834"/>
                </a:lnTo>
                <a:lnTo>
                  <a:pt x="257372" y="42224"/>
                </a:lnTo>
                <a:lnTo>
                  <a:pt x="257855" y="42638"/>
                </a:lnTo>
                <a:lnTo>
                  <a:pt x="258328" y="43076"/>
                </a:lnTo>
                <a:lnTo>
                  <a:pt x="258792" y="43537"/>
                </a:lnTo>
                <a:lnTo>
                  <a:pt x="259246" y="44022"/>
                </a:lnTo>
                <a:lnTo>
                  <a:pt x="259691" y="44531"/>
                </a:lnTo>
                <a:lnTo>
                  <a:pt x="260126" y="45063"/>
                </a:lnTo>
                <a:lnTo>
                  <a:pt x="260551" y="45619"/>
                </a:lnTo>
                <a:lnTo>
                  <a:pt x="261160" y="46461"/>
                </a:lnTo>
                <a:lnTo>
                  <a:pt x="261743" y="47327"/>
                </a:lnTo>
                <a:lnTo>
                  <a:pt x="262300" y="48220"/>
                </a:lnTo>
                <a:lnTo>
                  <a:pt x="262831" y="49138"/>
                </a:lnTo>
                <a:lnTo>
                  <a:pt x="263337" y="50081"/>
                </a:lnTo>
                <a:lnTo>
                  <a:pt x="263816" y="51050"/>
                </a:lnTo>
                <a:lnTo>
                  <a:pt x="264269" y="52045"/>
                </a:lnTo>
                <a:lnTo>
                  <a:pt x="264697" y="53066"/>
                </a:lnTo>
                <a:lnTo>
                  <a:pt x="265099" y="54112"/>
                </a:lnTo>
                <a:lnTo>
                  <a:pt x="265474" y="55184"/>
                </a:lnTo>
                <a:lnTo>
                  <a:pt x="265824" y="56281"/>
                </a:lnTo>
                <a:lnTo>
                  <a:pt x="266148" y="57404"/>
                </a:lnTo>
                <a:lnTo>
                  <a:pt x="266446" y="58553"/>
                </a:lnTo>
                <a:lnTo>
                  <a:pt x="266718" y="59727"/>
                </a:lnTo>
                <a:lnTo>
                  <a:pt x="266964" y="60927"/>
                </a:lnTo>
                <a:lnTo>
                  <a:pt x="267184" y="62153"/>
                </a:lnTo>
                <a:lnTo>
                  <a:pt x="267379" y="63404"/>
                </a:lnTo>
                <a:lnTo>
                  <a:pt x="267547" y="64681"/>
                </a:lnTo>
                <a:lnTo>
                  <a:pt x="267690" y="65983"/>
                </a:lnTo>
                <a:lnTo>
                  <a:pt x="267806" y="67311"/>
                </a:lnTo>
                <a:lnTo>
                  <a:pt x="267897" y="68665"/>
                </a:lnTo>
                <a:lnTo>
                  <a:pt x="267962" y="70044"/>
                </a:lnTo>
                <a:lnTo>
                  <a:pt x="268001" y="71449"/>
                </a:lnTo>
                <a:lnTo>
                  <a:pt x="268014" y="72880"/>
                </a:lnTo>
                <a:lnTo>
                  <a:pt x="268006" y="74019"/>
                </a:lnTo>
                <a:lnTo>
                  <a:pt x="267983" y="75130"/>
                </a:lnTo>
                <a:lnTo>
                  <a:pt x="267944" y="76213"/>
                </a:lnTo>
                <a:lnTo>
                  <a:pt x="267889" y="77267"/>
                </a:lnTo>
                <a:lnTo>
                  <a:pt x="267819" y="78293"/>
                </a:lnTo>
                <a:lnTo>
                  <a:pt x="267734" y="79291"/>
                </a:lnTo>
                <a:lnTo>
                  <a:pt x="267633" y="80260"/>
                </a:lnTo>
                <a:lnTo>
                  <a:pt x="267516" y="81201"/>
                </a:lnTo>
                <a:lnTo>
                  <a:pt x="267384" y="82113"/>
                </a:lnTo>
                <a:lnTo>
                  <a:pt x="267236" y="82998"/>
                </a:lnTo>
                <a:lnTo>
                  <a:pt x="267073" y="83853"/>
                </a:lnTo>
                <a:lnTo>
                  <a:pt x="266894" y="84681"/>
                </a:lnTo>
                <a:lnTo>
                  <a:pt x="266700" y="85480"/>
                </a:lnTo>
                <a:lnTo>
                  <a:pt x="266490" y="86251"/>
                </a:lnTo>
                <a:lnTo>
                  <a:pt x="266265" y="86993"/>
                </a:lnTo>
                <a:lnTo>
                  <a:pt x="266024" y="87708"/>
                </a:lnTo>
                <a:lnTo>
                  <a:pt x="265767" y="88393"/>
                </a:lnTo>
                <a:lnTo>
                  <a:pt x="265495" y="89051"/>
                </a:lnTo>
                <a:lnTo>
                  <a:pt x="265207" y="89680"/>
                </a:lnTo>
                <a:lnTo>
                  <a:pt x="264904" y="90281"/>
                </a:lnTo>
                <a:lnTo>
                  <a:pt x="264586" y="90853"/>
                </a:lnTo>
                <a:lnTo>
                  <a:pt x="264251" y="91397"/>
                </a:lnTo>
                <a:lnTo>
                  <a:pt x="263901" y="91913"/>
                </a:lnTo>
                <a:lnTo>
                  <a:pt x="263536" y="92401"/>
                </a:lnTo>
                <a:lnTo>
                  <a:pt x="263159" y="92864"/>
                </a:lnTo>
                <a:lnTo>
                  <a:pt x="262773" y="93308"/>
                </a:lnTo>
                <a:lnTo>
                  <a:pt x="262379" y="93732"/>
                </a:lnTo>
                <a:lnTo>
                  <a:pt x="261976" y="94136"/>
                </a:lnTo>
                <a:lnTo>
                  <a:pt x="261566" y="94520"/>
                </a:lnTo>
                <a:lnTo>
                  <a:pt x="261146" y="94885"/>
                </a:lnTo>
                <a:lnTo>
                  <a:pt x="260719" y="95230"/>
                </a:lnTo>
                <a:lnTo>
                  <a:pt x="260283" y="95556"/>
                </a:lnTo>
                <a:lnTo>
                  <a:pt x="259838" y="95861"/>
                </a:lnTo>
                <a:lnTo>
                  <a:pt x="259385" y="96147"/>
                </a:lnTo>
                <a:lnTo>
                  <a:pt x="258924" y="96413"/>
                </a:lnTo>
                <a:lnTo>
                  <a:pt x="258454" y="96660"/>
                </a:lnTo>
                <a:lnTo>
                  <a:pt x="257976" y="96887"/>
                </a:lnTo>
                <a:lnTo>
                  <a:pt x="257490" y="97094"/>
                </a:lnTo>
                <a:lnTo>
                  <a:pt x="256995" y="97281"/>
                </a:lnTo>
                <a:lnTo>
                  <a:pt x="256492" y="97449"/>
                </a:lnTo>
                <a:lnTo>
                  <a:pt x="255980" y="97597"/>
                </a:lnTo>
                <a:lnTo>
                  <a:pt x="255461" y="97725"/>
                </a:lnTo>
                <a:lnTo>
                  <a:pt x="254932" y="97833"/>
                </a:lnTo>
                <a:lnTo>
                  <a:pt x="254395" y="97922"/>
                </a:lnTo>
                <a:lnTo>
                  <a:pt x="253850" y="97991"/>
                </a:lnTo>
                <a:lnTo>
                  <a:pt x="253297" y="98040"/>
                </a:lnTo>
                <a:lnTo>
                  <a:pt x="252735" y="98070"/>
                </a:lnTo>
                <a:lnTo>
                  <a:pt x="252165" y="98080"/>
                </a:lnTo>
                <a:lnTo>
                  <a:pt x="251401" y="98062"/>
                </a:lnTo>
                <a:lnTo>
                  <a:pt x="250650" y="98008"/>
                </a:lnTo>
                <a:lnTo>
                  <a:pt x="249911" y="97919"/>
                </a:lnTo>
                <a:lnTo>
                  <a:pt x="249184" y="97794"/>
                </a:lnTo>
                <a:lnTo>
                  <a:pt x="248471" y="97633"/>
                </a:lnTo>
                <a:lnTo>
                  <a:pt x="247769" y="97436"/>
                </a:lnTo>
                <a:lnTo>
                  <a:pt x="247080" y="97204"/>
                </a:lnTo>
                <a:lnTo>
                  <a:pt x="246404" y="96936"/>
                </a:lnTo>
                <a:lnTo>
                  <a:pt x="245740" y="96632"/>
                </a:lnTo>
                <a:lnTo>
                  <a:pt x="245088" y="96293"/>
                </a:lnTo>
                <a:lnTo>
                  <a:pt x="244449" y="95918"/>
                </a:lnTo>
                <a:lnTo>
                  <a:pt x="243822" y="95507"/>
                </a:lnTo>
                <a:lnTo>
                  <a:pt x="243208" y="95060"/>
                </a:lnTo>
                <a:lnTo>
                  <a:pt x="242607" y="94577"/>
                </a:lnTo>
                <a:lnTo>
                  <a:pt x="242017" y="94059"/>
                </a:lnTo>
                <a:lnTo>
                  <a:pt x="241441" y="93505"/>
                </a:lnTo>
                <a:lnTo>
                  <a:pt x="240876" y="92916"/>
                </a:lnTo>
                <a:lnTo>
                  <a:pt x="240324" y="92290"/>
                </a:lnTo>
                <a:lnTo>
                  <a:pt x="239785" y="91629"/>
                </a:lnTo>
                <a:lnTo>
                  <a:pt x="239258" y="90932"/>
                </a:lnTo>
                <a:lnTo>
                  <a:pt x="238744" y="90200"/>
                </a:lnTo>
                <a:lnTo>
                  <a:pt x="238242" y="89431"/>
                </a:lnTo>
                <a:lnTo>
                  <a:pt x="237752" y="88627"/>
                </a:lnTo>
                <a:lnTo>
                  <a:pt x="237275" y="87788"/>
                </a:lnTo>
                <a:lnTo>
                  <a:pt x="236814" y="86923"/>
                </a:lnTo>
                <a:lnTo>
                  <a:pt x="236372" y="86045"/>
                </a:lnTo>
                <a:lnTo>
                  <a:pt x="235951" y="85153"/>
                </a:lnTo>
                <a:lnTo>
                  <a:pt x="235548" y="84248"/>
                </a:lnTo>
                <a:lnTo>
                  <a:pt x="235166" y="83329"/>
                </a:lnTo>
                <a:lnTo>
                  <a:pt x="234803" y="82396"/>
                </a:lnTo>
                <a:lnTo>
                  <a:pt x="234460" y="81451"/>
                </a:lnTo>
                <a:lnTo>
                  <a:pt x="234136" y="80491"/>
                </a:lnTo>
                <a:lnTo>
                  <a:pt x="233832" y="79518"/>
                </a:lnTo>
                <a:lnTo>
                  <a:pt x="233547" y="78531"/>
                </a:lnTo>
                <a:lnTo>
                  <a:pt x="233282" y="77531"/>
                </a:lnTo>
                <a:lnTo>
                  <a:pt x="233037" y="76518"/>
                </a:lnTo>
                <a:lnTo>
                  <a:pt x="232812" y="75490"/>
                </a:lnTo>
                <a:lnTo>
                  <a:pt x="232606" y="74450"/>
                </a:lnTo>
                <a:lnTo>
                  <a:pt x="232419" y="73395"/>
                </a:lnTo>
                <a:lnTo>
                  <a:pt x="232252" y="72327"/>
                </a:lnTo>
                <a:lnTo>
                  <a:pt x="232105" y="71246"/>
                </a:lnTo>
                <a:lnTo>
                  <a:pt x="231978" y="70151"/>
                </a:lnTo>
                <a:lnTo>
                  <a:pt x="231870" y="69042"/>
                </a:lnTo>
                <a:lnTo>
                  <a:pt x="231782" y="67920"/>
                </a:lnTo>
                <a:lnTo>
                  <a:pt x="231713" y="66785"/>
                </a:lnTo>
                <a:lnTo>
                  <a:pt x="231664" y="65635"/>
                </a:lnTo>
                <a:lnTo>
                  <a:pt x="231634" y="64473"/>
                </a:lnTo>
                <a:lnTo>
                  <a:pt x="231625" y="63296"/>
                </a:lnTo>
                <a:lnTo>
                  <a:pt x="231629" y="62569"/>
                </a:lnTo>
                <a:lnTo>
                  <a:pt x="231641" y="61852"/>
                </a:lnTo>
                <a:lnTo>
                  <a:pt x="231661" y="61146"/>
                </a:lnTo>
                <a:lnTo>
                  <a:pt x="231690" y="60451"/>
                </a:lnTo>
                <a:lnTo>
                  <a:pt x="231726" y="59768"/>
                </a:lnTo>
                <a:lnTo>
                  <a:pt x="231771" y="59095"/>
                </a:lnTo>
                <a:lnTo>
                  <a:pt x="231824" y="58434"/>
                </a:lnTo>
                <a:lnTo>
                  <a:pt x="231885" y="57783"/>
                </a:lnTo>
                <a:lnTo>
                  <a:pt x="231954" y="57144"/>
                </a:lnTo>
                <a:lnTo>
                  <a:pt x="232032" y="56516"/>
                </a:lnTo>
                <a:lnTo>
                  <a:pt x="232117" y="55899"/>
                </a:lnTo>
                <a:lnTo>
                  <a:pt x="232211" y="55293"/>
                </a:lnTo>
                <a:lnTo>
                  <a:pt x="232313" y="54698"/>
                </a:lnTo>
                <a:lnTo>
                  <a:pt x="232423" y="54114"/>
                </a:lnTo>
                <a:lnTo>
                  <a:pt x="232541" y="53542"/>
                </a:lnTo>
                <a:lnTo>
                  <a:pt x="232667" y="52980"/>
                </a:lnTo>
                <a:lnTo>
                  <a:pt x="232801" y="52430"/>
                </a:lnTo>
                <a:lnTo>
                  <a:pt x="232944" y="51890"/>
                </a:lnTo>
                <a:lnTo>
                  <a:pt x="233095" y="51362"/>
                </a:lnTo>
                <a:lnTo>
                  <a:pt x="233253" y="50845"/>
                </a:lnTo>
                <a:lnTo>
                  <a:pt x="233420" y="50338"/>
                </a:lnTo>
                <a:lnTo>
                  <a:pt x="233595" y="49843"/>
                </a:lnTo>
                <a:lnTo>
                  <a:pt x="233779" y="49359"/>
                </a:lnTo>
                <a:lnTo>
                  <a:pt x="233970" y="48887"/>
                </a:lnTo>
                <a:lnTo>
                  <a:pt x="234168" y="48425"/>
                </a:lnTo>
                <a:lnTo>
                  <a:pt x="234371" y="47975"/>
                </a:lnTo>
                <a:lnTo>
                  <a:pt x="234579" y="47537"/>
                </a:lnTo>
                <a:lnTo>
                  <a:pt x="234792" y="47111"/>
                </a:lnTo>
                <a:lnTo>
                  <a:pt x="235011" y="46696"/>
                </a:lnTo>
                <a:lnTo>
                  <a:pt x="235234" y="46293"/>
                </a:lnTo>
                <a:lnTo>
                  <a:pt x="235462" y="45902"/>
                </a:lnTo>
                <a:lnTo>
                  <a:pt x="235696" y="45522"/>
                </a:lnTo>
                <a:lnTo>
                  <a:pt x="235934" y="45155"/>
                </a:lnTo>
                <a:lnTo>
                  <a:pt x="236177" y="44799"/>
                </a:lnTo>
                <a:lnTo>
                  <a:pt x="236426" y="44454"/>
                </a:lnTo>
                <a:lnTo>
                  <a:pt x="236680" y="44121"/>
                </a:lnTo>
                <a:lnTo>
                  <a:pt x="236938" y="43800"/>
                </a:lnTo>
                <a:lnTo>
                  <a:pt x="237202" y="43491"/>
                </a:lnTo>
                <a:lnTo>
                  <a:pt x="237471" y="43194"/>
                </a:lnTo>
                <a:lnTo>
                  <a:pt x="237745" y="42908"/>
                </a:lnTo>
                <a:lnTo>
                  <a:pt x="238024" y="42633"/>
                </a:lnTo>
                <a:lnTo>
                  <a:pt x="238308" y="42371"/>
                </a:lnTo>
                <a:lnTo>
                  <a:pt x="238597" y="42120"/>
                </a:lnTo>
                <a:lnTo>
                  <a:pt x="238891" y="41881"/>
                </a:lnTo>
                <a:lnTo>
                  <a:pt x="239190" y="41654"/>
                </a:lnTo>
                <a:lnTo>
                  <a:pt x="239494" y="41438"/>
                </a:lnTo>
                <a:lnTo>
                  <a:pt x="239803" y="41234"/>
                </a:lnTo>
                <a:lnTo>
                  <a:pt x="240118" y="41042"/>
                </a:lnTo>
                <a:lnTo>
                  <a:pt x="240435" y="40859"/>
                </a:lnTo>
                <a:lnTo>
                  <a:pt x="240751" y="40685"/>
                </a:lnTo>
                <a:lnTo>
                  <a:pt x="241068" y="40518"/>
                </a:lnTo>
                <a:lnTo>
                  <a:pt x="241384" y="40359"/>
                </a:lnTo>
                <a:lnTo>
                  <a:pt x="241701" y="40207"/>
                </a:lnTo>
                <a:lnTo>
                  <a:pt x="242017" y="40063"/>
                </a:lnTo>
                <a:lnTo>
                  <a:pt x="242333" y="39928"/>
                </a:lnTo>
                <a:lnTo>
                  <a:pt x="242649" y="39799"/>
                </a:lnTo>
                <a:lnTo>
                  <a:pt x="242965" y="39679"/>
                </a:lnTo>
                <a:lnTo>
                  <a:pt x="243280" y="39566"/>
                </a:lnTo>
                <a:lnTo>
                  <a:pt x="243596" y="39462"/>
                </a:lnTo>
                <a:lnTo>
                  <a:pt x="243911" y="39365"/>
                </a:lnTo>
                <a:lnTo>
                  <a:pt x="244227" y="39275"/>
                </a:lnTo>
                <a:lnTo>
                  <a:pt x="244542" y="39194"/>
                </a:lnTo>
                <a:lnTo>
                  <a:pt x="244857" y="39120"/>
                </a:lnTo>
                <a:lnTo>
                  <a:pt x="245172" y="39054"/>
                </a:lnTo>
                <a:lnTo>
                  <a:pt x="245487" y="38996"/>
                </a:lnTo>
                <a:lnTo>
                  <a:pt x="245801" y="38945"/>
                </a:lnTo>
                <a:lnTo>
                  <a:pt x="246116" y="38903"/>
                </a:lnTo>
                <a:lnTo>
                  <a:pt x="246430" y="38868"/>
                </a:lnTo>
                <a:lnTo>
                  <a:pt x="246745" y="38840"/>
                </a:lnTo>
                <a:lnTo>
                  <a:pt x="247059" y="38821"/>
                </a:lnTo>
                <a:lnTo>
                  <a:pt x="247373" y="38809"/>
                </a:lnTo>
                <a:lnTo>
                  <a:pt x="247687" y="38805"/>
                </a:lnTo>
                <a:lnTo>
                  <a:pt x="248334" y="38817"/>
                </a:lnTo>
                <a:lnTo>
                  <a:pt x="248971" y="38853"/>
                </a:lnTo>
                <a:lnTo>
                  <a:pt x="249598" y="38912"/>
                </a:lnTo>
                <a:close/>
                <a:moveTo>
                  <a:pt x="173902" y="129563"/>
                </a:moveTo>
                <a:lnTo>
                  <a:pt x="173475" y="129557"/>
                </a:lnTo>
                <a:lnTo>
                  <a:pt x="173059" y="129548"/>
                </a:lnTo>
                <a:lnTo>
                  <a:pt x="172655" y="129535"/>
                </a:lnTo>
                <a:lnTo>
                  <a:pt x="172263" y="129518"/>
                </a:lnTo>
                <a:lnTo>
                  <a:pt x="171882" y="129498"/>
                </a:lnTo>
                <a:lnTo>
                  <a:pt x="171512" y="129474"/>
                </a:lnTo>
                <a:lnTo>
                  <a:pt x="171154" y="129446"/>
                </a:lnTo>
                <a:lnTo>
                  <a:pt x="170807" y="129415"/>
                </a:lnTo>
                <a:lnTo>
                  <a:pt x="170472" y="129380"/>
                </a:lnTo>
                <a:lnTo>
                  <a:pt x="170148" y="129341"/>
                </a:lnTo>
                <a:lnTo>
                  <a:pt x="169836" y="129298"/>
                </a:lnTo>
                <a:lnTo>
                  <a:pt x="169535" y="129252"/>
                </a:lnTo>
                <a:lnTo>
                  <a:pt x="169246" y="129202"/>
                </a:lnTo>
                <a:lnTo>
                  <a:pt x="168968" y="129148"/>
                </a:lnTo>
                <a:lnTo>
                  <a:pt x="168702" y="129091"/>
                </a:lnTo>
                <a:lnTo>
                  <a:pt x="168447" y="129030"/>
                </a:lnTo>
                <a:lnTo>
                  <a:pt x="168204" y="128965"/>
                </a:lnTo>
                <a:lnTo>
                  <a:pt x="167972" y="128897"/>
                </a:lnTo>
                <a:lnTo>
                  <a:pt x="167751" y="128824"/>
                </a:lnTo>
                <a:lnTo>
                  <a:pt x="167542" y="128748"/>
                </a:lnTo>
                <a:lnTo>
                  <a:pt x="167345" y="128669"/>
                </a:lnTo>
                <a:lnTo>
                  <a:pt x="167159" y="128586"/>
                </a:lnTo>
                <a:lnTo>
                  <a:pt x="166984" y="128499"/>
                </a:lnTo>
                <a:lnTo>
                  <a:pt x="166818" y="128408"/>
                </a:lnTo>
                <a:lnTo>
                  <a:pt x="166655" y="128316"/>
                </a:lnTo>
                <a:lnTo>
                  <a:pt x="166497" y="128220"/>
                </a:lnTo>
                <a:lnTo>
                  <a:pt x="166343" y="128122"/>
                </a:lnTo>
                <a:lnTo>
                  <a:pt x="166193" y="128022"/>
                </a:lnTo>
                <a:lnTo>
                  <a:pt x="166047" y="127919"/>
                </a:lnTo>
                <a:lnTo>
                  <a:pt x="165905" y="127813"/>
                </a:lnTo>
                <a:lnTo>
                  <a:pt x="165768" y="127705"/>
                </a:lnTo>
                <a:lnTo>
                  <a:pt x="165635" y="127594"/>
                </a:lnTo>
                <a:lnTo>
                  <a:pt x="165506" y="127481"/>
                </a:lnTo>
                <a:lnTo>
                  <a:pt x="165381" y="127365"/>
                </a:lnTo>
                <a:lnTo>
                  <a:pt x="165261" y="127246"/>
                </a:lnTo>
                <a:lnTo>
                  <a:pt x="165144" y="127125"/>
                </a:lnTo>
                <a:lnTo>
                  <a:pt x="165032" y="127001"/>
                </a:lnTo>
                <a:lnTo>
                  <a:pt x="164924" y="126874"/>
                </a:lnTo>
                <a:lnTo>
                  <a:pt x="164820" y="126745"/>
                </a:lnTo>
                <a:lnTo>
                  <a:pt x="164721" y="126614"/>
                </a:lnTo>
                <a:lnTo>
                  <a:pt x="164625" y="126480"/>
                </a:lnTo>
                <a:lnTo>
                  <a:pt x="164534" y="126343"/>
                </a:lnTo>
                <a:lnTo>
                  <a:pt x="164447" y="126204"/>
                </a:lnTo>
                <a:lnTo>
                  <a:pt x="164365" y="126062"/>
                </a:lnTo>
                <a:lnTo>
                  <a:pt x="164286" y="125917"/>
                </a:lnTo>
                <a:lnTo>
                  <a:pt x="164212" y="125770"/>
                </a:lnTo>
                <a:lnTo>
                  <a:pt x="164141" y="125620"/>
                </a:lnTo>
                <a:lnTo>
                  <a:pt x="164075" y="125461"/>
                </a:lnTo>
                <a:lnTo>
                  <a:pt x="164011" y="125284"/>
                </a:lnTo>
                <a:lnTo>
                  <a:pt x="163950" y="125091"/>
                </a:lnTo>
                <a:lnTo>
                  <a:pt x="163892" y="124881"/>
                </a:lnTo>
                <a:lnTo>
                  <a:pt x="163836" y="124654"/>
                </a:lnTo>
                <a:lnTo>
                  <a:pt x="163784" y="124410"/>
                </a:lnTo>
                <a:lnTo>
                  <a:pt x="163734" y="124149"/>
                </a:lnTo>
                <a:lnTo>
                  <a:pt x="163687" y="123871"/>
                </a:lnTo>
                <a:lnTo>
                  <a:pt x="163643" y="123576"/>
                </a:lnTo>
                <a:lnTo>
                  <a:pt x="163602" y="123265"/>
                </a:lnTo>
                <a:lnTo>
                  <a:pt x="163564" y="122936"/>
                </a:lnTo>
                <a:lnTo>
                  <a:pt x="163528" y="122591"/>
                </a:lnTo>
                <a:lnTo>
                  <a:pt x="163496" y="122228"/>
                </a:lnTo>
                <a:lnTo>
                  <a:pt x="163466" y="121849"/>
                </a:lnTo>
                <a:lnTo>
                  <a:pt x="163439" y="121453"/>
                </a:lnTo>
                <a:lnTo>
                  <a:pt x="163415" y="121040"/>
                </a:lnTo>
                <a:lnTo>
                  <a:pt x="163394" y="120610"/>
                </a:lnTo>
                <a:lnTo>
                  <a:pt x="163375" y="120163"/>
                </a:lnTo>
                <a:lnTo>
                  <a:pt x="163359" y="119699"/>
                </a:lnTo>
                <a:lnTo>
                  <a:pt x="163347" y="119219"/>
                </a:lnTo>
                <a:lnTo>
                  <a:pt x="163337" y="118721"/>
                </a:lnTo>
                <a:lnTo>
                  <a:pt x="163330" y="118207"/>
                </a:lnTo>
                <a:lnTo>
                  <a:pt x="163325" y="117675"/>
                </a:lnTo>
                <a:lnTo>
                  <a:pt x="163324" y="117127"/>
                </a:lnTo>
                <a:lnTo>
                  <a:pt x="163324" y="97298"/>
                </a:lnTo>
                <a:lnTo>
                  <a:pt x="163619" y="97561"/>
                </a:lnTo>
                <a:lnTo>
                  <a:pt x="163911" y="97816"/>
                </a:lnTo>
                <a:lnTo>
                  <a:pt x="164201" y="98064"/>
                </a:lnTo>
                <a:lnTo>
                  <a:pt x="164489" y="98305"/>
                </a:lnTo>
                <a:lnTo>
                  <a:pt x="164774" y="98538"/>
                </a:lnTo>
                <a:lnTo>
                  <a:pt x="165056" y="98764"/>
                </a:lnTo>
                <a:lnTo>
                  <a:pt x="165336" y="98982"/>
                </a:lnTo>
                <a:lnTo>
                  <a:pt x="165614" y="99193"/>
                </a:lnTo>
                <a:lnTo>
                  <a:pt x="165889" y="99397"/>
                </a:lnTo>
                <a:lnTo>
                  <a:pt x="166162" y="99593"/>
                </a:lnTo>
                <a:lnTo>
                  <a:pt x="166432" y="99782"/>
                </a:lnTo>
                <a:lnTo>
                  <a:pt x="166700" y="99963"/>
                </a:lnTo>
                <a:lnTo>
                  <a:pt x="166965" y="100137"/>
                </a:lnTo>
                <a:lnTo>
                  <a:pt x="167228" y="100304"/>
                </a:lnTo>
                <a:lnTo>
                  <a:pt x="167488" y="100463"/>
                </a:lnTo>
                <a:lnTo>
                  <a:pt x="167746" y="100615"/>
                </a:lnTo>
                <a:lnTo>
                  <a:pt x="168002" y="100759"/>
                </a:lnTo>
                <a:lnTo>
                  <a:pt x="168255" y="100896"/>
                </a:lnTo>
                <a:lnTo>
                  <a:pt x="168505" y="101025"/>
                </a:lnTo>
                <a:lnTo>
                  <a:pt x="168753" y="101148"/>
                </a:lnTo>
                <a:lnTo>
                  <a:pt x="168999" y="101262"/>
                </a:lnTo>
                <a:lnTo>
                  <a:pt x="169242" y="101370"/>
                </a:lnTo>
                <a:lnTo>
                  <a:pt x="169482" y="101470"/>
                </a:lnTo>
                <a:lnTo>
                  <a:pt x="169720" y="101562"/>
                </a:lnTo>
                <a:lnTo>
                  <a:pt x="170043" y="101684"/>
                </a:lnTo>
                <a:lnTo>
                  <a:pt x="170370" y="101801"/>
                </a:lnTo>
                <a:lnTo>
                  <a:pt x="170702" y="101912"/>
                </a:lnTo>
                <a:lnTo>
                  <a:pt x="171039" y="102018"/>
                </a:lnTo>
                <a:lnTo>
                  <a:pt x="171381" y="102119"/>
                </a:lnTo>
                <a:lnTo>
                  <a:pt x="171728" y="102215"/>
                </a:lnTo>
                <a:lnTo>
                  <a:pt x="172080" y="102306"/>
                </a:lnTo>
                <a:lnTo>
                  <a:pt x="172437" y="102391"/>
                </a:lnTo>
                <a:lnTo>
                  <a:pt x="172799" y="102472"/>
                </a:lnTo>
                <a:lnTo>
                  <a:pt x="173166" y="102547"/>
                </a:lnTo>
                <a:lnTo>
                  <a:pt x="173537" y="102617"/>
                </a:lnTo>
                <a:lnTo>
                  <a:pt x="173914" y="102682"/>
                </a:lnTo>
                <a:lnTo>
                  <a:pt x="174295" y="102741"/>
                </a:lnTo>
                <a:lnTo>
                  <a:pt x="174682" y="102796"/>
                </a:lnTo>
                <a:lnTo>
                  <a:pt x="175073" y="102845"/>
                </a:lnTo>
                <a:lnTo>
                  <a:pt x="175469" y="102889"/>
                </a:lnTo>
                <a:lnTo>
                  <a:pt x="175871" y="102928"/>
                </a:lnTo>
                <a:lnTo>
                  <a:pt x="176277" y="102961"/>
                </a:lnTo>
                <a:lnTo>
                  <a:pt x="176688" y="102990"/>
                </a:lnTo>
                <a:lnTo>
                  <a:pt x="177104" y="103013"/>
                </a:lnTo>
                <a:lnTo>
                  <a:pt x="177525" y="103031"/>
                </a:lnTo>
                <a:lnTo>
                  <a:pt x="177951" y="103044"/>
                </a:lnTo>
                <a:lnTo>
                  <a:pt x="178382" y="103052"/>
                </a:lnTo>
                <a:lnTo>
                  <a:pt x="178818" y="103055"/>
                </a:lnTo>
                <a:lnTo>
                  <a:pt x="179817" y="103039"/>
                </a:lnTo>
                <a:lnTo>
                  <a:pt x="180803" y="102992"/>
                </a:lnTo>
                <a:lnTo>
                  <a:pt x="181774" y="102914"/>
                </a:lnTo>
                <a:lnTo>
                  <a:pt x="182731" y="102804"/>
                </a:lnTo>
                <a:lnTo>
                  <a:pt x="183673" y="102663"/>
                </a:lnTo>
                <a:lnTo>
                  <a:pt x="184601" y="102491"/>
                </a:lnTo>
                <a:lnTo>
                  <a:pt x="185515" y="102288"/>
                </a:lnTo>
                <a:lnTo>
                  <a:pt x="186415" y="102053"/>
                </a:lnTo>
                <a:lnTo>
                  <a:pt x="187300" y="101787"/>
                </a:lnTo>
                <a:lnTo>
                  <a:pt x="188171" y="101489"/>
                </a:lnTo>
                <a:lnTo>
                  <a:pt x="189027" y="101160"/>
                </a:lnTo>
                <a:lnTo>
                  <a:pt x="189869" y="100800"/>
                </a:lnTo>
                <a:lnTo>
                  <a:pt x="190697" y="100409"/>
                </a:lnTo>
                <a:lnTo>
                  <a:pt x="191511" y="99986"/>
                </a:lnTo>
                <a:lnTo>
                  <a:pt x="192310" y="99532"/>
                </a:lnTo>
                <a:lnTo>
                  <a:pt x="193095" y="99047"/>
                </a:lnTo>
                <a:lnTo>
                  <a:pt x="193866" y="98530"/>
                </a:lnTo>
                <a:lnTo>
                  <a:pt x="194622" y="97982"/>
                </a:lnTo>
                <a:lnTo>
                  <a:pt x="195364" y="97403"/>
                </a:lnTo>
                <a:lnTo>
                  <a:pt x="196092" y="96793"/>
                </a:lnTo>
                <a:lnTo>
                  <a:pt x="196806" y="96151"/>
                </a:lnTo>
                <a:lnTo>
                  <a:pt x="197505" y="95478"/>
                </a:lnTo>
                <a:lnTo>
                  <a:pt x="198190" y="94773"/>
                </a:lnTo>
                <a:lnTo>
                  <a:pt x="198860" y="94037"/>
                </a:lnTo>
                <a:lnTo>
                  <a:pt x="199649" y="93110"/>
                </a:lnTo>
                <a:lnTo>
                  <a:pt x="200404" y="92163"/>
                </a:lnTo>
                <a:lnTo>
                  <a:pt x="201126" y="91195"/>
                </a:lnTo>
                <a:lnTo>
                  <a:pt x="201814" y="90207"/>
                </a:lnTo>
                <a:lnTo>
                  <a:pt x="202468" y="89199"/>
                </a:lnTo>
                <a:lnTo>
                  <a:pt x="203089" y="88171"/>
                </a:lnTo>
                <a:lnTo>
                  <a:pt x="203676" y="87123"/>
                </a:lnTo>
                <a:lnTo>
                  <a:pt x="204230" y="86054"/>
                </a:lnTo>
                <a:lnTo>
                  <a:pt x="204750" y="84965"/>
                </a:lnTo>
                <a:lnTo>
                  <a:pt x="205237" y="83856"/>
                </a:lnTo>
                <a:lnTo>
                  <a:pt x="205690" y="82727"/>
                </a:lnTo>
                <a:lnTo>
                  <a:pt x="206109" y="81577"/>
                </a:lnTo>
                <a:lnTo>
                  <a:pt x="206495" y="80407"/>
                </a:lnTo>
                <a:lnTo>
                  <a:pt x="206848" y="79217"/>
                </a:lnTo>
                <a:lnTo>
                  <a:pt x="207167" y="78007"/>
                </a:lnTo>
                <a:lnTo>
                  <a:pt x="207452" y="76777"/>
                </a:lnTo>
                <a:lnTo>
                  <a:pt x="207704" y="75526"/>
                </a:lnTo>
                <a:lnTo>
                  <a:pt x="207922" y="74255"/>
                </a:lnTo>
                <a:lnTo>
                  <a:pt x="208106" y="72964"/>
                </a:lnTo>
                <a:lnTo>
                  <a:pt x="208257" y="71653"/>
                </a:lnTo>
                <a:lnTo>
                  <a:pt x="208375" y="70322"/>
                </a:lnTo>
                <a:lnTo>
                  <a:pt x="208459" y="68970"/>
                </a:lnTo>
                <a:lnTo>
                  <a:pt x="208509" y="67598"/>
                </a:lnTo>
                <a:lnTo>
                  <a:pt x="208526" y="66206"/>
                </a:lnTo>
                <a:lnTo>
                  <a:pt x="208512" y="64962"/>
                </a:lnTo>
                <a:lnTo>
                  <a:pt x="208470" y="63737"/>
                </a:lnTo>
                <a:lnTo>
                  <a:pt x="208400" y="62532"/>
                </a:lnTo>
                <a:lnTo>
                  <a:pt x="208303" y="61346"/>
                </a:lnTo>
                <a:lnTo>
                  <a:pt x="208177" y="60181"/>
                </a:lnTo>
                <a:lnTo>
                  <a:pt x="208024" y="59035"/>
                </a:lnTo>
                <a:lnTo>
                  <a:pt x="207843" y="57909"/>
                </a:lnTo>
                <a:lnTo>
                  <a:pt x="207634" y="56803"/>
                </a:lnTo>
                <a:lnTo>
                  <a:pt x="207397" y="55716"/>
                </a:lnTo>
                <a:lnTo>
                  <a:pt x="207132" y="54649"/>
                </a:lnTo>
                <a:lnTo>
                  <a:pt x="206839" y="53602"/>
                </a:lnTo>
                <a:lnTo>
                  <a:pt x="206518" y="52574"/>
                </a:lnTo>
                <a:lnTo>
                  <a:pt x="206170" y="51566"/>
                </a:lnTo>
                <a:lnTo>
                  <a:pt x="205793" y="50578"/>
                </a:lnTo>
                <a:lnTo>
                  <a:pt x="205389" y="49610"/>
                </a:lnTo>
                <a:lnTo>
                  <a:pt x="204957" y="48661"/>
                </a:lnTo>
                <a:lnTo>
                  <a:pt x="204496" y="47732"/>
                </a:lnTo>
                <a:lnTo>
                  <a:pt x="204008" y="46823"/>
                </a:lnTo>
                <a:lnTo>
                  <a:pt x="203493" y="45933"/>
                </a:lnTo>
                <a:lnTo>
                  <a:pt x="202949" y="45064"/>
                </a:lnTo>
                <a:lnTo>
                  <a:pt x="202377" y="44213"/>
                </a:lnTo>
                <a:lnTo>
                  <a:pt x="201778" y="43383"/>
                </a:lnTo>
                <a:lnTo>
                  <a:pt x="201150" y="42572"/>
                </a:lnTo>
                <a:lnTo>
                  <a:pt x="200495" y="41782"/>
                </a:lnTo>
                <a:lnTo>
                  <a:pt x="199944" y="41156"/>
                </a:lnTo>
                <a:lnTo>
                  <a:pt x="199382" y="40557"/>
                </a:lnTo>
                <a:lnTo>
                  <a:pt x="198809" y="39985"/>
                </a:lnTo>
                <a:lnTo>
                  <a:pt x="198224" y="39439"/>
                </a:lnTo>
                <a:lnTo>
                  <a:pt x="197628" y="38920"/>
                </a:lnTo>
                <a:lnTo>
                  <a:pt x="197021" y="38427"/>
                </a:lnTo>
                <a:lnTo>
                  <a:pt x="196402" y="37961"/>
                </a:lnTo>
                <a:lnTo>
                  <a:pt x="195772" y="37522"/>
                </a:lnTo>
                <a:lnTo>
                  <a:pt x="195131" y="37110"/>
                </a:lnTo>
                <a:lnTo>
                  <a:pt x="194478" y="36724"/>
                </a:lnTo>
                <a:lnTo>
                  <a:pt x="193814" y="36364"/>
                </a:lnTo>
                <a:lnTo>
                  <a:pt x="193139" y="36031"/>
                </a:lnTo>
                <a:lnTo>
                  <a:pt x="192452" y="35725"/>
                </a:lnTo>
                <a:lnTo>
                  <a:pt x="191754" y="35446"/>
                </a:lnTo>
                <a:lnTo>
                  <a:pt x="191044" y="35193"/>
                </a:lnTo>
                <a:lnTo>
                  <a:pt x="190324" y="34967"/>
                </a:lnTo>
                <a:lnTo>
                  <a:pt x="189591" y="34767"/>
                </a:lnTo>
                <a:lnTo>
                  <a:pt x="188848" y="34594"/>
                </a:lnTo>
                <a:lnTo>
                  <a:pt x="188093" y="34447"/>
                </a:lnTo>
                <a:lnTo>
                  <a:pt x="187327" y="34328"/>
                </a:lnTo>
                <a:lnTo>
                  <a:pt x="186549" y="34234"/>
                </a:lnTo>
                <a:lnTo>
                  <a:pt x="185760" y="34168"/>
                </a:lnTo>
                <a:lnTo>
                  <a:pt x="184960" y="34128"/>
                </a:lnTo>
                <a:lnTo>
                  <a:pt x="184148" y="34115"/>
                </a:lnTo>
                <a:lnTo>
                  <a:pt x="183681" y="34121"/>
                </a:lnTo>
                <a:lnTo>
                  <a:pt x="183216" y="34138"/>
                </a:lnTo>
                <a:lnTo>
                  <a:pt x="182753" y="34167"/>
                </a:lnTo>
                <a:lnTo>
                  <a:pt x="182291" y="34208"/>
                </a:lnTo>
                <a:lnTo>
                  <a:pt x="181832" y="34261"/>
                </a:lnTo>
                <a:lnTo>
                  <a:pt x="181374" y="34326"/>
                </a:lnTo>
                <a:lnTo>
                  <a:pt x="180918" y="34402"/>
                </a:lnTo>
                <a:lnTo>
                  <a:pt x="180464" y="34490"/>
                </a:lnTo>
                <a:lnTo>
                  <a:pt x="180012" y="34589"/>
                </a:lnTo>
                <a:lnTo>
                  <a:pt x="179562" y="34701"/>
                </a:lnTo>
                <a:lnTo>
                  <a:pt x="179113" y="34824"/>
                </a:lnTo>
                <a:lnTo>
                  <a:pt x="178667" y="34959"/>
                </a:lnTo>
                <a:lnTo>
                  <a:pt x="178222" y="35105"/>
                </a:lnTo>
                <a:lnTo>
                  <a:pt x="177779" y="35263"/>
                </a:lnTo>
                <a:lnTo>
                  <a:pt x="177338" y="35433"/>
                </a:lnTo>
                <a:lnTo>
                  <a:pt x="176899" y="35615"/>
                </a:lnTo>
                <a:lnTo>
                  <a:pt x="176461" y="35808"/>
                </a:lnTo>
                <a:lnTo>
                  <a:pt x="176026" y="36014"/>
                </a:lnTo>
                <a:lnTo>
                  <a:pt x="175592" y="36230"/>
                </a:lnTo>
                <a:lnTo>
                  <a:pt x="175160" y="36459"/>
                </a:lnTo>
                <a:lnTo>
                  <a:pt x="174731" y="36699"/>
                </a:lnTo>
                <a:lnTo>
                  <a:pt x="174302" y="36951"/>
                </a:lnTo>
                <a:lnTo>
                  <a:pt x="173876" y="37215"/>
                </a:lnTo>
                <a:lnTo>
                  <a:pt x="173452" y="37491"/>
                </a:lnTo>
                <a:lnTo>
                  <a:pt x="173028" y="37781"/>
                </a:lnTo>
                <a:lnTo>
                  <a:pt x="172605" y="38090"/>
                </a:lnTo>
                <a:lnTo>
                  <a:pt x="172182" y="38416"/>
                </a:lnTo>
                <a:lnTo>
                  <a:pt x="171759" y="38761"/>
                </a:lnTo>
                <a:lnTo>
                  <a:pt x="171336" y="39124"/>
                </a:lnTo>
                <a:lnTo>
                  <a:pt x="170913" y="39505"/>
                </a:lnTo>
                <a:lnTo>
                  <a:pt x="170491" y="39904"/>
                </a:lnTo>
                <a:lnTo>
                  <a:pt x="170068" y="40322"/>
                </a:lnTo>
                <a:lnTo>
                  <a:pt x="169646" y="40757"/>
                </a:lnTo>
                <a:lnTo>
                  <a:pt x="169223" y="41211"/>
                </a:lnTo>
                <a:lnTo>
                  <a:pt x="168801" y="41683"/>
                </a:lnTo>
                <a:lnTo>
                  <a:pt x="168379" y="42172"/>
                </a:lnTo>
                <a:lnTo>
                  <a:pt x="167957" y="42681"/>
                </a:lnTo>
                <a:lnTo>
                  <a:pt x="167535" y="43207"/>
                </a:lnTo>
                <a:lnTo>
                  <a:pt x="167114" y="43751"/>
                </a:lnTo>
                <a:lnTo>
                  <a:pt x="166692" y="44314"/>
                </a:lnTo>
                <a:lnTo>
                  <a:pt x="166271" y="44894"/>
                </a:lnTo>
                <a:lnTo>
                  <a:pt x="165849" y="45493"/>
                </a:lnTo>
                <a:lnTo>
                  <a:pt x="165428" y="46110"/>
                </a:lnTo>
                <a:lnTo>
                  <a:pt x="165007" y="46745"/>
                </a:lnTo>
                <a:lnTo>
                  <a:pt x="164586" y="47398"/>
                </a:lnTo>
                <a:lnTo>
                  <a:pt x="164165" y="48069"/>
                </a:lnTo>
                <a:lnTo>
                  <a:pt x="163745" y="48759"/>
                </a:lnTo>
                <a:lnTo>
                  <a:pt x="163324" y="49466"/>
                </a:lnTo>
                <a:lnTo>
                  <a:pt x="163324" y="34257"/>
                </a:lnTo>
                <a:lnTo>
                  <a:pt x="160623" y="34257"/>
                </a:lnTo>
                <a:lnTo>
                  <a:pt x="140581" y="42366"/>
                </a:lnTo>
                <a:lnTo>
                  <a:pt x="141434" y="44640"/>
                </a:lnTo>
                <a:lnTo>
                  <a:pt x="141651" y="44559"/>
                </a:lnTo>
                <a:lnTo>
                  <a:pt x="141866" y="44481"/>
                </a:lnTo>
                <a:lnTo>
                  <a:pt x="142077" y="44407"/>
                </a:lnTo>
                <a:lnTo>
                  <a:pt x="142285" y="44336"/>
                </a:lnTo>
                <a:lnTo>
                  <a:pt x="142489" y="44269"/>
                </a:lnTo>
                <a:lnTo>
                  <a:pt x="142691" y="44205"/>
                </a:lnTo>
                <a:lnTo>
                  <a:pt x="142889" y="44144"/>
                </a:lnTo>
                <a:lnTo>
                  <a:pt x="143084" y="44087"/>
                </a:lnTo>
                <a:lnTo>
                  <a:pt x="143276" y="44034"/>
                </a:lnTo>
                <a:lnTo>
                  <a:pt x="143465" y="43984"/>
                </a:lnTo>
                <a:lnTo>
                  <a:pt x="143650" y="43937"/>
                </a:lnTo>
                <a:lnTo>
                  <a:pt x="143832" y="43894"/>
                </a:lnTo>
                <a:lnTo>
                  <a:pt x="144011" y="43854"/>
                </a:lnTo>
                <a:lnTo>
                  <a:pt x="144187" y="43818"/>
                </a:lnTo>
                <a:lnTo>
                  <a:pt x="144360" y="43785"/>
                </a:lnTo>
                <a:lnTo>
                  <a:pt x="144529" y="43756"/>
                </a:lnTo>
                <a:lnTo>
                  <a:pt x="144696" y="43730"/>
                </a:lnTo>
                <a:lnTo>
                  <a:pt x="144859" y="43707"/>
                </a:lnTo>
                <a:lnTo>
                  <a:pt x="145018" y="43688"/>
                </a:lnTo>
                <a:lnTo>
                  <a:pt x="145175" y="43673"/>
                </a:lnTo>
                <a:lnTo>
                  <a:pt x="145328" y="43661"/>
                </a:lnTo>
                <a:lnTo>
                  <a:pt x="145478" y="43652"/>
                </a:lnTo>
                <a:lnTo>
                  <a:pt x="145625" y="43647"/>
                </a:lnTo>
                <a:lnTo>
                  <a:pt x="145769" y="43645"/>
                </a:lnTo>
                <a:lnTo>
                  <a:pt x="145945" y="43646"/>
                </a:lnTo>
                <a:lnTo>
                  <a:pt x="146118" y="43651"/>
                </a:lnTo>
                <a:lnTo>
                  <a:pt x="146288" y="43658"/>
                </a:lnTo>
                <a:lnTo>
                  <a:pt x="146455" y="43669"/>
                </a:lnTo>
                <a:lnTo>
                  <a:pt x="146619" y="43682"/>
                </a:lnTo>
                <a:lnTo>
                  <a:pt x="146780" y="43698"/>
                </a:lnTo>
                <a:lnTo>
                  <a:pt x="146937" y="43718"/>
                </a:lnTo>
                <a:lnTo>
                  <a:pt x="147092" y="43740"/>
                </a:lnTo>
                <a:lnTo>
                  <a:pt x="147243" y="43765"/>
                </a:lnTo>
                <a:lnTo>
                  <a:pt x="147392" y="43793"/>
                </a:lnTo>
                <a:lnTo>
                  <a:pt x="147537" y="43825"/>
                </a:lnTo>
                <a:lnTo>
                  <a:pt x="147679" y="43859"/>
                </a:lnTo>
                <a:lnTo>
                  <a:pt x="147818" y="43896"/>
                </a:lnTo>
                <a:lnTo>
                  <a:pt x="147954" y="43936"/>
                </a:lnTo>
                <a:lnTo>
                  <a:pt x="148087" y="43979"/>
                </a:lnTo>
                <a:lnTo>
                  <a:pt x="148217" y="44025"/>
                </a:lnTo>
                <a:lnTo>
                  <a:pt x="148344" y="44074"/>
                </a:lnTo>
                <a:lnTo>
                  <a:pt x="148468" y="44126"/>
                </a:lnTo>
                <a:lnTo>
                  <a:pt x="148588" y="44181"/>
                </a:lnTo>
                <a:lnTo>
                  <a:pt x="148706" y="44239"/>
                </a:lnTo>
                <a:lnTo>
                  <a:pt x="148820" y="44300"/>
                </a:lnTo>
                <a:lnTo>
                  <a:pt x="148932" y="44364"/>
                </a:lnTo>
                <a:lnTo>
                  <a:pt x="149040" y="44430"/>
                </a:lnTo>
                <a:lnTo>
                  <a:pt x="149145" y="44500"/>
                </a:lnTo>
                <a:lnTo>
                  <a:pt x="149248" y="44573"/>
                </a:lnTo>
                <a:lnTo>
                  <a:pt x="149348" y="44648"/>
                </a:lnTo>
                <a:lnTo>
                  <a:pt x="149445" y="44727"/>
                </a:lnTo>
                <a:lnTo>
                  <a:pt x="149541" y="44808"/>
                </a:lnTo>
                <a:lnTo>
                  <a:pt x="149634" y="44893"/>
                </a:lnTo>
                <a:lnTo>
                  <a:pt x="149725" y="44980"/>
                </a:lnTo>
                <a:lnTo>
                  <a:pt x="149813" y="45070"/>
                </a:lnTo>
                <a:lnTo>
                  <a:pt x="149899" y="45164"/>
                </a:lnTo>
                <a:lnTo>
                  <a:pt x="149983" y="45260"/>
                </a:lnTo>
                <a:lnTo>
                  <a:pt x="150064" y="45359"/>
                </a:lnTo>
                <a:lnTo>
                  <a:pt x="150143" y="45462"/>
                </a:lnTo>
                <a:lnTo>
                  <a:pt x="150220" y="45567"/>
                </a:lnTo>
                <a:lnTo>
                  <a:pt x="150294" y="45675"/>
                </a:lnTo>
                <a:lnTo>
                  <a:pt x="150366" y="45786"/>
                </a:lnTo>
                <a:lnTo>
                  <a:pt x="150436" y="45900"/>
                </a:lnTo>
                <a:lnTo>
                  <a:pt x="150503" y="46017"/>
                </a:lnTo>
                <a:lnTo>
                  <a:pt x="150568" y="46137"/>
                </a:lnTo>
                <a:lnTo>
                  <a:pt x="150631" y="46260"/>
                </a:lnTo>
                <a:lnTo>
                  <a:pt x="150691" y="46386"/>
                </a:lnTo>
                <a:lnTo>
                  <a:pt x="150749" y="46515"/>
                </a:lnTo>
                <a:lnTo>
                  <a:pt x="150805" y="46647"/>
                </a:lnTo>
                <a:lnTo>
                  <a:pt x="150858" y="46782"/>
                </a:lnTo>
                <a:lnTo>
                  <a:pt x="150909" y="46920"/>
                </a:lnTo>
                <a:lnTo>
                  <a:pt x="150957" y="47061"/>
                </a:lnTo>
                <a:lnTo>
                  <a:pt x="151004" y="47211"/>
                </a:lnTo>
                <a:lnTo>
                  <a:pt x="151048" y="47377"/>
                </a:lnTo>
                <a:lnTo>
                  <a:pt x="151091" y="47560"/>
                </a:lnTo>
                <a:lnTo>
                  <a:pt x="151131" y="47758"/>
                </a:lnTo>
                <a:lnTo>
                  <a:pt x="151170" y="47972"/>
                </a:lnTo>
                <a:lnTo>
                  <a:pt x="151206" y="48203"/>
                </a:lnTo>
                <a:lnTo>
                  <a:pt x="151241" y="48449"/>
                </a:lnTo>
                <a:lnTo>
                  <a:pt x="151273" y="48712"/>
                </a:lnTo>
                <a:lnTo>
                  <a:pt x="151304" y="48990"/>
                </a:lnTo>
                <a:lnTo>
                  <a:pt x="151333" y="49285"/>
                </a:lnTo>
                <a:lnTo>
                  <a:pt x="151359" y="49596"/>
                </a:lnTo>
                <a:lnTo>
                  <a:pt x="151384" y="49923"/>
                </a:lnTo>
                <a:lnTo>
                  <a:pt x="151407" y="50266"/>
                </a:lnTo>
                <a:lnTo>
                  <a:pt x="151427" y="50624"/>
                </a:lnTo>
                <a:lnTo>
                  <a:pt x="151446" y="50999"/>
                </a:lnTo>
                <a:lnTo>
                  <a:pt x="151463" y="51390"/>
                </a:lnTo>
                <a:lnTo>
                  <a:pt x="151478" y="51797"/>
                </a:lnTo>
                <a:lnTo>
                  <a:pt x="151490" y="52221"/>
                </a:lnTo>
                <a:lnTo>
                  <a:pt x="151501" y="52660"/>
                </a:lnTo>
                <a:lnTo>
                  <a:pt x="151510" y="53115"/>
                </a:lnTo>
                <a:lnTo>
                  <a:pt x="151517" y="53586"/>
                </a:lnTo>
                <a:lnTo>
                  <a:pt x="151522" y="54074"/>
                </a:lnTo>
                <a:lnTo>
                  <a:pt x="151525" y="54577"/>
                </a:lnTo>
                <a:lnTo>
                  <a:pt x="151526" y="55097"/>
                </a:lnTo>
                <a:lnTo>
                  <a:pt x="151526" y="116692"/>
                </a:lnTo>
                <a:lnTo>
                  <a:pt x="151525" y="117275"/>
                </a:lnTo>
                <a:lnTo>
                  <a:pt x="151521" y="117840"/>
                </a:lnTo>
                <a:lnTo>
                  <a:pt x="151514" y="118386"/>
                </a:lnTo>
                <a:lnTo>
                  <a:pt x="151505" y="118913"/>
                </a:lnTo>
                <a:lnTo>
                  <a:pt x="151494" y="119422"/>
                </a:lnTo>
                <a:lnTo>
                  <a:pt x="151479" y="119912"/>
                </a:lnTo>
                <a:lnTo>
                  <a:pt x="151463" y="120383"/>
                </a:lnTo>
                <a:lnTo>
                  <a:pt x="151443" y="120836"/>
                </a:lnTo>
                <a:lnTo>
                  <a:pt x="151421" y="121270"/>
                </a:lnTo>
                <a:lnTo>
                  <a:pt x="151396" y="121686"/>
                </a:lnTo>
                <a:lnTo>
                  <a:pt x="151369" y="122083"/>
                </a:lnTo>
                <a:lnTo>
                  <a:pt x="151339" y="122461"/>
                </a:lnTo>
                <a:lnTo>
                  <a:pt x="151307" y="122820"/>
                </a:lnTo>
                <a:lnTo>
                  <a:pt x="151272" y="123161"/>
                </a:lnTo>
                <a:lnTo>
                  <a:pt x="151234" y="123483"/>
                </a:lnTo>
                <a:lnTo>
                  <a:pt x="151194" y="123787"/>
                </a:lnTo>
                <a:lnTo>
                  <a:pt x="151152" y="124072"/>
                </a:lnTo>
                <a:lnTo>
                  <a:pt x="151106" y="124338"/>
                </a:lnTo>
                <a:lnTo>
                  <a:pt x="151058" y="124586"/>
                </a:lnTo>
                <a:lnTo>
                  <a:pt x="151008" y="124815"/>
                </a:lnTo>
                <a:lnTo>
                  <a:pt x="150955" y="125025"/>
                </a:lnTo>
                <a:lnTo>
                  <a:pt x="150899" y="125217"/>
                </a:lnTo>
                <a:lnTo>
                  <a:pt x="150841" y="125390"/>
                </a:lnTo>
                <a:lnTo>
                  <a:pt x="150780" y="125545"/>
                </a:lnTo>
                <a:lnTo>
                  <a:pt x="150717" y="125688"/>
                </a:lnTo>
                <a:lnTo>
                  <a:pt x="150651" y="125829"/>
                </a:lnTo>
                <a:lnTo>
                  <a:pt x="150584" y="125965"/>
                </a:lnTo>
                <a:lnTo>
                  <a:pt x="150514" y="126099"/>
                </a:lnTo>
                <a:lnTo>
                  <a:pt x="150443" y="126229"/>
                </a:lnTo>
                <a:lnTo>
                  <a:pt x="150369" y="126356"/>
                </a:lnTo>
                <a:lnTo>
                  <a:pt x="150293" y="126480"/>
                </a:lnTo>
                <a:lnTo>
                  <a:pt x="150215" y="126600"/>
                </a:lnTo>
                <a:lnTo>
                  <a:pt x="150135" y="126717"/>
                </a:lnTo>
                <a:lnTo>
                  <a:pt x="150053" y="126831"/>
                </a:lnTo>
                <a:lnTo>
                  <a:pt x="149969" y="126941"/>
                </a:lnTo>
                <a:lnTo>
                  <a:pt x="149882" y="127048"/>
                </a:lnTo>
                <a:lnTo>
                  <a:pt x="149794" y="127151"/>
                </a:lnTo>
                <a:lnTo>
                  <a:pt x="149704" y="127251"/>
                </a:lnTo>
                <a:lnTo>
                  <a:pt x="149611" y="127348"/>
                </a:lnTo>
                <a:lnTo>
                  <a:pt x="149516" y="127442"/>
                </a:lnTo>
                <a:lnTo>
                  <a:pt x="149419" y="127532"/>
                </a:lnTo>
                <a:lnTo>
                  <a:pt x="149321" y="127619"/>
                </a:lnTo>
                <a:lnTo>
                  <a:pt x="149220" y="127702"/>
                </a:lnTo>
                <a:lnTo>
                  <a:pt x="149116" y="127783"/>
                </a:lnTo>
                <a:lnTo>
                  <a:pt x="149011" y="127859"/>
                </a:lnTo>
                <a:lnTo>
                  <a:pt x="148904" y="127933"/>
                </a:lnTo>
                <a:lnTo>
                  <a:pt x="148795" y="128003"/>
                </a:lnTo>
                <a:lnTo>
                  <a:pt x="148683" y="128070"/>
                </a:lnTo>
                <a:lnTo>
                  <a:pt x="148450" y="128198"/>
                </a:lnTo>
                <a:lnTo>
                  <a:pt x="148213" y="128320"/>
                </a:lnTo>
                <a:lnTo>
                  <a:pt x="147972" y="128436"/>
                </a:lnTo>
                <a:lnTo>
                  <a:pt x="147728" y="128546"/>
                </a:lnTo>
                <a:lnTo>
                  <a:pt x="147479" y="128651"/>
                </a:lnTo>
                <a:lnTo>
                  <a:pt x="147226" y="128751"/>
                </a:lnTo>
                <a:lnTo>
                  <a:pt x="146969" y="128844"/>
                </a:lnTo>
                <a:lnTo>
                  <a:pt x="146709" y="128932"/>
                </a:lnTo>
                <a:lnTo>
                  <a:pt x="146444" y="129014"/>
                </a:lnTo>
                <a:lnTo>
                  <a:pt x="146176" y="129091"/>
                </a:lnTo>
                <a:lnTo>
                  <a:pt x="145903" y="129161"/>
                </a:lnTo>
                <a:lnTo>
                  <a:pt x="145627" y="129227"/>
                </a:lnTo>
                <a:lnTo>
                  <a:pt x="145347" y="129286"/>
                </a:lnTo>
                <a:lnTo>
                  <a:pt x="145062" y="129340"/>
                </a:lnTo>
                <a:lnTo>
                  <a:pt x="144774" y="129388"/>
                </a:lnTo>
                <a:lnTo>
                  <a:pt x="144482" y="129430"/>
                </a:lnTo>
                <a:lnTo>
                  <a:pt x="144186" y="129467"/>
                </a:lnTo>
                <a:lnTo>
                  <a:pt x="143886" y="129498"/>
                </a:lnTo>
                <a:lnTo>
                  <a:pt x="143582" y="129523"/>
                </a:lnTo>
                <a:lnTo>
                  <a:pt x="143274" y="129543"/>
                </a:lnTo>
                <a:lnTo>
                  <a:pt x="142962" y="129557"/>
                </a:lnTo>
                <a:lnTo>
                  <a:pt x="142646" y="129565"/>
                </a:lnTo>
                <a:lnTo>
                  <a:pt x="142326" y="129568"/>
                </a:lnTo>
                <a:lnTo>
                  <a:pt x="142002" y="129565"/>
                </a:lnTo>
                <a:lnTo>
                  <a:pt x="142002" y="129565"/>
                </a:lnTo>
                <a:lnTo>
                  <a:pt x="142002" y="126580"/>
                </a:lnTo>
                <a:lnTo>
                  <a:pt x="66737" y="126580"/>
                </a:lnTo>
                <a:lnTo>
                  <a:pt x="66737" y="132479"/>
                </a:lnTo>
                <a:lnTo>
                  <a:pt x="142002" y="132479"/>
                </a:lnTo>
                <a:lnTo>
                  <a:pt x="142002" y="132194"/>
                </a:lnTo>
                <a:lnTo>
                  <a:pt x="174340" y="132194"/>
                </a:lnTo>
                <a:lnTo>
                  <a:pt x="174340" y="129565"/>
                </a:lnTo>
                <a:lnTo>
                  <a:pt x="173902" y="129563"/>
                </a:lnTo>
                <a:close/>
                <a:moveTo>
                  <a:pt x="164747" y="52271"/>
                </a:moveTo>
                <a:lnTo>
                  <a:pt x="165198" y="51801"/>
                </a:lnTo>
                <a:lnTo>
                  <a:pt x="165637" y="51349"/>
                </a:lnTo>
                <a:lnTo>
                  <a:pt x="166065" y="50914"/>
                </a:lnTo>
                <a:lnTo>
                  <a:pt x="166481" y="50497"/>
                </a:lnTo>
                <a:lnTo>
                  <a:pt x="166885" y="50098"/>
                </a:lnTo>
                <a:lnTo>
                  <a:pt x="167278" y="49716"/>
                </a:lnTo>
                <a:lnTo>
                  <a:pt x="167660" y="49353"/>
                </a:lnTo>
                <a:lnTo>
                  <a:pt x="168030" y="49007"/>
                </a:lnTo>
                <a:lnTo>
                  <a:pt x="168388" y="48678"/>
                </a:lnTo>
                <a:lnTo>
                  <a:pt x="168734" y="48368"/>
                </a:lnTo>
                <a:lnTo>
                  <a:pt x="169069" y="48075"/>
                </a:lnTo>
                <a:lnTo>
                  <a:pt x="169393" y="47800"/>
                </a:lnTo>
                <a:lnTo>
                  <a:pt x="169705" y="47543"/>
                </a:lnTo>
                <a:lnTo>
                  <a:pt x="170005" y="47303"/>
                </a:lnTo>
                <a:lnTo>
                  <a:pt x="170294" y="47082"/>
                </a:lnTo>
                <a:lnTo>
                  <a:pt x="170571" y="46878"/>
                </a:lnTo>
                <a:lnTo>
                  <a:pt x="170836" y="46691"/>
                </a:lnTo>
                <a:lnTo>
                  <a:pt x="171090" y="46523"/>
                </a:lnTo>
                <a:lnTo>
                  <a:pt x="171332" y="46372"/>
                </a:lnTo>
                <a:lnTo>
                  <a:pt x="171563" y="46239"/>
                </a:lnTo>
                <a:lnTo>
                  <a:pt x="171782" y="46124"/>
                </a:lnTo>
                <a:lnTo>
                  <a:pt x="172060" y="45985"/>
                </a:lnTo>
                <a:lnTo>
                  <a:pt x="172339" y="45852"/>
                </a:lnTo>
                <a:lnTo>
                  <a:pt x="172618" y="45724"/>
                </a:lnTo>
                <a:lnTo>
                  <a:pt x="172897" y="45603"/>
                </a:lnTo>
                <a:lnTo>
                  <a:pt x="173176" y="45488"/>
                </a:lnTo>
                <a:lnTo>
                  <a:pt x="173456" y="45378"/>
                </a:lnTo>
                <a:lnTo>
                  <a:pt x="173736" y="45275"/>
                </a:lnTo>
                <a:lnTo>
                  <a:pt x="174016" y="45177"/>
                </a:lnTo>
                <a:lnTo>
                  <a:pt x="174297" y="45086"/>
                </a:lnTo>
                <a:lnTo>
                  <a:pt x="174578" y="45000"/>
                </a:lnTo>
                <a:lnTo>
                  <a:pt x="174859" y="44920"/>
                </a:lnTo>
                <a:lnTo>
                  <a:pt x="175140" y="44846"/>
                </a:lnTo>
                <a:lnTo>
                  <a:pt x="175421" y="44778"/>
                </a:lnTo>
                <a:lnTo>
                  <a:pt x="175703" y="44716"/>
                </a:lnTo>
                <a:lnTo>
                  <a:pt x="175985" y="44660"/>
                </a:lnTo>
                <a:lnTo>
                  <a:pt x="176267" y="44609"/>
                </a:lnTo>
                <a:lnTo>
                  <a:pt x="176549" y="44565"/>
                </a:lnTo>
                <a:lnTo>
                  <a:pt x="176832" y="44527"/>
                </a:lnTo>
                <a:lnTo>
                  <a:pt x="177115" y="44494"/>
                </a:lnTo>
                <a:lnTo>
                  <a:pt x="177398" y="44467"/>
                </a:lnTo>
                <a:lnTo>
                  <a:pt x="177682" y="44447"/>
                </a:lnTo>
                <a:lnTo>
                  <a:pt x="177965" y="44432"/>
                </a:lnTo>
                <a:lnTo>
                  <a:pt x="178249" y="44423"/>
                </a:lnTo>
                <a:lnTo>
                  <a:pt x="178533" y="44420"/>
                </a:lnTo>
                <a:lnTo>
                  <a:pt x="179052" y="44430"/>
                </a:lnTo>
                <a:lnTo>
                  <a:pt x="179564" y="44459"/>
                </a:lnTo>
                <a:lnTo>
                  <a:pt x="180070" y="44507"/>
                </a:lnTo>
                <a:lnTo>
                  <a:pt x="180571" y="44574"/>
                </a:lnTo>
                <a:lnTo>
                  <a:pt x="181065" y="44660"/>
                </a:lnTo>
                <a:lnTo>
                  <a:pt x="181554" y="44766"/>
                </a:lnTo>
                <a:lnTo>
                  <a:pt x="182037" y="44891"/>
                </a:lnTo>
                <a:lnTo>
                  <a:pt x="182513" y="45035"/>
                </a:lnTo>
                <a:lnTo>
                  <a:pt x="182984" y="45199"/>
                </a:lnTo>
                <a:lnTo>
                  <a:pt x="183449" y="45381"/>
                </a:lnTo>
                <a:lnTo>
                  <a:pt x="183908" y="45583"/>
                </a:lnTo>
                <a:lnTo>
                  <a:pt x="184361" y="45804"/>
                </a:lnTo>
                <a:lnTo>
                  <a:pt x="184809" y="46045"/>
                </a:lnTo>
                <a:lnTo>
                  <a:pt x="185250" y="46304"/>
                </a:lnTo>
                <a:lnTo>
                  <a:pt x="185685" y="46583"/>
                </a:lnTo>
                <a:lnTo>
                  <a:pt x="186114" y="46881"/>
                </a:lnTo>
                <a:lnTo>
                  <a:pt x="186538" y="47198"/>
                </a:lnTo>
                <a:lnTo>
                  <a:pt x="186956" y="47535"/>
                </a:lnTo>
                <a:lnTo>
                  <a:pt x="187367" y="47890"/>
                </a:lnTo>
                <a:lnTo>
                  <a:pt x="187773" y="48265"/>
                </a:lnTo>
                <a:lnTo>
                  <a:pt x="188173" y="48659"/>
                </a:lnTo>
                <a:lnTo>
                  <a:pt x="188566" y="49073"/>
                </a:lnTo>
                <a:lnTo>
                  <a:pt x="188954" y="49505"/>
                </a:lnTo>
                <a:lnTo>
                  <a:pt x="189336" y="49957"/>
                </a:lnTo>
                <a:lnTo>
                  <a:pt x="189870" y="50637"/>
                </a:lnTo>
                <a:lnTo>
                  <a:pt x="190381" y="51342"/>
                </a:lnTo>
                <a:lnTo>
                  <a:pt x="190869" y="52070"/>
                </a:lnTo>
                <a:lnTo>
                  <a:pt x="191334" y="52822"/>
                </a:lnTo>
                <a:lnTo>
                  <a:pt x="191777" y="53598"/>
                </a:lnTo>
                <a:lnTo>
                  <a:pt x="192197" y="54397"/>
                </a:lnTo>
                <a:lnTo>
                  <a:pt x="192594" y="55221"/>
                </a:lnTo>
                <a:lnTo>
                  <a:pt x="192969" y="56069"/>
                </a:lnTo>
                <a:lnTo>
                  <a:pt x="193321" y="56940"/>
                </a:lnTo>
                <a:lnTo>
                  <a:pt x="193650" y="57836"/>
                </a:lnTo>
                <a:lnTo>
                  <a:pt x="193957" y="58755"/>
                </a:lnTo>
                <a:lnTo>
                  <a:pt x="194240" y="59698"/>
                </a:lnTo>
                <a:lnTo>
                  <a:pt x="194501" y="60666"/>
                </a:lnTo>
                <a:lnTo>
                  <a:pt x="194740" y="61657"/>
                </a:lnTo>
                <a:lnTo>
                  <a:pt x="194956" y="62672"/>
                </a:lnTo>
                <a:lnTo>
                  <a:pt x="195149" y="63711"/>
                </a:lnTo>
                <a:lnTo>
                  <a:pt x="195319" y="64773"/>
                </a:lnTo>
                <a:lnTo>
                  <a:pt x="195466" y="65860"/>
                </a:lnTo>
                <a:lnTo>
                  <a:pt x="195591" y="66971"/>
                </a:lnTo>
                <a:lnTo>
                  <a:pt x="195693" y="68105"/>
                </a:lnTo>
                <a:lnTo>
                  <a:pt x="195773" y="69264"/>
                </a:lnTo>
                <a:lnTo>
                  <a:pt x="195830" y="70446"/>
                </a:lnTo>
                <a:lnTo>
                  <a:pt x="195864" y="71652"/>
                </a:lnTo>
                <a:lnTo>
                  <a:pt x="195875" y="72882"/>
                </a:lnTo>
                <a:lnTo>
                  <a:pt x="195865" y="73967"/>
                </a:lnTo>
                <a:lnTo>
                  <a:pt x="195835" y="75030"/>
                </a:lnTo>
                <a:lnTo>
                  <a:pt x="195785" y="76073"/>
                </a:lnTo>
                <a:lnTo>
                  <a:pt x="195715" y="77096"/>
                </a:lnTo>
                <a:lnTo>
                  <a:pt x="195625" y="78099"/>
                </a:lnTo>
                <a:lnTo>
                  <a:pt x="195515" y="79080"/>
                </a:lnTo>
                <a:lnTo>
                  <a:pt x="195385" y="80042"/>
                </a:lnTo>
                <a:lnTo>
                  <a:pt x="195235" y="80983"/>
                </a:lnTo>
                <a:lnTo>
                  <a:pt x="195066" y="81903"/>
                </a:lnTo>
                <a:lnTo>
                  <a:pt x="194876" y="82803"/>
                </a:lnTo>
                <a:lnTo>
                  <a:pt x="194666" y="83682"/>
                </a:lnTo>
                <a:lnTo>
                  <a:pt x="194436" y="84542"/>
                </a:lnTo>
                <a:lnTo>
                  <a:pt x="194186" y="85380"/>
                </a:lnTo>
                <a:lnTo>
                  <a:pt x="193916" y="86198"/>
                </a:lnTo>
                <a:lnTo>
                  <a:pt x="193626" y="86996"/>
                </a:lnTo>
                <a:lnTo>
                  <a:pt x="193316" y="87773"/>
                </a:lnTo>
                <a:lnTo>
                  <a:pt x="192987" y="88530"/>
                </a:lnTo>
                <a:lnTo>
                  <a:pt x="192637" y="89266"/>
                </a:lnTo>
                <a:lnTo>
                  <a:pt x="192267" y="89982"/>
                </a:lnTo>
                <a:lnTo>
                  <a:pt x="191877" y="90677"/>
                </a:lnTo>
                <a:lnTo>
                  <a:pt x="191467" y="91352"/>
                </a:lnTo>
                <a:lnTo>
                  <a:pt x="191038" y="92006"/>
                </a:lnTo>
                <a:lnTo>
                  <a:pt x="190588" y="92640"/>
                </a:lnTo>
                <a:lnTo>
                  <a:pt x="190118" y="93253"/>
                </a:lnTo>
                <a:lnTo>
                  <a:pt x="189746" y="93705"/>
                </a:lnTo>
                <a:lnTo>
                  <a:pt x="189365" y="94138"/>
                </a:lnTo>
                <a:lnTo>
                  <a:pt x="188974" y="94551"/>
                </a:lnTo>
                <a:lnTo>
                  <a:pt x="188574" y="94945"/>
                </a:lnTo>
                <a:lnTo>
                  <a:pt x="188165" y="95320"/>
                </a:lnTo>
                <a:lnTo>
                  <a:pt x="187746" y="95676"/>
                </a:lnTo>
                <a:lnTo>
                  <a:pt x="187318" y="96012"/>
                </a:lnTo>
                <a:lnTo>
                  <a:pt x="186880" y="96330"/>
                </a:lnTo>
                <a:lnTo>
                  <a:pt x="186434" y="96628"/>
                </a:lnTo>
                <a:lnTo>
                  <a:pt x="185977" y="96906"/>
                </a:lnTo>
                <a:lnTo>
                  <a:pt x="185512" y="97166"/>
                </a:lnTo>
                <a:lnTo>
                  <a:pt x="185037" y="97406"/>
                </a:lnTo>
                <a:lnTo>
                  <a:pt x="184552" y="97627"/>
                </a:lnTo>
                <a:lnTo>
                  <a:pt x="184058" y="97829"/>
                </a:lnTo>
                <a:lnTo>
                  <a:pt x="183555" y="98012"/>
                </a:lnTo>
                <a:lnTo>
                  <a:pt x="183043" y="98175"/>
                </a:lnTo>
                <a:lnTo>
                  <a:pt x="182521" y="98319"/>
                </a:lnTo>
                <a:lnTo>
                  <a:pt x="181989" y="98444"/>
                </a:lnTo>
                <a:lnTo>
                  <a:pt x="181449" y="98550"/>
                </a:lnTo>
                <a:lnTo>
                  <a:pt x="180899" y="98637"/>
                </a:lnTo>
                <a:lnTo>
                  <a:pt x="180339" y="98704"/>
                </a:lnTo>
                <a:lnTo>
                  <a:pt x="179770" y="98752"/>
                </a:lnTo>
                <a:lnTo>
                  <a:pt x="179192" y="98781"/>
                </a:lnTo>
                <a:lnTo>
                  <a:pt x="178605" y="98790"/>
                </a:lnTo>
                <a:lnTo>
                  <a:pt x="178116" y="98785"/>
                </a:lnTo>
                <a:lnTo>
                  <a:pt x="177635" y="98769"/>
                </a:lnTo>
                <a:lnTo>
                  <a:pt x="177161" y="98742"/>
                </a:lnTo>
                <a:lnTo>
                  <a:pt x="176694" y="98704"/>
                </a:lnTo>
                <a:lnTo>
                  <a:pt x="176235" y="98655"/>
                </a:lnTo>
                <a:lnTo>
                  <a:pt x="175782" y="98595"/>
                </a:lnTo>
                <a:lnTo>
                  <a:pt x="175336" y="98525"/>
                </a:lnTo>
                <a:lnTo>
                  <a:pt x="174897" y="98443"/>
                </a:lnTo>
                <a:lnTo>
                  <a:pt x="174465" y="98351"/>
                </a:lnTo>
                <a:lnTo>
                  <a:pt x="174040" y="98248"/>
                </a:lnTo>
                <a:lnTo>
                  <a:pt x="173623" y="98134"/>
                </a:lnTo>
                <a:lnTo>
                  <a:pt x="173212" y="98010"/>
                </a:lnTo>
                <a:lnTo>
                  <a:pt x="172808" y="97874"/>
                </a:lnTo>
                <a:lnTo>
                  <a:pt x="172412" y="97728"/>
                </a:lnTo>
                <a:lnTo>
                  <a:pt x="172022" y="97571"/>
                </a:lnTo>
                <a:lnTo>
                  <a:pt x="171639" y="97403"/>
                </a:lnTo>
                <a:lnTo>
                  <a:pt x="171264" y="97224"/>
                </a:lnTo>
                <a:lnTo>
                  <a:pt x="170895" y="97034"/>
                </a:lnTo>
                <a:lnTo>
                  <a:pt x="170534" y="96833"/>
                </a:lnTo>
                <a:lnTo>
                  <a:pt x="170179" y="96622"/>
                </a:lnTo>
                <a:lnTo>
                  <a:pt x="169832" y="96400"/>
                </a:lnTo>
                <a:lnTo>
                  <a:pt x="169492" y="96166"/>
                </a:lnTo>
                <a:lnTo>
                  <a:pt x="169158" y="95922"/>
                </a:lnTo>
                <a:lnTo>
                  <a:pt x="168832" y="95668"/>
                </a:lnTo>
                <a:lnTo>
                  <a:pt x="168514" y="95406"/>
                </a:lnTo>
                <a:lnTo>
                  <a:pt x="168207" y="95140"/>
                </a:lnTo>
                <a:lnTo>
                  <a:pt x="167909" y="94871"/>
                </a:lnTo>
                <a:lnTo>
                  <a:pt x="167621" y="94599"/>
                </a:lnTo>
                <a:lnTo>
                  <a:pt x="167343" y="94323"/>
                </a:lnTo>
                <a:lnTo>
                  <a:pt x="167075" y="94044"/>
                </a:lnTo>
                <a:lnTo>
                  <a:pt x="166817" y="93761"/>
                </a:lnTo>
                <a:lnTo>
                  <a:pt x="166570" y="93475"/>
                </a:lnTo>
                <a:lnTo>
                  <a:pt x="166332" y="93186"/>
                </a:lnTo>
                <a:lnTo>
                  <a:pt x="166104" y="92893"/>
                </a:lnTo>
                <a:lnTo>
                  <a:pt x="165886" y="92596"/>
                </a:lnTo>
                <a:lnTo>
                  <a:pt x="165678" y="92296"/>
                </a:lnTo>
                <a:lnTo>
                  <a:pt x="165480" y="91993"/>
                </a:lnTo>
                <a:lnTo>
                  <a:pt x="165293" y="91686"/>
                </a:lnTo>
                <a:lnTo>
                  <a:pt x="165115" y="91376"/>
                </a:lnTo>
                <a:lnTo>
                  <a:pt x="164947" y="91062"/>
                </a:lnTo>
                <a:lnTo>
                  <a:pt x="164789" y="90745"/>
                </a:lnTo>
                <a:lnTo>
                  <a:pt x="164641" y="90424"/>
                </a:lnTo>
                <a:lnTo>
                  <a:pt x="164503" y="90100"/>
                </a:lnTo>
                <a:lnTo>
                  <a:pt x="164375" y="89772"/>
                </a:lnTo>
                <a:lnTo>
                  <a:pt x="164257" y="89441"/>
                </a:lnTo>
                <a:lnTo>
                  <a:pt x="164149" y="89107"/>
                </a:lnTo>
                <a:lnTo>
                  <a:pt x="164052" y="88769"/>
                </a:lnTo>
                <a:lnTo>
                  <a:pt x="163964" y="88427"/>
                </a:lnTo>
                <a:lnTo>
                  <a:pt x="163911" y="88211"/>
                </a:lnTo>
                <a:lnTo>
                  <a:pt x="163861" y="87976"/>
                </a:lnTo>
                <a:lnTo>
                  <a:pt x="163814" y="87722"/>
                </a:lnTo>
                <a:lnTo>
                  <a:pt x="163768" y="87450"/>
                </a:lnTo>
                <a:lnTo>
                  <a:pt x="163725" y="87158"/>
                </a:lnTo>
                <a:lnTo>
                  <a:pt x="163684" y="86848"/>
                </a:lnTo>
                <a:lnTo>
                  <a:pt x="163645" y="86520"/>
                </a:lnTo>
                <a:lnTo>
                  <a:pt x="163608" y="86172"/>
                </a:lnTo>
                <a:lnTo>
                  <a:pt x="163574" y="85806"/>
                </a:lnTo>
                <a:lnTo>
                  <a:pt x="163542" y="85421"/>
                </a:lnTo>
                <a:lnTo>
                  <a:pt x="163512" y="85017"/>
                </a:lnTo>
                <a:lnTo>
                  <a:pt x="163484" y="84595"/>
                </a:lnTo>
                <a:lnTo>
                  <a:pt x="163458" y="84154"/>
                </a:lnTo>
                <a:lnTo>
                  <a:pt x="163435" y="83694"/>
                </a:lnTo>
                <a:lnTo>
                  <a:pt x="163414" y="83215"/>
                </a:lnTo>
                <a:lnTo>
                  <a:pt x="163395" y="82718"/>
                </a:lnTo>
                <a:lnTo>
                  <a:pt x="163378" y="82202"/>
                </a:lnTo>
                <a:lnTo>
                  <a:pt x="163364" y="81667"/>
                </a:lnTo>
                <a:lnTo>
                  <a:pt x="163352" y="81113"/>
                </a:lnTo>
                <a:lnTo>
                  <a:pt x="163342" y="80541"/>
                </a:lnTo>
                <a:lnTo>
                  <a:pt x="163334" y="79950"/>
                </a:lnTo>
                <a:lnTo>
                  <a:pt x="163328" y="79340"/>
                </a:lnTo>
                <a:lnTo>
                  <a:pt x="163325" y="78711"/>
                </a:lnTo>
                <a:lnTo>
                  <a:pt x="163324" y="78064"/>
                </a:lnTo>
                <a:lnTo>
                  <a:pt x="163324" y="53788"/>
                </a:lnTo>
                <a:lnTo>
                  <a:pt x="163810" y="53265"/>
                </a:lnTo>
                <a:lnTo>
                  <a:pt x="164284" y="52759"/>
                </a:lnTo>
                <a:lnTo>
                  <a:pt x="164747" y="52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x">
            <a:extLst xmlns:a="http://schemas.openxmlformats.org/drawingml/2006/main">
              <a:ext uri="{FF2B5EF4-FFF2-40B4-BE49-F238E27FC236}">
                <a16:creationId xmlns:a16="http://schemas.microsoft.com/office/drawing/2014/main" id="{DDD58923-5E57-4186-8CF4-EFA54E60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923" y="1894259"/>
            <a:ext cx="80596" cy="67945"/>
          </a:xfrm>
          <a:custGeom xmlns:a="http://schemas.openxmlformats.org/drawingml/2006/main">
            <a:pathLst>
              <a:path w="80596" h="67945">
                <a:moveTo>
                  <a:pt x="13219" y="4264"/>
                </a:moveTo>
                <a:lnTo>
                  <a:pt x="38024" y="0"/>
                </a:lnTo>
                <a:cubicBezTo>
                  <a:pt x="42525" y="7067"/>
                  <a:pt x="45699" y="14846"/>
                  <a:pt x="47547" y="23336"/>
                </a:cubicBezTo>
                <a:cubicBezTo>
                  <a:pt x="52191" y="16458"/>
                  <a:pt x="55697" y="11644"/>
                  <a:pt x="58066" y="8893"/>
                </a:cubicBezTo>
                <a:cubicBezTo>
                  <a:pt x="61241" y="5194"/>
                  <a:pt x="63858" y="2787"/>
                  <a:pt x="65919" y="1672"/>
                </a:cubicBezTo>
                <a:cubicBezTo>
                  <a:pt x="67981" y="557"/>
                  <a:pt x="70172" y="0"/>
                  <a:pt x="72494" y="0"/>
                </a:cubicBezTo>
                <a:cubicBezTo>
                  <a:pt x="75100" y="0"/>
                  <a:pt x="77102" y="717"/>
                  <a:pt x="78499" y="2152"/>
                </a:cubicBezTo>
                <a:cubicBezTo>
                  <a:pt x="79897" y="3585"/>
                  <a:pt x="80596" y="5521"/>
                  <a:pt x="80596" y="7960"/>
                </a:cubicBezTo>
                <a:cubicBezTo>
                  <a:pt x="80596" y="10255"/>
                  <a:pt x="79897" y="12132"/>
                  <a:pt x="78499" y="13590"/>
                </a:cubicBezTo>
                <a:cubicBezTo>
                  <a:pt x="77102" y="15049"/>
                  <a:pt x="75360" y="15778"/>
                  <a:pt x="73275" y="15778"/>
                </a:cubicBezTo>
                <a:cubicBezTo>
                  <a:pt x="71759" y="15778"/>
                  <a:pt x="70018" y="15494"/>
                  <a:pt x="68052" y="14925"/>
                </a:cubicBezTo>
                <a:cubicBezTo>
                  <a:pt x="66085" y="14357"/>
                  <a:pt x="64723" y="14072"/>
                  <a:pt x="63965" y="14072"/>
                </a:cubicBezTo>
                <a:cubicBezTo>
                  <a:pt x="61975" y="14072"/>
                  <a:pt x="60080" y="14781"/>
                  <a:pt x="58279" y="16198"/>
                </a:cubicBezTo>
                <a:cubicBezTo>
                  <a:pt x="55815" y="18135"/>
                  <a:pt x="52783" y="22269"/>
                  <a:pt x="49182" y="28600"/>
                </a:cubicBezTo>
                <a:cubicBezTo>
                  <a:pt x="53209" y="42835"/>
                  <a:pt x="56431" y="51518"/>
                  <a:pt x="58848" y="54650"/>
                </a:cubicBezTo>
                <a:cubicBezTo>
                  <a:pt x="60269" y="56501"/>
                  <a:pt x="61714" y="57426"/>
                  <a:pt x="63183" y="57426"/>
                </a:cubicBezTo>
                <a:cubicBezTo>
                  <a:pt x="64415" y="57426"/>
                  <a:pt x="65481" y="57092"/>
                  <a:pt x="66381" y="56425"/>
                </a:cubicBezTo>
                <a:cubicBezTo>
                  <a:pt x="67756" y="55345"/>
                  <a:pt x="69864" y="52647"/>
                  <a:pt x="72707" y="48329"/>
                </a:cubicBezTo>
                <a:lnTo>
                  <a:pt x="75265" y="49877"/>
                </a:lnTo>
                <a:cubicBezTo>
                  <a:pt x="71096" y="56859"/>
                  <a:pt x="67021" y="61775"/>
                  <a:pt x="63041" y="64627"/>
                </a:cubicBezTo>
                <a:cubicBezTo>
                  <a:pt x="60009" y="66839"/>
                  <a:pt x="57024" y="67945"/>
                  <a:pt x="54086" y="67945"/>
                </a:cubicBezTo>
                <a:cubicBezTo>
                  <a:pt x="51054" y="67945"/>
                  <a:pt x="48530" y="67267"/>
                  <a:pt x="46517" y="65911"/>
                </a:cubicBezTo>
                <a:cubicBezTo>
                  <a:pt x="44503" y="64553"/>
                  <a:pt x="42714" y="62338"/>
                  <a:pt x="41151" y="59268"/>
                </a:cubicBezTo>
                <a:cubicBezTo>
                  <a:pt x="39587" y="56197"/>
                  <a:pt x="37739" y="51281"/>
                  <a:pt x="35607" y="44520"/>
                </a:cubicBezTo>
                <a:cubicBezTo>
                  <a:pt x="30064" y="51614"/>
                  <a:pt x="25716" y="56792"/>
                  <a:pt x="22565" y="60054"/>
                </a:cubicBezTo>
                <a:cubicBezTo>
                  <a:pt x="19415" y="63314"/>
                  <a:pt x="16797" y="65444"/>
                  <a:pt x="14712" y="66444"/>
                </a:cubicBezTo>
                <a:cubicBezTo>
                  <a:pt x="12627" y="67445"/>
                  <a:pt x="10400" y="67945"/>
                  <a:pt x="8031" y="67945"/>
                </a:cubicBezTo>
                <a:cubicBezTo>
                  <a:pt x="5567" y="67945"/>
                  <a:pt x="3613" y="67231"/>
                  <a:pt x="2168" y="65804"/>
                </a:cubicBezTo>
                <a:cubicBezTo>
                  <a:pt x="723" y="64375"/>
                  <a:pt x="0" y="62519"/>
                  <a:pt x="0" y="60236"/>
                </a:cubicBezTo>
                <a:cubicBezTo>
                  <a:pt x="0" y="57808"/>
                  <a:pt x="782" y="55809"/>
                  <a:pt x="2345" y="54239"/>
                </a:cubicBezTo>
                <a:cubicBezTo>
                  <a:pt x="3909" y="52668"/>
                  <a:pt x="5899" y="51883"/>
                  <a:pt x="8315" y="51883"/>
                </a:cubicBezTo>
                <a:cubicBezTo>
                  <a:pt x="9595" y="51883"/>
                  <a:pt x="11040" y="52281"/>
                  <a:pt x="12651" y="53078"/>
                </a:cubicBezTo>
                <a:cubicBezTo>
                  <a:pt x="15020" y="54271"/>
                  <a:pt x="16726" y="54868"/>
                  <a:pt x="17768" y="54868"/>
                </a:cubicBezTo>
                <a:cubicBezTo>
                  <a:pt x="19142" y="54868"/>
                  <a:pt x="20374" y="54582"/>
                  <a:pt x="21464" y="54010"/>
                </a:cubicBezTo>
                <a:cubicBezTo>
                  <a:pt x="22885" y="53295"/>
                  <a:pt x="24686" y="51746"/>
                  <a:pt x="26865" y="49362"/>
                </a:cubicBezTo>
                <a:cubicBezTo>
                  <a:pt x="28192" y="47884"/>
                  <a:pt x="30632" y="44738"/>
                  <a:pt x="34186" y="39923"/>
                </a:cubicBezTo>
                <a:cubicBezTo>
                  <a:pt x="29637" y="23028"/>
                  <a:pt x="26084" y="12920"/>
                  <a:pt x="23525" y="9599"/>
                </a:cubicBezTo>
                <a:cubicBezTo>
                  <a:pt x="21914" y="7464"/>
                  <a:pt x="19877" y="6396"/>
                  <a:pt x="17413" y="6396"/>
                </a:cubicBezTo>
                <a:cubicBezTo>
                  <a:pt x="16133" y="6396"/>
                  <a:pt x="14570" y="6586"/>
                  <a:pt x="12722" y="6965"/>
                </a:cubicBezTo>
                <a:lnTo>
                  <a:pt x="13219" y="4264"/>
                </a:lnTo>
                <a:close/>
              </a:path>
            </a:pathLst>
          </a:custGeom>
          <a:solidFill xmlns:a="http://schemas.openxmlformats.org/drawingml/2006/main">
            <a:srgbClr val="009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2">
            <a:extLst xmlns:a="http://schemas.openxmlformats.org/drawingml/2006/main">
              <a:ext uri="{FF2B5EF4-FFF2-40B4-BE49-F238E27FC236}">
                <a16:creationId xmlns:a16="http://schemas.microsoft.com/office/drawing/2014/main" id="{D48E7C46-88C3-43CE-88F8-B5199D04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702" y="1930592"/>
            <a:ext cx="46481" cy="65576"/>
          </a:xfrm>
          <a:custGeom xmlns:a="http://schemas.openxmlformats.org/drawingml/2006/main">
            <a:pathLst>
              <a:path w="46481" h="65576">
                <a:moveTo>
                  <a:pt x="34115" y="65576"/>
                </a:moveTo>
                <a:lnTo>
                  <a:pt x="0" y="65576"/>
                </a:lnTo>
                <a:lnTo>
                  <a:pt x="0" y="63823"/>
                </a:lnTo>
                <a:cubicBezTo>
                  <a:pt x="8876" y="55612"/>
                  <a:pt x="16362" y="48063"/>
                  <a:pt x="22459" y="41175"/>
                </a:cubicBezTo>
                <a:cubicBezTo>
                  <a:pt x="27576" y="35466"/>
                  <a:pt x="30790" y="31106"/>
                  <a:pt x="32101" y="28094"/>
                </a:cubicBezTo>
                <a:cubicBezTo>
                  <a:pt x="33412" y="25082"/>
                  <a:pt x="34067" y="22045"/>
                  <a:pt x="34067" y="18985"/>
                </a:cubicBezTo>
                <a:cubicBezTo>
                  <a:pt x="34067" y="16116"/>
                  <a:pt x="33159" y="13782"/>
                  <a:pt x="31343" y="11985"/>
                </a:cubicBezTo>
                <a:cubicBezTo>
                  <a:pt x="29527" y="10186"/>
                  <a:pt x="27260" y="9287"/>
                  <a:pt x="24544" y="9287"/>
                </a:cubicBezTo>
                <a:cubicBezTo>
                  <a:pt x="20153" y="9287"/>
                  <a:pt x="16394" y="11701"/>
                  <a:pt x="13267" y="16529"/>
                </a:cubicBezTo>
                <a:lnTo>
                  <a:pt x="11514" y="15723"/>
                </a:lnTo>
                <a:cubicBezTo>
                  <a:pt x="13156" y="11036"/>
                  <a:pt x="15288" y="7474"/>
                  <a:pt x="17910" y="5036"/>
                </a:cubicBezTo>
                <a:cubicBezTo>
                  <a:pt x="21543" y="1679"/>
                  <a:pt x="25807" y="0"/>
                  <a:pt x="30703" y="0"/>
                </a:cubicBezTo>
                <a:cubicBezTo>
                  <a:pt x="35252" y="0"/>
                  <a:pt x="39019" y="1406"/>
                  <a:pt x="42004" y="4218"/>
                </a:cubicBezTo>
                <a:cubicBezTo>
                  <a:pt x="44989" y="7031"/>
                  <a:pt x="46481" y="10285"/>
                  <a:pt x="46481" y="13982"/>
                </a:cubicBezTo>
                <a:cubicBezTo>
                  <a:pt x="46481" y="17236"/>
                  <a:pt x="45755" y="20452"/>
                  <a:pt x="44302" y="23627"/>
                </a:cubicBezTo>
                <a:cubicBezTo>
                  <a:pt x="42849" y="26803"/>
                  <a:pt x="39848" y="30792"/>
                  <a:pt x="35299" y="35594"/>
                </a:cubicBezTo>
                <a:cubicBezTo>
                  <a:pt x="31825" y="39256"/>
                  <a:pt x="24781" y="45618"/>
                  <a:pt x="14167" y="54678"/>
                </a:cubicBezTo>
                <a:lnTo>
                  <a:pt x="26534" y="54678"/>
                </a:lnTo>
                <a:cubicBezTo>
                  <a:pt x="30514" y="54678"/>
                  <a:pt x="33301" y="54225"/>
                  <a:pt x="34896" y="53319"/>
                </a:cubicBezTo>
                <a:cubicBezTo>
                  <a:pt x="36492" y="52412"/>
                  <a:pt x="37984" y="50591"/>
                  <a:pt x="39374" y="47855"/>
                </a:cubicBezTo>
                <a:lnTo>
                  <a:pt x="41601" y="47855"/>
                </a:lnTo>
                <a:lnTo>
                  <a:pt x="34115" y="65576"/>
                </a:lnTo>
                <a:close/>
              </a:path>
            </a:pathLst>
          </a:custGeom>
          <a:solidFill xmlns:a="http://schemas.openxmlformats.org/drawingml/2006/main">
            <a:srgbClr val="009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,seq=arb">
            <a:extLst xmlns:a="http://schemas.openxmlformats.org/drawingml/2006/main">
              <a:ext uri="{FF2B5EF4-FFF2-40B4-BE49-F238E27FC236}">
                <a16:creationId xmlns:a16="http://schemas.microsoft.com/office/drawing/2014/main" id="{6764514B-48AE-44E6-84DB-35D6FE5F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659" y="1859199"/>
            <a:ext cx="538925" cy="132194"/>
          </a:xfrm>
          <a:custGeom xmlns:a="http://schemas.openxmlformats.org/drawingml/2006/main">
            <a:pathLst>
              <a:path w="538925" h="132194">
                <a:moveTo>
                  <a:pt x="0" y="125371"/>
                </a:moveTo>
                <a:lnTo>
                  <a:pt x="0" y="122244"/>
                </a:lnTo>
                <a:cubicBezTo>
                  <a:pt x="4880" y="120627"/>
                  <a:pt x="8659" y="118118"/>
                  <a:pt x="11336" y="114717"/>
                </a:cubicBezTo>
                <a:cubicBezTo>
                  <a:pt x="14013" y="111318"/>
                  <a:pt x="15352" y="107715"/>
                  <a:pt x="15352" y="103910"/>
                </a:cubicBezTo>
                <a:cubicBezTo>
                  <a:pt x="15352" y="103008"/>
                  <a:pt x="15138" y="102249"/>
                  <a:pt x="14712" y="101633"/>
                </a:cubicBezTo>
                <a:cubicBezTo>
                  <a:pt x="14380" y="101207"/>
                  <a:pt x="14049" y="100994"/>
                  <a:pt x="13717" y="100994"/>
                </a:cubicBezTo>
                <a:cubicBezTo>
                  <a:pt x="13196" y="100994"/>
                  <a:pt x="12059" y="101467"/>
                  <a:pt x="10305" y="102415"/>
                </a:cubicBezTo>
                <a:cubicBezTo>
                  <a:pt x="9453" y="102842"/>
                  <a:pt x="8552" y="103055"/>
                  <a:pt x="7605" y="103055"/>
                </a:cubicBezTo>
                <a:cubicBezTo>
                  <a:pt x="5283" y="103055"/>
                  <a:pt x="3435" y="102368"/>
                  <a:pt x="2061" y="100994"/>
                </a:cubicBezTo>
                <a:cubicBezTo>
                  <a:pt x="687" y="99620"/>
                  <a:pt x="0" y="97724"/>
                  <a:pt x="0" y="95308"/>
                </a:cubicBezTo>
                <a:cubicBezTo>
                  <a:pt x="0" y="92986"/>
                  <a:pt x="888" y="90996"/>
                  <a:pt x="2665" y="89338"/>
                </a:cubicBezTo>
                <a:cubicBezTo>
                  <a:pt x="4442" y="87679"/>
                  <a:pt x="6610" y="86850"/>
                  <a:pt x="9168" y="86850"/>
                </a:cubicBezTo>
                <a:cubicBezTo>
                  <a:pt x="12295" y="86850"/>
                  <a:pt x="15079" y="88215"/>
                  <a:pt x="17519" y="90946"/>
                </a:cubicBezTo>
                <a:cubicBezTo>
                  <a:pt x="19959" y="93675"/>
                  <a:pt x="21180" y="97293"/>
                  <a:pt x="21180" y="101802"/>
                </a:cubicBezTo>
                <a:cubicBezTo>
                  <a:pt x="21180" y="106693"/>
                  <a:pt x="19486" y="111238"/>
                  <a:pt x="16098" y="115439"/>
                </a:cubicBezTo>
                <a:cubicBezTo>
                  <a:pt x="12710" y="119640"/>
                  <a:pt x="7344" y="122951"/>
                  <a:pt x="0" y="125371"/>
                </a:cubicBezTo>
                <a:close/>
                <a:moveTo>
                  <a:pt x="111583" y="34115"/>
                </a:moveTo>
                <a:lnTo>
                  <a:pt x="111583" y="56147"/>
                </a:lnTo>
                <a:lnTo>
                  <a:pt x="109238" y="56147"/>
                </a:lnTo>
                <a:cubicBezTo>
                  <a:pt x="107438" y="49237"/>
                  <a:pt x="105128" y="44536"/>
                  <a:pt x="102308" y="42046"/>
                </a:cubicBezTo>
                <a:cubicBezTo>
                  <a:pt x="99489" y="39554"/>
                  <a:pt x="95900" y="38308"/>
                  <a:pt x="91541" y="38308"/>
                </a:cubicBezTo>
                <a:cubicBezTo>
                  <a:pt x="88224" y="38308"/>
                  <a:pt x="85547" y="39184"/>
                  <a:pt x="83510" y="40935"/>
                </a:cubicBezTo>
                <a:cubicBezTo>
                  <a:pt x="81472" y="42686"/>
                  <a:pt x="80454" y="44626"/>
                  <a:pt x="80454" y="46757"/>
                </a:cubicBezTo>
                <a:cubicBezTo>
                  <a:pt x="80454" y="49407"/>
                  <a:pt x="81212" y="51678"/>
                  <a:pt x="82728" y="53571"/>
                </a:cubicBezTo>
                <a:cubicBezTo>
                  <a:pt x="84197" y="55512"/>
                  <a:pt x="87182" y="57571"/>
                  <a:pt x="91683" y="59747"/>
                </a:cubicBezTo>
                <a:lnTo>
                  <a:pt x="102060" y="64789"/>
                </a:lnTo>
                <a:cubicBezTo>
                  <a:pt x="111678" y="69474"/>
                  <a:pt x="116487" y="75650"/>
                  <a:pt x="116487" y="83319"/>
                </a:cubicBezTo>
                <a:cubicBezTo>
                  <a:pt x="116487" y="89234"/>
                  <a:pt x="114249" y="94003"/>
                  <a:pt x="109771" y="97624"/>
                </a:cubicBezTo>
                <a:cubicBezTo>
                  <a:pt x="105293" y="101245"/>
                  <a:pt x="100283" y="103055"/>
                  <a:pt x="94739" y="103055"/>
                </a:cubicBezTo>
                <a:cubicBezTo>
                  <a:pt x="90759" y="103055"/>
                  <a:pt x="86211" y="102344"/>
                  <a:pt x="81093" y="100923"/>
                </a:cubicBezTo>
                <a:cubicBezTo>
                  <a:pt x="79530" y="100449"/>
                  <a:pt x="78251" y="100212"/>
                  <a:pt x="77256" y="100212"/>
                </a:cubicBezTo>
                <a:cubicBezTo>
                  <a:pt x="76166" y="100212"/>
                  <a:pt x="75313" y="100828"/>
                  <a:pt x="74697" y="102060"/>
                </a:cubicBezTo>
                <a:lnTo>
                  <a:pt x="72352" y="102060"/>
                </a:lnTo>
                <a:lnTo>
                  <a:pt x="72352" y="78748"/>
                </a:lnTo>
                <a:lnTo>
                  <a:pt x="74697" y="78748"/>
                </a:lnTo>
                <a:cubicBezTo>
                  <a:pt x="76024" y="85405"/>
                  <a:pt x="78558" y="90422"/>
                  <a:pt x="82302" y="93798"/>
                </a:cubicBezTo>
                <a:cubicBezTo>
                  <a:pt x="86045" y="97173"/>
                  <a:pt x="90238" y="98861"/>
                  <a:pt x="94881" y="98861"/>
                </a:cubicBezTo>
                <a:cubicBezTo>
                  <a:pt x="98151" y="98861"/>
                  <a:pt x="100816" y="97903"/>
                  <a:pt x="102877" y="95987"/>
                </a:cubicBezTo>
                <a:cubicBezTo>
                  <a:pt x="104938" y="94070"/>
                  <a:pt x="105969" y="91762"/>
                  <a:pt x="105969" y="89065"/>
                </a:cubicBezTo>
                <a:cubicBezTo>
                  <a:pt x="105969" y="85798"/>
                  <a:pt x="104820" y="83053"/>
                  <a:pt x="102522" y="80829"/>
                </a:cubicBezTo>
                <a:cubicBezTo>
                  <a:pt x="100224" y="78605"/>
                  <a:pt x="95640" y="75790"/>
                  <a:pt x="88769" y="72383"/>
                </a:cubicBezTo>
                <a:cubicBezTo>
                  <a:pt x="81899" y="68974"/>
                  <a:pt x="77398" y="65897"/>
                  <a:pt x="75265" y="63152"/>
                </a:cubicBezTo>
                <a:cubicBezTo>
                  <a:pt x="73133" y="60454"/>
                  <a:pt x="72067" y="57047"/>
                  <a:pt x="72067" y="52929"/>
                </a:cubicBezTo>
                <a:cubicBezTo>
                  <a:pt x="72067" y="47581"/>
                  <a:pt x="73903" y="43108"/>
                  <a:pt x="77575" y="39512"/>
                </a:cubicBezTo>
                <a:cubicBezTo>
                  <a:pt x="81247" y="35914"/>
                  <a:pt x="85997" y="34115"/>
                  <a:pt x="91825" y="34115"/>
                </a:cubicBezTo>
                <a:cubicBezTo>
                  <a:pt x="94384" y="34115"/>
                  <a:pt x="97487" y="34660"/>
                  <a:pt x="101136" y="35749"/>
                </a:cubicBezTo>
                <a:cubicBezTo>
                  <a:pt x="103552" y="36460"/>
                  <a:pt x="105163" y="36815"/>
                  <a:pt x="105969" y="36815"/>
                </a:cubicBezTo>
                <a:cubicBezTo>
                  <a:pt x="106727" y="36815"/>
                  <a:pt x="107319" y="36650"/>
                  <a:pt x="107745" y="36318"/>
                </a:cubicBezTo>
                <a:cubicBezTo>
                  <a:pt x="108172" y="35986"/>
                  <a:pt x="108669" y="35252"/>
                  <a:pt x="109238" y="34115"/>
                </a:cubicBezTo>
                <a:lnTo>
                  <a:pt x="111583" y="34115"/>
                </a:lnTo>
                <a:close/>
                <a:moveTo>
                  <a:pt x="137221" y="60554"/>
                </a:moveTo>
                <a:cubicBezTo>
                  <a:pt x="137173" y="70197"/>
                  <a:pt x="139519" y="77761"/>
                  <a:pt x="144257" y="83246"/>
                </a:cubicBezTo>
                <a:cubicBezTo>
                  <a:pt x="148995" y="88728"/>
                  <a:pt x="154562" y="91470"/>
                  <a:pt x="160959" y="91470"/>
                </a:cubicBezTo>
                <a:cubicBezTo>
                  <a:pt x="165223" y="91470"/>
                  <a:pt x="168931" y="90297"/>
                  <a:pt x="172082" y="87952"/>
                </a:cubicBezTo>
                <a:cubicBezTo>
                  <a:pt x="175233" y="85606"/>
                  <a:pt x="177874" y="81591"/>
                  <a:pt x="180006" y="75905"/>
                </a:cubicBezTo>
                <a:lnTo>
                  <a:pt x="182210" y="77327"/>
                </a:lnTo>
                <a:cubicBezTo>
                  <a:pt x="181215" y="83818"/>
                  <a:pt x="178324" y="89729"/>
                  <a:pt x="173539" y="95059"/>
                </a:cubicBezTo>
                <a:cubicBezTo>
                  <a:pt x="168753" y="100390"/>
                  <a:pt x="162759" y="103055"/>
                  <a:pt x="155557" y="103055"/>
                </a:cubicBezTo>
                <a:cubicBezTo>
                  <a:pt x="147740" y="103055"/>
                  <a:pt x="141047" y="100017"/>
                  <a:pt x="135480" y="93942"/>
                </a:cubicBezTo>
                <a:cubicBezTo>
                  <a:pt x="129912" y="87865"/>
                  <a:pt x="127129" y="79696"/>
                  <a:pt x="127129" y="69435"/>
                </a:cubicBezTo>
                <a:cubicBezTo>
                  <a:pt x="127129" y="58324"/>
                  <a:pt x="129983" y="49660"/>
                  <a:pt x="135693" y="43443"/>
                </a:cubicBezTo>
                <a:cubicBezTo>
                  <a:pt x="141402" y="37224"/>
                  <a:pt x="148569" y="34115"/>
                  <a:pt x="157192" y="34115"/>
                </a:cubicBezTo>
                <a:cubicBezTo>
                  <a:pt x="164489" y="34115"/>
                  <a:pt x="170483" y="36513"/>
                  <a:pt x="175173" y="41311"/>
                </a:cubicBezTo>
                <a:cubicBezTo>
                  <a:pt x="179864" y="46107"/>
                  <a:pt x="182210" y="52521"/>
                  <a:pt x="182210" y="60554"/>
                </a:cubicBezTo>
                <a:lnTo>
                  <a:pt x="137221" y="60554"/>
                </a:lnTo>
                <a:moveTo>
                  <a:pt x="137221" y="56431"/>
                </a:moveTo>
                <a:lnTo>
                  <a:pt x="167355" y="56431"/>
                </a:lnTo>
                <a:cubicBezTo>
                  <a:pt x="167119" y="52262"/>
                  <a:pt x="166621" y="49324"/>
                  <a:pt x="165863" y="47618"/>
                </a:cubicBezTo>
                <a:cubicBezTo>
                  <a:pt x="164678" y="44965"/>
                  <a:pt x="162913" y="42880"/>
                  <a:pt x="160568" y="41364"/>
                </a:cubicBezTo>
                <a:cubicBezTo>
                  <a:pt x="158223" y="39848"/>
                  <a:pt x="155771" y="39090"/>
                  <a:pt x="153212" y="39090"/>
                </a:cubicBezTo>
                <a:cubicBezTo>
                  <a:pt x="149279" y="39090"/>
                  <a:pt x="145761" y="40618"/>
                  <a:pt x="142658" y="43674"/>
                </a:cubicBezTo>
                <a:cubicBezTo>
                  <a:pt x="139554" y="46730"/>
                  <a:pt x="137742" y="50982"/>
                  <a:pt x="137221" y="56431"/>
                </a:cubicBezTo>
                <a:close/>
                <a:moveTo>
                  <a:pt x="248441" y="34115"/>
                </a:moveTo>
                <a:lnTo>
                  <a:pt x="248441" y="117776"/>
                </a:lnTo>
                <a:cubicBezTo>
                  <a:pt x="248441" y="121942"/>
                  <a:pt x="248725" y="124617"/>
                  <a:pt x="249294" y="125800"/>
                </a:cubicBezTo>
                <a:cubicBezTo>
                  <a:pt x="249863" y="126985"/>
                  <a:pt x="250751" y="127908"/>
                  <a:pt x="251959" y="128570"/>
                </a:cubicBezTo>
                <a:cubicBezTo>
                  <a:pt x="253167" y="129233"/>
                  <a:pt x="255525" y="129565"/>
                  <a:pt x="259031" y="129565"/>
                </a:cubicBezTo>
                <a:lnTo>
                  <a:pt x="259031" y="132194"/>
                </a:lnTo>
                <a:lnTo>
                  <a:pt x="226195" y="132194"/>
                </a:lnTo>
                <a:lnTo>
                  <a:pt x="226195" y="129565"/>
                </a:lnTo>
                <a:lnTo>
                  <a:pt x="227546" y="129565"/>
                </a:lnTo>
                <a:cubicBezTo>
                  <a:pt x="230199" y="129565"/>
                  <a:pt x="232213" y="129186"/>
                  <a:pt x="233587" y="128428"/>
                </a:cubicBezTo>
                <a:cubicBezTo>
                  <a:pt x="234535" y="127906"/>
                  <a:pt x="235293" y="126971"/>
                  <a:pt x="235861" y="125620"/>
                </a:cubicBezTo>
                <a:cubicBezTo>
                  <a:pt x="236430" y="124270"/>
                  <a:pt x="236714" y="121652"/>
                  <a:pt x="236714" y="117767"/>
                </a:cubicBezTo>
                <a:lnTo>
                  <a:pt x="236714" y="89764"/>
                </a:lnTo>
                <a:cubicBezTo>
                  <a:pt x="232402" y="94881"/>
                  <a:pt x="228636" y="98376"/>
                  <a:pt x="225414" y="100247"/>
                </a:cubicBezTo>
                <a:cubicBezTo>
                  <a:pt x="222192" y="102119"/>
                  <a:pt x="218851" y="103055"/>
                  <a:pt x="215392" y="103055"/>
                </a:cubicBezTo>
                <a:cubicBezTo>
                  <a:pt x="209091" y="103055"/>
                  <a:pt x="203464" y="100191"/>
                  <a:pt x="198513" y="94464"/>
                </a:cubicBezTo>
                <a:cubicBezTo>
                  <a:pt x="193561" y="88737"/>
                  <a:pt x="191086" y="81069"/>
                  <a:pt x="191086" y="71461"/>
                </a:cubicBezTo>
                <a:cubicBezTo>
                  <a:pt x="191086" y="60431"/>
                  <a:pt x="194355" y="51450"/>
                  <a:pt x="200894" y="44516"/>
                </a:cubicBezTo>
                <a:cubicBezTo>
                  <a:pt x="207432" y="37582"/>
                  <a:pt x="215321" y="34115"/>
                  <a:pt x="224561" y="34115"/>
                </a:cubicBezTo>
                <a:cubicBezTo>
                  <a:pt x="227262" y="34115"/>
                  <a:pt x="229749" y="34494"/>
                  <a:pt x="232023" y="35252"/>
                </a:cubicBezTo>
                <a:cubicBezTo>
                  <a:pt x="234298" y="36010"/>
                  <a:pt x="236335" y="37147"/>
                  <a:pt x="238136" y="38663"/>
                </a:cubicBezTo>
                <a:cubicBezTo>
                  <a:pt x="240884" y="37337"/>
                  <a:pt x="243513" y="35820"/>
                  <a:pt x="246025" y="34115"/>
                </a:cubicBezTo>
                <a:lnTo>
                  <a:pt x="248441" y="34115"/>
                </a:lnTo>
                <a:moveTo>
                  <a:pt x="236714" y="85298"/>
                </a:moveTo>
                <a:lnTo>
                  <a:pt x="236714" y="54777"/>
                </a:lnTo>
                <a:cubicBezTo>
                  <a:pt x="236714" y="51228"/>
                  <a:pt x="236252" y="48436"/>
                  <a:pt x="235328" y="46401"/>
                </a:cubicBezTo>
                <a:cubicBezTo>
                  <a:pt x="234404" y="44365"/>
                  <a:pt x="232758" y="42638"/>
                  <a:pt x="230389" y="41220"/>
                </a:cubicBezTo>
                <a:cubicBezTo>
                  <a:pt x="228020" y="39800"/>
                  <a:pt x="225343" y="39090"/>
                  <a:pt x="222358" y="39090"/>
                </a:cubicBezTo>
                <a:cubicBezTo>
                  <a:pt x="217051" y="39090"/>
                  <a:pt x="212502" y="41337"/>
                  <a:pt x="208712" y="45833"/>
                </a:cubicBezTo>
                <a:cubicBezTo>
                  <a:pt x="204921" y="50328"/>
                  <a:pt x="203026" y="57142"/>
                  <a:pt x="203026" y="66275"/>
                </a:cubicBezTo>
                <a:cubicBezTo>
                  <a:pt x="203026" y="75029"/>
                  <a:pt x="204957" y="81677"/>
                  <a:pt x="208818" y="86219"/>
                </a:cubicBezTo>
                <a:cubicBezTo>
                  <a:pt x="212680" y="90762"/>
                  <a:pt x="217335" y="93034"/>
                  <a:pt x="222784" y="93034"/>
                </a:cubicBezTo>
                <a:cubicBezTo>
                  <a:pt x="225580" y="93034"/>
                  <a:pt x="228067" y="92430"/>
                  <a:pt x="230247" y="91223"/>
                </a:cubicBezTo>
                <a:cubicBezTo>
                  <a:pt x="232426" y="90017"/>
                  <a:pt x="234582" y="88041"/>
                  <a:pt x="236714" y="85298"/>
                </a:cubicBezTo>
                <a:close/>
                <a:moveTo>
                  <a:pt x="261660" y="38237"/>
                </a:moveTo>
                <a:lnTo>
                  <a:pt x="338347" y="38237"/>
                </a:lnTo>
                <a:lnTo>
                  <a:pt x="338347" y="44136"/>
                </a:lnTo>
                <a:lnTo>
                  <a:pt x="261660" y="44136"/>
                </a:lnTo>
                <a:lnTo>
                  <a:pt x="261660" y="38237"/>
                </a:lnTo>
                <a:moveTo>
                  <a:pt x="261660" y="61335"/>
                </a:moveTo>
                <a:lnTo>
                  <a:pt x="338347" y="61335"/>
                </a:lnTo>
                <a:lnTo>
                  <a:pt x="338347" y="67234"/>
                </a:lnTo>
                <a:lnTo>
                  <a:pt x="261660" y="67234"/>
                </a:lnTo>
                <a:lnTo>
                  <a:pt x="261660" y="61335"/>
                </a:lnTo>
                <a:close/>
                <a:moveTo>
                  <a:pt x="409380" y="36673"/>
                </a:moveTo>
                <a:lnTo>
                  <a:pt x="395521" y="84934"/>
                </a:lnTo>
                <a:lnTo>
                  <a:pt x="393958" y="91419"/>
                </a:lnTo>
                <a:cubicBezTo>
                  <a:pt x="393816" y="92027"/>
                  <a:pt x="393744" y="92542"/>
                  <a:pt x="393744" y="92962"/>
                </a:cubicBezTo>
                <a:cubicBezTo>
                  <a:pt x="393744" y="93721"/>
                  <a:pt x="393981" y="94384"/>
                  <a:pt x="394455" y="94952"/>
                </a:cubicBezTo>
                <a:cubicBezTo>
                  <a:pt x="394834" y="95379"/>
                  <a:pt x="395308" y="95592"/>
                  <a:pt x="395877" y="95592"/>
                </a:cubicBezTo>
                <a:cubicBezTo>
                  <a:pt x="396493" y="95592"/>
                  <a:pt x="397298" y="95213"/>
                  <a:pt x="398293" y="94455"/>
                </a:cubicBezTo>
                <a:cubicBezTo>
                  <a:pt x="400141" y="93081"/>
                  <a:pt x="402605" y="90238"/>
                  <a:pt x="405685" y="85926"/>
                </a:cubicBezTo>
                <a:lnTo>
                  <a:pt x="408101" y="87632"/>
                </a:lnTo>
                <a:cubicBezTo>
                  <a:pt x="404832" y="92560"/>
                  <a:pt x="401468" y="96315"/>
                  <a:pt x="398009" y="98897"/>
                </a:cubicBezTo>
                <a:cubicBezTo>
                  <a:pt x="394550" y="101479"/>
                  <a:pt x="391352" y="102770"/>
                  <a:pt x="388414" y="102770"/>
                </a:cubicBezTo>
                <a:cubicBezTo>
                  <a:pt x="386377" y="102770"/>
                  <a:pt x="384849" y="102261"/>
                  <a:pt x="383830" y="101242"/>
                </a:cubicBezTo>
                <a:cubicBezTo>
                  <a:pt x="382811" y="100224"/>
                  <a:pt x="382302" y="98743"/>
                  <a:pt x="382302" y="96800"/>
                </a:cubicBezTo>
                <a:cubicBezTo>
                  <a:pt x="382302" y="94479"/>
                  <a:pt x="382823" y="91423"/>
                  <a:pt x="383865" y="87632"/>
                </a:cubicBezTo>
                <a:lnTo>
                  <a:pt x="385358" y="82126"/>
                </a:lnTo>
                <a:cubicBezTo>
                  <a:pt x="379151" y="90298"/>
                  <a:pt x="373442" y="96009"/>
                  <a:pt x="368230" y="99259"/>
                </a:cubicBezTo>
                <a:cubicBezTo>
                  <a:pt x="364486" y="101600"/>
                  <a:pt x="360814" y="102770"/>
                  <a:pt x="357213" y="102770"/>
                </a:cubicBezTo>
                <a:cubicBezTo>
                  <a:pt x="353754" y="102770"/>
                  <a:pt x="350769" y="101336"/>
                  <a:pt x="348258" y="98466"/>
                </a:cubicBezTo>
                <a:cubicBezTo>
                  <a:pt x="345747" y="95597"/>
                  <a:pt x="344491" y="91648"/>
                  <a:pt x="344491" y="86619"/>
                </a:cubicBezTo>
                <a:cubicBezTo>
                  <a:pt x="344491" y="79078"/>
                  <a:pt x="346754" y="71122"/>
                  <a:pt x="351279" y="62750"/>
                </a:cubicBezTo>
                <a:cubicBezTo>
                  <a:pt x="355804" y="54378"/>
                  <a:pt x="361549" y="47678"/>
                  <a:pt x="368514" y="42650"/>
                </a:cubicBezTo>
                <a:cubicBezTo>
                  <a:pt x="373963" y="38666"/>
                  <a:pt x="379104" y="36673"/>
                  <a:pt x="383936" y="36673"/>
                </a:cubicBezTo>
                <a:cubicBezTo>
                  <a:pt x="386827" y="36673"/>
                  <a:pt x="389231" y="37438"/>
                  <a:pt x="391150" y="38968"/>
                </a:cubicBezTo>
                <a:cubicBezTo>
                  <a:pt x="393069" y="40497"/>
                  <a:pt x="394526" y="43030"/>
                  <a:pt x="395521" y="46566"/>
                </a:cubicBezTo>
                <a:lnTo>
                  <a:pt x="398080" y="38379"/>
                </a:lnTo>
                <a:lnTo>
                  <a:pt x="409380" y="36673"/>
                </a:lnTo>
                <a:moveTo>
                  <a:pt x="384079" y="40227"/>
                </a:moveTo>
                <a:cubicBezTo>
                  <a:pt x="381046" y="40227"/>
                  <a:pt x="377824" y="41654"/>
                  <a:pt x="374413" y="44509"/>
                </a:cubicBezTo>
                <a:cubicBezTo>
                  <a:pt x="369580" y="48551"/>
                  <a:pt x="365280" y="54544"/>
                  <a:pt x="361513" y="62488"/>
                </a:cubicBezTo>
                <a:cubicBezTo>
                  <a:pt x="357746" y="70432"/>
                  <a:pt x="355863" y="77615"/>
                  <a:pt x="355863" y="84036"/>
                </a:cubicBezTo>
                <a:cubicBezTo>
                  <a:pt x="355863" y="87272"/>
                  <a:pt x="356668" y="89829"/>
                  <a:pt x="358279" y="91708"/>
                </a:cubicBezTo>
                <a:cubicBezTo>
                  <a:pt x="359890" y="93587"/>
                  <a:pt x="361738" y="94526"/>
                  <a:pt x="363823" y="94526"/>
                </a:cubicBezTo>
                <a:cubicBezTo>
                  <a:pt x="368988" y="94526"/>
                  <a:pt x="374602" y="90697"/>
                  <a:pt x="380667" y="83039"/>
                </a:cubicBezTo>
                <a:cubicBezTo>
                  <a:pt x="388769" y="72859"/>
                  <a:pt x="392821" y="62418"/>
                  <a:pt x="392821" y="51714"/>
                </a:cubicBezTo>
                <a:cubicBezTo>
                  <a:pt x="392821" y="47672"/>
                  <a:pt x="392039" y="44747"/>
                  <a:pt x="390475" y="42939"/>
                </a:cubicBezTo>
                <a:cubicBezTo>
                  <a:pt x="388912" y="41131"/>
                  <a:pt x="386779" y="40227"/>
                  <a:pt x="384079" y="40227"/>
                </a:cubicBezTo>
                <a:close/>
                <a:moveTo>
                  <a:pt x="421463" y="40653"/>
                </a:moveTo>
                <a:lnTo>
                  <a:pt x="445983" y="36673"/>
                </a:lnTo>
                <a:lnTo>
                  <a:pt x="435748" y="71285"/>
                </a:lnTo>
                <a:cubicBezTo>
                  <a:pt x="444040" y="57089"/>
                  <a:pt x="451574" y="47165"/>
                  <a:pt x="458349" y="41515"/>
                </a:cubicBezTo>
                <a:cubicBezTo>
                  <a:pt x="462187" y="38287"/>
                  <a:pt x="465314" y="36673"/>
                  <a:pt x="467731" y="36673"/>
                </a:cubicBezTo>
                <a:cubicBezTo>
                  <a:pt x="469294" y="36673"/>
                  <a:pt x="470526" y="37137"/>
                  <a:pt x="471426" y="38066"/>
                </a:cubicBezTo>
                <a:cubicBezTo>
                  <a:pt x="472327" y="38993"/>
                  <a:pt x="472777" y="40336"/>
                  <a:pt x="472777" y="42097"/>
                </a:cubicBezTo>
                <a:cubicBezTo>
                  <a:pt x="472777" y="45236"/>
                  <a:pt x="471971" y="48233"/>
                  <a:pt x="470360" y="51088"/>
                </a:cubicBezTo>
                <a:cubicBezTo>
                  <a:pt x="469223" y="53229"/>
                  <a:pt x="467589" y="54299"/>
                  <a:pt x="465456" y="54299"/>
                </a:cubicBezTo>
                <a:cubicBezTo>
                  <a:pt x="464367" y="54299"/>
                  <a:pt x="463431" y="53944"/>
                  <a:pt x="462649" y="53233"/>
                </a:cubicBezTo>
                <a:cubicBezTo>
                  <a:pt x="461867" y="52522"/>
                  <a:pt x="461382" y="51433"/>
                  <a:pt x="461192" y="49964"/>
                </a:cubicBezTo>
                <a:cubicBezTo>
                  <a:pt x="461097" y="49064"/>
                  <a:pt x="460884" y="48471"/>
                  <a:pt x="460552" y="48187"/>
                </a:cubicBezTo>
                <a:cubicBezTo>
                  <a:pt x="460173" y="47808"/>
                  <a:pt x="459723" y="47618"/>
                  <a:pt x="459202" y="47618"/>
                </a:cubicBezTo>
                <a:cubicBezTo>
                  <a:pt x="458396" y="47618"/>
                  <a:pt x="457638" y="47808"/>
                  <a:pt x="456928" y="48187"/>
                </a:cubicBezTo>
                <a:cubicBezTo>
                  <a:pt x="455696" y="48850"/>
                  <a:pt x="453824" y="50697"/>
                  <a:pt x="451313" y="53728"/>
                </a:cubicBezTo>
                <a:cubicBezTo>
                  <a:pt x="447380" y="58372"/>
                  <a:pt x="443116" y="64388"/>
                  <a:pt x="438520" y="71779"/>
                </a:cubicBezTo>
                <a:cubicBezTo>
                  <a:pt x="436530" y="74904"/>
                  <a:pt x="434824" y="78433"/>
                  <a:pt x="433403" y="82366"/>
                </a:cubicBezTo>
                <a:cubicBezTo>
                  <a:pt x="431413" y="87766"/>
                  <a:pt x="430276" y="91011"/>
                  <a:pt x="429991" y="92101"/>
                </a:cubicBezTo>
                <a:lnTo>
                  <a:pt x="427717" y="101065"/>
                </a:lnTo>
                <a:lnTo>
                  <a:pt x="416843" y="101065"/>
                </a:lnTo>
                <a:lnTo>
                  <a:pt x="429991" y="56858"/>
                </a:lnTo>
                <a:cubicBezTo>
                  <a:pt x="431508" y="51714"/>
                  <a:pt x="432266" y="48046"/>
                  <a:pt x="432266" y="45855"/>
                </a:cubicBezTo>
                <a:cubicBezTo>
                  <a:pt x="432266" y="44998"/>
                  <a:pt x="431910" y="44283"/>
                  <a:pt x="431200" y="43712"/>
                </a:cubicBezTo>
                <a:cubicBezTo>
                  <a:pt x="430252" y="42952"/>
                  <a:pt x="428996" y="42572"/>
                  <a:pt x="427433" y="42572"/>
                </a:cubicBezTo>
                <a:cubicBezTo>
                  <a:pt x="426438" y="42572"/>
                  <a:pt x="424613" y="42785"/>
                  <a:pt x="421960" y="43212"/>
                </a:cubicBezTo>
                <a:lnTo>
                  <a:pt x="421463" y="40653"/>
                </a:lnTo>
                <a:close/>
                <a:moveTo>
                  <a:pt x="512629" y="0"/>
                </a:moveTo>
                <a:lnTo>
                  <a:pt x="498627" y="49104"/>
                </a:lnTo>
                <a:cubicBezTo>
                  <a:pt x="503176" y="44341"/>
                  <a:pt x="507144" y="41078"/>
                  <a:pt x="510532" y="39316"/>
                </a:cubicBezTo>
                <a:cubicBezTo>
                  <a:pt x="513920" y="37554"/>
                  <a:pt x="517462" y="36673"/>
                  <a:pt x="521157" y="36673"/>
                </a:cubicBezTo>
                <a:cubicBezTo>
                  <a:pt x="526369" y="36673"/>
                  <a:pt x="530634" y="38405"/>
                  <a:pt x="533950" y="41868"/>
                </a:cubicBezTo>
                <a:cubicBezTo>
                  <a:pt x="537267" y="45330"/>
                  <a:pt x="538925" y="50025"/>
                  <a:pt x="538925" y="55954"/>
                </a:cubicBezTo>
                <a:cubicBezTo>
                  <a:pt x="538925" y="63591"/>
                  <a:pt x="536746" y="71193"/>
                  <a:pt x="532387" y="78759"/>
                </a:cubicBezTo>
                <a:cubicBezTo>
                  <a:pt x="528028" y="86324"/>
                  <a:pt x="522555" y="92217"/>
                  <a:pt x="515969" y="96438"/>
                </a:cubicBezTo>
                <a:cubicBezTo>
                  <a:pt x="509383" y="100660"/>
                  <a:pt x="502892" y="102770"/>
                  <a:pt x="496495" y="102770"/>
                </a:cubicBezTo>
                <a:cubicBezTo>
                  <a:pt x="489341" y="102770"/>
                  <a:pt x="481997" y="100070"/>
                  <a:pt x="474463" y="94668"/>
                </a:cubicBezTo>
                <a:lnTo>
                  <a:pt x="496069" y="20185"/>
                </a:lnTo>
                <a:cubicBezTo>
                  <a:pt x="497727" y="14451"/>
                  <a:pt x="498556" y="11087"/>
                  <a:pt x="498556" y="10092"/>
                </a:cubicBezTo>
                <a:cubicBezTo>
                  <a:pt x="498556" y="8860"/>
                  <a:pt x="498177" y="7936"/>
                  <a:pt x="497419" y="7320"/>
                </a:cubicBezTo>
                <a:cubicBezTo>
                  <a:pt x="496329" y="6468"/>
                  <a:pt x="494718" y="6041"/>
                  <a:pt x="492586" y="6041"/>
                </a:cubicBezTo>
                <a:cubicBezTo>
                  <a:pt x="491591" y="6041"/>
                  <a:pt x="490075" y="6207"/>
                  <a:pt x="488038" y="6539"/>
                </a:cubicBezTo>
                <a:lnTo>
                  <a:pt x="488038" y="3980"/>
                </a:lnTo>
                <a:lnTo>
                  <a:pt x="512629" y="0"/>
                </a:lnTo>
                <a:moveTo>
                  <a:pt x="485124" y="95450"/>
                </a:moveTo>
                <a:cubicBezTo>
                  <a:pt x="489862" y="98056"/>
                  <a:pt x="494031" y="99359"/>
                  <a:pt x="497632" y="99359"/>
                </a:cubicBezTo>
                <a:cubicBezTo>
                  <a:pt x="501802" y="99359"/>
                  <a:pt x="506126" y="97833"/>
                  <a:pt x="510603" y="94781"/>
                </a:cubicBezTo>
                <a:cubicBezTo>
                  <a:pt x="515081" y="91728"/>
                  <a:pt x="518966" y="86582"/>
                  <a:pt x="522259" y="79343"/>
                </a:cubicBezTo>
                <a:cubicBezTo>
                  <a:pt x="525552" y="72103"/>
                  <a:pt x="527198" y="64791"/>
                  <a:pt x="527198" y="57409"/>
                </a:cubicBezTo>
                <a:cubicBezTo>
                  <a:pt x="527198" y="53055"/>
                  <a:pt x="526121" y="49648"/>
                  <a:pt x="523965" y="47188"/>
                </a:cubicBezTo>
                <a:cubicBezTo>
                  <a:pt x="521809" y="44727"/>
                  <a:pt x="519262" y="43496"/>
                  <a:pt x="516324" y="43496"/>
                </a:cubicBezTo>
                <a:cubicBezTo>
                  <a:pt x="511918" y="43496"/>
                  <a:pt x="507606" y="45260"/>
                  <a:pt x="503389" y="48789"/>
                </a:cubicBezTo>
                <a:cubicBezTo>
                  <a:pt x="499172" y="52316"/>
                  <a:pt x="496164" y="57229"/>
                  <a:pt x="494363" y="63527"/>
                </a:cubicBezTo>
                <a:lnTo>
                  <a:pt x="485124" y="95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d_port=">
            <a:extLst xmlns:a="http://schemas.openxmlformats.org/drawingml/2006/main">
              <a:ext uri="{FF2B5EF4-FFF2-40B4-BE49-F238E27FC236}">
                <a16:creationId xmlns:a16="http://schemas.microsoft.com/office/drawing/2014/main" id="{C5607B15-D2B0-4FCB-82FE-A7EB09FC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489" y="2065306"/>
            <a:ext cx="454384" cy="132479"/>
          </a:xfrm>
          <a:custGeom xmlns:a="http://schemas.openxmlformats.org/drawingml/2006/main">
            <a:pathLst>
              <a:path w="454384" h="132479">
                <a:moveTo>
                  <a:pt x="454384" y="38237"/>
                </a:moveTo>
                <a:lnTo>
                  <a:pt x="377697" y="38237"/>
                </a:lnTo>
                <a:lnTo>
                  <a:pt x="377697" y="44136"/>
                </a:lnTo>
                <a:lnTo>
                  <a:pt x="454384" y="44136"/>
                </a:lnTo>
                <a:lnTo>
                  <a:pt x="454384" y="38237"/>
                </a:lnTo>
                <a:close/>
                <a:moveTo>
                  <a:pt x="68300" y="95024"/>
                </a:moveTo>
                <a:lnTo>
                  <a:pt x="67519" y="92536"/>
                </a:lnTo>
                <a:lnTo>
                  <a:pt x="67254" y="92635"/>
                </a:lnTo>
                <a:lnTo>
                  <a:pt x="66994" y="92729"/>
                </a:lnTo>
                <a:lnTo>
                  <a:pt x="66739" y="92819"/>
                </a:lnTo>
                <a:lnTo>
                  <a:pt x="66488" y="92905"/>
                </a:lnTo>
                <a:lnTo>
                  <a:pt x="66242" y="92987"/>
                </a:lnTo>
                <a:lnTo>
                  <a:pt x="65999" y="93065"/>
                </a:lnTo>
                <a:lnTo>
                  <a:pt x="65762" y="93138"/>
                </a:lnTo>
                <a:lnTo>
                  <a:pt x="65529" y="93207"/>
                </a:lnTo>
                <a:lnTo>
                  <a:pt x="65300" y="93272"/>
                </a:lnTo>
                <a:lnTo>
                  <a:pt x="65076" y="93333"/>
                </a:lnTo>
                <a:lnTo>
                  <a:pt x="64856" y="93390"/>
                </a:lnTo>
                <a:lnTo>
                  <a:pt x="64640" y="93442"/>
                </a:lnTo>
                <a:lnTo>
                  <a:pt x="64429" y="93490"/>
                </a:lnTo>
                <a:lnTo>
                  <a:pt x="64223" y="93534"/>
                </a:lnTo>
                <a:lnTo>
                  <a:pt x="64021" y="93574"/>
                </a:lnTo>
                <a:lnTo>
                  <a:pt x="63823" y="93610"/>
                </a:lnTo>
                <a:lnTo>
                  <a:pt x="63630" y="93641"/>
                </a:lnTo>
                <a:lnTo>
                  <a:pt x="63441" y="93669"/>
                </a:lnTo>
                <a:lnTo>
                  <a:pt x="63256" y="93692"/>
                </a:lnTo>
                <a:lnTo>
                  <a:pt x="63077" y="93711"/>
                </a:lnTo>
                <a:lnTo>
                  <a:pt x="62901" y="93725"/>
                </a:lnTo>
                <a:lnTo>
                  <a:pt x="62730" y="93736"/>
                </a:lnTo>
                <a:lnTo>
                  <a:pt x="62564" y="93742"/>
                </a:lnTo>
                <a:lnTo>
                  <a:pt x="62401" y="93744"/>
                </a:lnTo>
                <a:lnTo>
                  <a:pt x="62272" y="93743"/>
                </a:lnTo>
                <a:lnTo>
                  <a:pt x="62144" y="93737"/>
                </a:lnTo>
                <a:lnTo>
                  <a:pt x="62017" y="93729"/>
                </a:lnTo>
                <a:lnTo>
                  <a:pt x="61891" y="93717"/>
                </a:lnTo>
                <a:lnTo>
                  <a:pt x="61767" y="93701"/>
                </a:lnTo>
                <a:lnTo>
                  <a:pt x="61644" y="93682"/>
                </a:lnTo>
                <a:lnTo>
                  <a:pt x="61523" y="93660"/>
                </a:lnTo>
                <a:lnTo>
                  <a:pt x="61402" y="93634"/>
                </a:lnTo>
                <a:lnTo>
                  <a:pt x="61284" y="93604"/>
                </a:lnTo>
                <a:lnTo>
                  <a:pt x="61166" y="93572"/>
                </a:lnTo>
                <a:lnTo>
                  <a:pt x="61050" y="93535"/>
                </a:lnTo>
                <a:lnTo>
                  <a:pt x="60936" y="93496"/>
                </a:lnTo>
                <a:lnTo>
                  <a:pt x="60822" y="93452"/>
                </a:lnTo>
                <a:lnTo>
                  <a:pt x="60710" y="93406"/>
                </a:lnTo>
                <a:lnTo>
                  <a:pt x="60600" y="93356"/>
                </a:lnTo>
                <a:lnTo>
                  <a:pt x="60490" y="93302"/>
                </a:lnTo>
                <a:lnTo>
                  <a:pt x="60382" y="93245"/>
                </a:lnTo>
                <a:lnTo>
                  <a:pt x="60276" y="93185"/>
                </a:lnTo>
                <a:lnTo>
                  <a:pt x="60171" y="93121"/>
                </a:lnTo>
                <a:lnTo>
                  <a:pt x="60067" y="93053"/>
                </a:lnTo>
                <a:lnTo>
                  <a:pt x="59964" y="92982"/>
                </a:lnTo>
                <a:lnTo>
                  <a:pt x="59863" y="92908"/>
                </a:lnTo>
                <a:lnTo>
                  <a:pt x="59764" y="92830"/>
                </a:lnTo>
                <a:lnTo>
                  <a:pt x="59665" y="92749"/>
                </a:lnTo>
                <a:lnTo>
                  <a:pt x="59569" y="92664"/>
                </a:lnTo>
                <a:lnTo>
                  <a:pt x="59474" y="92573"/>
                </a:lnTo>
                <a:lnTo>
                  <a:pt x="59382" y="92477"/>
                </a:lnTo>
                <a:lnTo>
                  <a:pt x="59292" y="92375"/>
                </a:lnTo>
                <a:lnTo>
                  <a:pt x="59204" y="92268"/>
                </a:lnTo>
                <a:lnTo>
                  <a:pt x="59119" y="92156"/>
                </a:lnTo>
                <a:lnTo>
                  <a:pt x="59035" y="92039"/>
                </a:lnTo>
                <a:lnTo>
                  <a:pt x="58954" y="91916"/>
                </a:lnTo>
                <a:lnTo>
                  <a:pt x="58876" y="91788"/>
                </a:lnTo>
                <a:lnTo>
                  <a:pt x="58799" y="91655"/>
                </a:lnTo>
                <a:lnTo>
                  <a:pt x="58725" y="91516"/>
                </a:lnTo>
                <a:lnTo>
                  <a:pt x="58652" y="91372"/>
                </a:lnTo>
                <a:lnTo>
                  <a:pt x="58582" y="91223"/>
                </a:lnTo>
                <a:lnTo>
                  <a:pt x="58515" y="91068"/>
                </a:lnTo>
                <a:lnTo>
                  <a:pt x="58449" y="90909"/>
                </a:lnTo>
                <a:lnTo>
                  <a:pt x="58386" y="90743"/>
                </a:lnTo>
                <a:lnTo>
                  <a:pt x="58325" y="90573"/>
                </a:lnTo>
                <a:lnTo>
                  <a:pt x="58266" y="90397"/>
                </a:lnTo>
                <a:lnTo>
                  <a:pt x="58209" y="90216"/>
                </a:lnTo>
                <a:lnTo>
                  <a:pt x="58155" y="90030"/>
                </a:lnTo>
                <a:lnTo>
                  <a:pt x="58103" y="89838"/>
                </a:lnTo>
                <a:lnTo>
                  <a:pt x="58053" y="89641"/>
                </a:lnTo>
                <a:lnTo>
                  <a:pt x="58005" y="89439"/>
                </a:lnTo>
                <a:lnTo>
                  <a:pt x="57959" y="89231"/>
                </a:lnTo>
                <a:lnTo>
                  <a:pt x="57916" y="89005"/>
                </a:lnTo>
                <a:lnTo>
                  <a:pt x="57874" y="88749"/>
                </a:lnTo>
                <a:lnTo>
                  <a:pt x="57834" y="88461"/>
                </a:lnTo>
                <a:lnTo>
                  <a:pt x="57797" y="88142"/>
                </a:lnTo>
                <a:lnTo>
                  <a:pt x="57760" y="87793"/>
                </a:lnTo>
                <a:lnTo>
                  <a:pt x="57726" y="87412"/>
                </a:lnTo>
                <a:lnTo>
                  <a:pt x="57694" y="87001"/>
                </a:lnTo>
                <a:lnTo>
                  <a:pt x="57663" y="86558"/>
                </a:lnTo>
                <a:lnTo>
                  <a:pt x="57635" y="86085"/>
                </a:lnTo>
                <a:lnTo>
                  <a:pt x="57608" y="85580"/>
                </a:lnTo>
                <a:lnTo>
                  <a:pt x="57583" y="85045"/>
                </a:lnTo>
                <a:lnTo>
                  <a:pt x="57560" y="84478"/>
                </a:lnTo>
                <a:lnTo>
                  <a:pt x="57538" y="83881"/>
                </a:lnTo>
                <a:lnTo>
                  <a:pt x="57519" y="83252"/>
                </a:lnTo>
                <a:lnTo>
                  <a:pt x="57501" y="82593"/>
                </a:lnTo>
                <a:lnTo>
                  <a:pt x="57486" y="81903"/>
                </a:lnTo>
                <a:lnTo>
                  <a:pt x="57472" y="81182"/>
                </a:lnTo>
                <a:lnTo>
                  <a:pt x="57460" y="80429"/>
                </a:lnTo>
                <a:lnTo>
                  <a:pt x="57449" y="79646"/>
                </a:lnTo>
                <a:lnTo>
                  <a:pt x="57441" y="78832"/>
                </a:lnTo>
                <a:lnTo>
                  <a:pt x="57435" y="77987"/>
                </a:lnTo>
                <a:lnTo>
                  <a:pt x="57430" y="77111"/>
                </a:lnTo>
                <a:lnTo>
                  <a:pt x="57427" y="76204"/>
                </a:lnTo>
                <a:lnTo>
                  <a:pt x="57426" y="75265"/>
                </a:lnTo>
                <a:lnTo>
                  <a:pt x="57426" y="0"/>
                </a:lnTo>
                <a:lnTo>
                  <a:pt x="54228" y="0"/>
                </a:lnTo>
                <a:lnTo>
                  <a:pt x="34825" y="7993"/>
                </a:lnTo>
                <a:lnTo>
                  <a:pt x="35749" y="10492"/>
                </a:lnTo>
                <a:lnTo>
                  <a:pt x="36002" y="10399"/>
                </a:lnTo>
                <a:lnTo>
                  <a:pt x="36250" y="10310"/>
                </a:lnTo>
                <a:lnTo>
                  <a:pt x="36494" y="10224"/>
                </a:lnTo>
                <a:lnTo>
                  <a:pt x="36734" y="10143"/>
                </a:lnTo>
                <a:lnTo>
                  <a:pt x="36970" y="10066"/>
                </a:lnTo>
                <a:lnTo>
                  <a:pt x="37202" y="9993"/>
                </a:lnTo>
                <a:lnTo>
                  <a:pt x="37429" y="9923"/>
                </a:lnTo>
                <a:lnTo>
                  <a:pt x="37652" y="9858"/>
                </a:lnTo>
                <a:lnTo>
                  <a:pt x="37872" y="9796"/>
                </a:lnTo>
                <a:lnTo>
                  <a:pt x="38086" y="9739"/>
                </a:lnTo>
                <a:lnTo>
                  <a:pt x="38297" y="9685"/>
                </a:lnTo>
                <a:lnTo>
                  <a:pt x="38503" y="9636"/>
                </a:lnTo>
                <a:lnTo>
                  <a:pt x="38706" y="9590"/>
                </a:lnTo>
                <a:lnTo>
                  <a:pt x="38904" y="9549"/>
                </a:lnTo>
                <a:lnTo>
                  <a:pt x="39097" y="9511"/>
                </a:lnTo>
                <a:lnTo>
                  <a:pt x="39287" y="9477"/>
                </a:lnTo>
                <a:lnTo>
                  <a:pt x="39473" y="9448"/>
                </a:lnTo>
                <a:lnTo>
                  <a:pt x="39654" y="9422"/>
                </a:lnTo>
                <a:lnTo>
                  <a:pt x="39831" y="9400"/>
                </a:lnTo>
                <a:lnTo>
                  <a:pt x="40004" y="9382"/>
                </a:lnTo>
                <a:lnTo>
                  <a:pt x="40172" y="9368"/>
                </a:lnTo>
                <a:lnTo>
                  <a:pt x="40337" y="9358"/>
                </a:lnTo>
                <a:lnTo>
                  <a:pt x="40497" y="9352"/>
                </a:lnTo>
                <a:lnTo>
                  <a:pt x="40653" y="9350"/>
                </a:lnTo>
                <a:lnTo>
                  <a:pt x="40794" y="9352"/>
                </a:lnTo>
                <a:lnTo>
                  <a:pt x="40934" y="9357"/>
                </a:lnTo>
                <a:lnTo>
                  <a:pt x="41071" y="9365"/>
                </a:lnTo>
                <a:lnTo>
                  <a:pt x="41206" y="9376"/>
                </a:lnTo>
                <a:lnTo>
                  <a:pt x="41339" y="9391"/>
                </a:lnTo>
                <a:lnTo>
                  <a:pt x="41471" y="9408"/>
                </a:lnTo>
                <a:lnTo>
                  <a:pt x="41600" y="9429"/>
                </a:lnTo>
                <a:lnTo>
                  <a:pt x="41727" y="9454"/>
                </a:lnTo>
                <a:lnTo>
                  <a:pt x="41853" y="9481"/>
                </a:lnTo>
                <a:lnTo>
                  <a:pt x="41976" y="9512"/>
                </a:lnTo>
                <a:lnTo>
                  <a:pt x="42097" y="9545"/>
                </a:lnTo>
                <a:lnTo>
                  <a:pt x="42217" y="9583"/>
                </a:lnTo>
                <a:lnTo>
                  <a:pt x="42334" y="9623"/>
                </a:lnTo>
                <a:lnTo>
                  <a:pt x="42450" y="9666"/>
                </a:lnTo>
                <a:lnTo>
                  <a:pt x="42563" y="9713"/>
                </a:lnTo>
                <a:lnTo>
                  <a:pt x="42675" y="9763"/>
                </a:lnTo>
                <a:lnTo>
                  <a:pt x="42784" y="9816"/>
                </a:lnTo>
                <a:lnTo>
                  <a:pt x="42892" y="9873"/>
                </a:lnTo>
                <a:lnTo>
                  <a:pt x="42998" y="9932"/>
                </a:lnTo>
                <a:lnTo>
                  <a:pt x="43101" y="9995"/>
                </a:lnTo>
                <a:lnTo>
                  <a:pt x="43203" y="10061"/>
                </a:lnTo>
                <a:lnTo>
                  <a:pt x="43303" y="10131"/>
                </a:lnTo>
                <a:lnTo>
                  <a:pt x="43400" y="10203"/>
                </a:lnTo>
                <a:lnTo>
                  <a:pt x="43496" y="10279"/>
                </a:lnTo>
                <a:lnTo>
                  <a:pt x="43590" y="10359"/>
                </a:lnTo>
                <a:lnTo>
                  <a:pt x="43682" y="10445"/>
                </a:lnTo>
                <a:lnTo>
                  <a:pt x="43771" y="10536"/>
                </a:lnTo>
                <a:lnTo>
                  <a:pt x="43858" y="10633"/>
                </a:lnTo>
                <a:lnTo>
                  <a:pt x="43944" y="10736"/>
                </a:lnTo>
                <a:lnTo>
                  <a:pt x="44027" y="10845"/>
                </a:lnTo>
                <a:lnTo>
                  <a:pt x="44108" y="10959"/>
                </a:lnTo>
                <a:lnTo>
                  <a:pt x="44187" y="11079"/>
                </a:lnTo>
                <a:lnTo>
                  <a:pt x="44264" y="11205"/>
                </a:lnTo>
                <a:lnTo>
                  <a:pt x="44339" y="11336"/>
                </a:lnTo>
                <a:lnTo>
                  <a:pt x="44412" y="11473"/>
                </a:lnTo>
                <a:lnTo>
                  <a:pt x="44482" y="11616"/>
                </a:lnTo>
                <a:lnTo>
                  <a:pt x="44551" y="11764"/>
                </a:lnTo>
                <a:lnTo>
                  <a:pt x="44617" y="11919"/>
                </a:lnTo>
                <a:lnTo>
                  <a:pt x="44682" y="12079"/>
                </a:lnTo>
                <a:lnTo>
                  <a:pt x="44744" y="12244"/>
                </a:lnTo>
                <a:lnTo>
                  <a:pt x="44804" y="12416"/>
                </a:lnTo>
                <a:lnTo>
                  <a:pt x="44862" y="12593"/>
                </a:lnTo>
                <a:lnTo>
                  <a:pt x="44918" y="12775"/>
                </a:lnTo>
                <a:lnTo>
                  <a:pt x="44972" y="12964"/>
                </a:lnTo>
                <a:lnTo>
                  <a:pt x="45024" y="13158"/>
                </a:lnTo>
                <a:lnTo>
                  <a:pt x="45073" y="13358"/>
                </a:lnTo>
                <a:lnTo>
                  <a:pt x="45121" y="13563"/>
                </a:lnTo>
                <a:lnTo>
                  <a:pt x="45166" y="13775"/>
                </a:lnTo>
                <a:lnTo>
                  <a:pt x="45210" y="14004"/>
                </a:lnTo>
                <a:lnTo>
                  <a:pt x="45252" y="14263"/>
                </a:lnTo>
                <a:lnTo>
                  <a:pt x="45291" y="14552"/>
                </a:lnTo>
                <a:lnTo>
                  <a:pt x="45329" y="14871"/>
                </a:lnTo>
                <a:lnTo>
                  <a:pt x="45365" y="15220"/>
                </a:lnTo>
                <a:lnTo>
                  <a:pt x="45400" y="15599"/>
                </a:lnTo>
                <a:lnTo>
                  <a:pt x="45432" y="16008"/>
                </a:lnTo>
                <a:lnTo>
                  <a:pt x="45463" y="16447"/>
                </a:lnTo>
                <a:lnTo>
                  <a:pt x="45491" y="16916"/>
                </a:lnTo>
                <a:lnTo>
                  <a:pt x="45518" y="17415"/>
                </a:lnTo>
                <a:lnTo>
                  <a:pt x="45543" y="17944"/>
                </a:lnTo>
                <a:lnTo>
                  <a:pt x="45566" y="18503"/>
                </a:lnTo>
                <a:lnTo>
                  <a:pt x="45587" y="19092"/>
                </a:lnTo>
                <a:lnTo>
                  <a:pt x="45607" y="19711"/>
                </a:lnTo>
                <a:lnTo>
                  <a:pt x="45624" y="20360"/>
                </a:lnTo>
                <a:lnTo>
                  <a:pt x="45640" y="21039"/>
                </a:lnTo>
                <a:lnTo>
                  <a:pt x="45654" y="21748"/>
                </a:lnTo>
                <a:lnTo>
                  <a:pt x="45666" y="22487"/>
                </a:lnTo>
                <a:lnTo>
                  <a:pt x="45676" y="23255"/>
                </a:lnTo>
                <a:lnTo>
                  <a:pt x="45685" y="24054"/>
                </a:lnTo>
                <a:lnTo>
                  <a:pt x="45691" y="24883"/>
                </a:lnTo>
                <a:lnTo>
                  <a:pt x="45696" y="25742"/>
                </a:lnTo>
                <a:lnTo>
                  <a:pt x="45699" y="26631"/>
                </a:lnTo>
                <a:lnTo>
                  <a:pt x="45699" y="27549"/>
                </a:lnTo>
                <a:lnTo>
                  <a:pt x="45699" y="39587"/>
                </a:lnTo>
                <a:lnTo>
                  <a:pt x="45226" y="39141"/>
                </a:lnTo>
                <a:lnTo>
                  <a:pt x="44743" y="38713"/>
                </a:lnTo>
                <a:lnTo>
                  <a:pt x="44249" y="38305"/>
                </a:lnTo>
                <a:lnTo>
                  <a:pt x="43745" y="37915"/>
                </a:lnTo>
                <a:lnTo>
                  <a:pt x="43230" y="37545"/>
                </a:lnTo>
                <a:lnTo>
                  <a:pt x="42706" y="37193"/>
                </a:lnTo>
                <a:lnTo>
                  <a:pt x="42170" y="36860"/>
                </a:lnTo>
                <a:lnTo>
                  <a:pt x="41625" y="36547"/>
                </a:lnTo>
                <a:lnTo>
                  <a:pt x="41069" y="36252"/>
                </a:lnTo>
                <a:lnTo>
                  <a:pt x="40502" y="35977"/>
                </a:lnTo>
                <a:lnTo>
                  <a:pt x="39926" y="35720"/>
                </a:lnTo>
                <a:lnTo>
                  <a:pt x="39338" y="35483"/>
                </a:lnTo>
                <a:lnTo>
                  <a:pt x="38741" y="35264"/>
                </a:lnTo>
                <a:lnTo>
                  <a:pt x="38133" y="35065"/>
                </a:lnTo>
                <a:lnTo>
                  <a:pt x="37515" y="34884"/>
                </a:lnTo>
                <a:lnTo>
                  <a:pt x="36886" y="34723"/>
                </a:lnTo>
                <a:lnTo>
                  <a:pt x="36248" y="34580"/>
                </a:lnTo>
                <a:lnTo>
                  <a:pt x="35598" y="34457"/>
                </a:lnTo>
                <a:lnTo>
                  <a:pt x="34939" y="34352"/>
                </a:lnTo>
                <a:lnTo>
                  <a:pt x="34269" y="34267"/>
                </a:lnTo>
                <a:lnTo>
                  <a:pt x="33588" y="34200"/>
                </a:lnTo>
                <a:lnTo>
                  <a:pt x="32898" y="34153"/>
                </a:lnTo>
                <a:lnTo>
                  <a:pt x="32196" y="34124"/>
                </a:lnTo>
                <a:lnTo>
                  <a:pt x="31485" y="34115"/>
                </a:lnTo>
                <a:lnTo>
                  <a:pt x="30339" y="34135"/>
                </a:lnTo>
                <a:lnTo>
                  <a:pt x="29210" y="34195"/>
                </a:lnTo>
                <a:lnTo>
                  <a:pt x="28099" y="34296"/>
                </a:lnTo>
                <a:lnTo>
                  <a:pt x="27005" y="34437"/>
                </a:lnTo>
                <a:lnTo>
                  <a:pt x="25929" y="34618"/>
                </a:lnTo>
                <a:lnTo>
                  <a:pt x="24871" y="34839"/>
                </a:lnTo>
                <a:lnTo>
                  <a:pt x="23830" y="35101"/>
                </a:lnTo>
                <a:lnTo>
                  <a:pt x="22806" y="35403"/>
                </a:lnTo>
                <a:lnTo>
                  <a:pt x="21800" y="35745"/>
                </a:lnTo>
                <a:lnTo>
                  <a:pt x="20812" y="36128"/>
                </a:lnTo>
                <a:lnTo>
                  <a:pt x="19841" y="36551"/>
                </a:lnTo>
                <a:lnTo>
                  <a:pt x="18887" y="37014"/>
                </a:lnTo>
                <a:lnTo>
                  <a:pt x="17952" y="37517"/>
                </a:lnTo>
                <a:lnTo>
                  <a:pt x="17033" y="38060"/>
                </a:lnTo>
                <a:lnTo>
                  <a:pt x="16132" y="38644"/>
                </a:lnTo>
                <a:lnTo>
                  <a:pt x="15249" y="39268"/>
                </a:lnTo>
                <a:lnTo>
                  <a:pt x="14383" y="39933"/>
                </a:lnTo>
                <a:lnTo>
                  <a:pt x="13535" y="40637"/>
                </a:lnTo>
                <a:lnTo>
                  <a:pt x="12704" y="41382"/>
                </a:lnTo>
                <a:lnTo>
                  <a:pt x="11891" y="42167"/>
                </a:lnTo>
                <a:lnTo>
                  <a:pt x="11095" y="42993"/>
                </a:lnTo>
                <a:lnTo>
                  <a:pt x="10317" y="43858"/>
                </a:lnTo>
                <a:lnTo>
                  <a:pt x="9556" y="44764"/>
                </a:lnTo>
                <a:lnTo>
                  <a:pt x="8813" y="45711"/>
                </a:lnTo>
                <a:lnTo>
                  <a:pt x="8094" y="46681"/>
                </a:lnTo>
                <a:lnTo>
                  <a:pt x="7405" y="47660"/>
                </a:lnTo>
                <a:lnTo>
                  <a:pt x="6747" y="48647"/>
                </a:lnTo>
                <a:lnTo>
                  <a:pt x="6120" y="49642"/>
                </a:lnTo>
                <a:lnTo>
                  <a:pt x="5523" y="50645"/>
                </a:lnTo>
                <a:lnTo>
                  <a:pt x="4957" y="51657"/>
                </a:lnTo>
                <a:lnTo>
                  <a:pt x="4422" y="52677"/>
                </a:lnTo>
                <a:lnTo>
                  <a:pt x="3917" y="53705"/>
                </a:lnTo>
                <a:lnTo>
                  <a:pt x="3443" y="54742"/>
                </a:lnTo>
                <a:lnTo>
                  <a:pt x="2999" y="55786"/>
                </a:lnTo>
                <a:lnTo>
                  <a:pt x="2586" y="56839"/>
                </a:lnTo>
                <a:lnTo>
                  <a:pt x="2203" y="57901"/>
                </a:lnTo>
                <a:lnTo>
                  <a:pt x="1851" y="58970"/>
                </a:lnTo>
                <a:lnTo>
                  <a:pt x="1530" y="60048"/>
                </a:lnTo>
                <a:lnTo>
                  <a:pt x="1239" y="61134"/>
                </a:lnTo>
                <a:lnTo>
                  <a:pt x="979" y="62228"/>
                </a:lnTo>
                <a:lnTo>
                  <a:pt x="750" y="63330"/>
                </a:lnTo>
                <a:lnTo>
                  <a:pt x="551" y="64441"/>
                </a:lnTo>
                <a:lnTo>
                  <a:pt x="383" y="65560"/>
                </a:lnTo>
                <a:lnTo>
                  <a:pt x="245" y="66687"/>
                </a:lnTo>
                <a:lnTo>
                  <a:pt x="138" y="67823"/>
                </a:lnTo>
                <a:lnTo>
                  <a:pt x="61" y="68967"/>
                </a:lnTo>
                <a:lnTo>
                  <a:pt x="15" y="70119"/>
                </a:lnTo>
                <a:lnTo>
                  <a:pt x="0" y="71279"/>
                </a:lnTo>
                <a:lnTo>
                  <a:pt x="14" y="72435"/>
                </a:lnTo>
                <a:lnTo>
                  <a:pt x="55" y="73573"/>
                </a:lnTo>
                <a:lnTo>
                  <a:pt x="124" y="74693"/>
                </a:lnTo>
                <a:lnTo>
                  <a:pt x="221" y="75796"/>
                </a:lnTo>
                <a:lnTo>
                  <a:pt x="345" y="76881"/>
                </a:lnTo>
                <a:lnTo>
                  <a:pt x="498" y="77949"/>
                </a:lnTo>
                <a:lnTo>
                  <a:pt x="677" y="78999"/>
                </a:lnTo>
                <a:lnTo>
                  <a:pt x="884" y="80032"/>
                </a:lnTo>
                <a:lnTo>
                  <a:pt x="1119" y="81046"/>
                </a:lnTo>
                <a:lnTo>
                  <a:pt x="1382" y="82044"/>
                </a:lnTo>
                <a:lnTo>
                  <a:pt x="1672" y="83023"/>
                </a:lnTo>
                <a:lnTo>
                  <a:pt x="1990" y="83985"/>
                </a:lnTo>
                <a:lnTo>
                  <a:pt x="2336" y="84930"/>
                </a:lnTo>
                <a:lnTo>
                  <a:pt x="2709" y="85856"/>
                </a:lnTo>
                <a:lnTo>
                  <a:pt x="3109" y="86765"/>
                </a:lnTo>
                <a:lnTo>
                  <a:pt x="3538" y="87657"/>
                </a:lnTo>
                <a:lnTo>
                  <a:pt x="3994" y="88531"/>
                </a:lnTo>
                <a:lnTo>
                  <a:pt x="4478" y="89387"/>
                </a:lnTo>
                <a:lnTo>
                  <a:pt x="4989" y="90226"/>
                </a:lnTo>
                <a:lnTo>
                  <a:pt x="5528" y="91047"/>
                </a:lnTo>
                <a:lnTo>
                  <a:pt x="6094" y="91850"/>
                </a:lnTo>
                <a:lnTo>
                  <a:pt x="6689" y="92636"/>
                </a:lnTo>
                <a:lnTo>
                  <a:pt x="7311" y="93405"/>
                </a:lnTo>
                <a:lnTo>
                  <a:pt x="7960" y="94155"/>
                </a:lnTo>
                <a:lnTo>
                  <a:pt x="8628" y="94881"/>
                </a:lnTo>
                <a:lnTo>
                  <a:pt x="9306" y="95577"/>
                </a:lnTo>
                <a:lnTo>
                  <a:pt x="9992" y="96241"/>
                </a:lnTo>
                <a:lnTo>
                  <a:pt x="10688" y="96874"/>
                </a:lnTo>
                <a:lnTo>
                  <a:pt x="11394" y="97477"/>
                </a:lnTo>
                <a:lnTo>
                  <a:pt x="12109" y="98049"/>
                </a:lnTo>
                <a:lnTo>
                  <a:pt x="12833" y="98589"/>
                </a:lnTo>
                <a:lnTo>
                  <a:pt x="13567" y="99099"/>
                </a:lnTo>
                <a:lnTo>
                  <a:pt x="14310" y="99578"/>
                </a:lnTo>
                <a:lnTo>
                  <a:pt x="15062" y="100026"/>
                </a:lnTo>
                <a:lnTo>
                  <a:pt x="15824" y="100444"/>
                </a:lnTo>
                <a:lnTo>
                  <a:pt x="16595" y="100830"/>
                </a:lnTo>
                <a:lnTo>
                  <a:pt x="17376" y="101185"/>
                </a:lnTo>
                <a:lnTo>
                  <a:pt x="18166" y="101510"/>
                </a:lnTo>
                <a:lnTo>
                  <a:pt x="18965" y="101803"/>
                </a:lnTo>
                <a:lnTo>
                  <a:pt x="19774" y="102066"/>
                </a:lnTo>
                <a:lnTo>
                  <a:pt x="20592" y="102298"/>
                </a:lnTo>
                <a:lnTo>
                  <a:pt x="21419" y="102498"/>
                </a:lnTo>
                <a:lnTo>
                  <a:pt x="22256" y="102668"/>
                </a:lnTo>
                <a:lnTo>
                  <a:pt x="23102" y="102808"/>
                </a:lnTo>
                <a:lnTo>
                  <a:pt x="23958" y="102916"/>
                </a:lnTo>
                <a:lnTo>
                  <a:pt x="24823" y="102993"/>
                </a:lnTo>
                <a:lnTo>
                  <a:pt x="25697" y="103039"/>
                </a:lnTo>
                <a:lnTo>
                  <a:pt x="26581" y="103055"/>
                </a:lnTo>
                <a:lnTo>
                  <a:pt x="27018" y="103051"/>
                </a:lnTo>
                <a:lnTo>
                  <a:pt x="27453" y="103040"/>
                </a:lnTo>
                <a:lnTo>
                  <a:pt x="27885" y="103021"/>
                </a:lnTo>
                <a:lnTo>
                  <a:pt x="28314" y="102995"/>
                </a:lnTo>
                <a:lnTo>
                  <a:pt x="28742" y="102961"/>
                </a:lnTo>
                <a:lnTo>
                  <a:pt x="29166" y="102919"/>
                </a:lnTo>
                <a:lnTo>
                  <a:pt x="29589" y="102870"/>
                </a:lnTo>
                <a:lnTo>
                  <a:pt x="30008" y="102814"/>
                </a:lnTo>
                <a:lnTo>
                  <a:pt x="30426" y="102750"/>
                </a:lnTo>
                <a:lnTo>
                  <a:pt x="30840" y="102678"/>
                </a:lnTo>
                <a:lnTo>
                  <a:pt x="31253" y="102599"/>
                </a:lnTo>
                <a:lnTo>
                  <a:pt x="31663" y="102513"/>
                </a:lnTo>
                <a:lnTo>
                  <a:pt x="32070" y="102419"/>
                </a:lnTo>
                <a:lnTo>
                  <a:pt x="32475" y="102317"/>
                </a:lnTo>
                <a:lnTo>
                  <a:pt x="32878" y="102208"/>
                </a:lnTo>
                <a:lnTo>
                  <a:pt x="33278" y="102091"/>
                </a:lnTo>
                <a:lnTo>
                  <a:pt x="33675" y="101967"/>
                </a:lnTo>
                <a:lnTo>
                  <a:pt x="34070" y="101835"/>
                </a:lnTo>
                <a:lnTo>
                  <a:pt x="34463" y="101696"/>
                </a:lnTo>
                <a:lnTo>
                  <a:pt x="34853" y="101549"/>
                </a:lnTo>
                <a:lnTo>
                  <a:pt x="35241" y="101395"/>
                </a:lnTo>
                <a:lnTo>
                  <a:pt x="35626" y="101233"/>
                </a:lnTo>
                <a:lnTo>
                  <a:pt x="36009" y="101064"/>
                </a:lnTo>
                <a:lnTo>
                  <a:pt x="36389" y="100887"/>
                </a:lnTo>
                <a:lnTo>
                  <a:pt x="36768" y="100702"/>
                </a:lnTo>
                <a:lnTo>
                  <a:pt x="37149" y="100506"/>
                </a:lnTo>
                <a:lnTo>
                  <a:pt x="37529" y="100301"/>
                </a:lnTo>
                <a:lnTo>
                  <a:pt x="37911" y="100086"/>
                </a:lnTo>
                <a:lnTo>
                  <a:pt x="38293" y="99862"/>
                </a:lnTo>
                <a:lnTo>
                  <a:pt x="38677" y="99628"/>
                </a:lnTo>
                <a:lnTo>
                  <a:pt x="39060" y="99384"/>
                </a:lnTo>
                <a:lnTo>
                  <a:pt x="39445" y="99130"/>
                </a:lnTo>
                <a:lnTo>
                  <a:pt x="39830" y="98866"/>
                </a:lnTo>
                <a:lnTo>
                  <a:pt x="40217" y="98593"/>
                </a:lnTo>
                <a:lnTo>
                  <a:pt x="40603" y="98310"/>
                </a:lnTo>
                <a:lnTo>
                  <a:pt x="40991" y="98017"/>
                </a:lnTo>
                <a:lnTo>
                  <a:pt x="41379" y="97715"/>
                </a:lnTo>
                <a:lnTo>
                  <a:pt x="41768" y="97403"/>
                </a:lnTo>
                <a:lnTo>
                  <a:pt x="42158" y="97081"/>
                </a:lnTo>
                <a:lnTo>
                  <a:pt x="42549" y="96749"/>
                </a:lnTo>
                <a:lnTo>
                  <a:pt x="42940" y="96408"/>
                </a:lnTo>
                <a:lnTo>
                  <a:pt x="43332" y="96056"/>
                </a:lnTo>
                <a:lnTo>
                  <a:pt x="43725" y="95695"/>
                </a:lnTo>
                <a:lnTo>
                  <a:pt x="44118" y="95325"/>
                </a:lnTo>
                <a:lnTo>
                  <a:pt x="44512" y="94944"/>
                </a:lnTo>
                <a:lnTo>
                  <a:pt x="44907" y="94554"/>
                </a:lnTo>
                <a:lnTo>
                  <a:pt x="45303" y="94154"/>
                </a:lnTo>
                <a:lnTo>
                  <a:pt x="45699" y="93744"/>
                </a:lnTo>
                <a:lnTo>
                  <a:pt x="45699" y="103055"/>
                </a:lnTo>
                <a:lnTo>
                  <a:pt x="48969" y="103055"/>
                </a:lnTo>
                <a:lnTo>
                  <a:pt x="68300" y="95024"/>
                </a:lnTo>
                <a:close/>
                <a:moveTo>
                  <a:pt x="44182" y="90297"/>
                </a:moveTo>
                <a:lnTo>
                  <a:pt x="43674" y="90756"/>
                </a:lnTo>
                <a:lnTo>
                  <a:pt x="43164" y="91193"/>
                </a:lnTo>
                <a:lnTo>
                  <a:pt x="42652" y="91608"/>
                </a:lnTo>
                <a:lnTo>
                  <a:pt x="42139" y="92000"/>
                </a:lnTo>
                <a:lnTo>
                  <a:pt x="41625" y="92369"/>
                </a:lnTo>
                <a:lnTo>
                  <a:pt x="41109" y="92716"/>
                </a:lnTo>
                <a:lnTo>
                  <a:pt x="40591" y="93041"/>
                </a:lnTo>
                <a:lnTo>
                  <a:pt x="40072" y="93344"/>
                </a:lnTo>
                <a:lnTo>
                  <a:pt x="39552" y="93624"/>
                </a:lnTo>
                <a:lnTo>
                  <a:pt x="39030" y="93881"/>
                </a:lnTo>
                <a:lnTo>
                  <a:pt x="38506" y="94117"/>
                </a:lnTo>
                <a:lnTo>
                  <a:pt x="37981" y="94329"/>
                </a:lnTo>
                <a:lnTo>
                  <a:pt x="37455" y="94520"/>
                </a:lnTo>
                <a:lnTo>
                  <a:pt x="36927" y="94688"/>
                </a:lnTo>
                <a:lnTo>
                  <a:pt x="36398" y="94834"/>
                </a:lnTo>
                <a:lnTo>
                  <a:pt x="35867" y="94957"/>
                </a:lnTo>
                <a:lnTo>
                  <a:pt x="35335" y="95058"/>
                </a:lnTo>
                <a:lnTo>
                  <a:pt x="34801" y="95136"/>
                </a:lnTo>
                <a:lnTo>
                  <a:pt x="34266" y="95192"/>
                </a:lnTo>
                <a:lnTo>
                  <a:pt x="33729" y="95226"/>
                </a:lnTo>
                <a:lnTo>
                  <a:pt x="33191" y="95237"/>
                </a:lnTo>
                <a:lnTo>
                  <a:pt x="32554" y="95224"/>
                </a:lnTo>
                <a:lnTo>
                  <a:pt x="31921" y="95184"/>
                </a:lnTo>
                <a:lnTo>
                  <a:pt x="31294" y="95118"/>
                </a:lnTo>
                <a:lnTo>
                  <a:pt x="30672" y="95025"/>
                </a:lnTo>
                <a:lnTo>
                  <a:pt x="30054" y="94906"/>
                </a:lnTo>
                <a:lnTo>
                  <a:pt x="29442" y="94761"/>
                </a:lnTo>
                <a:lnTo>
                  <a:pt x="28834" y="94589"/>
                </a:lnTo>
                <a:lnTo>
                  <a:pt x="28231" y="94390"/>
                </a:lnTo>
                <a:lnTo>
                  <a:pt x="27634" y="94165"/>
                </a:lnTo>
                <a:lnTo>
                  <a:pt x="27041" y="93914"/>
                </a:lnTo>
                <a:lnTo>
                  <a:pt x="26453" y="93636"/>
                </a:lnTo>
                <a:lnTo>
                  <a:pt x="25870" y="93332"/>
                </a:lnTo>
                <a:lnTo>
                  <a:pt x="25292" y="93001"/>
                </a:lnTo>
                <a:lnTo>
                  <a:pt x="24719" y="92644"/>
                </a:lnTo>
                <a:lnTo>
                  <a:pt x="24151" y="92260"/>
                </a:lnTo>
                <a:lnTo>
                  <a:pt x="23588" y="91850"/>
                </a:lnTo>
                <a:lnTo>
                  <a:pt x="23030" y="91413"/>
                </a:lnTo>
                <a:lnTo>
                  <a:pt x="22477" y="90950"/>
                </a:lnTo>
                <a:lnTo>
                  <a:pt x="21928" y="90461"/>
                </a:lnTo>
                <a:lnTo>
                  <a:pt x="21385" y="89945"/>
                </a:lnTo>
                <a:lnTo>
                  <a:pt x="20846" y="89403"/>
                </a:lnTo>
                <a:lnTo>
                  <a:pt x="20313" y="88834"/>
                </a:lnTo>
                <a:lnTo>
                  <a:pt x="19784" y="88238"/>
                </a:lnTo>
                <a:lnTo>
                  <a:pt x="19261" y="87617"/>
                </a:lnTo>
                <a:lnTo>
                  <a:pt x="18750" y="86970"/>
                </a:lnTo>
                <a:lnTo>
                  <a:pt x="18262" y="86300"/>
                </a:lnTo>
                <a:lnTo>
                  <a:pt x="17795" y="85606"/>
                </a:lnTo>
                <a:lnTo>
                  <a:pt x="17350" y="84890"/>
                </a:lnTo>
                <a:lnTo>
                  <a:pt x="16926" y="84150"/>
                </a:lnTo>
                <a:lnTo>
                  <a:pt x="16524" y="83387"/>
                </a:lnTo>
                <a:lnTo>
                  <a:pt x="16144" y="82600"/>
                </a:lnTo>
                <a:lnTo>
                  <a:pt x="15786" y="81791"/>
                </a:lnTo>
                <a:lnTo>
                  <a:pt x="15449" y="80958"/>
                </a:lnTo>
                <a:lnTo>
                  <a:pt x="15134" y="80101"/>
                </a:lnTo>
                <a:lnTo>
                  <a:pt x="14841" y="79222"/>
                </a:lnTo>
                <a:lnTo>
                  <a:pt x="14570" y="78319"/>
                </a:lnTo>
                <a:lnTo>
                  <a:pt x="14320" y="77393"/>
                </a:lnTo>
                <a:lnTo>
                  <a:pt x="14092" y="76444"/>
                </a:lnTo>
                <a:lnTo>
                  <a:pt x="13886" y="75472"/>
                </a:lnTo>
                <a:lnTo>
                  <a:pt x="13701" y="74476"/>
                </a:lnTo>
                <a:lnTo>
                  <a:pt x="13538" y="73457"/>
                </a:lnTo>
                <a:lnTo>
                  <a:pt x="13397" y="72415"/>
                </a:lnTo>
                <a:lnTo>
                  <a:pt x="13278" y="71349"/>
                </a:lnTo>
                <a:lnTo>
                  <a:pt x="13180" y="70261"/>
                </a:lnTo>
                <a:lnTo>
                  <a:pt x="13104" y="69149"/>
                </a:lnTo>
                <a:lnTo>
                  <a:pt x="13050" y="68013"/>
                </a:lnTo>
                <a:lnTo>
                  <a:pt x="13017" y="66855"/>
                </a:lnTo>
                <a:lnTo>
                  <a:pt x="13006" y="65673"/>
                </a:lnTo>
                <a:lnTo>
                  <a:pt x="13017" y="64503"/>
                </a:lnTo>
                <a:lnTo>
                  <a:pt x="13051" y="63357"/>
                </a:lnTo>
                <a:lnTo>
                  <a:pt x="13107" y="62235"/>
                </a:lnTo>
                <a:lnTo>
                  <a:pt x="13186" y="61136"/>
                </a:lnTo>
                <a:lnTo>
                  <a:pt x="13287" y="60061"/>
                </a:lnTo>
                <a:lnTo>
                  <a:pt x="13410" y="59009"/>
                </a:lnTo>
                <a:lnTo>
                  <a:pt x="13556" y="57981"/>
                </a:lnTo>
                <a:lnTo>
                  <a:pt x="13725" y="56977"/>
                </a:lnTo>
                <a:lnTo>
                  <a:pt x="13916" y="55996"/>
                </a:lnTo>
                <a:lnTo>
                  <a:pt x="14129" y="55039"/>
                </a:lnTo>
                <a:lnTo>
                  <a:pt x="14365" y="54106"/>
                </a:lnTo>
                <a:lnTo>
                  <a:pt x="14623" y="53196"/>
                </a:lnTo>
                <a:lnTo>
                  <a:pt x="14904" y="52310"/>
                </a:lnTo>
                <a:lnTo>
                  <a:pt x="15207" y="51447"/>
                </a:lnTo>
                <a:lnTo>
                  <a:pt x="15533" y="50608"/>
                </a:lnTo>
                <a:lnTo>
                  <a:pt x="15881" y="49793"/>
                </a:lnTo>
                <a:lnTo>
                  <a:pt x="16251" y="49002"/>
                </a:lnTo>
                <a:lnTo>
                  <a:pt x="16644" y="48234"/>
                </a:lnTo>
                <a:lnTo>
                  <a:pt x="17060" y="47489"/>
                </a:lnTo>
                <a:lnTo>
                  <a:pt x="17498" y="46769"/>
                </a:lnTo>
                <a:lnTo>
                  <a:pt x="17958" y="46072"/>
                </a:lnTo>
                <a:lnTo>
                  <a:pt x="18441" y="45398"/>
                </a:lnTo>
                <a:lnTo>
                  <a:pt x="18946" y="44749"/>
                </a:lnTo>
                <a:lnTo>
                  <a:pt x="19474" y="44123"/>
                </a:lnTo>
                <a:lnTo>
                  <a:pt x="19885" y="43665"/>
                </a:lnTo>
                <a:lnTo>
                  <a:pt x="20300" y="43228"/>
                </a:lnTo>
                <a:lnTo>
                  <a:pt x="20721" y="42810"/>
                </a:lnTo>
                <a:lnTo>
                  <a:pt x="21146" y="42411"/>
                </a:lnTo>
                <a:lnTo>
                  <a:pt x="21576" y="42032"/>
                </a:lnTo>
                <a:lnTo>
                  <a:pt x="22010" y="41672"/>
                </a:lnTo>
                <a:lnTo>
                  <a:pt x="22449" y="41332"/>
                </a:lnTo>
                <a:lnTo>
                  <a:pt x="22893" y="41011"/>
                </a:lnTo>
                <a:lnTo>
                  <a:pt x="23342" y="40709"/>
                </a:lnTo>
                <a:lnTo>
                  <a:pt x="23795" y="40427"/>
                </a:lnTo>
                <a:lnTo>
                  <a:pt x="24253" y="40165"/>
                </a:lnTo>
                <a:lnTo>
                  <a:pt x="24715" y="39921"/>
                </a:lnTo>
                <a:lnTo>
                  <a:pt x="25183" y="39698"/>
                </a:lnTo>
                <a:lnTo>
                  <a:pt x="25655" y="39494"/>
                </a:lnTo>
                <a:lnTo>
                  <a:pt x="26131" y="39309"/>
                </a:lnTo>
                <a:lnTo>
                  <a:pt x="26613" y="39144"/>
                </a:lnTo>
                <a:lnTo>
                  <a:pt x="27099" y="38998"/>
                </a:lnTo>
                <a:lnTo>
                  <a:pt x="27589" y="38871"/>
                </a:lnTo>
                <a:lnTo>
                  <a:pt x="28085" y="38764"/>
                </a:lnTo>
                <a:lnTo>
                  <a:pt x="28585" y="38677"/>
                </a:lnTo>
                <a:lnTo>
                  <a:pt x="29090" y="38609"/>
                </a:lnTo>
                <a:lnTo>
                  <a:pt x="29599" y="38560"/>
                </a:lnTo>
                <a:lnTo>
                  <a:pt x="30113" y="38531"/>
                </a:lnTo>
                <a:lnTo>
                  <a:pt x="30632" y="38521"/>
                </a:lnTo>
                <a:lnTo>
                  <a:pt x="30911" y="38525"/>
                </a:lnTo>
                <a:lnTo>
                  <a:pt x="31190" y="38535"/>
                </a:lnTo>
                <a:lnTo>
                  <a:pt x="31470" y="38553"/>
                </a:lnTo>
                <a:lnTo>
                  <a:pt x="31751" y="38577"/>
                </a:lnTo>
                <a:lnTo>
                  <a:pt x="32032" y="38609"/>
                </a:lnTo>
                <a:lnTo>
                  <a:pt x="32313" y="38647"/>
                </a:lnTo>
                <a:lnTo>
                  <a:pt x="32596" y="38693"/>
                </a:lnTo>
                <a:lnTo>
                  <a:pt x="32879" y="38746"/>
                </a:lnTo>
                <a:lnTo>
                  <a:pt x="33162" y="38805"/>
                </a:lnTo>
                <a:lnTo>
                  <a:pt x="33447" y="38872"/>
                </a:lnTo>
                <a:lnTo>
                  <a:pt x="33731" y="38946"/>
                </a:lnTo>
                <a:lnTo>
                  <a:pt x="34017" y="39026"/>
                </a:lnTo>
                <a:lnTo>
                  <a:pt x="34303" y="39114"/>
                </a:lnTo>
                <a:lnTo>
                  <a:pt x="34590" y="39209"/>
                </a:lnTo>
                <a:lnTo>
                  <a:pt x="34877" y="39311"/>
                </a:lnTo>
                <a:lnTo>
                  <a:pt x="35165" y="39419"/>
                </a:lnTo>
                <a:lnTo>
                  <a:pt x="35454" y="39535"/>
                </a:lnTo>
                <a:lnTo>
                  <a:pt x="35743" y="39658"/>
                </a:lnTo>
                <a:lnTo>
                  <a:pt x="36032" y="39788"/>
                </a:lnTo>
                <a:lnTo>
                  <a:pt x="36323" y="39925"/>
                </a:lnTo>
                <a:lnTo>
                  <a:pt x="36614" y="40069"/>
                </a:lnTo>
                <a:lnTo>
                  <a:pt x="36905" y="40219"/>
                </a:lnTo>
                <a:lnTo>
                  <a:pt x="37198" y="40377"/>
                </a:lnTo>
                <a:lnTo>
                  <a:pt x="37491" y="40542"/>
                </a:lnTo>
                <a:lnTo>
                  <a:pt x="37781" y="40714"/>
                </a:lnTo>
                <a:lnTo>
                  <a:pt x="38067" y="40892"/>
                </a:lnTo>
                <a:lnTo>
                  <a:pt x="38348" y="41077"/>
                </a:lnTo>
                <a:lnTo>
                  <a:pt x="38625" y="41269"/>
                </a:lnTo>
                <a:lnTo>
                  <a:pt x="38896" y="41468"/>
                </a:lnTo>
                <a:lnTo>
                  <a:pt x="39163" y="41674"/>
                </a:lnTo>
                <a:lnTo>
                  <a:pt x="39425" y="41886"/>
                </a:lnTo>
                <a:lnTo>
                  <a:pt x="39682" y="42105"/>
                </a:lnTo>
                <a:lnTo>
                  <a:pt x="39934" y="42331"/>
                </a:lnTo>
                <a:lnTo>
                  <a:pt x="40182" y="42564"/>
                </a:lnTo>
                <a:lnTo>
                  <a:pt x="40424" y="42803"/>
                </a:lnTo>
                <a:lnTo>
                  <a:pt x="40662" y="43049"/>
                </a:lnTo>
                <a:lnTo>
                  <a:pt x="40895" y="43302"/>
                </a:lnTo>
                <a:lnTo>
                  <a:pt x="41123" y="43562"/>
                </a:lnTo>
                <a:lnTo>
                  <a:pt x="41347" y="43828"/>
                </a:lnTo>
                <a:lnTo>
                  <a:pt x="41565" y="44102"/>
                </a:lnTo>
                <a:lnTo>
                  <a:pt x="41779" y="44382"/>
                </a:lnTo>
                <a:lnTo>
                  <a:pt x="41988" y="44669"/>
                </a:lnTo>
                <a:lnTo>
                  <a:pt x="42192" y="44962"/>
                </a:lnTo>
                <a:lnTo>
                  <a:pt x="42392" y="45263"/>
                </a:lnTo>
                <a:lnTo>
                  <a:pt x="42586" y="45570"/>
                </a:lnTo>
                <a:lnTo>
                  <a:pt x="42776" y="45884"/>
                </a:lnTo>
                <a:lnTo>
                  <a:pt x="42961" y="46205"/>
                </a:lnTo>
                <a:lnTo>
                  <a:pt x="43141" y="46532"/>
                </a:lnTo>
                <a:lnTo>
                  <a:pt x="43316" y="46865"/>
                </a:lnTo>
                <a:lnTo>
                  <a:pt x="43484" y="47200"/>
                </a:lnTo>
                <a:lnTo>
                  <a:pt x="43647" y="47538"/>
                </a:lnTo>
                <a:lnTo>
                  <a:pt x="43804" y="47879"/>
                </a:lnTo>
                <a:lnTo>
                  <a:pt x="43955" y="48223"/>
                </a:lnTo>
                <a:lnTo>
                  <a:pt x="44100" y="48570"/>
                </a:lnTo>
                <a:lnTo>
                  <a:pt x="44239" y="48920"/>
                </a:lnTo>
                <a:lnTo>
                  <a:pt x="44373" y="49273"/>
                </a:lnTo>
                <a:lnTo>
                  <a:pt x="44500" y="49629"/>
                </a:lnTo>
                <a:lnTo>
                  <a:pt x="44622" y="49988"/>
                </a:lnTo>
                <a:lnTo>
                  <a:pt x="44737" y="50350"/>
                </a:lnTo>
                <a:lnTo>
                  <a:pt x="44847" y="50714"/>
                </a:lnTo>
                <a:lnTo>
                  <a:pt x="44950" y="51082"/>
                </a:lnTo>
                <a:lnTo>
                  <a:pt x="45048" y="51453"/>
                </a:lnTo>
                <a:lnTo>
                  <a:pt x="45140" y="51827"/>
                </a:lnTo>
                <a:lnTo>
                  <a:pt x="45226" y="52203"/>
                </a:lnTo>
                <a:lnTo>
                  <a:pt x="45306" y="52583"/>
                </a:lnTo>
                <a:lnTo>
                  <a:pt x="45380" y="52965"/>
                </a:lnTo>
                <a:lnTo>
                  <a:pt x="45448" y="53351"/>
                </a:lnTo>
                <a:lnTo>
                  <a:pt x="45510" y="53739"/>
                </a:lnTo>
                <a:lnTo>
                  <a:pt x="45566" y="54131"/>
                </a:lnTo>
                <a:lnTo>
                  <a:pt x="45617" y="54525"/>
                </a:lnTo>
                <a:lnTo>
                  <a:pt x="45661" y="54923"/>
                </a:lnTo>
                <a:lnTo>
                  <a:pt x="45699" y="55323"/>
                </a:lnTo>
                <a:lnTo>
                  <a:pt x="45699" y="88785"/>
                </a:lnTo>
                <a:lnTo>
                  <a:pt x="45195" y="89311"/>
                </a:lnTo>
                <a:lnTo>
                  <a:pt x="44690" y="89815"/>
                </a:lnTo>
                <a:lnTo>
                  <a:pt x="44182" y="90297"/>
                </a:lnTo>
                <a:close/>
                <a:moveTo>
                  <a:pt x="355523" y="15668"/>
                </a:moveTo>
                <a:lnTo>
                  <a:pt x="355291" y="16229"/>
                </a:lnTo>
                <a:lnTo>
                  <a:pt x="355064" y="16774"/>
                </a:lnTo>
                <a:lnTo>
                  <a:pt x="354841" y="17304"/>
                </a:lnTo>
                <a:lnTo>
                  <a:pt x="354623" y="17818"/>
                </a:lnTo>
                <a:lnTo>
                  <a:pt x="354409" y="18317"/>
                </a:lnTo>
                <a:lnTo>
                  <a:pt x="354199" y="18800"/>
                </a:lnTo>
                <a:lnTo>
                  <a:pt x="353994" y="19267"/>
                </a:lnTo>
                <a:lnTo>
                  <a:pt x="353793" y="19719"/>
                </a:lnTo>
                <a:lnTo>
                  <a:pt x="353597" y="20155"/>
                </a:lnTo>
                <a:lnTo>
                  <a:pt x="353405" y="20576"/>
                </a:lnTo>
                <a:lnTo>
                  <a:pt x="353218" y="20981"/>
                </a:lnTo>
                <a:lnTo>
                  <a:pt x="353035" y="21370"/>
                </a:lnTo>
                <a:lnTo>
                  <a:pt x="352857" y="21744"/>
                </a:lnTo>
                <a:lnTo>
                  <a:pt x="352683" y="22102"/>
                </a:lnTo>
                <a:lnTo>
                  <a:pt x="352513" y="22445"/>
                </a:lnTo>
                <a:lnTo>
                  <a:pt x="352348" y="22772"/>
                </a:lnTo>
                <a:lnTo>
                  <a:pt x="352188" y="23084"/>
                </a:lnTo>
                <a:lnTo>
                  <a:pt x="352031" y="23379"/>
                </a:lnTo>
                <a:lnTo>
                  <a:pt x="351880" y="23660"/>
                </a:lnTo>
                <a:lnTo>
                  <a:pt x="351732" y="23924"/>
                </a:lnTo>
                <a:lnTo>
                  <a:pt x="351589" y="24173"/>
                </a:lnTo>
                <a:lnTo>
                  <a:pt x="351451" y="24407"/>
                </a:lnTo>
                <a:lnTo>
                  <a:pt x="351183" y="24832"/>
                </a:lnTo>
                <a:lnTo>
                  <a:pt x="350912" y="25252"/>
                </a:lnTo>
                <a:lnTo>
                  <a:pt x="350637" y="25668"/>
                </a:lnTo>
                <a:lnTo>
                  <a:pt x="350360" y="26079"/>
                </a:lnTo>
                <a:lnTo>
                  <a:pt x="350080" y="26485"/>
                </a:lnTo>
                <a:lnTo>
                  <a:pt x="349796" y="26886"/>
                </a:lnTo>
                <a:lnTo>
                  <a:pt x="349510" y="27282"/>
                </a:lnTo>
                <a:lnTo>
                  <a:pt x="349220" y="27674"/>
                </a:lnTo>
                <a:lnTo>
                  <a:pt x="348927" y="28061"/>
                </a:lnTo>
                <a:lnTo>
                  <a:pt x="348631" y="28443"/>
                </a:lnTo>
                <a:lnTo>
                  <a:pt x="348333" y="28820"/>
                </a:lnTo>
                <a:lnTo>
                  <a:pt x="348031" y="29192"/>
                </a:lnTo>
                <a:lnTo>
                  <a:pt x="347726" y="29559"/>
                </a:lnTo>
                <a:lnTo>
                  <a:pt x="347417" y="29922"/>
                </a:lnTo>
                <a:lnTo>
                  <a:pt x="347106" y="30279"/>
                </a:lnTo>
                <a:lnTo>
                  <a:pt x="346792" y="30632"/>
                </a:lnTo>
                <a:lnTo>
                  <a:pt x="346474" y="30980"/>
                </a:lnTo>
                <a:lnTo>
                  <a:pt x="346154" y="31324"/>
                </a:lnTo>
                <a:lnTo>
                  <a:pt x="345830" y="31662"/>
                </a:lnTo>
                <a:lnTo>
                  <a:pt x="345504" y="31996"/>
                </a:lnTo>
                <a:lnTo>
                  <a:pt x="345174" y="32324"/>
                </a:lnTo>
                <a:lnTo>
                  <a:pt x="344841" y="32648"/>
                </a:lnTo>
                <a:lnTo>
                  <a:pt x="344505" y="32968"/>
                </a:lnTo>
                <a:lnTo>
                  <a:pt x="344166" y="33282"/>
                </a:lnTo>
                <a:lnTo>
                  <a:pt x="343826" y="33590"/>
                </a:lnTo>
                <a:lnTo>
                  <a:pt x="343486" y="33890"/>
                </a:lnTo>
                <a:lnTo>
                  <a:pt x="343147" y="34183"/>
                </a:lnTo>
                <a:lnTo>
                  <a:pt x="342809" y="34469"/>
                </a:lnTo>
                <a:lnTo>
                  <a:pt x="342471" y="34747"/>
                </a:lnTo>
                <a:lnTo>
                  <a:pt x="342134" y="35017"/>
                </a:lnTo>
                <a:lnTo>
                  <a:pt x="341797" y="35280"/>
                </a:lnTo>
                <a:lnTo>
                  <a:pt x="341461" y="35535"/>
                </a:lnTo>
                <a:lnTo>
                  <a:pt x="341126" y="35783"/>
                </a:lnTo>
                <a:lnTo>
                  <a:pt x="340791" y="36023"/>
                </a:lnTo>
                <a:lnTo>
                  <a:pt x="340457" y="36256"/>
                </a:lnTo>
                <a:lnTo>
                  <a:pt x="340124" y="36481"/>
                </a:lnTo>
                <a:lnTo>
                  <a:pt x="339791" y="36698"/>
                </a:lnTo>
                <a:lnTo>
                  <a:pt x="339459" y="36908"/>
                </a:lnTo>
                <a:lnTo>
                  <a:pt x="339127" y="37110"/>
                </a:lnTo>
                <a:lnTo>
                  <a:pt x="338796" y="37305"/>
                </a:lnTo>
                <a:lnTo>
                  <a:pt x="338466" y="37493"/>
                </a:lnTo>
                <a:lnTo>
                  <a:pt x="338136" y="37672"/>
                </a:lnTo>
                <a:lnTo>
                  <a:pt x="337807" y="37844"/>
                </a:lnTo>
                <a:lnTo>
                  <a:pt x="337478" y="38009"/>
                </a:lnTo>
                <a:lnTo>
                  <a:pt x="337150" y="38166"/>
                </a:lnTo>
                <a:lnTo>
                  <a:pt x="336823" y="38316"/>
                </a:lnTo>
                <a:lnTo>
                  <a:pt x="336496" y="38458"/>
                </a:lnTo>
                <a:lnTo>
                  <a:pt x="336170" y="38592"/>
                </a:lnTo>
                <a:lnTo>
                  <a:pt x="336170" y="40938"/>
                </a:lnTo>
                <a:lnTo>
                  <a:pt x="346476" y="40938"/>
                </a:lnTo>
                <a:lnTo>
                  <a:pt x="346476" y="84769"/>
                </a:lnTo>
                <a:lnTo>
                  <a:pt x="346478" y="85350"/>
                </a:lnTo>
                <a:lnTo>
                  <a:pt x="346486" y="85918"/>
                </a:lnTo>
                <a:lnTo>
                  <a:pt x="346499" y="86473"/>
                </a:lnTo>
                <a:lnTo>
                  <a:pt x="346517" y="87016"/>
                </a:lnTo>
                <a:lnTo>
                  <a:pt x="346541" y="87546"/>
                </a:lnTo>
                <a:lnTo>
                  <a:pt x="346569" y="88063"/>
                </a:lnTo>
                <a:lnTo>
                  <a:pt x="346603" y="88567"/>
                </a:lnTo>
                <a:lnTo>
                  <a:pt x="346642" y="89059"/>
                </a:lnTo>
                <a:lnTo>
                  <a:pt x="346686" y="89538"/>
                </a:lnTo>
                <a:lnTo>
                  <a:pt x="346735" y="90004"/>
                </a:lnTo>
                <a:lnTo>
                  <a:pt x="346789" y="90457"/>
                </a:lnTo>
                <a:lnTo>
                  <a:pt x="346849" y="90898"/>
                </a:lnTo>
                <a:lnTo>
                  <a:pt x="346914" y="91326"/>
                </a:lnTo>
                <a:lnTo>
                  <a:pt x="346984" y="91741"/>
                </a:lnTo>
                <a:lnTo>
                  <a:pt x="347059" y="92144"/>
                </a:lnTo>
                <a:lnTo>
                  <a:pt x="347139" y="92534"/>
                </a:lnTo>
                <a:lnTo>
                  <a:pt x="347225" y="92911"/>
                </a:lnTo>
                <a:lnTo>
                  <a:pt x="347315" y="93275"/>
                </a:lnTo>
                <a:lnTo>
                  <a:pt x="347411" y="93627"/>
                </a:lnTo>
                <a:lnTo>
                  <a:pt x="347512" y="93966"/>
                </a:lnTo>
                <a:lnTo>
                  <a:pt x="347619" y="94292"/>
                </a:lnTo>
                <a:lnTo>
                  <a:pt x="347730" y="94606"/>
                </a:lnTo>
                <a:lnTo>
                  <a:pt x="347847" y="94907"/>
                </a:lnTo>
                <a:lnTo>
                  <a:pt x="347968" y="95195"/>
                </a:lnTo>
                <a:lnTo>
                  <a:pt x="348096" y="95473"/>
                </a:lnTo>
                <a:lnTo>
                  <a:pt x="348228" y="95747"/>
                </a:lnTo>
                <a:lnTo>
                  <a:pt x="348367" y="96015"/>
                </a:lnTo>
                <a:lnTo>
                  <a:pt x="348511" y="96277"/>
                </a:lnTo>
                <a:lnTo>
                  <a:pt x="348661" y="96534"/>
                </a:lnTo>
                <a:lnTo>
                  <a:pt x="348817" y="96786"/>
                </a:lnTo>
                <a:lnTo>
                  <a:pt x="348978" y="97032"/>
                </a:lnTo>
                <a:lnTo>
                  <a:pt x="349145" y="97273"/>
                </a:lnTo>
                <a:lnTo>
                  <a:pt x="349318" y="97508"/>
                </a:lnTo>
                <a:lnTo>
                  <a:pt x="349496" y="97738"/>
                </a:lnTo>
                <a:lnTo>
                  <a:pt x="349680" y="97963"/>
                </a:lnTo>
                <a:lnTo>
                  <a:pt x="349870" y="98182"/>
                </a:lnTo>
                <a:lnTo>
                  <a:pt x="350065" y="98395"/>
                </a:lnTo>
                <a:lnTo>
                  <a:pt x="350266" y="98604"/>
                </a:lnTo>
                <a:lnTo>
                  <a:pt x="350473" y="98806"/>
                </a:lnTo>
                <a:lnTo>
                  <a:pt x="350685" y="99004"/>
                </a:lnTo>
                <a:lnTo>
                  <a:pt x="350903" y="99196"/>
                </a:lnTo>
                <a:lnTo>
                  <a:pt x="351127" y="99382"/>
                </a:lnTo>
                <a:lnTo>
                  <a:pt x="351356" y="99563"/>
                </a:lnTo>
                <a:lnTo>
                  <a:pt x="351591" y="99739"/>
                </a:lnTo>
                <a:lnTo>
                  <a:pt x="351832" y="99909"/>
                </a:lnTo>
                <a:lnTo>
                  <a:pt x="352078" y="100074"/>
                </a:lnTo>
                <a:lnTo>
                  <a:pt x="352330" y="100233"/>
                </a:lnTo>
                <a:lnTo>
                  <a:pt x="352588" y="100387"/>
                </a:lnTo>
                <a:lnTo>
                  <a:pt x="352849" y="100535"/>
                </a:lnTo>
                <a:lnTo>
                  <a:pt x="353110" y="100677"/>
                </a:lnTo>
                <a:lnTo>
                  <a:pt x="353372" y="100813"/>
                </a:lnTo>
                <a:lnTo>
                  <a:pt x="353634" y="100942"/>
                </a:lnTo>
                <a:lnTo>
                  <a:pt x="353897" y="101065"/>
                </a:lnTo>
                <a:lnTo>
                  <a:pt x="354161" y="101181"/>
                </a:lnTo>
                <a:lnTo>
                  <a:pt x="354424" y="101291"/>
                </a:lnTo>
                <a:lnTo>
                  <a:pt x="354689" y="101395"/>
                </a:lnTo>
                <a:lnTo>
                  <a:pt x="354953" y="101493"/>
                </a:lnTo>
                <a:lnTo>
                  <a:pt x="355219" y="101584"/>
                </a:lnTo>
                <a:lnTo>
                  <a:pt x="355485" y="101669"/>
                </a:lnTo>
                <a:lnTo>
                  <a:pt x="355751" y="101748"/>
                </a:lnTo>
                <a:lnTo>
                  <a:pt x="356018" y="101821"/>
                </a:lnTo>
                <a:lnTo>
                  <a:pt x="356285" y="101887"/>
                </a:lnTo>
                <a:lnTo>
                  <a:pt x="356553" y="101947"/>
                </a:lnTo>
                <a:lnTo>
                  <a:pt x="356821" y="102000"/>
                </a:lnTo>
                <a:lnTo>
                  <a:pt x="357090" y="102047"/>
                </a:lnTo>
                <a:lnTo>
                  <a:pt x="357359" y="102088"/>
                </a:lnTo>
                <a:lnTo>
                  <a:pt x="357629" y="102123"/>
                </a:lnTo>
                <a:lnTo>
                  <a:pt x="357899" y="102151"/>
                </a:lnTo>
                <a:lnTo>
                  <a:pt x="358169" y="102174"/>
                </a:lnTo>
                <a:lnTo>
                  <a:pt x="358441" y="102189"/>
                </a:lnTo>
                <a:lnTo>
                  <a:pt x="358712" y="102199"/>
                </a:lnTo>
                <a:lnTo>
                  <a:pt x="358985" y="102202"/>
                </a:lnTo>
                <a:lnTo>
                  <a:pt x="359387" y="102196"/>
                </a:lnTo>
                <a:lnTo>
                  <a:pt x="359788" y="102177"/>
                </a:lnTo>
                <a:lnTo>
                  <a:pt x="360188" y="102146"/>
                </a:lnTo>
                <a:lnTo>
                  <a:pt x="360588" y="102102"/>
                </a:lnTo>
                <a:lnTo>
                  <a:pt x="360986" y="102047"/>
                </a:lnTo>
                <a:lnTo>
                  <a:pt x="361383" y="101978"/>
                </a:lnTo>
                <a:lnTo>
                  <a:pt x="361780" y="101897"/>
                </a:lnTo>
                <a:lnTo>
                  <a:pt x="362175" y="101804"/>
                </a:lnTo>
                <a:lnTo>
                  <a:pt x="362569" y="101699"/>
                </a:lnTo>
                <a:lnTo>
                  <a:pt x="362963" y="101581"/>
                </a:lnTo>
                <a:lnTo>
                  <a:pt x="363355" y="101450"/>
                </a:lnTo>
                <a:lnTo>
                  <a:pt x="363746" y="101307"/>
                </a:lnTo>
                <a:lnTo>
                  <a:pt x="364137" y="101152"/>
                </a:lnTo>
                <a:lnTo>
                  <a:pt x="364526" y="100984"/>
                </a:lnTo>
                <a:lnTo>
                  <a:pt x="364915" y="100804"/>
                </a:lnTo>
                <a:lnTo>
                  <a:pt x="365302" y="100612"/>
                </a:lnTo>
                <a:lnTo>
                  <a:pt x="365689" y="100407"/>
                </a:lnTo>
                <a:lnTo>
                  <a:pt x="366074" y="100189"/>
                </a:lnTo>
                <a:lnTo>
                  <a:pt x="366459" y="99959"/>
                </a:lnTo>
                <a:lnTo>
                  <a:pt x="366842" y="99717"/>
                </a:lnTo>
                <a:lnTo>
                  <a:pt x="367225" y="99462"/>
                </a:lnTo>
                <a:lnTo>
                  <a:pt x="367606" y="99195"/>
                </a:lnTo>
                <a:lnTo>
                  <a:pt x="367987" y="98916"/>
                </a:lnTo>
                <a:lnTo>
                  <a:pt x="368366" y="98624"/>
                </a:lnTo>
                <a:lnTo>
                  <a:pt x="368742" y="98320"/>
                </a:lnTo>
                <a:lnTo>
                  <a:pt x="369110" y="98003"/>
                </a:lnTo>
                <a:lnTo>
                  <a:pt x="369471" y="97676"/>
                </a:lnTo>
                <a:lnTo>
                  <a:pt x="369825" y="97336"/>
                </a:lnTo>
                <a:lnTo>
                  <a:pt x="370172" y="96984"/>
                </a:lnTo>
                <a:lnTo>
                  <a:pt x="370512" y="96621"/>
                </a:lnTo>
                <a:lnTo>
                  <a:pt x="370844" y="96246"/>
                </a:lnTo>
                <a:lnTo>
                  <a:pt x="371170" y="95859"/>
                </a:lnTo>
                <a:lnTo>
                  <a:pt x="371488" y="95460"/>
                </a:lnTo>
                <a:lnTo>
                  <a:pt x="371799" y="95049"/>
                </a:lnTo>
                <a:lnTo>
                  <a:pt x="372103" y="94627"/>
                </a:lnTo>
                <a:lnTo>
                  <a:pt x="372399" y="94192"/>
                </a:lnTo>
                <a:lnTo>
                  <a:pt x="372689" y="93746"/>
                </a:lnTo>
                <a:lnTo>
                  <a:pt x="372972" y="93288"/>
                </a:lnTo>
                <a:lnTo>
                  <a:pt x="373247" y="92818"/>
                </a:lnTo>
                <a:lnTo>
                  <a:pt x="373515" y="92337"/>
                </a:lnTo>
                <a:lnTo>
                  <a:pt x="373776" y="91843"/>
                </a:lnTo>
                <a:lnTo>
                  <a:pt x="374030" y="91338"/>
                </a:lnTo>
                <a:lnTo>
                  <a:pt x="374276" y="90821"/>
                </a:lnTo>
                <a:lnTo>
                  <a:pt x="374516" y="90292"/>
                </a:lnTo>
                <a:lnTo>
                  <a:pt x="374748" y="89752"/>
                </a:lnTo>
                <a:lnTo>
                  <a:pt x="374973" y="89199"/>
                </a:lnTo>
                <a:lnTo>
                  <a:pt x="375191" y="88635"/>
                </a:lnTo>
                <a:lnTo>
                  <a:pt x="375402" y="88058"/>
                </a:lnTo>
                <a:lnTo>
                  <a:pt x="372630" y="88058"/>
                </a:lnTo>
                <a:lnTo>
                  <a:pt x="372528" y="88293"/>
                </a:lnTo>
                <a:lnTo>
                  <a:pt x="372422" y="88523"/>
                </a:lnTo>
                <a:lnTo>
                  <a:pt x="372313" y="88748"/>
                </a:lnTo>
                <a:lnTo>
                  <a:pt x="372200" y="88968"/>
                </a:lnTo>
                <a:lnTo>
                  <a:pt x="372084" y="89183"/>
                </a:lnTo>
                <a:lnTo>
                  <a:pt x="371964" y="89393"/>
                </a:lnTo>
                <a:lnTo>
                  <a:pt x="371841" y="89599"/>
                </a:lnTo>
                <a:lnTo>
                  <a:pt x="371714" y="89800"/>
                </a:lnTo>
                <a:lnTo>
                  <a:pt x="371584" y="89996"/>
                </a:lnTo>
                <a:lnTo>
                  <a:pt x="371451" y="90187"/>
                </a:lnTo>
                <a:lnTo>
                  <a:pt x="371314" y="90373"/>
                </a:lnTo>
                <a:lnTo>
                  <a:pt x="371173" y="90555"/>
                </a:lnTo>
                <a:lnTo>
                  <a:pt x="371030" y="90732"/>
                </a:lnTo>
                <a:lnTo>
                  <a:pt x="370882" y="90904"/>
                </a:lnTo>
                <a:lnTo>
                  <a:pt x="370731" y="91071"/>
                </a:lnTo>
                <a:lnTo>
                  <a:pt x="370577" y="91233"/>
                </a:lnTo>
                <a:lnTo>
                  <a:pt x="370420" y="91391"/>
                </a:lnTo>
                <a:lnTo>
                  <a:pt x="370258" y="91543"/>
                </a:lnTo>
                <a:lnTo>
                  <a:pt x="370094" y="91691"/>
                </a:lnTo>
                <a:lnTo>
                  <a:pt x="369926" y="91834"/>
                </a:lnTo>
                <a:lnTo>
                  <a:pt x="369754" y="91972"/>
                </a:lnTo>
                <a:lnTo>
                  <a:pt x="369579" y="92106"/>
                </a:lnTo>
                <a:lnTo>
                  <a:pt x="369401" y="92235"/>
                </a:lnTo>
                <a:lnTo>
                  <a:pt x="369219" y="92358"/>
                </a:lnTo>
                <a:lnTo>
                  <a:pt x="369035" y="92477"/>
                </a:lnTo>
                <a:lnTo>
                  <a:pt x="368851" y="92591"/>
                </a:lnTo>
                <a:lnTo>
                  <a:pt x="368666" y="92700"/>
                </a:lnTo>
                <a:lnTo>
                  <a:pt x="368481" y="92804"/>
                </a:lnTo>
                <a:lnTo>
                  <a:pt x="368295" y="92902"/>
                </a:lnTo>
                <a:lnTo>
                  <a:pt x="368108" y="92996"/>
                </a:lnTo>
                <a:lnTo>
                  <a:pt x="367922" y="93084"/>
                </a:lnTo>
                <a:lnTo>
                  <a:pt x="367734" y="93168"/>
                </a:lnTo>
                <a:lnTo>
                  <a:pt x="367547" y="93246"/>
                </a:lnTo>
                <a:lnTo>
                  <a:pt x="367358" y="93320"/>
                </a:lnTo>
                <a:lnTo>
                  <a:pt x="367169" y="93388"/>
                </a:lnTo>
                <a:lnTo>
                  <a:pt x="366980" y="93451"/>
                </a:lnTo>
                <a:lnTo>
                  <a:pt x="366790" y="93509"/>
                </a:lnTo>
                <a:lnTo>
                  <a:pt x="366600" y="93562"/>
                </a:lnTo>
                <a:lnTo>
                  <a:pt x="366409" y="93610"/>
                </a:lnTo>
                <a:lnTo>
                  <a:pt x="366218" y="93653"/>
                </a:lnTo>
                <a:lnTo>
                  <a:pt x="366026" y="93691"/>
                </a:lnTo>
                <a:lnTo>
                  <a:pt x="365834" y="93724"/>
                </a:lnTo>
                <a:lnTo>
                  <a:pt x="365641" y="93752"/>
                </a:lnTo>
                <a:lnTo>
                  <a:pt x="365448" y="93775"/>
                </a:lnTo>
                <a:lnTo>
                  <a:pt x="365254" y="93793"/>
                </a:lnTo>
                <a:lnTo>
                  <a:pt x="365060" y="93805"/>
                </a:lnTo>
                <a:lnTo>
                  <a:pt x="364866" y="93813"/>
                </a:lnTo>
                <a:lnTo>
                  <a:pt x="364670" y="93815"/>
                </a:lnTo>
                <a:lnTo>
                  <a:pt x="364435" y="93812"/>
                </a:lnTo>
                <a:lnTo>
                  <a:pt x="364204" y="93800"/>
                </a:lnTo>
                <a:lnTo>
                  <a:pt x="363976" y="93781"/>
                </a:lnTo>
                <a:lnTo>
                  <a:pt x="363751" y="93754"/>
                </a:lnTo>
                <a:lnTo>
                  <a:pt x="363531" y="93720"/>
                </a:lnTo>
                <a:lnTo>
                  <a:pt x="363313" y="93678"/>
                </a:lnTo>
                <a:lnTo>
                  <a:pt x="363100" y="93628"/>
                </a:lnTo>
                <a:lnTo>
                  <a:pt x="362890" y="93571"/>
                </a:lnTo>
                <a:lnTo>
                  <a:pt x="362683" y="93506"/>
                </a:lnTo>
                <a:lnTo>
                  <a:pt x="362480" y="93434"/>
                </a:lnTo>
                <a:lnTo>
                  <a:pt x="362281" y="93353"/>
                </a:lnTo>
                <a:lnTo>
                  <a:pt x="362085" y="93266"/>
                </a:lnTo>
                <a:lnTo>
                  <a:pt x="361893" y="93170"/>
                </a:lnTo>
                <a:lnTo>
                  <a:pt x="361704" y="93067"/>
                </a:lnTo>
                <a:lnTo>
                  <a:pt x="361519" y="92956"/>
                </a:lnTo>
                <a:lnTo>
                  <a:pt x="361338" y="92838"/>
                </a:lnTo>
                <a:lnTo>
                  <a:pt x="361160" y="92712"/>
                </a:lnTo>
                <a:lnTo>
                  <a:pt x="360986" y="92579"/>
                </a:lnTo>
                <a:lnTo>
                  <a:pt x="360815" y="92437"/>
                </a:lnTo>
                <a:lnTo>
                  <a:pt x="360648" y="92288"/>
                </a:lnTo>
                <a:lnTo>
                  <a:pt x="360484" y="92132"/>
                </a:lnTo>
                <a:lnTo>
                  <a:pt x="360324" y="91968"/>
                </a:lnTo>
                <a:lnTo>
                  <a:pt x="360168" y="91796"/>
                </a:lnTo>
                <a:lnTo>
                  <a:pt x="360015" y="91617"/>
                </a:lnTo>
                <a:lnTo>
                  <a:pt x="359867" y="91426"/>
                </a:lnTo>
                <a:lnTo>
                  <a:pt x="359726" y="91221"/>
                </a:lnTo>
                <a:lnTo>
                  <a:pt x="359590" y="91002"/>
                </a:lnTo>
                <a:lnTo>
                  <a:pt x="359461" y="90768"/>
                </a:lnTo>
                <a:lnTo>
                  <a:pt x="359339" y="90521"/>
                </a:lnTo>
                <a:lnTo>
                  <a:pt x="359222" y="90259"/>
                </a:lnTo>
                <a:lnTo>
                  <a:pt x="359112" y="89982"/>
                </a:lnTo>
                <a:lnTo>
                  <a:pt x="359008" y="89692"/>
                </a:lnTo>
                <a:lnTo>
                  <a:pt x="358911" y="89387"/>
                </a:lnTo>
                <a:lnTo>
                  <a:pt x="358819" y="89067"/>
                </a:lnTo>
                <a:lnTo>
                  <a:pt x="358735" y="88734"/>
                </a:lnTo>
                <a:lnTo>
                  <a:pt x="358656" y="88386"/>
                </a:lnTo>
                <a:lnTo>
                  <a:pt x="358584" y="88024"/>
                </a:lnTo>
                <a:lnTo>
                  <a:pt x="358517" y="87648"/>
                </a:lnTo>
                <a:lnTo>
                  <a:pt x="358458" y="87257"/>
                </a:lnTo>
                <a:lnTo>
                  <a:pt x="358404" y="86852"/>
                </a:lnTo>
                <a:lnTo>
                  <a:pt x="358357" y="86432"/>
                </a:lnTo>
                <a:lnTo>
                  <a:pt x="358316" y="85999"/>
                </a:lnTo>
                <a:lnTo>
                  <a:pt x="358281" y="85551"/>
                </a:lnTo>
                <a:lnTo>
                  <a:pt x="358253" y="85089"/>
                </a:lnTo>
                <a:lnTo>
                  <a:pt x="358231" y="84612"/>
                </a:lnTo>
                <a:lnTo>
                  <a:pt x="358215" y="84121"/>
                </a:lnTo>
                <a:lnTo>
                  <a:pt x="358206" y="83616"/>
                </a:lnTo>
                <a:lnTo>
                  <a:pt x="358203" y="83097"/>
                </a:lnTo>
                <a:lnTo>
                  <a:pt x="358203" y="40938"/>
                </a:lnTo>
                <a:lnTo>
                  <a:pt x="373412" y="40938"/>
                </a:lnTo>
                <a:lnTo>
                  <a:pt x="373412" y="35963"/>
                </a:lnTo>
                <a:lnTo>
                  <a:pt x="358203" y="35963"/>
                </a:lnTo>
                <a:lnTo>
                  <a:pt x="358203" y="14499"/>
                </a:lnTo>
                <a:lnTo>
                  <a:pt x="356000" y="14499"/>
                </a:lnTo>
                <a:lnTo>
                  <a:pt x="355759" y="15091"/>
                </a:lnTo>
                <a:lnTo>
                  <a:pt x="355523" y="15668"/>
                </a:lnTo>
                <a:close/>
                <a:moveTo>
                  <a:pt x="454384" y="61335"/>
                </a:moveTo>
                <a:lnTo>
                  <a:pt x="377697" y="61335"/>
                </a:lnTo>
                <a:lnTo>
                  <a:pt x="377697" y="67234"/>
                </a:lnTo>
                <a:lnTo>
                  <a:pt x="454384" y="67234"/>
                </a:lnTo>
                <a:lnTo>
                  <a:pt x="454384" y="61335"/>
                </a:lnTo>
                <a:close/>
                <a:moveTo>
                  <a:pt x="287914" y="44611"/>
                </a:moveTo>
                <a:lnTo>
                  <a:pt x="288144" y="44524"/>
                </a:lnTo>
                <a:lnTo>
                  <a:pt x="288372" y="44441"/>
                </a:lnTo>
                <a:lnTo>
                  <a:pt x="288598" y="44362"/>
                </a:lnTo>
                <a:lnTo>
                  <a:pt x="288822" y="44286"/>
                </a:lnTo>
                <a:lnTo>
                  <a:pt x="289044" y="44214"/>
                </a:lnTo>
                <a:lnTo>
                  <a:pt x="289264" y="44146"/>
                </a:lnTo>
                <a:lnTo>
                  <a:pt x="289482" y="44081"/>
                </a:lnTo>
                <a:lnTo>
                  <a:pt x="289699" y="44020"/>
                </a:lnTo>
                <a:lnTo>
                  <a:pt x="289913" y="43963"/>
                </a:lnTo>
                <a:lnTo>
                  <a:pt x="290125" y="43909"/>
                </a:lnTo>
                <a:lnTo>
                  <a:pt x="290335" y="43859"/>
                </a:lnTo>
                <a:lnTo>
                  <a:pt x="290544" y="43813"/>
                </a:lnTo>
                <a:lnTo>
                  <a:pt x="290750" y="43771"/>
                </a:lnTo>
                <a:lnTo>
                  <a:pt x="290954" y="43732"/>
                </a:lnTo>
                <a:lnTo>
                  <a:pt x="291157" y="43697"/>
                </a:lnTo>
                <a:lnTo>
                  <a:pt x="291357" y="43665"/>
                </a:lnTo>
                <a:lnTo>
                  <a:pt x="291555" y="43638"/>
                </a:lnTo>
                <a:lnTo>
                  <a:pt x="291752" y="43614"/>
                </a:lnTo>
                <a:lnTo>
                  <a:pt x="291946" y="43593"/>
                </a:lnTo>
                <a:lnTo>
                  <a:pt x="292139" y="43577"/>
                </a:lnTo>
                <a:lnTo>
                  <a:pt x="292329" y="43564"/>
                </a:lnTo>
                <a:lnTo>
                  <a:pt x="292518" y="43555"/>
                </a:lnTo>
                <a:lnTo>
                  <a:pt x="292704" y="43549"/>
                </a:lnTo>
                <a:lnTo>
                  <a:pt x="292889" y="43547"/>
                </a:lnTo>
                <a:lnTo>
                  <a:pt x="293042" y="43549"/>
                </a:lnTo>
                <a:lnTo>
                  <a:pt x="293193" y="43554"/>
                </a:lnTo>
                <a:lnTo>
                  <a:pt x="293341" y="43563"/>
                </a:lnTo>
                <a:lnTo>
                  <a:pt x="293488" y="43575"/>
                </a:lnTo>
                <a:lnTo>
                  <a:pt x="293633" y="43590"/>
                </a:lnTo>
                <a:lnTo>
                  <a:pt x="293775" y="43609"/>
                </a:lnTo>
                <a:lnTo>
                  <a:pt x="293915" y="43632"/>
                </a:lnTo>
                <a:lnTo>
                  <a:pt x="294054" y="43658"/>
                </a:lnTo>
                <a:lnTo>
                  <a:pt x="294190" y="43687"/>
                </a:lnTo>
                <a:lnTo>
                  <a:pt x="294324" y="43720"/>
                </a:lnTo>
                <a:lnTo>
                  <a:pt x="294456" y="43756"/>
                </a:lnTo>
                <a:lnTo>
                  <a:pt x="294586" y="43795"/>
                </a:lnTo>
                <a:lnTo>
                  <a:pt x="294714" y="43839"/>
                </a:lnTo>
                <a:lnTo>
                  <a:pt x="294839" y="43885"/>
                </a:lnTo>
                <a:lnTo>
                  <a:pt x="294963" y="43935"/>
                </a:lnTo>
                <a:lnTo>
                  <a:pt x="295084" y="43989"/>
                </a:lnTo>
                <a:lnTo>
                  <a:pt x="295204" y="44045"/>
                </a:lnTo>
                <a:lnTo>
                  <a:pt x="295321" y="44106"/>
                </a:lnTo>
                <a:lnTo>
                  <a:pt x="295436" y="44170"/>
                </a:lnTo>
                <a:lnTo>
                  <a:pt x="295549" y="44237"/>
                </a:lnTo>
                <a:lnTo>
                  <a:pt x="295660" y="44307"/>
                </a:lnTo>
                <a:lnTo>
                  <a:pt x="295769" y="44382"/>
                </a:lnTo>
                <a:lnTo>
                  <a:pt x="295876" y="44459"/>
                </a:lnTo>
                <a:lnTo>
                  <a:pt x="295981" y="44540"/>
                </a:lnTo>
                <a:lnTo>
                  <a:pt x="296083" y="44625"/>
                </a:lnTo>
                <a:lnTo>
                  <a:pt x="296182" y="44714"/>
                </a:lnTo>
                <a:lnTo>
                  <a:pt x="296279" y="44807"/>
                </a:lnTo>
                <a:lnTo>
                  <a:pt x="296373" y="44904"/>
                </a:lnTo>
                <a:lnTo>
                  <a:pt x="296465" y="45005"/>
                </a:lnTo>
                <a:lnTo>
                  <a:pt x="296554" y="45110"/>
                </a:lnTo>
                <a:lnTo>
                  <a:pt x="296640" y="45219"/>
                </a:lnTo>
                <a:lnTo>
                  <a:pt x="296723" y="45332"/>
                </a:lnTo>
                <a:lnTo>
                  <a:pt x="296803" y="45449"/>
                </a:lnTo>
                <a:lnTo>
                  <a:pt x="296881" y="45571"/>
                </a:lnTo>
                <a:lnTo>
                  <a:pt x="296956" y="45696"/>
                </a:lnTo>
                <a:lnTo>
                  <a:pt x="297029" y="45825"/>
                </a:lnTo>
                <a:lnTo>
                  <a:pt x="297099" y="45959"/>
                </a:lnTo>
                <a:lnTo>
                  <a:pt x="297166" y="46097"/>
                </a:lnTo>
                <a:lnTo>
                  <a:pt x="297230" y="46238"/>
                </a:lnTo>
                <a:lnTo>
                  <a:pt x="297291" y="46384"/>
                </a:lnTo>
                <a:lnTo>
                  <a:pt x="297350" y="46534"/>
                </a:lnTo>
                <a:lnTo>
                  <a:pt x="297406" y="46688"/>
                </a:lnTo>
                <a:lnTo>
                  <a:pt x="297460" y="46846"/>
                </a:lnTo>
                <a:lnTo>
                  <a:pt x="297511" y="47008"/>
                </a:lnTo>
                <a:lnTo>
                  <a:pt x="297559" y="47174"/>
                </a:lnTo>
                <a:lnTo>
                  <a:pt x="297604" y="47344"/>
                </a:lnTo>
                <a:lnTo>
                  <a:pt x="297646" y="47518"/>
                </a:lnTo>
                <a:lnTo>
                  <a:pt x="297686" y="47696"/>
                </a:lnTo>
                <a:lnTo>
                  <a:pt x="297724" y="47892"/>
                </a:lnTo>
                <a:lnTo>
                  <a:pt x="297760" y="48120"/>
                </a:lnTo>
                <a:lnTo>
                  <a:pt x="297795" y="48380"/>
                </a:lnTo>
                <a:lnTo>
                  <a:pt x="297827" y="48672"/>
                </a:lnTo>
                <a:lnTo>
                  <a:pt x="297859" y="48995"/>
                </a:lnTo>
                <a:lnTo>
                  <a:pt x="297888" y="49351"/>
                </a:lnTo>
                <a:lnTo>
                  <a:pt x="297916" y="49738"/>
                </a:lnTo>
                <a:lnTo>
                  <a:pt x="297943" y="50157"/>
                </a:lnTo>
                <a:lnTo>
                  <a:pt x="297968" y="50609"/>
                </a:lnTo>
                <a:lnTo>
                  <a:pt x="297991" y="51092"/>
                </a:lnTo>
                <a:lnTo>
                  <a:pt x="298013" y="51607"/>
                </a:lnTo>
                <a:lnTo>
                  <a:pt x="298033" y="52154"/>
                </a:lnTo>
                <a:lnTo>
                  <a:pt x="298051" y="52732"/>
                </a:lnTo>
                <a:lnTo>
                  <a:pt x="298068" y="53343"/>
                </a:lnTo>
                <a:lnTo>
                  <a:pt x="298083" y="53986"/>
                </a:lnTo>
                <a:lnTo>
                  <a:pt x="298097" y="54660"/>
                </a:lnTo>
                <a:lnTo>
                  <a:pt x="298109" y="55367"/>
                </a:lnTo>
                <a:lnTo>
                  <a:pt x="298119" y="56105"/>
                </a:lnTo>
                <a:lnTo>
                  <a:pt x="298128" y="56875"/>
                </a:lnTo>
                <a:lnTo>
                  <a:pt x="298135" y="57677"/>
                </a:lnTo>
                <a:lnTo>
                  <a:pt x="298141" y="58511"/>
                </a:lnTo>
                <a:lnTo>
                  <a:pt x="298145" y="59377"/>
                </a:lnTo>
                <a:lnTo>
                  <a:pt x="298147" y="60275"/>
                </a:lnTo>
                <a:lnTo>
                  <a:pt x="298148" y="61204"/>
                </a:lnTo>
                <a:lnTo>
                  <a:pt x="298148" y="86379"/>
                </a:lnTo>
                <a:lnTo>
                  <a:pt x="298148" y="86844"/>
                </a:lnTo>
                <a:lnTo>
                  <a:pt x="298146" y="87294"/>
                </a:lnTo>
                <a:lnTo>
                  <a:pt x="298143" y="87728"/>
                </a:lnTo>
                <a:lnTo>
                  <a:pt x="298138" y="88146"/>
                </a:lnTo>
                <a:lnTo>
                  <a:pt x="298133" y="88549"/>
                </a:lnTo>
                <a:lnTo>
                  <a:pt x="298126" y="88936"/>
                </a:lnTo>
                <a:lnTo>
                  <a:pt x="298118" y="89308"/>
                </a:lnTo>
                <a:lnTo>
                  <a:pt x="298109" y="89665"/>
                </a:lnTo>
                <a:lnTo>
                  <a:pt x="298098" y="90006"/>
                </a:lnTo>
                <a:lnTo>
                  <a:pt x="298087" y="90331"/>
                </a:lnTo>
                <a:lnTo>
                  <a:pt x="298074" y="90641"/>
                </a:lnTo>
                <a:lnTo>
                  <a:pt x="298059" y="90935"/>
                </a:lnTo>
                <a:lnTo>
                  <a:pt x="298044" y="91214"/>
                </a:lnTo>
                <a:lnTo>
                  <a:pt x="298027" y="91477"/>
                </a:lnTo>
                <a:lnTo>
                  <a:pt x="298009" y="91725"/>
                </a:lnTo>
                <a:lnTo>
                  <a:pt x="297990" y="91958"/>
                </a:lnTo>
                <a:lnTo>
                  <a:pt x="297970" y="92174"/>
                </a:lnTo>
                <a:lnTo>
                  <a:pt x="297948" y="92376"/>
                </a:lnTo>
                <a:lnTo>
                  <a:pt x="297926" y="92562"/>
                </a:lnTo>
                <a:lnTo>
                  <a:pt x="297901" y="92732"/>
                </a:lnTo>
                <a:lnTo>
                  <a:pt x="297876" y="92887"/>
                </a:lnTo>
                <a:lnTo>
                  <a:pt x="297850" y="93026"/>
                </a:lnTo>
                <a:lnTo>
                  <a:pt x="297822" y="93150"/>
                </a:lnTo>
                <a:lnTo>
                  <a:pt x="297793" y="93258"/>
                </a:lnTo>
                <a:lnTo>
                  <a:pt x="297732" y="93462"/>
                </a:lnTo>
                <a:lnTo>
                  <a:pt x="297667" y="93662"/>
                </a:lnTo>
                <a:lnTo>
                  <a:pt x="297599" y="93858"/>
                </a:lnTo>
                <a:lnTo>
                  <a:pt x="297526" y="94048"/>
                </a:lnTo>
                <a:lnTo>
                  <a:pt x="297450" y="94234"/>
                </a:lnTo>
                <a:lnTo>
                  <a:pt x="297371" y="94415"/>
                </a:lnTo>
                <a:lnTo>
                  <a:pt x="297288" y="94592"/>
                </a:lnTo>
                <a:lnTo>
                  <a:pt x="297201" y="94763"/>
                </a:lnTo>
                <a:lnTo>
                  <a:pt x="297110" y="94931"/>
                </a:lnTo>
                <a:lnTo>
                  <a:pt x="297016" y="95093"/>
                </a:lnTo>
                <a:lnTo>
                  <a:pt x="296917" y="95251"/>
                </a:lnTo>
                <a:lnTo>
                  <a:pt x="296816" y="95404"/>
                </a:lnTo>
                <a:lnTo>
                  <a:pt x="296710" y="95552"/>
                </a:lnTo>
                <a:lnTo>
                  <a:pt x="296601" y="95696"/>
                </a:lnTo>
                <a:lnTo>
                  <a:pt x="296488" y="95835"/>
                </a:lnTo>
                <a:lnTo>
                  <a:pt x="296371" y="95969"/>
                </a:lnTo>
                <a:lnTo>
                  <a:pt x="296251" y="96099"/>
                </a:lnTo>
                <a:lnTo>
                  <a:pt x="296127" y="96224"/>
                </a:lnTo>
                <a:lnTo>
                  <a:pt x="295999" y="96344"/>
                </a:lnTo>
                <a:lnTo>
                  <a:pt x="295868" y="96460"/>
                </a:lnTo>
                <a:lnTo>
                  <a:pt x="295733" y="96571"/>
                </a:lnTo>
                <a:lnTo>
                  <a:pt x="295594" y="96677"/>
                </a:lnTo>
                <a:lnTo>
                  <a:pt x="295452" y="96779"/>
                </a:lnTo>
                <a:lnTo>
                  <a:pt x="295305" y="96876"/>
                </a:lnTo>
                <a:lnTo>
                  <a:pt x="295100" y="97003"/>
                </a:lnTo>
                <a:lnTo>
                  <a:pt x="294885" y="97125"/>
                </a:lnTo>
                <a:lnTo>
                  <a:pt x="294661" y="97241"/>
                </a:lnTo>
                <a:lnTo>
                  <a:pt x="294429" y="97352"/>
                </a:lnTo>
                <a:lnTo>
                  <a:pt x="294187" y="97458"/>
                </a:lnTo>
                <a:lnTo>
                  <a:pt x="293937" y="97558"/>
                </a:lnTo>
                <a:lnTo>
                  <a:pt x="293678" y="97653"/>
                </a:lnTo>
                <a:lnTo>
                  <a:pt x="293410" y="97742"/>
                </a:lnTo>
                <a:lnTo>
                  <a:pt x="293133" y="97826"/>
                </a:lnTo>
                <a:lnTo>
                  <a:pt x="292847" y="97904"/>
                </a:lnTo>
                <a:lnTo>
                  <a:pt x="292553" y="97978"/>
                </a:lnTo>
                <a:lnTo>
                  <a:pt x="292249" y="98045"/>
                </a:lnTo>
                <a:lnTo>
                  <a:pt x="291937" y="98107"/>
                </a:lnTo>
                <a:lnTo>
                  <a:pt x="291616" y="98164"/>
                </a:lnTo>
                <a:lnTo>
                  <a:pt x="291285" y="98216"/>
                </a:lnTo>
                <a:lnTo>
                  <a:pt x="290946" y="98262"/>
                </a:lnTo>
                <a:lnTo>
                  <a:pt x="290598" y="98302"/>
                </a:lnTo>
                <a:lnTo>
                  <a:pt x="290241" y="98338"/>
                </a:lnTo>
                <a:lnTo>
                  <a:pt x="289876" y="98367"/>
                </a:lnTo>
                <a:lnTo>
                  <a:pt x="289501" y="98392"/>
                </a:lnTo>
                <a:lnTo>
                  <a:pt x="289118" y="98411"/>
                </a:lnTo>
                <a:lnTo>
                  <a:pt x="288725" y="98424"/>
                </a:lnTo>
                <a:lnTo>
                  <a:pt x="288324" y="98432"/>
                </a:lnTo>
                <a:lnTo>
                  <a:pt x="287914" y="98435"/>
                </a:lnTo>
                <a:lnTo>
                  <a:pt x="287914" y="101065"/>
                </a:lnTo>
                <a:lnTo>
                  <a:pt x="321247" y="101065"/>
                </a:lnTo>
                <a:lnTo>
                  <a:pt x="321247" y="98435"/>
                </a:lnTo>
                <a:lnTo>
                  <a:pt x="320883" y="98433"/>
                </a:lnTo>
                <a:lnTo>
                  <a:pt x="320527" y="98426"/>
                </a:lnTo>
                <a:lnTo>
                  <a:pt x="320177" y="98415"/>
                </a:lnTo>
                <a:lnTo>
                  <a:pt x="319835" y="98400"/>
                </a:lnTo>
                <a:lnTo>
                  <a:pt x="319500" y="98380"/>
                </a:lnTo>
                <a:lnTo>
                  <a:pt x="319172" y="98355"/>
                </a:lnTo>
                <a:lnTo>
                  <a:pt x="318852" y="98327"/>
                </a:lnTo>
                <a:lnTo>
                  <a:pt x="318538" y="98293"/>
                </a:lnTo>
                <a:lnTo>
                  <a:pt x="318232" y="98256"/>
                </a:lnTo>
                <a:lnTo>
                  <a:pt x="317932" y="98214"/>
                </a:lnTo>
                <a:lnTo>
                  <a:pt x="317640" y="98167"/>
                </a:lnTo>
                <a:lnTo>
                  <a:pt x="317356" y="98116"/>
                </a:lnTo>
                <a:lnTo>
                  <a:pt x="317078" y="98061"/>
                </a:lnTo>
                <a:lnTo>
                  <a:pt x="316807" y="98001"/>
                </a:lnTo>
                <a:lnTo>
                  <a:pt x="316544" y="97937"/>
                </a:lnTo>
                <a:lnTo>
                  <a:pt x="316287" y="97868"/>
                </a:lnTo>
                <a:lnTo>
                  <a:pt x="316038" y="97795"/>
                </a:lnTo>
                <a:lnTo>
                  <a:pt x="315796" y="97718"/>
                </a:lnTo>
                <a:lnTo>
                  <a:pt x="315562" y="97636"/>
                </a:lnTo>
                <a:lnTo>
                  <a:pt x="315334" y="97550"/>
                </a:lnTo>
                <a:lnTo>
                  <a:pt x="315113" y="97459"/>
                </a:lnTo>
                <a:lnTo>
                  <a:pt x="314900" y="97364"/>
                </a:lnTo>
                <a:lnTo>
                  <a:pt x="314694" y="97264"/>
                </a:lnTo>
                <a:lnTo>
                  <a:pt x="314495" y="97160"/>
                </a:lnTo>
                <a:lnTo>
                  <a:pt x="314302" y="97053"/>
                </a:lnTo>
                <a:lnTo>
                  <a:pt x="314114" y="96943"/>
                </a:lnTo>
                <a:lnTo>
                  <a:pt x="313931" y="96831"/>
                </a:lnTo>
                <a:lnTo>
                  <a:pt x="313753" y="96717"/>
                </a:lnTo>
                <a:lnTo>
                  <a:pt x="313579" y="96600"/>
                </a:lnTo>
                <a:lnTo>
                  <a:pt x="313411" y="96482"/>
                </a:lnTo>
                <a:lnTo>
                  <a:pt x="313248" y="96361"/>
                </a:lnTo>
                <a:lnTo>
                  <a:pt x="313089" y="96238"/>
                </a:lnTo>
                <a:lnTo>
                  <a:pt x="312936" y="96113"/>
                </a:lnTo>
                <a:lnTo>
                  <a:pt x="312787" y="95985"/>
                </a:lnTo>
                <a:lnTo>
                  <a:pt x="312644" y="95856"/>
                </a:lnTo>
                <a:lnTo>
                  <a:pt x="312505" y="95724"/>
                </a:lnTo>
                <a:lnTo>
                  <a:pt x="312371" y="95590"/>
                </a:lnTo>
                <a:lnTo>
                  <a:pt x="312242" y="95453"/>
                </a:lnTo>
                <a:lnTo>
                  <a:pt x="312118" y="95315"/>
                </a:lnTo>
                <a:lnTo>
                  <a:pt x="311999" y="95174"/>
                </a:lnTo>
                <a:lnTo>
                  <a:pt x="311885" y="95031"/>
                </a:lnTo>
                <a:lnTo>
                  <a:pt x="311776" y="94886"/>
                </a:lnTo>
                <a:lnTo>
                  <a:pt x="311672" y="94739"/>
                </a:lnTo>
                <a:lnTo>
                  <a:pt x="311573" y="94589"/>
                </a:lnTo>
                <a:lnTo>
                  <a:pt x="311479" y="94437"/>
                </a:lnTo>
                <a:lnTo>
                  <a:pt x="311389" y="94283"/>
                </a:lnTo>
                <a:lnTo>
                  <a:pt x="311305" y="94127"/>
                </a:lnTo>
                <a:lnTo>
                  <a:pt x="311226" y="93969"/>
                </a:lnTo>
                <a:lnTo>
                  <a:pt x="311115" y="93734"/>
                </a:lnTo>
                <a:lnTo>
                  <a:pt x="311010" y="93490"/>
                </a:lnTo>
                <a:lnTo>
                  <a:pt x="310909" y="93236"/>
                </a:lnTo>
                <a:lnTo>
                  <a:pt x="310813" y="92974"/>
                </a:lnTo>
                <a:lnTo>
                  <a:pt x="310721" y="92703"/>
                </a:lnTo>
                <a:lnTo>
                  <a:pt x="310635" y="92422"/>
                </a:lnTo>
                <a:lnTo>
                  <a:pt x="310553" y="92133"/>
                </a:lnTo>
                <a:lnTo>
                  <a:pt x="310475" y="91834"/>
                </a:lnTo>
                <a:lnTo>
                  <a:pt x="310403" y="91526"/>
                </a:lnTo>
                <a:lnTo>
                  <a:pt x="310335" y="91209"/>
                </a:lnTo>
                <a:lnTo>
                  <a:pt x="310271" y="90883"/>
                </a:lnTo>
                <a:lnTo>
                  <a:pt x="310213" y="90548"/>
                </a:lnTo>
                <a:lnTo>
                  <a:pt x="310159" y="90204"/>
                </a:lnTo>
                <a:lnTo>
                  <a:pt x="310110" y="89851"/>
                </a:lnTo>
                <a:lnTo>
                  <a:pt x="310065" y="89488"/>
                </a:lnTo>
                <a:lnTo>
                  <a:pt x="310025" y="89117"/>
                </a:lnTo>
                <a:lnTo>
                  <a:pt x="309990" y="88736"/>
                </a:lnTo>
                <a:lnTo>
                  <a:pt x="309960" y="88347"/>
                </a:lnTo>
                <a:lnTo>
                  <a:pt x="309934" y="87948"/>
                </a:lnTo>
                <a:lnTo>
                  <a:pt x="309913" y="87540"/>
                </a:lnTo>
                <a:lnTo>
                  <a:pt x="309896" y="87123"/>
                </a:lnTo>
                <a:lnTo>
                  <a:pt x="309885" y="86697"/>
                </a:lnTo>
                <a:lnTo>
                  <a:pt x="309878" y="86262"/>
                </a:lnTo>
                <a:lnTo>
                  <a:pt x="309875" y="85817"/>
                </a:lnTo>
                <a:lnTo>
                  <a:pt x="309875" y="54697"/>
                </a:lnTo>
                <a:lnTo>
                  <a:pt x="310159" y="54148"/>
                </a:lnTo>
                <a:lnTo>
                  <a:pt x="310442" y="53612"/>
                </a:lnTo>
                <a:lnTo>
                  <a:pt x="310725" y="53090"/>
                </a:lnTo>
                <a:lnTo>
                  <a:pt x="311006" y="52580"/>
                </a:lnTo>
                <a:lnTo>
                  <a:pt x="311287" y="52083"/>
                </a:lnTo>
                <a:lnTo>
                  <a:pt x="311568" y="51600"/>
                </a:lnTo>
                <a:lnTo>
                  <a:pt x="311847" y="51129"/>
                </a:lnTo>
                <a:lnTo>
                  <a:pt x="312126" y="50672"/>
                </a:lnTo>
                <a:lnTo>
                  <a:pt x="312404" y="50228"/>
                </a:lnTo>
                <a:lnTo>
                  <a:pt x="312681" y="49796"/>
                </a:lnTo>
                <a:lnTo>
                  <a:pt x="312958" y="49378"/>
                </a:lnTo>
                <a:lnTo>
                  <a:pt x="313233" y="48973"/>
                </a:lnTo>
                <a:lnTo>
                  <a:pt x="313508" y="48580"/>
                </a:lnTo>
                <a:lnTo>
                  <a:pt x="313783" y="48201"/>
                </a:lnTo>
                <a:lnTo>
                  <a:pt x="314056" y="47835"/>
                </a:lnTo>
                <a:lnTo>
                  <a:pt x="314329" y="47482"/>
                </a:lnTo>
                <a:lnTo>
                  <a:pt x="314601" y="47142"/>
                </a:lnTo>
                <a:lnTo>
                  <a:pt x="314872" y="46815"/>
                </a:lnTo>
                <a:lnTo>
                  <a:pt x="315143" y="46501"/>
                </a:lnTo>
                <a:lnTo>
                  <a:pt x="315413" y="46200"/>
                </a:lnTo>
                <a:lnTo>
                  <a:pt x="315682" y="45912"/>
                </a:lnTo>
                <a:lnTo>
                  <a:pt x="315950" y="45637"/>
                </a:lnTo>
                <a:lnTo>
                  <a:pt x="316218" y="45375"/>
                </a:lnTo>
                <a:lnTo>
                  <a:pt x="316485" y="45126"/>
                </a:lnTo>
                <a:lnTo>
                  <a:pt x="316609" y="45011"/>
                </a:lnTo>
                <a:lnTo>
                  <a:pt x="316732" y="44900"/>
                </a:lnTo>
                <a:lnTo>
                  <a:pt x="316855" y="44794"/>
                </a:lnTo>
                <a:lnTo>
                  <a:pt x="316976" y="44693"/>
                </a:lnTo>
                <a:lnTo>
                  <a:pt x="317098" y="44598"/>
                </a:lnTo>
                <a:lnTo>
                  <a:pt x="317218" y="44506"/>
                </a:lnTo>
                <a:lnTo>
                  <a:pt x="317337" y="44420"/>
                </a:lnTo>
                <a:lnTo>
                  <a:pt x="317456" y="44339"/>
                </a:lnTo>
                <a:lnTo>
                  <a:pt x="317574" y="44263"/>
                </a:lnTo>
                <a:lnTo>
                  <a:pt x="317692" y="44192"/>
                </a:lnTo>
                <a:lnTo>
                  <a:pt x="317808" y="44125"/>
                </a:lnTo>
                <a:lnTo>
                  <a:pt x="317924" y="44064"/>
                </a:lnTo>
                <a:lnTo>
                  <a:pt x="318039" y="44007"/>
                </a:lnTo>
                <a:lnTo>
                  <a:pt x="318154" y="43955"/>
                </a:lnTo>
                <a:lnTo>
                  <a:pt x="318267" y="43909"/>
                </a:lnTo>
                <a:lnTo>
                  <a:pt x="318380" y="43867"/>
                </a:lnTo>
                <a:lnTo>
                  <a:pt x="318492" y="43830"/>
                </a:lnTo>
                <a:lnTo>
                  <a:pt x="318604" y="43798"/>
                </a:lnTo>
                <a:lnTo>
                  <a:pt x="318714" y="43771"/>
                </a:lnTo>
                <a:lnTo>
                  <a:pt x="318824" y="43749"/>
                </a:lnTo>
                <a:lnTo>
                  <a:pt x="318934" y="43732"/>
                </a:lnTo>
                <a:lnTo>
                  <a:pt x="319042" y="43719"/>
                </a:lnTo>
                <a:lnTo>
                  <a:pt x="319150" y="43712"/>
                </a:lnTo>
                <a:lnTo>
                  <a:pt x="319257" y="43709"/>
                </a:lnTo>
                <a:lnTo>
                  <a:pt x="319384" y="43714"/>
                </a:lnTo>
                <a:lnTo>
                  <a:pt x="319517" y="43726"/>
                </a:lnTo>
                <a:lnTo>
                  <a:pt x="319655" y="43748"/>
                </a:lnTo>
                <a:lnTo>
                  <a:pt x="319799" y="43778"/>
                </a:lnTo>
                <a:lnTo>
                  <a:pt x="319948" y="43816"/>
                </a:lnTo>
                <a:lnTo>
                  <a:pt x="320103" y="43863"/>
                </a:lnTo>
                <a:lnTo>
                  <a:pt x="320263" y="43918"/>
                </a:lnTo>
                <a:lnTo>
                  <a:pt x="320429" y="43982"/>
                </a:lnTo>
                <a:lnTo>
                  <a:pt x="320601" y="44054"/>
                </a:lnTo>
                <a:lnTo>
                  <a:pt x="320778" y="44135"/>
                </a:lnTo>
                <a:lnTo>
                  <a:pt x="320961" y="44225"/>
                </a:lnTo>
                <a:lnTo>
                  <a:pt x="321149" y="44322"/>
                </a:lnTo>
                <a:lnTo>
                  <a:pt x="321343" y="44429"/>
                </a:lnTo>
                <a:lnTo>
                  <a:pt x="321542" y="44544"/>
                </a:lnTo>
                <a:lnTo>
                  <a:pt x="321747" y="44667"/>
                </a:lnTo>
                <a:lnTo>
                  <a:pt x="321957" y="44799"/>
                </a:lnTo>
                <a:lnTo>
                  <a:pt x="322173" y="44940"/>
                </a:lnTo>
                <a:lnTo>
                  <a:pt x="322395" y="45089"/>
                </a:lnTo>
                <a:lnTo>
                  <a:pt x="322622" y="45246"/>
                </a:lnTo>
                <a:lnTo>
                  <a:pt x="322855" y="45412"/>
                </a:lnTo>
                <a:lnTo>
                  <a:pt x="323093" y="45587"/>
                </a:lnTo>
                <a:lnTo>
                  <a:pt x="323337" y="45770"/>
                </a:lnTo>
                <a:lnTo>
                  <a:pt x="323586" y="45961"/>
                </a:lnTo>
                <a:lnTo>
                  <a:pt x="323841" y="46161"/>
                </a:lnTo>
                <a:lnTo>
                  <a:pt x="324097" y="46361"/>
                </a:lnTo>
                <a:lnTo>
                  <a:pt x="324352" y="46553"/>
                </a:lnTo>
                <a:lnTo>
                  <a:pt x="324604" y="46736"/>
                </a:lnTo>
                <a:lnTo>
                  <a:pt x="324855" y="46911"/>
                </a:lnTo>
                <a:lnTo>
                  <a:pt x="325103" y="47077"/>
                </a:lnTo>
                <a:lnTo>
                  <a:pt x="325349" y="47234"/>
                </a:lnTo>
                <a:lnTo>
                  <a:pt x="325593" y="47383"/>
                </a:lnTo>
                <a:lnTo>
                  <a:pt x="325835" y="47524"/>
                </a:lnTo>
                <a:lnTo>
                  <a:pt x="326075" y="47656"/>
                </a:lnTo>
                <a:lnTo>
                  <a:pt x="326312" y="47779"/>
                </a:lnTo>
                <a:lnTo>
                  <a:pt x="326548" y="47894"/>
                </a:lnTo>
                <a:lnTo>
                  <a:pt x="326781" y="48000"/>
                </a:lnTo>
                <a:lnTo>
                  <a:pt x="327013" y="48098"/>
                </a:lnTo>
                <a:lnTo>
                  <a:pt x="327242" y="48188"/>
                </a:lnTo>
                <a:lnTo>
                  <a:pt x="327469" y="48269"/>
                </a:lnTo>
                <a:lnTo>
                  <a:pt x="327695" y="48341"/>
                </a:lnTo>
                <a:lnTo>
                  <a:pt x="327918" y="48405"/>
                </a:lnTo>
                <a:lnTo>
                  <a:pt x="328139" y="48460"/>
                </a:lnTo>
                <a:lnTo>
                  <a:pt x="328357" y="48507"/>
                </a:lnTo>
                <a:lnTo>
                  <a:pt x="328574" y="48545"/>
                </a:lnTo>
                <a:lnTo>
                  <a:pt x="328789" y="48575"/>
                </a:lnTo>
                <a:lnTo>
                  <a:pt x="329001" y="48596"/>
                </a:lnTo>
                <a:lnTo>
                  <a:pt x="329212" y="48609"/>
                </a:lnTo>
                <a:lnTo>
                  <a:pt x="329420" y="48613"/>
                </a:lnTo>
                <a:lnTo>
                  <a:pt x="329632" y="48610"/>
                </a:lnTo>
                <a:lnTo>
                  <a:pt x="329842" y="48600"/>
                </a:lnTo>
                <a:lnTo>
                  <a:pt x="330049" y="48583"/>
                </a:lnTo>
                <a:lnTo>
                  <a:pt x="330253" y="48560"/>
                </a:lnTo>
                <a:lnTo>
                  <a:pt x="330455" y="48530"/>
                </a:lnTo>
                <a:lnTo>
                  <a:pt x="330655" y="48493"/>
                </a:lnTo>
                <a:lnTo>
                  <a:pt x="330852" y="48450"/>
                </a:lnTo>
                <a:lnTo>
                  <a:pt x="331047" y="48400"/>
                </a:lnTo>
                <a:lnTo>
                  <a:pt x="331239" y="48344"/>
                </a:lnTo>
                <a:lnTo>
                  <a:pt x="331429" y="48280"/>
                </a:lnTo>
                <a:lnTo>
                  <a:pt x="331616" y="48210"/>
                </a:lnTo>
                <a:lnTo>
                  <a:pt x="331801" y="48134"/>
                </a:lnTo>
                <a:lnTo>
                  <a:pt x="331983" y="48050"/>
                </a:lnTo>
                <a:lnTo>
                  <a:pt x="332163" y="47960"/>
                </a:lnTo>
                <a:lnTo>
                  <a:pt x="332341" y="47864"/>
                </a:lnTo>
                <a:lnTo>
                  <a:pt x="332516" y="47761"/>
                </a:lnTo>
                <a:lnTo>
                  <a:pt x="332688" y="47651"/>
                </a:lnTo>
                <a:lnTo>
                  <a:pt x="332858" y="47534"/>
                </a:lnTo>
                <a:lnTo>
                  <a:pt x="333026" y="47411"/>
                </a:lnTo>
                <a:lnTo>
                  <a:pt x="333191" y="47281"/>
                </a:lnTo>
                <a:lnTo>
                  <a:pt x="333353" y="47144"/>
                </a:lnTo>
                <a:lnTo>
                  <a:pt x="333514" y="47001"/>
                </a:lnTo>
                <a:lnTo>
                  <a:pt x="333671" y="46851"/>
                </a:lnTo>
                <a:lnTo>
                  <a:pt x="333827" y="46694"/>
                </a:lnTo>
                <a:lnTo>
                  <a:pt x="333977" y="46533"/>
                </a:lnTo>
                <a:lnTo>
                  <a:pt x="334122" y="46369"/>
                </a:lnTo>
                <a:lnTo>
                  <a:pt x="334260" y="46201"/>
                </a:lnTo>
                <a:lnTo>
                  <a:pt x="334391" y="46031"/>
                </a:lnTo>
                <a:lnTo>
                  <a:pt x="334516" y="45858"/>
                </a:lnTo>
                <a:lnTo>
                  <a:pt x="334635" y="45682"/>
                </a:lnTo>
                <a:lnTo>
                  <a:pt x="334747" y="45503"/>
                </a:lnTo>
                <a:lnTo>
                  <a:pt x="334853" y="45320"/>
                </a:lnTo>
                <a:lnTo>
                  <a:pt x="334953" y="45135"/>
                </a:lnTo>
                <a:lnTo>
                  <a:pt x="335046" y="44947"/>
                </a:lnTo>
                <a:lnTo>
                  <a:pt x="335132" y="44756"/>
                </a:lnTo>
                <a:lnTo>
                  <a:pt x="335212" y="44562"/>
                </a:lnTo>
                <a:lnTo>
                  <a:pt x="335286" y="44365"/>
                </a:lnTo>
                <a:lnTo>
                  <a:pt x="335354" y="44165"/>
                </a:lnTo>
                <a:lnTo>
                  <a:pt x="335415" y="43963"/>
                </a:lnTo>
                <a:lnTo>
                  <a:pt x="335469" y="43757"/>
                </a:lnTo>
                <a:lnTo>
                  <a:pt x="335517" y="43548"/>
                </a:lnTo>
                <a:lnTo>
                  <a:pt x="335559" y="43336"/>
                </a:lnTo>
                <a:lnTo>
                  <a:pt x="335594" y="43122"/>
                </a:lnTo>
                <a:lnTo>
                  <a:pt x="335623" y="42904"/>
                </a:lnTo>
                <a:lnTo>
                  <a:pt x="335646" y="42683"/>
                </a:lnTo>
                <a:lnTo>
                  <a:pt x="335662" y="42460"/>
                </a:lnTo>
                <a:lnTo>
                  <a:pt x="335671" y="42233"/>
                </a:lnTo>
                <a:lnTo>
                  <a:pt x="335674" y="42004"/>
                </a:lnTo>
                <a:lnTo>
                  <a:pt x="335670" y="41744"/>
                </a:lnTo>
                <a:lnTo>
                  <a:pt x="335657" y="41488"/>
                </a:lnTo>
                <a:lnTo>
                  <a:pt x="335634" y="41234"/>
                </a:lnTo>
                <a:lnTo>
                  <a:pt x="335603" y="40982"/>
                </a:lnTo>
                <a:lnTo>
                  <a:pt x="335563" y="40733"/>
                </a:lnTo>
                <a:lnTo>
                  <a:pt x="335514" y="40487"/>
                </a:lnTo>
                <a:lnTo>
                  <a:pt x="335457" y="40243"/>
                </a:lnTo>
                <a:lnTo>
                  <a:pt x="335390" y="40002"/>
                </a:lnTo>
                <a:lnTo>
                  <a:pt x="335315" y="39763"/>
                </a:lnTo>
                <a:lnTo>
                  <a:pt x="335230" y="39527"/>
                </a:lnTo>
                <a:lnTo>
                  <a:pt x="335137" y="39294"/>
                </a:lnTo>
                <a:lnTo>
                  <a:pt x="335035" y="39063"/>
                </a:lnTo>
                <a:lnTo>
                  <a:pt x="334924" y="38835"/>
                </a:lnTo>
                <a:lnTo>
                  <a:pt x="334804" y="38609"/>
                </a:lnTo>
                <a:lnTo>
                  <a:pt x="334675" y="38386"/>
                </a:lnTo>
                <a:lnTo>
                  <a:pt x="334537" y="38166"/>
                </a:lnTo>
                <a:lnTo>
                  <a:pt x="334391" y="37948"/>
                </a:lnTo>
                <a:lnTo>
                  <a:pt x="334235" y="37733"/>
                </a:lnTo>
                <a:lnTo>
                  <a:pt x="334071" y="37520"/>
                </a:lnTo>
                <a:lnTo>
                  <a:pt x="333898" y="37310"/>
                </a:lnTo>
                <a:lnTo>
                  <a:pt x="333715" y="37102"/>
                </a:lnTo>
                <a:lnTo>
                  <a:pt x="333524" y="36898"/>
                </a:lnTo>
                <a:lnTo>
                  <a:pt x="333325" y="36695"/>
                </a:lnTo>
                <a:lnTo>
                  <a:pt x="333116" y="36496"/>
                </a:lnTo>
                <a:lnTo>
                  <a:pt x="332900" y="36301"/>
                </a:lnTo>
                <a:lnTo>
                  <a:pt x="332680" y="36115"/>
                </a:lnTo>
                <a:lnTo>
                  <a:pt x="332455" y="35938"/>
                </a:lnTo>
                <a:lnTo>
                  <a:pt x="332225" y="35768"/>
                </a:lnTo>
                <a:lnTo>
                  <a:pt x="331991" y="35607"/>
                </a:lnTo>
                <a:lnTo>
                  <a:pt x="331752" y="35454"/>
                </a:lnTo>
                <a:lnTo>
                  <a:pt x="331508" y="35309"/>
                </a:lnTo>
                <a:lnTo>
                  <a:pt x="331260" y="35173"/>
                </a:lnTo>
                <a:lnTo>
                  <a:pt x="331007" y="35045"/>
                </a:lnTo>
                <a:lnTo>
                  <a:pt x="330749" y="34925"/>
                </a:lnTo>
                <a:lnTo>
                  <a:pt x="330487" y="34813"/>
                </a:lnTo>
                <a:lnTo>
                  <a:pt x="330220" y="34710"/>
                </a:lnTo>
                <a:lnTo>
                  <a:pt x="329948" y="34615"/>
                </a:lnTo>
                <a:lnTo>
                  <a:pt x="329671" y="34528"/>
                </a:lnTo>
                <a:lnTo>
                  <a:pt x="329390" y="34449"/>
                </a:lnTo>
                <a:lnTo>
                  <a:pt x="329104" y="34379"/>
                </a:lnTo>
                <a:lnTo>
                  <a:pt x="328814" y="34317"/>
                </a:lnTo>
                <a:lnTo>
                  <a:pt x="328518" y="34263"/>
                </a:lnTo>
                <a:lnTo>
                  <a:pt x="328218" y="34218"/>
                </a:lnTo>
                <a:lnTo>
                  <a:pt x="327914" y="34181"/>
                </a:lnTo>
                <a:lnTo>
                  <a:pt x="327604" y="34152"/>
                </a:lnTo>
                <a:lnTo>
                  <a:pt x="327290" y="34131"/>
                </a:lnTo>
                <a:lnTo>
                  <a:pt x="326972" y="34119"/>
                </a:lnTo>
                <a:lnTo>
                  <a:pt x="326648" y="34115"/>
                </a:lnTo>
                <a:lnTo>
                  <a:pt x="325932" y="34140"/>
                </a:lnTo>
                <a:lnTo>
                  <a:pt x="325218" y="34216"/>
                </a:lnTo>
                <a:lnTo>
                  <a:pt x="324505" y="34343"/>
                </a:lnTo>
                <a:lnTo>
                  <a:pt x="323793" y="34521"/>
                </a:lnTo>
                <a:lnTo>
                  <a:pt x="323083" y="34750"/>
                </a:lnTo>
                <a:lnTo>
                  <a:pt x="322375" y="35030"/>
                </a:lnTo>
                <a:lnTo>
                  <a:pt x="321668" y="35360"/>
                </a:lnTo>
                <a:lnTo>
                  <a:pt x="320962" y="35741"/>
                </a:lnTo>
                <a:lnTo>
                  <a:pt x="320258" y="36174"/>
                </a:lnTo>
                <a:lnTo>
                  <a:pt x="319556" y="36656"/>
                </a:lnTo>
                <a:lnTo>
                  <a:pt x="318855" y="37190"/>
                </a:lnTo>
                <a:lnTo>
                  <a:pt x="318155" y="37775"/>
                </a:lnTo>
                <a:lnTo>
                  <a:pt x="317457" y="38410"/>
                </a:lnTo>
                <a:lnTo>
                  <a:pt x="316760" y="39097"/>
                </a:lnTo>
                <a:lnTo>
                  <a:pt x="316065" y="39834"/>
                </a:lnTo>
                <a:lnTo>
                  <a:pt x="315371" y="40622"/>
                </a:lnTo>
                <a:lnTo>
                  <a:pt x="314679" y="41461"/>
                </a:lnTo>
                <a:lnTo>
                  <a:pt x="313988" y="42350"/>
                </a:lnTo>
                <a:lnTo>
                  <a:pt x="313299" y="43291"/>
                </a:lnTo>
                <a:lnTo>
                  <a:pt x="312611" y="44282"/>
                </a:lnTo>
                <a:lnTo>
                  <a:pt x="311925" y="45324"/>
                </a:lnTo>
                <a:lnTo>
                  <a:pt x="311240" y="46417"/>
                </a:lnTo>
                <a:lnTo>
                  <a:pt x="310557" y="47561"/>
                </a:lnTo>
                <a:lnTo>
                  <a:pt x="309875" y="48756"/>
                </a:lnTo>
                <a:lnTo>
                  <a:pt x="309875" y="34115"/>
                </a:lnTo>
                <a:lnTo>
                  <a:pt x="306890" y="34115"/>
                </a:lnTo>
                <a:lnTo>
                  <a:pt x="287203" y="42057"/>
                </a:lnTo>
                <a:lnTo>
                  <a:pt x="287914" y="44611"/>
                </a:lnTo>
                <a:close/>
                <a:moveTo>
                  <a:pt x="247878" y="34181"/>
                </a:moveTo>
                <a:lnTo>
                  <a:pt x="247213" y="34232"/>
                </a:lnTo>
                <a:lnTo>
                  <a:pt x="246551" y="34298"/>
                </a:lnTo>
                <a:lnTo>
                  <a:pt x="245892" y="34379"/>
                </a:lnTo>
                <a:lnTo>
                  <a:pt x="245236" y="34474"/>
                </a:lnTo>
                <a:lnTo>
                  <a:pt x="244583" y="34584"/>
                </a:lnTo>
                <a:lnTo>
                  <a:pt x="243933" y="34709"/>
                </a:lnTo>
                <a:lnTo>
                  <a:pt x="243286" y="34848"/>
                </a:lnTo>
                <a:lnTo>
                  <a:pt x="242642" y="35002"/>
                </a:lnTo>
                <a:lnTo>
                  <a:pt x="242001" y="35171"/>
                </a:lnTo>
                <a:lnTo>
                  <a:pt x="241363" y="35354"/>
                </a:lnTo>
                <a:lnTo>
                  <a:pt x="240728" y="35552"/>
                </a:lnTo>
                <a:lnTo>
                  <a:pt x="240096" y="35765"/>
                </a:lnTo>
                <a:lnTo>
                  <a:pt x="239466" y="35992"/>
                </a:lnTo>
                <a:lnTo>
                  <a:pt x="238840" y="36234"/>
                </a:lnTo>
                <a:lnTo>
                  <a:pt x="238217" y="36491"/>
                </a:lnTo>
                <a:lnTo>
                  <a:pt x="237596" y="36762"/>
                </a:lnTo>
                <a:lnTo>
                  <a:pt x="236979" y="37048"/>
                </a:lnTo>
                <a:lnTo>
                  <a:pt x="236364" y="37349"/>
                </a:lnTo>
                <a:lnTo>
                  <a:pt x="235753" y="37664"/>
                </a:lnTo>
                <a:lnTo>
                  <a:pt x="235144" y="37994"/>
                </a:lnTo>
                <a:lnTo>
                  <a:pt x="234539" y="38339"/>
                </a:lnTo>
                <a:lnTo>
                  <a:pt x="233939" y="38699"/>
                </a:lnTo>
                <a:lnTo>
                  <a:pt x="233350" y="39075"/>
                </a:lnTo>
                <a:lnTo>
                  <a:pt x="232770" y="39467"/>
                </a:lnTo>
                <a:lnTo>
                  <a:pt x="232200" y="39875"/>
                </a:lnTo>
                <a:lnTo>
                  <a:pt x="231640" y="40299"/>
                </a:lnTo>
                <a:lnTo>
                  <a:pt x="231089" y="40740"/>
                </a:lnTo>
                <a:lnTo>
                  <a:pt x="230549" y="41196"/>
                </a:lnTo>
                <a:lnTo>
                  <a:pt x="230018" y="41668"/>
                </a:lnTo>
                <a:lnTo>
                  <a:pt x="229496" y="42156"/>
                </a:lnTo>
                <a:lnTo>
                  <a:pt x="228985" y="42661"/>
                </a:lnTo>
                <a:lnTo>
                  <a:pt x="228483" y="43181"/>
                </a:lnTo>
                <a:lnTo>
                  <a:pt x="227991" y="43717"/>
                </a:lnTo>
                <a:lnTo>
                  <a:pt x="227509" y="44270"/>
                </a:lnTo>
                <a:lnTo>
                  <a:pt x="227036" y="44838"/>
                </a:lnTo>
                <a:lnTo>
                  <a:pt x="226574" y="45422"/>
                </a:lnTo>
                <a:lnTo>
                  <a:pt x="226121" y="46023"/>
                </a:lnTo>
                <a:lnTo>
                  <a:pt x="225677" y="46639"/>
                </a:lnTo>
                <a:lnTo>
                  <a:pt x="225244" y="47272"/>
                </a:lnTo>
                <a:lnTo>
                  <a:pt x="224820" y="47920"/>
                </a:lnTo>
                <a:lnTo>
                  <a:pt x="224406" y="48585"/>
                </a:lnTo>
                <a:lnTo>
                  <a:pt x="224002" y="49265"/>
                </a:lnTo>
                <a:lnTo>
                  <a:pt x="223607" y="49962"/>
                </a:lnTo>
                <a:lnTo>
                  <a:pt x="223222" y="50674"/>
                </a:lnTo>
                <a:lnTo>
                  <a:pt x="222847" y="51403"/>
                </a:lnTo>
                <a:lnTo>
                  <a:pt x="222485" y="52140"/>
                </a:lnTo>
                <a:lnTo>
                  <a:pt x="222138" y="52877"/>
                </a:lnTo>
                <a:lnTo>
                  <a:pt x="221806" y="53615"/>
                </a:lnTo>
                <a:lnTo>
                  <a:pt x="221490" y="54352"/>
                </a:lnTo>
                <a:lnTo>
                  <a:pt x="221189" y="55091"/>
                </a:lnTo>
                <a:lnTo>
                  <a:pt x="220904" y="55829"/>
                </a:lnTo>
                <a:lnTo>
                  <a:pt x="220634" y="56568"/>
                </a:lnTo>
                <a:lnTo>
                  <a:pt x="220379" y="57308"/>
                </a:lnTo>
                <a:lnTo>
                  <a:pt x="220140" y="58048"/>
                </a:lnTo>
                <a:lnTo>
                  <a:pt x="219917" y="58788"/>
                </a:lnTo>
                <a:lnTo>
                  <a:pt x="219709" y="59528"/>
                </a:lnTo>
                <a:lnTo>
                  <a:pt x="219516" y="60269"/>
                </a:lnTo>
                <a:lnTo>
                  <a:pt x="219338" y="61011"/>
                </a:lnTo>
                <a:lnTo>
                  <a:pt x="219176" y="61752"/>
                </a:lnTo>
                <a:lnTo>
                  <a:pt x="219030" y="62494"/>
                </a:lnTo>
                <a:lnTo>
                  <a:pt x="218899" y="63237"/>
                </a:lnTo>
                <a:lnTo>
                  <a:pt x="218783" y="63979"/>
                </a:lnTo>
                <a:lnTo>
                  <a:pt x="218683" y="64722"/>
                </a:lnTo>
                <a:lnTo>
                  <a:pt x="218598" y="65466"/>
                </a:lnTo>
                <a:lnTo>
                  <a:pt x="218529" y="66210"/>
                </a:lnTo>
                <a:lnTo>
                  <a:pt x="218475" y="66954"/>
                </a:lnTo>
                <a:lnTo>
                  <a:pt x="218436" y="67699"/>
                </a:lnTo>
                <a:lnTo>
                  <a:pt x="218413" y="68443"/>
                </a:lnTo>
                <a:lnTo>
                  <a:pt x="218405" y="69189"/>
                </a:lnTo>
                <a:lnTo>
                  <a:pt x="218418" y="70208"/>
                </a:lnTo>
                <a:lnTo>
                  <a:pt x="218456" y="71219"/>
                </a:lnTo>
                <a:lnTo>
                  <a:pt x="218520" y="72222"/>
                </a:lnTo>
                <a:lnTo>
                  <a:pt x="218609" y="73216"/>
                </a:lnTo>
                <a:lnTo>
                  <a:pt x="218723" y="74202"/>
                </a:lnTo>
                <a:lnTo>
                  <a:pt x="218863" y="75179"/>
                </a:lnTo>
                <a:lnTo>
                  <a:pt x="219028" y="76148"/>
                </a:lnTo>
                <a:lnTo>
                  <a:pt x="219219" y="77109"/>
                </a:lnTo>
                <a:lnTo>
                  <a:pt x="219435" y="78061"/>
                </a:lnTo>
                <a:lnTo>
                  <a:pt x="219676" y="79005"/>
                </a:lnTo>
                <a:lnTo>
                  <a:pt x="219943" y="79940"/>
                </a:lnTo>
                <a:lnTo>
                  <a:pt x="220235" y="80867"/>
                </a:lnTo>
                <a:lnTo>
                  <a:pt x="220553" y="81786"/>
                </a:lnTo>
                <a:lnTo>
                  <a:pt x="220896" y="82696"/>
                </a:lnTo>
                <a:lnTo>
                  <a:pt x="221265" y="83598"/>
                </a:lnTo>
                <a:lnTo>
                  <a:pt x="221659" y="84492"/>
                </a:lnTo>
                <a:lnTo>
                  <a:pt x="222078" y="85377"/>
                </a:lnTo>
                <a:lnTo>
                  <a:pt x="222523" y="86254"/>
                </a:lnTo>
                <a:lnTo>
                  <a:pt x="222993" y="87122"/>
                </a:lnTo>
                <a:lnTo>
                  <a:pt x="223489" y="87983"/>
                </a:lnTo>
                <a:lnTo>
                  <a:pt x="224010" y="88834"/>
                </a:lnTo>
                <a:lnTo>
                  <a:pt x="224556" y="89677"/>
                </a:lnTo>
                <a:lnTo>
                  <a:pt x="225128" y="90512"/>
                </a:lnTo>
                <a:lnTo>
                  <a:pt x="225726" y="91339"/>
                </a:lnTo>
                <a:lnTo>
                  <a:pt x="226459" y="92295"/>
                </a:lnTo>
                <a:lnTo>
                  <a:pt x="227213" y="93210"/>
                </a:lnTo>
                <a:lnTo>
                  <a:pt x="227988" y="94085"/>
                </a:lnTo>
                <a:lnTo>
                  <a:pt x="228784" y="94919"/>
                </a:lnTo>
                <a:lnTo>
                  <a:pt x="229601" y="95712"/>
                </a:lnTo>
                <a:lnTo>
                  <a:pt x="230439" y="96465"/>
                </a:lnTo>
                <a:lnTo>
                  <a:pt x="231298" y="97176"/>
                </a:lnTo>
                <a:lnTo>
                  <a:pt x="232177" y="97848"/>
                </a:lnTo>
                <a:lnTo>
                  <a:pt x="233078" y="98478"/>
                </a:lnTo>
                <a:lnTo>
                  <a:pt x="234000" y="99068"/>
                </a:lnTo>
                <a:lnTo>
                  <a:pt x="234943" y="99617"/>
                </a:lnTo>
                <a:lnTo>
                  <a:pt x="235907" y="100126"/>
                </a:lnTo>
                <a:lnTo>
                  <a:pt x="236892" y="100594"/>
                </a:lnTo>
                <a:lnTo>
                  <a:pt x="237897" y="101021"/>
                </a:lnTo>
                <a:lnTo>
                  <a:pt x="238924" y="101407"/>
                </a:lnTo>
                <a:lnTo>
                  <a:pt x="239972" y="101753"/>
                </a:lnTo>
                <a:lnTo>
                  <a:pt x="241040" y="102058"/>
                </a:lnTo>
                <a:lnTo>
                  <a:pt x="242130" y="102322"/>
                </a:lnTo>
                <a:lnTo>
                  <a:pt x="243241" y="102546"/>
                </a:lnTo>
                <a:lnTo>
                  <a:pt x="244372" y="102729"/>
                </a:lnTo>
                <a:lnTo>
                  <a:pt x="245525" y="102872"/>
                </a:lnTo>
                <a:lnTo>
                  <a:pt x="246698" y="102973"/>
                </a:lnTo>
                <a:lnTo>
                  <a:pt x="247893" y="103034"/>
                </a:lnTo>
                <a:lnTo>
                  <a:pt x="249108" y="103055"/>
                </a:lnTo>
                <a:lnTo>
                  <a:pt x="249858" y="103047"/>
                </a:lnTo>
                <a:lnTo>
                  <a:pt x="250601" y="103023"/>
                </a:lnTo>
                <a:lnTo>
                  <a:pt x="251339" y="102984"/>
                </a:lnTo>
                <a:lnTo>
                  <a:pt x="252071" y="102928"/>
                </a:lnTo>
                <a:lnTo>
                  <a:pt x="252797" y="102857"/>
                </a:lnTo>
                <a:lnTo>
                  <a:pt x="253517" y="102771"/>
                </a:lnTo>
                <a:lnTo>
                  <a:pt x="254232" y="102668"/>
                </a:lnTo>
                <a:lnTo>
                  <a:pt x="254940" y="102550"/>
                </a:lnTo>
                <a:lnTo>
                  <a:pt x="255643" y="102416"/>
                </a:lnTo>
                <a:lnTo>
                  <a:pt x="256340" y="102266"/>
                </a:lnTo>
                <a:lnTo>
                  <a:pt x="257032" y="102100"/>
                </a:lnTo>
                <a:lnTo>
                  <a:pt x="257717" y="101919"/>
                </a:lnTo>
                <a:lnTo>
                  <a:pt x="258397" y="101721"/>
                </a:lnTo>
                <a:lnTo>
                  <a:pt x="259071" y="101508"/>
                </a:lnTo>
                <a:lnTo>
                  <a:pt x="259739" y="101280"/>
                </a:lnTo>
                <a:lnTo>
                  <a:pt x="260401" y="101035"/>
                </a:lnTo>
                <a:lnTo>
                  <a:pt x="261057" y="100775"/>
                </a:lnTo>
                <a:lnTo>
                  <a:pt x="261708" y="100499"/>
                </a:lnTo>
                <a:lnTo>
                  <a:pt x="262353" y="100207"/>
                </a:lnTo>
                <a:lnTo>
                  <a:pt x="262992" y="99899"/>
                </a:lnTo>
                <a:lnTo>
                  <a:pt x="263625" y="99576"/>
                </a:lnTo>
                <a:lnTo>
                  <a:pt x="264253" y="99236"/>
                </a:lnTo>
                <a:lnTo>
                  <a:pt x="264875" y="98881"/>
                </a:lnTo>
                <a:lnTo>
                  <a:pt x="265491" y="98511"/>
                </a:lnTo>
                <a:lnTo>
                  <a:pt x="266098" y="98124"/>
                </a:lnTo>
                <a:lnTo>
                  <a:pt x="266695" y="97723"/>
                </a:lnTo>
                <a:lnTo>
                  <a:pt x="267280" y="97306"/>
                </a:lnTo>
                <a:lnTo>
                  <a:pt x="267855" y="96874"/>
                </a:lnTo>
                <a:lnTo>
                  <a:pt x="268418" y="96426"/>
                </a:lnTo>
                <a:lnTo>
                  <a:pt x="268971" y="95963"/>
                </a:lnTo>
                <a:lnTo>
                  <a:pt x="269512" y="95485"/>
                </a:lnTo>
                <a:lnTo>
                  <a:pt x="270043" y="94992"/>
                </a:lnTo>
                <a:lnTo>
                  <a:pt x="270563" y="94484"/>
                </a:lnTo>
                <a:lnTo>
                  <a:pt x="271071" y="93960"/>
                </a:lnTo>
                <a:lnTo>
                  <a:pt x="271569" y="93421"/>
                </a:lnTo>
                <a:lnTo>
                  <a:pt x="272056" y="92866"/>
                </a:lnTo>
                <a:lnTo>
                  <a:pt x="272532" y="92297"/>
                </a:lnTo>
                <a:lnTo>
                  <a:pt x="272996" y="91712"/>
                </a:lnTo>
                <a:lnTo>
                  <a:pt x="273450" y="91112"/>
                </a:lnTo>
                <a:lnTo>
                  <a:pt x="273893" y="90496"/>
                </a:lnTo>
                <a:lnTo>
                  <a:pt x="274325" y="89865"/>
                </a:lnTo>
                <a:lnTo>
                  <a:pt x="274746" y="89219"/>
                </a:lnTo>
                <a:lnTo>
                  <a:pt x="275155" y="88558"/>
                </a:lnTo>
                <a:lnTo>
                  <a:pt x="275554" y="87881"/>
                </a:lnTo>
                <a:lnTo>
                  <a:pt x="275942" y="87190"/>
                </a:lnTo>
                <a:lnTo>
                  <a:pt x="276319" y="86482"/>
                </a:lnTo>
                <a:lnTo>
                  <a:pt x="276685" y="85760"/>
                </a:lnTo>
                <a:lnTo>
                  <a:pt x="277040" y="85022"/>
                </a:lnTo>
                <a:lnTo>
                  <a:pt x="277382" y="84277"/>
                </a:lnTo>
                <a:lnTo>
                  <a:pt x="277710" y="83533"/>
                </a:lnTo>
                <a:lnTo>
                  <a:pt x="278023" y="82789"/>
                </a:lnTo>
                <a:lnTo>
                  <a:pt x="278321" y="82046"/>
                </a:lnTo>
                <a:lnTo>
                  <a:pt x="278605" y="81304"/>
                </a:lnTo>
                <a:lnTo>
                  <a:pt x="278874" y="80563"/>
                </a:lnTo>
                <a:lnTo>
                  <a:pt x="279129" y="79822"/>
                </a:lnTo>
                <a:lnTo>
                  <a:pt x="279369" y="79082"/>
                </a:lnTo>
                <a:lnTo>
                  <a:pt x="279595" y="78343"/>
                </a:lnTo>
                <a:lnTo>
                  <a:pt x="279806" y="77604"/>
                </a:lnTo>
                <a:lnTo>
                  <a:pt x="280003" y="76866"/>
                </a:lnTo>
                <a:lnTo>
                  <a:pt x="280185" y="76129"/>
                </a:lnTo>
                <a:lnTo>
                  <a:pt x="280352" y="75393"/>
                </a:lnTo>
                <a:lnTo>
                  <a:pt x="280505" y="74658"/>
                </a:lnTo>
                <a:lnTo>
                  <a:pt x="280643" y="73923"/>
                </a:lnTo>
                <a:lnTo>
                  <a:pt x="280767" y="73189"/>
                </a:lnTo>
                <a:lnTo>
                  <a:pt x="280876" y="72456"/>
                </a:lnTo>
                <a:lnTo>
                  <a:pt x="280971" y="71723"/>
                </a:lnTo>
                <a:lnTo>
                  <a:pt x="281051" y="70991"/>
                </a:lnTo>
                <a:lnTo>
                  <a:pt x="281117" y="70260"/>
                </a:lnTo>
                <a:lnTo>
                  <a:pt x="281168" y="69530"/>
                </a:lnTo>
                <a:lnTo>
                  <a:pt x="281204" y="68800"/>
                </a:lnTo>
                <a:lnTo>
                  <a:pt x="281226" y="68071"/>
                </a:lnTo>
                <a:lnTo>
                  <a:pt x="281233" y="67343"/>
                </a:lnTo>
                <a:lnTo>
                  <a:pt x="281220" y="66313"/>
                </a:lnTo>
                <a:lnTo>
                  <a:pt x="281180" y="65292"/>
                </a:lnTo>
                <a:lnTo>
                  <a:pt x="281114" y="64281"/>
                </a:lnTo>
                <a:lnTo>
                  <a:pt x="281022" y="63280"/>
                </a:lnTo>
                <a:lnTo>
                  <a:pt x="280903" y="62289"/>
                </a:lnTo>
                <a:lnTo>
                  <a:pt x="280758" y="61308"/>
                </a:lnTo>
                <a:lnTo>
                  <a:pt x="280586" y="60336"/>
                </a:lnTo>
                <a:lnTo>
                  <a:pt x="280388" y="59375"/>
                </a:lnTo>
                <a:lnTo>
                  <a:pt x="280164" y="58423"/>
                </a:lnTo>
                <a:lnTo>
                  <a:pt x="279913" y="57481"/>
                </a:lnTo>
                <a:lnTo>
                  <a:pt x="279636" y="56549"/>
                </a:lnTo>
                <a:lnTo>
                  <a:pt x="279332" y="55627"/>
                </a:lnTo>
                <a:lnTo>
                  <a:pt x="279002" y="54715"/>
                </a:lnTo>
                <a:lnTo>
                  <a:pt x="278645" y="53813"/>
                </a:lnTo>
                <a:lnTo>
                  <a:pt x="278262" y="52920"/>
                </a:lnTo>
                <a:lnTo>
                  <a:pt x="277853" y="52038"/>
                </a:lnTo>
                <a:lnTo>
                  <a:pt x="277417" y="51165"/>
                </a:lnTo>
                <a:lnTo>
                  <a:pt x="276955" y="50302"/>
                </a:lnTo>
                <a:lnTo>
                  <a:pt x="276467" y="49450"/>
                </a:lnTo>
                <a:lnTo>
                  <a:pt x="275952" y="48606"/>
                </a:lnTo>
                <a:lnTo>
                  <a:pt x="275411" y="47773"/>
                </a:lnTo>
                <a:lnTo>
                  <a:pt x="274843" y="46950"/>
                </a:lnTo>
                <a:lnTo>
                  <a:pt x="274249" y="46137"/>
                </a:lnTo>
                <a:lnTo>
                  <a:pt x="273628" y="45333"/>
                </a:lnTo>
                <a:lnTo>
                  <a:pt x="272872" y="44418"/>
                </a:lnTo>
                <a:lnTo>
                  <a:pt x="272095" y="43541"/>
                </a:lnTo>
                <a:lnTo>
                  <a:pt x="271298" y="42704"/>
                </a:lnTo>
                <a:lnTo>
                  <a:pt x="270481" y="41905"/>
                </a:lnTo>
                <a:lnTo>
                  <a:pt x="269644" y="41146"/>
                </a:lnTo>
                <a:lnTo>
                  <a:pt x="268787" y="40425"/>
                </a:lnTo>
                <a:lnTo>
                  <a:pt x="267909" y="39743"/>
                </a:lnTo>
                <a:lnTo>
                  <a:pt x="267011" y="39101"/>
                </a:lnTo>
                <a:lnTo>
                  <a:pt x="266092" y="38497"/>
                </a:lnTo>
                <a:lnTo>
                  <a:pt x="265154" y="37932"/>
                </a:lnTo>
                <a:lnTo>
                  <a:pt x="264195" y="37406"/>
                </a:lnTo>
                <a:lnTo>
                  <a:pt x="263216" y="36919"/>
                </a:lnTo>
                <a:lnTo>
                  <a:pt x="262217" y="36471"/>
                </a:lnTo>
                <a:lnTo>
                  <a:pt x="261198" y="36062"/>
                </a:lnTo>
                <a:lnTo>
                  <a:pt x="260158" y="35692"/>
                </a:lnTo>
                <a:lnTo>
                  <a:pt x="259098" y="35361"/>
                </a:lnTo>
                <a:lnTo>
                  <a:pt x="258018" y="35069"/>
                </a:lnTo>
                <a:lnTo>
                  <a:pt x="256917" y="34816"/>
                </a:lnTo>
                <a:lnTo>
                  <a:pt x="255797" y="34602"/>
                </a:lnTo>
                <a:lnTo>
                  <a:pt x="254656" y="34426"/>
                </a:lnTo>
                <a:lnTo>
                  <a:pt x="253495" y="34290"/>
                </a:lnTo>
                <a:lnTo>
                  <a:pt x="252314" y="34193"/>
                </a:lnTo>
                <a:lnTo>
                  <a:pt x="251112" y="34134"/>
                </a:lnTo>
                <a:lnTo>
                  <a:pt x="249890" y="34115"/>
                </a:lnTo>
                <a:lnTo>
                  <a:pt x="249217" y="34122"/>
                </a:lnTo>
                <a:lnTo>
                  <a:pt x="248546" y="34144"/>
                </a:lnTo>
                <a:lnTo>
                  <a:pt x="247878" y="34181"/>
                </a:lnTo>
                <a:close/>
                <a:moveTo>
                  <a:pt x="249598" y="38912"/>
                </a:moveTo>
                <a:lnTo>
                  <a:pt x="250216" y="38995"/>
                </a:lnTo>
                <a:lnTo>
                  <a:pt x="250824" y="39101"/>
                </a:lnTo>
                <a:lnTo>
                  <a:pt x="251423" y="39231"/>
                </a:lnTo>
                <a:lnTo>
                  <a:pt x="252012" y="39385"/>
                </a:lnTo>
                <a:lnTo>
                  <a:pt x="252591" y="39563"/>
                </a:lnTo>
                <a:lnTo>
                  <a:pt x="253161" y="39764"/>
                </a:lnTo>
                <a:lnTo>
                  <a:pt x="253721" y="39988"/>
                </a:lnTo>
                <a:lnTo>
                  <a:pt x="254271" y="40237"/>
                </a:lnTo>
                <a:lnTo>
                  <a:pt x="254812" y="40509"/>
                </a:lnTo>
                <a:lnTo>
                  <a:pt x="255343" y="40805"/>
                </a:lnTo>
                <a:lnTo>
                  <a:pt x="255865" y="41124"/>
                </a:lnTo>
                <a:lnTo>
                  <a:pt x="256377" y="41467"/>
                </a:lnTo>
                <a:lnTo>
                  <a:pt x="256879" y="41834"/>
                </a:lnTo>
                <a:lnTo>
                  <a:pt x="257372" y="42224"/>
                </a:lnTo>
                <a:lnTo>
                  <a:pt x="257855" y="42638"/>
                </a:lnTo>
                <a:lnTo>
                  <a:pt x="258328" y="43076"/>
                </a:lnTo>
                <a:lnTo>
                  <a:pt x="258792" y="43537"/>
                </a:lnTo>
                <a:lnTo>
                  <a:pt x="259246" y="44022"/>
                </a:lnTo>
                <a:lnTo>
                  <a:pt x="259691" y="44531"/>
                </a:lnTo>
                <a:lnTo>
                  <a:pt x="260126" y="45063"/>
                </a:lnTo>
                <a:lnTo>
                  <a:pt x="260551" y="45619"/>
                </a:lnTo>
                <a:lnTo>
                  <a:pt x="261160" y="46461"/>
                </a:lnTo>
                <a:lnTo>
                  <a:pt x="261743" y="47327"/>
                </a:lnTo>
                <a:lnTo>
                  <a:pt x="262300" y="48220"/>
                </a:lnTo>
                <a:lnTo>
                  <a:pt x="262831" y="49138"/>
                </a:lnTo>
                <a:lnTo>
                  <a:pt x="263337" y="50081"/>
                </a:lnTo>
                <a:lnTo>
                  <a:pt x="263816" y="51050"/>
                </a:lnTo>
                <a:lnTo>
                  <a:pt x="264269" y="52045"/>
                </a:lnTo>
                <a:lnTo>
                  <a:pt x="264697" y="53066"/>
                </a:lnTo>
                <a:lnTo>
                  <a:pt x="265099" y="54112"/>
                </a:lnTo>
                <a:lnTo>
                  <a:pt x="265474" y="55184"/>
                </a:lnTo>
                <a:lnTo>
                  <a:pt x="265824" y="56281"/>
                </a:lnTo>
                <a:lnTo>
                  <a:pt x="266148" y="57404"/>
                </a:lnTo>
                <a:lnTo>
                  <a:pt x="266446" y="58553"/>
                </a:lnTo>
                <a:lnTo>
                  <a:pt x="266718" y="59727"/>
                </a:lnTo>
                <a:lnTo>
                  <a:pt x="266964" y="60927"/>
                </a:lnTo>
                <a:lnTo>
                  <a:pt x="267184" y="62153"/>
                </a:lnTo>
                <a:lnTo>
                  <a:pt x="267379" y="63404"/>
                </a:lnTo>
                <a:lnTo>
                  <a:pt x="267547" y="64681"/>
                </a:lnTo>
                <a:lnTo>
                  <a:pt x="267690" y="65983"/>
                </a:lnTo>
                <a:lnTo>
                  <a:pt x="267806" y="67311"/>
                </a:lnTo>
                <a:lnTo>
                  <a:pt x="267897" y="68665"/>
                </a:lnTo>
                <a:lnTo>
                  <a:pt x="267962" y="70044"/>
                </a:lnTo>
                <a:lnTo>
                  <a:pt x="268001" y="71449"/>
                </a:lnTo>
                <a:lnTo>
                  <a:pt x="268014" y="72880"/>
                </a:lnTo>
                <a:lnTo>
                  <a:pt x="268006" y="74019"/>
                </a:lnTo>
                <a:lnTo>
                  <a:pt x="267983" y="75130"/>
                </a:lnTo>
                <a:lnTo>
                  <a:pt x="267944" y="76213"/>
                </a:lnTo>
                <a:lnTo>
                  <a:pt x="267889" y="77267"/>
                </a:lnTo>
                <a:lnTo>
                  <a:pt x="267819" y="78293"/>
                </a:lnTo>
                <a:lnTo>
                  <a:pt x="267734" y="79291"/>
                </a:lnTo>
                <a:lnTo>
                  <a:pt x="267633" y="80260"/>
                </a:lnTo>
                <a:lnTo>
                  <a:pt x="267516" y="81201"/>
                </a:lnTo>
                <a:lnTo>
                  <a:pt x="267384" y="82113"/>
                </a:lnTo>
                <a:lnTo>
                  <a:pt x="267236" y="82998"/>
                </a:lnTo>
                <a:lnTo>
                  <a:pt x="267073" y="83853"/>
                </a:lnTo>
                <a:lnTo>
                  <a:pt x="266894" y="84681"/>
                </a:lnTo>
                <a:lnTo>
                  <a:pt x="266700" y="85480"/>
                </a:lnTo>
                <a:lnTo>
                  <a:pt x="266490" y="86251"/>
                </a:lnTo>
                <a:lnTo>
                  <a:pt x="266265" y="86993"/>
                </a:lnTo>
                <a:lnTo>
                  <a:pt x="266024" y="87708"/>
                </a:lnTo>
                <a:lnTo>
                  <a:pt x="265767" y="88393"/>
                </a:lnTo>
                <a:lnTo>
                  <a:pt x="265495" y="89051"/>
                </a:lnTo>
                <a:lnTo>
                  <a:pt x="265207" y="89680"/>
                </a:lnTo>
                <a:lnTo>
                  <a:pt x="264904" y="90281"/>
                </a:lnTo>
                <a:lnTo>
                  <a:pt x="264586" y="90853"/>
                </a:lnTo>
                <a:lnTo>
                  <a:pt x="264251" y="91397"/>
                </a:lnTo>
                <a:lnTo>
                  <a:pt x="263901" y="91913"/>
                </a:lnTo>
                <a:lnTo>
                  <a:pt x="263536" y="92401"/>
                </a:lnTo>
                <a:lnTo>
                  <a:pt x="263159" y="92864"/>
                </a:lnTo>
                <a:lnTo>
                  <a:pt x="262773" y="93308"/>
                </a:lnTo>
                <a:lnTo>
                  <a:pt x="262379" y="93732"/>
                </a:lnTo>
                <a:lnTo>
                  <a:pt x="261976" y="94136"/>
                </a:lnTo>
                <a:lnTo>
                  <a:pt x="261566" y="94520"/>
                </a:lnTo>
                <a:lnTo>
                  <a:pt x="261146" y="94885"/>
                </a:lnTo>
                <a:lnTo>
                  <a:pt x="260719" y="95230"/>
                </a:lnTo>
                <a:lnTo>
                  <a:pt x="260283" y="95556"/>
                </a:lnTo>
                <a:lnTo>
                  <a:pt x="259838" y="95861"/>
                </a:lnTo>
                <a:lnTo>
                  <a:pt x="259385" y="96147"/>
                </a:lnTo>
                <a:lnTo>
                  <a:pt x="258924" y="96413"/>
                </a:lnTo>
                <a:lnTo>
                  <a:pt x="258454" y="96660"/>
                </a:lnTo>
                <a:lnTo>
                  <a:pt x="257976" y="96887"/>
                </a:lnTo>
                <a:lnTo>
                  <a:pt x="257490" y="97094"/>
                </a:lnTo>
                <a:lnTo>
                  <a:pt x="256995" y="97281"/>
                </a:lnTo>
                <a:lnTo>
                  <a:pt x="256492" y="97449"/>
                </a:lnTo>
                <a:lnTo>
                  <a:pt x="255980" y="97597"/>
                </a:lnTo>
                <a:lnTo>
                  <a:pt x="255460" y="97725"/>
                </a:lnTo>
                <a:lnTo>
                  <a:pt x="254932" y="97833"/>
                </a:lnTo>
                <a:lnTo>
                  <a:pt x="254395" y="97922"/>
                </a:lnTo>
                <a:lnTo>
                  <a:pt x="253850" y="97991"/>
                </a:lnTo>
                <a:lnTo>
                  <a:pt x="253297" y="98040"/>
                </a:lnTo>
                <a:lnTo>
                  <a:pt x="252735" y="98070"/>
                </a:lnTo>
                <a:lnTo>
                  <a:pt x="252165" y="98080"/>
                </a:lnTo>
                <a:lnTo>
                  <a:pt x="251401" y="98062"/>
                </a:lnTo>
                <a:lnTo>
                  <a:pt x="250650" y="98008"/>
                </a:lnTo>
                <a:lnTo>
                  <a:pt x="249911" y="97919"/>
                </a:lnTo>
                <a:lnTo>
                  <a:pt x="249184" y="97794"/>
                </a:lnTo>
                <a:lnTo>
                  <a:pt x="248471" y="97633"/>
                </a:lnTo>
                <a:lnTo>
                  <a:pt x="247769" y="97436"/>
                </a:lnTo>
                <a:lnTo>
                  <a:pt x="247080" y="97204"/>
                </a:lnTo>
                <a:lnTo>
                  <a:pt x="246404" y="96936"/>
                </a:lnTo>
                <a:lnTo>
                  <a:pt x="245740" y="96632"/>
                </a:lnTo>
                <a:lnTo>
                  <a:pt x="245088" y="96293"/>
                </a:lnTo>
                <a:lnTo>
                  <a:pt x="244449" y="95918"/>
                </a:lnTo>
                <a:lnTo>
                  <a:pt x="243822" y="95507"/>
                </a:lnTo>
                <a:lnTo>
                  <a:pt x="243208" y="95060"/>
                </a:lnTo>
                <a:lnTo>
                  <a:pt x="242607" y="94577"/>
                </a:lnTo>
                <a:lnTo>
                  <a:pt x="242017" y="94059"/>
                </a:lnTo>
                <a:lnTo>
                  <a:pt x="241441" y="93505"/>
                </a:lnTo>
                <a:lnTo>
                  <a:pt x="240876" y="92916"/>
                </a:lnTo>
                <a:lnTo>
                  <a:pt x="240324" y="92290"/>
                </a:lnTo>
                <a:lnTo>
                  <a:pt x="239785" y="91629"/>
                </a:lnTo>
                <a:lnTo>
                  <a:pt x="239258" y="90932"/>
                </a:lnTo>
                <a:lnTo>
                  <a:pt x="238744" y="90200"/>
                </a:lnTo>
                <a:lnTo>
                  <a:pt x="238242" y="89431"/>
                </a:lnTo>
                <a:lnTo>
                  <a:pt x="237752" y="88627"/>
                </a:lnTo>
                <a:lnTo>
                  <a:pt x="237275" y="87788"/>
                </a:lnTo>
                <a:lnTo>
                  <a:pt x="236814" y="86923"/>
                </a:lnTo>
                <a:lnTo>
                  <a:pt x="236372" y="86045"/>
                </a:lnTo>
                <a:lnTo>
                  <a:pt x="235951" y="85153"/>
                </a:lnTo>
                <a:lnTo>
                  <a:pt x="235548" y="84248"/>
                </a:lnTo>
                <a:lnTo>
                  <a:pt x="235166" y="83329"/>
                </a:lnTo>
                <a:lnTo>
                  <a:pt x="234803" y="82396"/>
                </a:lnTo>
                <a:lnTo>
                  <a:pt x="234460" y="81451"/>
                </a:lnTo>
                <a:lnTo>
                  <a:pt x="234136" y="80491"/>
                </a:lnTo>
                <a:lnTo>
                  <a:pt x="233832" y="79518"/>
                </a:lnTo>
                <a:lnTo>
                  <a:pt x="233547" y="78531"/>
                </a:lnTo>
                <a:lnTo>
                  <a:pt x="233282" y="77531"/>
                </a:lnTo>
                <a:lnTo>
                  <a:pt x="233037" y="76518"/>
                </a:lnTo>
                <a:lnTo>
                  <a:pt x="232812" y="75490"/>
                </a:lnTo>
                <a:lnTo>
                  <a:pt x="232606" y="74450"/>
                </a:lnTo>
                <a:lnTo>
                  <a:pt x="232419" y="73395"/>
                </a:lnTo>
                <a:lnTo>
                  <a:pt x="232252" y="72327"/>
                </a:lnTo>
                <a:lnTo>
                  <a:pt x="232105" y="71246"/>
                </a:lnTo>
                <a:lnTo>
                  <a:pt x="231978" y="70151"/>
                </a:lnTo>
                <a:lnTo>
                  <a:pt x="231870" y="69042"/>
                </a:lnTo>
                <a:lnTo>
                  <a:pt x="231782" y="67920"/>
                </a:lnTo>
                <a:lnTo>
                  <a:pt x="231713" y="66785"/>
                </a:lnTo>
                <a:lnTo>
                  <a:pt x="231664" y="65635"/>
                </a:lnTo>
                <a:lnTo>
                  <a:pt x="231634" y="64473"/>
                </a:lnTo>
                <a:lnTo>
                  <a:pt x="231625" y="63296"/>
                </a:lnTo>
                <a:lnTo>
                  <a:pt x="231629" y="62569"/>
                </a:lnTo>
                <a:lnTo>
                  <a:pt x="231641" y="61852"/>
                </a:lnTo>
                <a:lnTo>
                  <a:pt x="231661" y="61146"/>
                </a:lnTo>
                <a:lnTo>
                  <a:pt x="231690" y="60451"/>
                </a:lnTo>
                <a:lnTo>
                  <a:pt x="231726" y="59768"/>
                </a:lnTo>
                <a:lnTo>
                  <a:pt x="231771" y="59095"/>
                </a:lnTo>
                <a:lnTo>
                  <a:pt x="231824" y="58434"/>
                </a:lnTo>
                <a:lnTo>
                  <a:pt x="231885" y="57783"/>
                </a:lnTo>
                <a:lnTo>
                  <a:pt x="231954" y="57144"/>
                </a:lnTo>
                <a:lnTo>
                  <a:pt x="232032" y="56516"/>
                </a:lnTo>
                <a:lnTo>
                  <a:pt x="232117" y="55899"/>
                </a:lnTo>
                <a:lnTo>
                  <a:pt x="232211" y="55293"/>
                </a:lnTo>
                <a:lnTo>
                  <a:pt x="232313" y="54698"/>
                </a:lnTo>
                <a:lnTo>
                  <a:pt x="232423" y="54114"/>
                </a:lnTo>
                <a:lnTo>
                  <a:pt x="232541" y="53542"/>
                </a:lnTo>
                <a:lnTo>
                  <a:pt x="232667" y="52980"/>
                </a:lnTo>
                <a:lnTo>
                  <a:pt x="232801" y="52430"/>
                </a:lnTo>
                <a:lnTo>
                  <a:pt x="232944" y="51890"/>
                </a:lnTo>
                <a:lnTo>
                  <a:pt x="233095" y="51362"/>
                </a:lnTo>
                <a:lnTo>
                  <a:pt x="233253" y="50845"/>
                </a:lnTo>
                <a:lnTo>
                  <a:pt x="233420" y="50338"/>
                </a:lnTo>
                <a:lnTo>
                  <a:pt x="233595" y="49843"/>
                </a:lnTo>
                <a:lnTo>
                  <a:pt x="233779" y="49359"/>
                </a:lnTo>
                <a:lnTo>
                  <a:pt x="233970" y="48887"/>
                </a:lnTo>
                <a:lnTo>
                  <a:pt x="234168" y="48425"/>
                </a:lnTo>
                <a:lnTo>
                  <a:pt x="234371" y="47975"/>
                </a:lnTo>
                <a:lnTo>
                  <a:pt x="234579" y="47537"/>
                </a:lnTo>
                <a:lnTo>
                  <a:pt x="234792" y="47111"/>
                </a:lnTo>
                <a:lnTo>
                  <a:pt x="235011" y="46696"/>
                </a:lnTo>
                <a:lnTo>
                  <a:pt x="235234" y="46293"/>
                </a:lnTo>
                <a:lnTo>
                  <a:pt x="235462" y="45902"/>
                </a:lnTo>
                <a:lnTo>
                  <a:pt x="235696" y="45522"/>
                </a:lnTo>
                <a:lnTo>
                  <a:pt x="235934" y="45155"/>
                </a:lnTo>
                <a:lnTo>
                  <a:pt x="236177" y="44799"/>
                </a:lnTo>
                <a:lnTo>
                  <a:pt x="236426" y="44454"/>
                </a:lnTo>
                <a:lnTo>
                  <a:pt x="236680" y="44121"/>
                </a:lnTo>
                <a:lnTo>
                  <a:pt x="236938" y="43800"/>
                </a:lnTo>
                <a:lnTo>
                  <a:pt x="237202" y="43491"/>
                </a:lnTo>
                <a:lnTo>
                  <a:pt x="237471" y="43194"/>
                </a:lnTo>
                <a:lnTo>
                  <a:pt x="237745" y="42908"/>
                </a:lnTo>
                <a:lnTo>
                  <a:pt x="238024" y="42633"/>
                </a:lnTo>
                <a:lnTo>
                  <a:pt x="238308" y="42371"/>
                </a:lnTo>
                <a:lnTo>
                  <a:pt x="238597" y="42120"/>
                </a:lnTo>
                <a:lnTo>
                  <a:pt x="238891" y="41881"/>
                </a:lnTo>
                <a:lnTo>
                  <a:pt x="239190" y="41654"/>
                </a:lnTo>
                <a:lnTo>
                  <a:pt x="239494" y="41438"/>
                </a:lnTo>
                <a:lnTo>
                  <a:pt x="239803" y="41234"/>
                </a:lnTo>
                <a:lnTo>
                  <a:pt x="240118" y="41042"/>
                </a:lnTo>
                <a:lnTo>
                  <a:pt x="240435" y="40859"/>
                </a:lnTo>
                <a:lnTo>
                  <a:pt x="240751" y="40685"/>
                </a:lnTo>
                <a:lnTo>
                  <a:pt x="241068" y="40518"/>
                </a:lnTo>
                <a:lnTo>
                  <a:pt x="241384" y="40359"/>
                </a:lnTo>
                <a:lnTo>
                  <a:pt x="241701" y="40207"/>
                </a:lnTo>
                <a:lnTo>
                  <a:pt x="242017" y="40063"/>
                </a:lnTo>
                <a:lnTo>
                  <a:pt x="242333" y="39928"/>
                </a:lnTo>
                <a:lnTo>
                  <a:pt x="242649" y="39799"/>
                </a:lnTo>
                <a:lnTo>
                  <a:pt x="242965" y="39679"/>
                </a:lnTo>
                <a:lnTo>
                  <a:pt x="243280" y="39566"/>
                </a:lnTo>
                <a:lnTo>
                  <a:pt x="243596" y="39462"/>
                </a:lnTo>
                <a:lnTo>
                  <a:pt x="243911" y="39365"/>
                </a:lnTo>
                <a:lnTo>
                  <a:pt x="244227" y="39275"/>
                </a:lnTo>
                <a:lnTo>
                  <a:pt x="244542" y="39194"/>
                </a:lnTo>
                <a:lnTo>
                  <a:pt x="244857" y="39120"/>
                </a:lnTo>
                <a:lnTo>
                  <a:pt x="245172" y="39054"/>
                </a:lnTo>
                <a:lnTo>
                  <a:pt x="245487" y="38996"/>
                </a:lnTo>
                <a:lnTo>
                  <a:pt x="245801" y="38945"/>
                </a:lnTo>
                <a:lnTo>
                  <a:pt x="246116" y="38903"/>
                </a:lnTo>
                <a:lnTo>
                  <a:pt x="246430" y="38868"/>
                </a:lnTo>
                <a:lnTo>
                  <a:pt x="246745" y="38840"/>
                </a:lnTo>
                <a:lnTo>
                  <a:pt x="247059" y="38821"/>
                </a:lnTo>
                <a:lnTo>
                  <a:pt x="247373" y="38809"/>
                </a:lnTo>
                <a:lnTo>
                  <a:pt x="247687" y="38805"/>
                </a:lnTo>
                <a:lnTo>
                  <a:pt x="248334" y="38817"/>
                </a:lnTo>
                <a:lnTo>
                  <a:pt x="248971" y="38853"/>
                </a:lnTo>
                <a:lnTo>
                  <a:pt x="249598" y="38912"/>
                </a:lnTo>
                <a:close/>
                <a:moveTo>
                  <a:pt x="173901" y="129563"/>
                </a:moveTo>
                <a:lnTo>
                  <a:pt x="173474" y="129557"/>
                </a:lnTo>
                <a:lnTo>
                  <a:pt x="173059" y="129548"/>
                </a:lnTo>
                <a:lnTo>
                  <a:pt x="172655" y="129535"/>
                </a:lnTo>
                <a:lnTo>
                  <a:pt x="172262" y="129518"/>
                </a:lnTo>
                <a:lnTo>
                  <a:pt x="171881" y="129498"/>
                </a:lnTo>
                <a:lnTo>
                  <a:pt x="171512" y="129474"/>
                </a:lnTo>
                <a:lnTo>
                  <a:pt x="171153" y="129446"/>
                </a:lnTo>
                <a:lnTo>
                  <a:pt x="170807" y="129415"/>
                </a:lnTo>
                <a:lnTo>
                  <a:pt x="170472" y="129380"/>
                </a:lnTo>
                <a:lnTo>
                  <a:pt x="170148" y="129341"/>
                </a:lnTo>
                <a:lnTo>
                  <a:pt x="169836" y="129298"/>
                </a:lnTo>
                <a:lnTo>
                  <a:pt x="169535" y="129252"/>
                </a:lnTo>
                <a:lnTo>
                  <a:pt x="169246" y="129202"/>
                </a:lnTo>
                <a:lnTo>
                  <a:pt x="168968" y="129148"/>
                </a:lnTo>
                <a:lnTo>
                  <a:pt x="168701" y="129091"/>
                </a:lnTo>
                <a:lnTo>
                  <a:pt x="168447" y="129030"/>
                </a:lnTo>
                <a:lnTo>
                  <a:pt x="168203" y="128965"/>
                </a:lnTo>
                <a:lnTo>
                  <a:pt x="167971" y="128897"/>
                </a:lnTo>
                <a:lnTo>
                  <a:pt x="167751" y="128824"/>
                </a:lnTo>
                <a:lnTo>
                  <a:pt x="167542" y="128748"/>
                </a:lnTo>
                <a:lnTo>
                  <a:pt x="167344" y="128669"/>
                </a:lnTo>
                <a:lnTo>
                  <a:pt x="167158" y="128586"/>
                </a:lnTo>
                <a:lnTo>
                  <a:pt x="166984" y="128499"/>
                </a:lnTo>
                <a:lnTo>
                  <a:pt x="166817" y="128408"/>
                </a:lnTo>
                <a:lnTo>
                  <a:pt x="166655" y="128316"/>
                </a:lnTo>
                <a:lnTo>
                  <a:pt x="166496" y="128220"/>
                </a:lnTo>
                <a:lnTo>
                  <a:pt x="166342" y="128122"/>
                </a:lnTo>
                <a:lnTo>
                  <a:pt x="166192" y="128022"/>
                </a:lnTo>
                <a:lnTo>
                  <a:pt x="166047" y="127919"/>
                </a:lnTo>
                <a:lnTo>
                  <a:pt x="165905" y="127813"/>
                </a:lnTo>
                <a:lnTo>
                  <a:pt x="165768" y="127705"/>
                </a:lnTo>
                <a:lnTo>
                  <a:pt x="165635" y="127594"/>
                </a:lnTo>
                <a:lnTo>
                  <a:pt x="165506" y="127481"/>
                </a:lnTo>
                <a:lnTo>
                  <a:pt x="165381" y="127365"/>
                </a:lnTo>
                <a:lnTo>
                  <a:pt x="165260" y="127246"/>
                </a:lnTo>
                <a:lnTo>
                  <a:pt x="165144" y="127125"/>
                </a:lnTo>
                <a:lnTo>
                  <a:pt x="165032" y="127001"/>
                </a:lnTo>
                <a:lnTo>
                  <a:pt x="164924" y="126874"/>
                </a:lnTo>
                <a:lnTo>
                  <a:pt x="164820" y="126745"/>
                </a:lnTo>
                <a:lnTo>
                  <a:pt x="164721" y="126614"/>
                </a:lnTo>
                <a:lnTo>
                  <a:pt x="164625" y="126480"/>
                </a:lnTo>
                <a:lnTo>
                  <a:pt x="164534" y="126343"/>
                </a:lnTo>
                <a:lnTo>
                  <a:pt x="164447" y="126204"/>
                </a:lnTo>
                <a:lnTo>
                  <a:pt x="164364" y="126062"/>
                </a:lnTo>
                <a:lnTo>
                  <a:pt x="164286" y="125917"/>
                </a:lnTo>
                <a:lnTo>
                  <a:pt x="164211" y="125770"/>
                </a:lnTo>
                <a:lnTo>
                  <a:pt x="164141" y="125620"/>
                </a:lnTo>
                <a:lnTo>
                  <a:pt x="164074" y="125461"/>
                </a:lnTo>
                <a:lnTo>
                  <a:pt x="164010" y="125284"/>
                </a:lnTo>
                <a:lnTo>
                  <a:pt x="163949" y="125091"/>
                </a:lnTo>
                <a:lnTo>
                  <a:pt x="163891" y="124881"/>
                </a:lnTo>
                <a:lnTo>
                  <a:pt x="163836" y="124654"/>
                </a:lnTo>
                <a:lnTo>
                  <a:pt x="163783" y="124410"/>
                </a:lnTo>
                <a:lnTo>
                  <a:pt x="163734" y="124149"/>
                </a:lnTo>
                <a:lnTo>
                  <a:pt x="163687" y="123871"/>
                </a:lnTo>
                <a:lnTo>
                  <a:pt x="163643" y="123576"/>
                </a:lnTo>
                <a:lnTo>
                  <a:pt x="163602" y="123265"/>
                </a:lnTo>
                <a:lnTo>
                  <a:pt x="163563" y="122936"/>
                </a:lnTo>
                <a:lnTo>
                  <a:pt x="163528" y="122591"/>
                </a:lnTo>
                <a:lnTo>
                  <a:pt x="163495" y="122228"/>
                </a:lnTo>
                <a:lnTo>
                  <a:pt x="163466" y="121849"/>
                </a:lnTo>
                <a:lnTo>
                  <a:pt x="163439" y="121453"/>
                </a:lnTo>
                <a:lnTo>
                  <a:pt x="163414" y="121040"/>
                </a:lnTo>
                <a:lnTo>
                  <a:pt x="163393" y="120610"/>
                </a:lnTo>
                <a:lnTo>
                  <a:pt x="163375" y="120163"/>
                </a:lnTo>
                <a:lnTo>
                  <a:pt x="163359" y="119699"/>
                </a:lnTo>
                <a:lnTo>
                  <a:pt x="163346" y="119219"/>
                </a:lnTo>
                <a:lnTo>
                  <a:pt x="163336" y="118721"/>
                </a:lnTo>
                <a:lnTo>
                  <a:pt x="163329" y="118207"/>
                </a:lnTo>
                <a:lnTo>
                  <a:pt x="163325" y="117675"/>
                </a:lnTo>
                <a:lnTo>
                  <a:pt x="163324" y="117127"/>
                </a:lnTo>
                <a:lnTo>
                  <a:pt x="163324" y="97298"/>
                </a:lnTo>
                <a:lnTo>
                  <a:pt x="163619" y="97561"/>
                </a:lnTo>
                <a:lnTo>
                  <a:pt x="163911" y="97816"/>
                </a:lnTo>
                <a:lnTo>
                  <a:pt x="164201" y="98064"/>
                </a:lnTo>
                <a:lnTo>
                  <a:pt x="164488" y="98305"/>
                </a:lnTo>
                <a:lnTo>
                  <a:pt x="164774" y="98538"/>
                </a:lnTo>
                <a:lnTo>
                  <a:pt x="165056" y="98764"/>
                </a:lnTo>
                <a:lnTo>
                  <a:pt x="165336" y="98982"/>
                </a:lnTo>
                <a:lnTo>
                  <a:pt x="165614" y="99193"/>
                </a:lnTo>
                <a:lnTo>
                  <a:pt x="165889" y="99397"/>
                </a:lnTo>
                <a:lnTo>
                  <a:pt x="166162" y="99593"/>
                </a:lnTo>
                <a:lnTo>
                  <a:pt x="166432" y="99782"/>
                </a:lnTo>
                <a:lnTo>
                  <a:pt x="166700" y="99963"/>
                </a:lnTo>
                <a:lnTo>
                  <a:pt x="166965" y="100137"/>
                </a:lnTo>
                <a:lnTo>
                  <a:pt x="167228" y="100304"/>
                </a:lnTo>
                <a:lnTo>
                  <a:pt x="167488" y="100463"/>
                </a:lnTo>
                <a:lnTo>
                  <a:pt x="167746" y="100615"/>
                </a:lnTo>
                <a:lnTo>
                  <a:pt x="168001" y="100759"/>
                </a:lnTo>
                <a:lnTo>
                  <a:pt x="168254" y="100896"/>
                </a:lnTo>
                <a:lnTo>
                  <a:pt x="168505" y="101025"/>
                </a:lnTo>
                <a:lnTo>
                  <a:pt x="168753" y="101148"/>
                </a:lnTo>
                <a:lnTo>
                  <a:pt x="168998" y="101262"/>
                </a:lnTo>
                <a:lnTo>
                  <a:pt x="169241" y="101370"/>
                </a:lnTo>
                <a:lnTo>
                  <a:pt x="169482" y="101470"/>
                </a:lnTo>
                <a:lnTo>
                  <a:pt x="169720" y="101562"/>
                </a:lnTo>
                <a:lnTo>
                  <a:pt x="170042" y="101684"/>
                </a:lnTo>
                <a:lnTo>
                  <a:pt x="170370" y="101801"/>
                </a:lnTo>
                <a:lnTo>
                  <a:pt x="170702" y="101912"/>
                </a:lnTo>
                <a:lnTo>
                  <a:pt x="171039" y="102018"/>
                </a:lnTo>
                <a:lnTo>
                  <a:pt x="171381" y="102119"/>
                </a:lnTo>
                <a:lnTo>
                  <a:pt x="171728" y="102215"/>
                </a:lnTo>
                <a:lnTo>
                  <a:pt x="172080" y="102306"/>
                </a:lnTo>
                <a:lnTo>
                  <a:pt x="172437" y="102391"/>
                </a:lnTo>
                <a:lnTo>
                  <a:pt x="172798" y="102472"/>
                </a:lnTo>
                <a:lnTo>
                  <a:pt x="173165" y="102547"/>
                </a:lnTo>
                <a:lnTo>
                  <a:pt x="173537" y="102617"/>
                </a:lnTo>
                <a:lnTo>
                  <a:pt x="173913" y="102682"/>
                </a:lnTo>
                <a:lnTo>
                  <a:pt x="174295" y="102741"/>
                </a:lnTo>
                <a:lnTo>
                  <a:pt x="174681" y="102796"/>
                </a:lnTo>
                <a:lnTo>
                  <a:pt x="175073" y="102845"/>
                </a:lnTo>
                <a:lnTo>
                  <a:pt x="175469" y="102889"/>
                </a:lnTo>
                <a:lnTo>
                  <a:pt x="175870" y="102928"/>
                </a:lnTo>
                <a:lnTo>
                  <a:pt x="176277" y="102961"/>
                </a:lnTo>
                <a:lnTo>
                  <a:pt x="176688" y="102990"/>
                </a:lnTo>
                <a:lnTo>
                  <a:pt x="177104" y="103013"/>
                </a:lnTo>
                <a:lnTo>
                  <a:pt x="177525" y="103031"/>
                </a:lnTo>
                <a:lnTo>
                  <a:pt x="177951" y="103044"/>
                </a:lnTo>
                <a:lnTo>
                  <a:pt x="178382" y="103052"/>
                </a:lnTo>
                <a:lnTo>
                  <a:pt x="178817" y="103055"/>
                </a:lnTo>
                <a:lnTo>
                  <a:pt x="179817" y="103039"/>
                </a:lnTo>
                <a:lnTo>
                  <a:pt x="180803" y="102992"/>
                </a:lnTo>
                <a:lnTo>
                  <a:pt x="181774" y="102914"/>
                </a:lnTo>
                <a:lnTo>
                  <a:pt x="182730" y="102804"/>
                </a:lnTo>
                <a:lnTo>
                  <a:pt x="183673" y="102663"/>
                </a:lnTo>
                <a:lnTo>
                  <a:pt x="184601" y="102491"/>
                </a:lnTo>
                <a:lnTo>
                  <a:pt x="185515" y="102288"/>
                </a:lnTo>
                <a:lnTo>
                  <a:pt x="186414" y="102053"/>
                </a:lnTo>
                <a:lnTo>
                  <a:pt x="187299" y="101787"/>
                </a:lnTo>
                <a:lnTo>
                  <a:pt x="188170" y="101489"/>
                </a:lnTo>
                <a:lnTo>
                  <a:pt x="189027" y="101160"/>
                </a:lnTo>
                <a:lnTo>
                  <a:pt x="189869" y="100800"/>
                </a:lnTo>
                <a:lnTo>
                  <a:pt x="190697" y="100409"/>
                </a:lnTo>
                <a:lnTo>
                  <a:pt x="191511" y="99986"/>
                </a:lnTo>
                <a:lnTo>
                  <a:pt x="192310" y="99532"/>
                </a:lnTo>
                <a:lnTo>
                  <a:pt x="193095" y="99047"/>
                </a:lnTo>
                <a:lnTo>
                  <a:pt x="193866" y="98530"/>
                </a:lnTo>
                <a:lnTo>
                  <a:pt x="194622" y="97982"/>
                </a:lnTo>
                <a:lnTo>
                  <a:pt x="195364" y="97403"/>
                </a:lnTo>
                <a:lnTo>
                  <a:pt x="196092" y="96793"/>
                </a:lnTo>
                <a:lnTo>
                  <a:pt x="196805" y="96151"/>
                </a:lnTo>
                <a:lnTo>
                  <a:pt x="197504" y="95478"/>
                </a:lnTo>
                <a:lnTo>
                  <a:pt x="198189" y="94773"/>
                </a:lnTo>
                <a:lnTo>
                  <a:pt x="198860" y="94037"/>
                </a:lnTo>
                <a:lnTo>
                  <a:pt x="199648" y="93110"/>
                </a:lnTo>
                <a:lnTo>
                  <a:pt x="200404" y="92163"/>
                </a:lnTo>
                <a:lnTo>
                  <a:pt x="201125" y="91195"/>
                </a:lnTo>
                <a:lnTo>
                  <a:pt x="201813" y="90207"/>
                </a:lnTo>
                <a:lnTo>
                  <a:pt x="202468" y="89199"/>
                </a:lnTo>
                <a:lnTo>
                  <a:pt x="203089" y="88171"/>
                </a:lnTo>
                <a:lnTo>
                  <a:pt x="203676" y="87123"/>
                </a:lnTo>
                <a:lnTo>
                  <a:pt x="204230" y="86054"/>
                </a:lnTo>
                <a:lnTo>
                  <a:pt x="204750" y="84965"/>
                </a:lnTo>
                <a:lnTo>
                  <a:pt x="205237" y="83856"/>
                </a:lnTo>
                <a:lnTo>
                  <a:pt x="205690" y="82727"/>
                </a:lnTo>
                <a:lnTo>
                  <a:pt x="206109" y="81577"/>
                </a:lnTo>
                <a:lnTo>
                  <a:pt x="206495" y="80407"/>
                </a:lnTo>
                <a:lnTo>
                  <a:pt x="206848" y="79217"/>
                </a:lnTo>
                <a:lnTo>
                  <a:pt x="207166" y="78007"/>
                </a:lnTo>
                <a:lnTo>
                  <a:pt x="207452" y="76777"/>
                </a:lnTo>
                <a:lnTo>
                  <a:pt x="207703" y="75526"/>
                </a:lnTo>
                <a:lnTo>
                  <a:pt x="207921" y="74255"/>
                </a:lnTo>
                <a:lnTo>
                  <a:pt x="208106" y="72964"/>
                </a:lnTo>
                <a:lnTo>
                  <a:pt x="208257" y="71653"/>
                </a:lnTo>
                <a:lnTo>
                  <a:pt x="208375" y="70322"/>
                </a:lnTo>
                <a:lnTo>
                  <a:pt x="208458" y="68970"/>
                </a:lnTo>
                <a:lnTo>
                  <a:pt x="208509" y="67598"/>
                </a:lnTo>
                <a:lnTo>
                  <a:pt x="208526" y="66206"/>
                </a:lnTo>
                <a:lnTo>
                  <a:pt x="208512" y="64962"/>
                </a:lnTo>
                <a:lnTo>
                  <a:pt x="208470" y="63737"/>
                </a:lnTo>
                <a:lnTo>
                  <a:pt x="208400" y="62532"/>
                </a:lnTo>
                <a:lnTo>
                  <a:pt x="208303" y="61346"/>
                </a:lnTo>
                <a:lnTo>
                  <a:pt x="208177" y="60181"/>
                </a:lnTo>
                <a:lnTo>
                  <a:pt x="208024" y="59035"/>
                </a:lnTo>
                <a:lnTo>
                  <a:pt x="207842" y="57909"/>
                </a:lnTo>
                <a:lnTo>
                  <a:pt x="207633" y="56803"/>
                </a:lnTo>
                <a:lnTo>
                  <a:pt x="207396" y="55716"/>
                </a:lnTo>
                <a:lnTo>
                  <a:pt x="207131" y="54649"/>
                </a:lnTo>
                <a:lnTo>
                  <a:pt x="206839" y="53602"/>
                </a:lnTo>
                <a:lnTo>
                  <a:pt x="206518" y="52574"/>
                </a:lnTo>
                <a:lnTo>
                  <a:pt x="206169" y="51566"/>
                </a:lnTo>
                <a:lnTo>
                  <a:pt x="205793" y="50578"/>
                </a:lnTo>
                <a:lnTo>
                  <a:pt x="205388" y="49610"/>
                </a:lnTo>
                <a:lnTo>
                  <a:pt x="204956" y="48661"/>
                </a:lnTo>
                <a:lnTo>
                  <a:pt x="204496" y="47732"/>
                </a:lnTo>
                <a:lnTo>
                  <a:pt x="204008" y="46823"/>
                </a:lnTo>
                <a:lnTo>
                  <a:pt x="203492" y="45933"/>
                </a:lnTo>
                <a:lnTo>
                  <a:pt x="202948" y="45064"/>
                </a:lnTo>
                <a:lnTo>
                  <a:pt x="202377" y="44213"/>
                </a:lnTo>
                <a:lnTo>
                  <a:pt x="201777" y="43383"/>
                </a:lnTo>
                <a:lnTo>
                  <a:pt x="201150" y="42572"/>
                </a:lnTo>
                <a:lnTo>
                  <a:pt x="200494" y="41782"/>
                </a:lnTo>
                <a:lnTo>
                  <a:pt x="199944" y="41156"/>
                </a:lnTo>
                <a:lnTo>
                  <a:pt x="199382" y="40557"/>
                </a:lnTo>
                <a:lnTo>
                  <a:pt x="198809" y="39985"/>
                </a:lnTo>
                <a:lnTo>
                  <a:pt x="198224" y="39439"/>
                </a:lnTo>
                <a:lnTo>
                  <a:pt x="197628" y="38920"/>
                </a:lnTo>
                <a:lnTo>
                  <a:pt x="197021" y="38427"/>
                </a:lnTo>
                <a:lnTo>
                  <a:pt x="196402" y="37961"/>
                </a:lnTo>
                <a:lnTo>
                  <a:pt x="195772" y="37522"/>
                </a:lnTo>
                <a:lnTo>
                  <a:pt x="195131" y="37110"/>
                </a:lnTo>
                <a:lnTo>
                  <a:pt x="194478" y="36724"/>
                </a:lnTo>
                <a:lnTo>
                  <a:pt x="193814" y="36364"/>
                </a:lnTo>
                <a:lnTo>
                  <a:pt x="193138" y="36031"/>
                </a:lnTo>
                <a:lnTo>
                  <a:pt x="192452" y="35725"/>
                </a:lnTo>
                <a:lnTo>
                  <a:pt x="191754" y="35446"/>
                </a:lnTo>
                <a:lnTo>
                  <a:pt x="191044" y="35193"/>
                </a:lnTo>
                <a:lnTo>
                  <a:pt x="190323" y="34967"/>
                </a:lnTo>
                <a:lnTo>
                  <a:pt x="189591" y="34767"/>
                </a:lnTo>
                <a:lnTo>
                  <a:pt x="188847" y="34594"/>
                </a:lnTo>
                <a:lnTo>
                  <a:pt x="188093" y="34447"/>
                </a:lnTo>
                <a:lnTo>
                  <a:pt x="187326" y="34328"/>
                </a:lnTo>
                <a:lnTo>
                  <a:pt x="186549" y="34234"/>
                </a:lnTo>
                <a:lnTo>
                  <a:pt x="185760" y="34168"/>
                </a:lnTo>
                <a:lnTo>
                  <a:pt x="184959" y="34128"/>
                </a:lnTo>
                <a:lnTo>
                  <a:pt x="184148" y="34115"/>
                </a:lnTo>
                <a:lnTo>
                  <a:pt x="183681" y="34121"/>
                </a:lnTo>
                <a:lnTo>
                  <a:pt x="183216" y="34138"/>
                </a:lnTo>
                <a:lnTo>
                  <a:pt x="182752" y="34167"/>
                </a:lnTo>
                <a:lnTo>
                  <a:pt x="182291" y="34208"/>
                </a:lnTo>
                <a:lnTo>
                  <a:pt x="181832" y="34261"/>
                </a:lnTo>
                <a:lnTo>
                  <a:pt x="181374" y="34326"/>
                </a:lnTo>
                <a:lnTo>
                  <a:pt x="180918" y="34402"/>
                </a:lnTo>
                <a:lnTo>
                  <a:pt x="180464" y="34490"/>
                </a:lnTo>
                <a:lnTo>
                  <a:pt x="180012" y="34589"/>
                </a:lnTo>
                <a:lnTo>
                  <a:pt x="179561" y="34701"/>
                </a:lnTo>
                <a:lnTo>
                  <a:pt x="179113" y="34824"/>
                </a:lnTo>
                <a:lnTo>
                  <a:pt x="178666" y="34959"/>
                </a:lnTo>
                <a:lnTo>
                  <a:pt x="178222" y="35105"/>
                </a:lnTo>
                <a:lnTo>
                  <a:pt x="177779" y="35263"/>
                </a:lnTo>
                <a:lnTo>
                  <a:pt x="177338" y="35433"/>
                </a:lnTo>
                <a:lnTo>
                  <a:pt x="176898" y="35615"/>
                </a:lnTo>
                <a:lnTo>
                  <a:pt x="176461" y="35808"/>
                </a:lnTo>
                <a:lnTo>
                  <a:pt x="176026" y="36014"/>
                </a:lnTo>
                <a:lnTo>
                  <a:pt x="175592" y="36230"/>
                </a:lnTo>
                <a:lnTo>
                  <a:pt x="175160" y="36459"/>
                </a:lnTo>
                <a:lnTo>
                  <a:pt x="174730" y="36699"/>
                </a:lnTo>
                <a:lnTo>
                  <a:pt x="174302" y="36951"/>
                </a:lnTo>
                <a:lnTo>
                  <a:pt x="173876" y="37215"/>
                </a:lnTo>
                <a:lnTo>
                  <a:pt x="173451" y="37491"/>
                </a:lnTo>
                <a:lnTo>
                  <a:pt x="173028" y="37781"/>
                </a:lnTo>
                <a:lnTo>
                  <a:pt x="172605" y="38090"/>
                </a:lnTo>
                <a:lnTo>
                  <a:pt x="172182" y="38416"/>
                </a:lnTo>
                <a:lnTo>
                  <a:pt x="171759" y="38761"/>
                </a:lnTo>
                <a:lnTo>
                  <a:pt x="171336" y="39124"/>
                </a:lnTo>
                <a:lnTo>
                  <a:pt x="170913" y="39505"/>
                </a:lnTo>
                <a:lnTo>
                  <a:pt x="170490" y="39904"/>
                </a:lnTo>
                <a:lnTo>
                  <a:pt x="170068" y="40322"/>
                </a:lnTo>
                <a:lnTo>
                  <a:pt x="169645" y="40757"/>
                </a:lnTo>
                <a:lnTo>
                  <a:pt x="169223" y="41211"/>
                </a:lnTo>
                <a:lnTo>
                  <a:pt x="168801" y="41683"/>
                </a:lnTo>
                <a:lnTo>
                  <a:pt x="168379" y="42172"/>
                </a:lnTo>
                <a:lnTo>
                  <a:pt x="167957" y="42681"/>
                </a:lnTo>
                <a:lnTo>
                  <a:pt x="167535" y="43207"/>
                </a:lnTo>
                <a:lnTo>
                  <a:pt x="167113" y="43751"/>
                </a:lnTo>
                <a:lnTo>
                  <a:pt x="166692" y="44314"/>
                </a:lnTo>
                <a:lnTo>
                  <a:pt x="166270" y="44894"/>
                </a:lnTo>
                <a:lnTo>
                  <a:pt x="165849" y="45493"/>
                </a:lnTo>
                <a:lnTo>
                  <a:pt x="165428" y="46110"/>
                </a:lnTo>
                <a:lnTo>
                  <a:pt x="165007" y="46745"/>
                </a:lnTo>
                <a:lnTo>
                  <a:pt x="164586" y="47398"/>
                </a:lnTo>
                <a:lnTo>
                  <a:pt x="164165" y="48069"/>
                </a:lnTo>
                <a:lnTo>
                  <a:pt x="163744" y="48759"/>
                </a:lnTo>
                <a:lnTo>
                  <a:pt x="163324" y="49466"/>
                </a:lnTo>
                <a:lnTo>
                  <a:pt x="163324" y="34257"/>
                </a:lnTo>
                <a:lnTo>
                  <a:pt x="160623" y="34257"/>
                </a:lnTo>
                <a:lnTo>
                  <a:pt x="140581" y="42366"/>
                </a:lnTo>
                <a:lnTo>
                  <a:pt x="141433" y="44640"/>
                </a:lnTo>
                <a:lnTo>
                  <a:pt x="141651" y="44559"/>
                </a:lnTo>
                <a:lnTo>
                  <a:pt x="141865" y="44481"/>
                </a:lnTo>
                <a:lnTo>
                  <a:pt x="142076" y="44407"/>
                </a:lnTo>
                <a:lnTo>
                  <a:pt x="142284" y="44336"/>
                </a:lnTo>
                <a:lnTo>
                  <a:pt x="142489" y="44269"/>
                </a:lnTo>
                <a:lnTo>
                  <a:pt x="142691" y="44205"/>
                </a:lnTo>
                <a:lnTo>
                  <a:pt x="142889" y="44144"/>
                </a:lnTo>
                <a:lnTo>
                  <a:pt x="143084" y="44087"/>
                </a:lnTo>
                <a:lnTo>
                  <a:pt x="143276" y="44034"/>
                </a:lnTo>
                <a:lnTo>
                  <a:pt x="143464" y="43984"/>
                </a:lnTo>
                <a:lnTo>
                  <a:pt x="143650" y="43937"/>
                </a:lnTo>
                <a:lnTo>
                  <a:pt x="143832" y="43894"/>
                </a:lnTo>
                <a:lnTo>
                  <a:pt x="144011" y="43854"/>
                </a:lnTo>
                <a:lnTo>
                  <a:pt x="144187" y="43818"/>
                </a:lnTo>
                <a:lnTo>
                  <a:pt x="144360" y="43785"/>
                </a:lnTo>
                <a:lnTo>
                  <a:pt x="144529" y="43756"/>
                </a:lnTo>
                <a:lnTo>
                  <a:pt x="144695" y="43730"/>
                </a:lnTo>
                <a:lnTo>
                  <a:pt x="144858" y="43707"/>
                </a:lnTo>
                <a:lnTo>
                  <a:pt x="145018" y="43688"/>
                </a:lnTo>
                <a:lnTo>
                  <a:pt x="145175" y="43673"/>
                </a:lnTo>
                <a:lnTo>
                  <a:pt x="145328" y="43661"/>
                </a:lnTo>
                <a:lnTo>
                  <a:pt x="145478" y="43652"/>
                </a:lnTo>
                <a:lnTo>
                  <a:pt x="145625" y="43647"/>
                </a:lnTo>
                <a:lnTo>
                  <a:pt x="145769" y="43645"/>
                </a:lnTo>
                <a:lnTo>
                  <a:pt x="145945" y="43646"/>
                </a:lnTo>
                <a:lnTo>
                  <a:pt x="146118" y="43651"/>
                </a:lnTo>
                <a:lnTo>
                  <a:pt x="146288" y="43658"/>
                </a:lnTo>
                <a:lnTo>
                  <a:pt x="146455" y="43669"/>
                </a:lnTo>
                <a:lnTo>
                  <a:pt x="146619" y="43682"/>
                </a:lnTo>
                <a:lnTo>
                  <a:pt x="146779" y="43698"/>
                </a:lnTo>
                <a:lnTo>
                  <a:pt x="146937" y="43718"/>
                </a:lnTo>
                <a:lnTo>
                  <a:pt x="147092" y="43740"/>
                </a:lnTo>
                <a:lnTo>
                  <a:pt x="147243" y="43765"/>
                </a:lnTo>
                <a:lnTo>
                  <a:pt x="147391" y="43793"/>
                </a:lnTo>
                <a:lnTo>
                  <a:pt x="147537" y="43825"/>
                </a:lnTo>
                <a:lnTo>
                  <a:pt x="147679" y="43859"/>
                </a:lnTo>
                <a:lnTo>
                  <a:pt x="147818" y="43896"/>
                </a:lnTo>
                <a:lnTo>
                  <a:pt x="147954" y="43936"/>
                </a:lnTo>
                <a:lnTo>
                  <a:pt x="148087" y="43979"/>
                </a:lnTo>
                <a:lnTo>
                  <a:pt x="148217" y="44025"/>
                </a:lnTo>
                <a:lnTo>
                  <a:pt x="148344" y="44074"/>
                </a:lnTo>
                <a:lnTo>
                  <a:pt x="148467" y="44126"/>
                </a:lnTo>
                <a:lnTo>
                  <a:pt x="148588" y="44181"/>
                </a:lnTo>
                <a:lnTo>
                  <a:pt x="148706" y="44239"/>
                </a:lnTo>
                <a:lnTo>
                  <a:pt x="148820" y="44300"/>
                </a:lnTo>
                <a:lnTo>
                  <a:pt x="148931" y="44364"/>
                </a:lnTo>
                <a:lnTo>
                  <a:pt x="149040" y="44430"/>
                </a:lnTo>
                <a:lnTo>
                  <a:pt x="149145" y="44500"/>
                </a:lnTo>
                <a:lnTo>
                  <a:pt x="149247" y="44573"/>
                </a:lnTo>
                <a:lnTo>
                  <a:pt x="149347" y="44648"/>
                </a:lnTo>
                <a:lnTo>
                  <a:pt x="149445" y="44727"/>
                </a:lnTo>
                <a:lnTo>
                  <a:pt x="149541" y="44808"/>
                </a:lnTo>
                <a:lnTo>
                  <a:pt x="149634" y="44893"/>
                </a:lnTo>
                <a:lnTo>
                  <a:pt x="149724" y="44980"/>
                </a:lnTo>
                <a:lnTo>
                  <a:pt x="149813" y="45070"/>
                </a:lnTo>
                <a:lnTo>
                  <a:pt x="149899" y="45164"/>
                </a:lnTo>
                <a:lnTo>
                  <a:pt x="149983" y="45260"/>
                </a:lnTo>
                <a:lnTo>
                  <a:pt x="150064" y="45359"/>
                </a:lnTo>
                <a:lnTo>
                  <a:pt x="150143" y="45462"/>
                </a:lnTo>
                <a:lnTo>
                  <a:pt x="150220" y="45567"/>
                </a:lnTo>
                <a:lnTo>
                  <a:pt x="150294" y="45675"/>
                </a:lnTo>
                <a:lnTo>
                  <a:pt x="150366" y="45786"/>
                </a:lnTo>
                <a:lnTo>
                  <a:pt x="150436" y="45900"/>
                </a:lnTo>
                <a:lnTo>
                  <a:pt x="150503" y="46017"/>
                </a:lnTo>
                <a:lnTo>
                  <a:pt x="150568" y="46137"/>
                </a:lnTo>
                <a:lnTo>
                  <a:pt x="150631" y="46260"/>
                </a:lnTo>
                <a:lnTo>
                  <a:pt x="150691" y="46386"/>
                </a:lnTo>
                <a:lnTo>
                  <a:pt x="150749" y="46515"/>
                </a:lnTo>
                <a:lnTo>
                  <a:pt x="150804" y="46647"/>
                </a:lnTo>
                <a:lnTo>
                  <a:pt x="150858" y="46782"/>
                </a:lnTo>
                <a:lnTo>
                  <a:pt x="150909" y="46920"/>
                </a:lnTo>
                <a:lnTo>
                  <a:pt x="150957" y="47061"/>
                </a:lnTo>
                <a:lnTo>
                  <a:pt x="151004" y="47211"/>
                </a:lnTo>
                <a:lnTo>
                  <a:pt x="151048" y="47377"/>
                </a:lnTo>
                <a:lnTo>
                  <a:pt x="151090" y="47560"/>
                </a:lnTo>
                <a:lnTo>
                  <a:pt x="151131" y="47758"/>
                </a:lnTo>
                <a:lnTo>
                  <a:pt x="151169" y="47972"/>
                </a:lnTo>
                <a:lnTo>
                  <a:pt x="151206" y="48203"/>
                </a:lnTo>
                <a:lnTo>
                  <a:pt x="151240" y="48449"/>
                </a:lnTo>
                <a:lnTo>
                  <a:pt x="151273" y="48712"/>
                </a:lnTo>
                <a:lnTo>
                  <a:pt x="151304" y="48990"/>
                </a:lnTo>
                <a:lnTo>
                  <a:pt x="151332" y="49285"/>
                </a:lnTo>
                <a:lnTo>
                  <a:pt x="151359" y="49596"/>
                </a:lnTo>
                <a:lnTo>
                  <a:pt x="151384" y="49923"/>
                </a:lnTo>
                <a:lnTo>
                  <a:pt x="151406" y="50266"/>
                </a:lnTo>
                <a:lnTo>
                  <a:pt x="151427" y="50624"/>
                </a:lnTo>
                <a:lnTo>
                  <a:pt x="151446" y="50999"/>
                </a:lnTo>
                <a:lnTo>
                  <a:pt x="151463" y="51390"/>
                </a:lnTo>
                <a:lnTo>
                  <a:pt x="151477" y="51797"/>
                </a:lnTo>
                <a:lnTo>
                  <a:pt x="151490" y="52221"/>
                </a:lnTo>
                <a:lnTo>
                  <a:pt x="151501" y="52660"/>
                </a:lnTo>
                <a:lnTo>
                  <a:pt x="151510" y="53115"/>
                </a:lnTo>
                <a:lnTo>
                  <a:pt x="151517" y="53586"/>
                </a:lnTo>
                <a:lnTo>
                  <a:pt x="151522" y="54074"/>
                </a:lnTo>
                <a:lnTo>
                  <a:pt x="151525" y="54577"/>
                </a:lnTo>
                <a:lnTo>
                  <a:pt x="151526" y="55097"/>
                </a:lnTo>
                <a:lnTo>
                  <a:pt x="151526" y="116692"/>
                </a:lnTo>
                <a:lnTo>
                  <a:pt x="151524" y="117275"/>
                </a:lnTo>
                <a:lnTo>
                  <a:pt x="151521" y="117840"/>
                </a:lnTo>
                <a:lnTo>
                  <a:pt x="151514" y="118386"/>
                </a:lnTo>
                <a:lnTo>
                  <a:pt x="151505" y="118913"/>
                </a:lnTo>
                <a:lnTo>
                  <a:pt x="151493" y="119422"/>
                </a:lnTo>
                <a:lnTo>
                  <a:pt x="151479" y="119912"/>
                </a:lnTo>
                <a:lnTo>
                  <a:pt x="151462" y="120383"/>
                </a:lnTo>
                <a:lnTo>
                  <a:pt x="151443" y="120836"/>
                </a:lnTo>
                <a:lnTo>
                  <a:pt x="151421" y="121270"/>
                </a:lnTo>
                <a:lnTo>
                  <a:pt x="151396" y="121686"/>
                </a:lnTo>
                <a:lnTo>
                  <a:pt x="151369" y="122083"/>
                </a:lnTo>
                <a:lnTo>
                  <a:pt x="151339" y="122461"/>
                </a:lnTo>
                <a:lnTo>
                  <a:pt x="151307" y="122820"/>
                </a:lnTo>
                <a:lnTo>
                  <a:pt x="151272" y="123161"/>
                </a:lnTo>
                <a:lnTo>
                  <a:pt x="151234" y="123483"/>
                </a:lnTo>
                <a:lnTo>
                  <a:pt x="151194" y="123787"/>
                </a:lnTo>
                <a:lnTo>
                  <a:pt x="151151" y="124072"/>
                </a:lnTo>
                <a:lnTo>
                  <a:pt x="151106" y="124338"/>
                </a:lnTo>
                <a:lnTo>
                  <a:pt x="151058" y="124586"/>
                </a:lnTo>
                <a:lnTo>
                  <a:pt x="151007" y="124815"/>
                </a:lnTo>
                <a:lnTo>
                  <a:pt x="150954" y="125025"/>
                </a:lnTo>
                <a:lnTo>
                  <a:pt x="150899" y="125217"/>
                </a:lnTo>
                <a:lnTo>
                  <a:pt x="150840" y="125390"/>
                </a:lnTo>
                <a:lnTo>
                  <a:pt x="150779" y="125545"/>
                </a:lnTo>
                <a:lnTo>
                  <a:pt x="150716" y="125688"/>
                </a:lnTo>
                <a:lnTo>
                  <a:pt x="150651" y="125829"/>
                </a:lnTo>
                <a:lnTo>
                  <a:pt x="150583" y="125965"/>
                </a:lnTo>
                <a:lnTo>
                  <a:pt x="150514" y="126099"/>
                </a:lnTo>
                <a:lnTo>
                  <a:pt x="150442" y="126229"/>
                </a:lnTo>
                <a:lnTo>
                  <a:pt x="150369" y="126356"/>
                </a:lnTo>
                <a:lnTo>
                  <a:pt x="150293" y="126480"/>
                </a:lnTo>
                <a:lnTo>
                  <a:pt x="150215" y="126600"/>
                </a:lnTo>
                <a:lnTo>
                  <a:pt x="150135" y="126717"/>
                </a:lnTo>
                <a:lnTo>
                  <a:pt x="150053" y="126831"/>
                </a:lnTo>
                <a:lnTo>
                  <a:pt x="149968" y="126941"/>
                </a:lnTo>
                <a:lnTo>
                  <a:pt x="149882" y="127048"/>
                </a:lnTo>
                <a:lnTo>
                  <a:pt x="149794" y="127151"/>
                </a:lnTo>
                <a:lnTo>
                  <a:pt x="149703" y="127251"/>
                </a:lnTo>
                <a:lnTo>
                  <a:pt x="149611" y="127348"/>
                </a:lnTo>
                <a:lnTo>
                  <a:pt x="149516" y="127442"/>
                </a:lnTo>
                <a:lnTo>
                  <a:pt x="149419" y="127532"/>
                </a:lnTo>
                <a:lnTo>
                  <a:pt x="149320" y="127619"/>
                </a:lnTo>
                <a:lnTo>
                  <a:pt x="149219" y="127702"/>
                </a:lnTo>
                <a:lnTo>
                  <a:pt x="149116" y="127783"/>
                </a:lnTo>
                <a:lnTo>
                  <a:pt x="149011" y="127859"/>
                </a:lnTo>
                <a:lnTo>
                  <a:pt x="148904" y="127933"/>
                </a:lnTo>
                <a:lnTo>
                  <a:pt x="148794" y="128003"/>
                </a:lnTo>
                <a:lnTo>
                  <a:pt x="148683" y="128070"/>
                </a:lnTo>
                <a:lnTo>
                  <a:pt x="148450" y="128198"/>
                </a:lnTo>
                <a:lnTo>
                  <a:pt x="148213" y="128320"/>
                </a:lnTo>
                <a:lnTo>
                  <a:pt x="147972" y="128436"/>
                </a:lnTo>
                <a:lnTo>
                  <a:pt x="147727" y="128546"/>
                </a:lnTo>
                <a:lnTo>
                  <a:pt x="147479" y="128651"/>
                </a:lnTo>
                <a:lnTo>
                  <a:pt x="147226" y="128751"/>
                </a:lnTo>
                <a:lnTo>
                  <a:pt x="146969" y="128844"/>
                </a:lnTo>
                <a:lnTo>
                  <a:pt x="146709" y="128932"/>
                </a:lnTo>
                <a:lnTo>
                  <a:pt x="146444" y="129014"/>
                </a:lnTo>
                <a:lnTo>
                  <a:pt x="146176" y="129091"/>
                </a:lnTo>
                <a:lnTo>
                  <a:pt x="145903" y="129161"/>
                </a:lnTo>
                <a:lnTo>
                  <a:pt x="145627" y="129227"/>
                </a:lnTo>
                <a:lnTo>
                  <a:pt x="145346" y="129286"/>
                </a:lnTo>
                <a:lnTo>
                  <a:pt x="145062" y="129340"/>
                </a:lnTo>
                <a:lnTo>
                  <a:pt x="144774" y="129388"/>
                </a:lnTo>
                <a:lnTo>
                  <a:pt x="144482" y="129430"/>
                </a:lnTo>
                <a:lnTo>
                  <a:pt x="144186" y="129467"/>
                </a:lnTo>
                <a:lnTo>
                  <a:pt x="143885" y="129498"/>
                </a:lnTo>
                <a:lnTo>
                  <a:pt x="143581" y="129523"/>
                </a:lnTo>
                <a:lnTo>
                  <a:pt x="143273" y="129543"/>
                </a:lnTo>
                <a:lnTo>
                  <a:pt x="142961" y="129557"/>
                </a:lnTo>
                <a:lnTo>
                  <a:pt x="142646" y="129565"/>
                </a:lnTo>
                <a:lnTo>
                  <a:pt x="142326" y="129568"/>
                </a:lnTo>
                <a:lnTo>
                  <a:pt x="142002" y="129565"/>
                </a:lnTo>
                <a:lnTo>
                  <a:pt x="142002" y="126580"/>
                </a:lnTo>
                <a:lnTo>
                  <a:pt x="66737" y="126580"/>
                </a:lnTo>
                <a:lnTo>
                  <a:pt x="66737" y="132479"/>
                </a:lnTo>
                <a:lnTo>
                  <a:pt x="142002" y="132479"/>
                </a:lnTo>
                <a:lnTo>
                  <a:pt x="142002" y="132194"/>
                </a:lnTo>
                <a:lnTo>
                  <a:pt x="174340" y="132194"/>
                </a:lnTo>
                <a:lnTo>
                  <a:pt x="174340" y="129565"/>
                </a:lnTo>
                <a:lnTo>
                  <a:pt x="173901" y="129563"/>
                </a:lnTo>
                <a:close/>
                <a:moveTo>
                  <a:pt x="164746" y="52271"/>
                </a:moveTo>
                <a:lnTo>
                  <a:pt x="165197" y="51801"/>
                </a:lnTo>
                <a:lnTo>
                  <a:pt x="165637" y="51349"/>
                </a:lnTo>
                <a:lnTo>
                  <a:pt x="166064" y="50914"/>
                </a:lnTo>
                <a:lnTo>
                  <a:pt x="166481" y="50497"/>
                </a:lnTo>
                <a:lnTo>
                  <a:pt x="166885" y="50098"/>
                </a:lnTo>
                <a:lnTo>
                  <a:pt x="167278" y="49716"/>
                </a:lnTo>
                <a:lnTo>
                  <a:pt x="167660" y="49353"/>
                </a:lnTo>
                <a:lnTo>
                  <a:pt x="168029" y="49007"/>
                </a:lnTo>
                <a:lnTo>
                  <a:pt x="168388" y="48678"/>
                </a:lnTo>
                <a:lnTo>
                  <a:pt x="168734" y="48368"/>
                </a:lnTo>
                <a:lnTo>
                  <a:pt x="169069" y="48075"/>
                </a:lnTo>
                <a:lnTo>
                  <a:pt x="169393" y="47800"/>
                </a:lnTo>
                <a:lnTo>
                  <a:pt x="169704" y="47543"/>
                </a:lnTo>
                <a:lnTo>
                  <a:pt x="170005" y="47303"/>
                </a:lnTo>
                <a:lnTo>
                  <a:pt x="170293" y="47082"/>
                </a:lnTo>
                <a:lnTo>
                  <a:pt x="170570" y="46878"/>
                </a:lnTo>
                <a:lnTo>
                  <a:pt x="170836" y="46691"/>
                </a:lnTo>
                <a:lnTo>
                  <a:pt x="171089" y="46523"/>
                </a:lnTo>
                <a:lnTo>
                  <a:pt x="171332" y="46372"/>
                </a:lnTo>
                <a:lnTo>
                  <a:pt x="171562" y="46239"/>
                </a:lnTo>
                <a:lnTo>
                  <a:pt x="171781" y="46124"/>
                </a:lnTo>
                <a:lnTo>
                  <a:pt x="172060" y="45985"/>
                </a:lnTo>
                <a:lnTo>
                  <a:pt x="172338" y="45852"/>
                </a:lnTo>
                <a:lnTo>
                  <a:pt x="172617" y="45724"/>
                </a:lnTo>
                <a:lnTo>
                  <a:pt x="172897" y="45603"/>
                </a:lnTo>
                <a:lnTo>
                  <a:pt x="173176" y="45488"/>
                </a:lnTo>
                <a:lnTo>
                  <a:pt x="173456" y="45378"/>
                </a:lnTo>
                <a:lnTo>
                  <a:pt x="173736" y="45275"/>
                </a:lnTo>
                <a:lnTo>
                  <a:pt x="174016" y="45177"/>
                </a:lnTo>
                <a:lnTo>
                  <a:pt x="174297" y="45086"/>
                </a:lnTo>
                <a:lnTo>
                  <a:pt x="174577" y="45000"/>
                </a:lnTo>
                <a:lnTo>
                  <a:pt x="174858" y="44920"/>
                </a:lnTo>
                <a:lnTo>
                  <a:pt x="175139" y="44846"/>
                </a:lnTo>
                <a:lnTo>
                  <a:pt x="175421" y="44778"/>
                </a:lnTo>
                <a:lnTo>
                  <a:pt x="175703" y="44716"/>
                </a:lnTo>
                <a:lnTo>
                  <a:pt x="175985" y="44660"/>
                </a:lnTo>
                <a:lnTo>
                  <a:pt x="176267" y="44609"/>
                </a:lnTo>
                <a:lnTo>
                  <a:pt x="176549" y="44565"/>
                </a:lnTo>
                <a:lnTo>
                  <a:pt x="176832" y="44527"/>
                </a:lnTo>
                <a:lnTo>
                  <a:pt x="177115" y="44494"/>
                </a:lnTo>
                <a:lnTo>
                  <a:pt x="177398" y="44467"/>
                </a:lnTo>
                <a:lnTo>
                  <a:pt x="177681" y="44447"/>
                </a:lnTo>
                <a:lnTo>
                  <a:pt x="177965" y="44432"/>
                </a:lnTo>
                <a:lnTo>
                  <a:pt x="178249" y="44423"/>
                </a:lnTo>
                <a:lnTo>
                  <a:pt x="178533" y="44420"/>
                </a:lnTo>
                <a:lnTo>
                  <a:pt x="179051" y="44430"/>
                </a:lnTo>
                <a:lnTo>
                  <a:pt x="179564" y="44459"/>
                </a:lnTo>
                <a:lnTo>
                  <a:pt x="180070" y="44507"/>
                </a:lnTo>
                <a:lnTo>
                  <a:pt x="180571" y="44574"/>
                </a:lnTo>
                <a:lnTo>
                  <a:pt x="181065" y="44660"/>
                </a:lnTo>
                <a:lnTo>
                  <a:pt x="181554" y="44766"/>
                </a:lnTo>
                <a:lnTo>
                  <a:pt x="182036" y="44891"/>
                </a:lnTo>
                <a:lnTo>
                  <a:pt x="182513" y="45035"/>
                </a:lnTo>
                <a:lnTo>
                  <a:pt x="182984" y="45199"/>
                </a:lnTo>
                <a:lnTo>
                  <a:pt x="183449" y="45381"/>
                </a:lnTo>
                <a:lnTo>
                  <a:pt x="183908" y="45583"/>
                </a:lnTo>
                <a:lnTo>
                  <a:pt x="184361" y="45804"/>
                </a:lnTo>
                <a:lnTo>
                  <a:pt x="184808" y="46045"/>
                </a:lnTo>
                <a:lnTo>
                  <a:pt x="185249" y="46304"/>
                </a:lnTo>
                <a:lnTo>
                  <a:pt x="185685" y="46583"/>
                </a:lnTo>
                <a:lnTo>
                  <a:pt x="186114" y="46881"/>
                </a:lnTo>
                <a:lnTo>
                  <a:pt x="186538" y="47198"/>
                </a:lnTo>
                <a:lnTo>
                  <a:pt x="186955" y="47535"/>
                </a:lnTo>
                <a:lnTo>
                  <a:pt x="187367" y="47890"/>
                </a:lnTo>
                <a:lnTo>
                  <a:pt x="187773" y="48265"/>
                </a:lnTo>
                <a:lnTo>
                  <a:pt x="188172" y="48659"/>
                </a:lnTo>
                <a:lnTo>
                  <a:pt x="188566" y="49073"/>
                </a:lnTo>
                <a:lnTo>
                  <a:pt x="188954" y="49505"/>
                </a:lnTo>
                <a:lnTo>
                  <a:pt x="189336" y="49957"/>
                </a:lnTo>
                <a:lnTo>
                  <a:pt x="189870" y="50637"/>
                </a:lnTo>
                <a:lnTo>
                  <a:pt x="190380" y="51342"/>
                </a:lnTo>
                <a:lnTo>
                  <a:pt x="190869" y="52070"/>
                </a:lnTo>
                <a:lnTo>
                  <a:pt x="191334" y="52822"/>
                </a:lnTo>
                <a:lnTo>
                  <a:pt x="191777" y="53598"/>
                </a:lnTo>
                <a:lnTo>
                  <a:pt x="192197" y="54397"/>
                </a:lnTo>
                <a:lnTo>
                  <a:pt x="192594" y="55221"/>
                </a:lnTo>
                <a:lnTo>
                  <a:pt x="192969" y="56069"/>
                </a:lnTo>
                <a:lnTo>
                  <a:pt x="193321" y="56940"/>
                </a:lnTo>
                <a:lnTo>
                  <a:pt x="193650" y="57836"/>
                </a:lnTo>
                <a:lnTo>
                  <a:pt x="193956" y="58755"/>
                </a:lnTo>
                <a:lnTo>
                  <a:pt x="194240" y="59698"/>
                </a:lnTo>
                <a:lnTo>
                  <a:pt x="194501" y="60666"/>
                </a:lnTo>
                <a:lnTo>
                  <a:pt x="194740" y="61657"/>
                </a:lnTo>
                <a:lnTo>
                  <a:pt x="194955" y="62672"/>
                </a:lnTo>
                <a:lnTo>
                  <a:pt x="195148" y="63711"/>
                </a:lnTo>
                <a:lnTo>
                  <a:pt x="195319" y="64773"/>
                </a:lnTo>
                <a:lnTo>
                  <a:pt x="195466" y="65860"/>
                </a:lnTo>
                <a:lnTo>
                  <a:pt x="195591" y="66971"/>
                </a:lnTo>
                <a:lnTo>
                  <a:pt x="195693" y="68105"/>
                </a:lnTo>
                <a:lnTo>
                  <a:pt x="195773" y="69264"/>
                </a:lnTo>
                <a:lnTo>
                  <a:pt x="195829" y="70446"/>
                </a:lnTo>
                <a:lnTo>
                  <a:pt x="195863" y="71652"/>
                </a:lnTo>
                <a:lnTo>
                  <a:pt x="195875" y="72882"/>
                </a:lnTo>
                <a:lnTo>
                  <a:pt x="195865" y="73967"/>
                </a:lnTo>
                <a:lnTo>
                  <a:pt x="195835" y="75030"/>
                </a:lnTo>
                <a:lnTo>
                  <a:pt x="195785" y="76073"/>
                </a:lnTo>
                <a:lnTo>
                  <a:pt x="195715" y="77096"/>
                </a:lnTo>
                <a:lnTo>
                  <a:pt x="195625" y="78099"/>
                </a:lnTo>
                <a:lnTo>
                  <a:pt x="195515" y="79080"/>
                </a:lnTo>
                <a:lnTo>
                  <a:pt x="195385" y="80042"/>
                </a:lnTo>
                <a:lnTo>
                  <a:pt x="195235" y="80983"/>
                </a:lnTo>
                <a:lnTo>
                  <a:pt x="195065" y="81903"/>
                </a:lnTo>
                <a:lnTo>
                  <a:pt x="194875" y="82803"/>
                </a:lnTo>
                <a:lnTo>
                  <a:pt x="194665" y="83682"/>
                </a:lnTo>
                <a:lnTo>
                  <a:pt x="194436" y="84542"/>
                </a:lnTo>
                <a:lnTo>
                  <a:pt x="194186" y="85380"/>
                </a:lnTo>
                <a:lnTo>
                  <a:pt x="193916" y="86198"/>
                </a:lnTo>
                <a:lnTo>
                  <a:pt x="193626" y="86996"/>
                </a:lnTo>
                <a:lnTo>
                  <a:pt x="193316" y="87773"/>
                </a:lnTo>
                <a:lnTo>
                  <a:pt x="192986" y="88530"/>
                </a:lnTo>
                <a:lnTo>
                  <a:pt x="192637" y="89266"/>
                </a:lnTo>
                <a:lnTo>
                  <a:pt x="192267" y="89982"/>
                </a:lnTo>
                <a:lnTo>
                  <a:pt x="191877" y="90677"/>
                </a:lnTo>
                <a:lnTo>
                  <a:pt x="191467" y="91352"/>
                </a:lnTo>
                <a:lnTo>
                  <a:pt x="191037" y="92006"/>
                </a:lnTo>
                <a:lnTo>
                  <a:pt x="190588" y="92640"/>
                </a:lnTo>
                <a:lnTo>
                  <a:pt x="190118" y="93253"/>
                </a:lnTo>
                <a:lnTo>
                  <a:pt x="189746" y="93705"/>
                </a:lnTo>
                <a:lnTo>
                  <a:pt x="189365" y="94138"/>
                </a:lnTo>
                <a:lnTo>
                  <a:pt x="188974" y="94551"/>
                </a:lnTo>
                <a:lnTo>
                  <a:pt x="188574" y="94945"/>
                </a:lnTo>
                <a:lnTo>
                  <a:pt x="188165" y="95320"/>
                </a:lnTo>
                <a:lnTo>
                  <a:pt x="187746" y="95676"/>
                </a:lnTo>
                <a:lnTo>
                  <a:pt x="187318" y="96012"/>
                </a:lnTo>
                <a:lnTo>
                  <a:pt x="186880" y="96330"/>
                </a:lnTo>
                <a:lnTo>
                  <a:pt x="186433" y="96628"/>
                </a:lnTo>
                <a:lnTo>
                  <a:pt x="185977" y="96906"/>
                </a:lnTo>
                <a:lnTo>
                  <a:pt x="185511" y="97166"/>
                </a:lnTo>
                <a:lnTo>
                  <a:pt x="185036" y="97406"/>
                </a:lnTo>
                <a:lnTo>
                  <a:pt x="184552" y="97627"/>
                </a:lnTo>
                <a:lnTo>
                  <a:pt x="184058" y="97829"/>
                </a:lnTo>
                <a:lnTo>
                  <a:pt x="183555" y="98012"/>
                </a:lnTo>
                <a:lnTo>
                  <a:pt x="183042" y="98175"/>
                </a:lnTo>
                <a:lnTo>
                  <a:pt x="182520" y="98319"/>
                </a:lnTo>
                <a:lnTo>
                  <a:pt x="181989" y="98444"/>
                </a:lnTo>
                <a:lnTo>
                  <a:pt x="181448" y="98550"/>
                </a:lnTo>
                <a:lnTo>
                  <a:pt x="180898" y="98637"/>
                </a:lnTo>
                <a:lnTo>
                  <a:pt x="180339" y="98704"/>
                </a:lnTo>
                <a:lnTo>
                  <a:pt x="179770" y="98752"/>
                </a:lnTo>
                <a:lnTo>
                  <a:pt x="179192" y="98781"/>
                </a:lnTo>
                <a:lnTo>
                  <a:pt x="178604" y="98790"/>
                </a:lnTo>
                <a:lnTo>
                  <a:pt x="178116" y="98785"/>
                </a:lnTo>
                <a:lnTo>
                  <a:pt x="177635" y="98769"/>
                </a:lnTo>
                <a:lnTo>
                  <a:pt x="177161" y="98742"/>
                </a:lnTo>
                <a:lnTo>
                  <a:pt x="176694" y="98704"/>
                </a:lnTo>
                <a:lnTo>
                  <a:pt x="176234" y="98655"/>
                </a:lnTo>
                <a:lnTo>
                  <a:pt x="175781" y="98595"/>
                </a:lnTo>
                <a:lnTo>
                  <a:pt x="175335" y="98525"/>
                </a:lnTo>
                <a:lnTo>
                  <a:pt x="174897" y="98443"/>
                </a:lnTo>
                <a:lnTo>
                  <a:pt x="174465" y="98351"/>
                </a:lnTo>
                <a:lnTo>
                  <a:pt x="174040" y="98248"/>
                </a:lnTo>
                <a:lnTo>
                  <a:pt x="173622" y="98134"/>
                </a:lnTo>
                <a:lnTo>
                  <a:pt x="173212" y="98010"/>
                </a:lnTo>
                <a:lnTo>
                  <a:pt x="172808" y="97874"/>
                </a:lnTo>
                <a:lnTo>
                  <a:pt x="172411" y="97728"/>
                </a:lnTo>
                <a:lnTo>
                  <a:pt x="172022" y="97571"/>
                </a:lnTo>
                <a:lnTo>
                  <a:pt x="171639" y="97403"/>
                </a:lnTo>
                <a:lnTo>
                  <a:pt x="171264" y="97224"/>
                </a:lnTo>
                <a:lnTo>
                  <a:pt x="170895" y="97034"/>
                </a:lnTo>
                <a:lnTo>
                  <a:pt x="170534" y="96833"/>
                </a:lnTo>
                <a:lnTo>
                  <a:pt x="170179" y="96622"/>
                </a:lnTo>
                <a:lnTo>
                  <a:pt x="169832" y="96400"/>
                </a:lnTo>
                <a:lnTo>
                  <a:pt x="169491" y="96166"/>
                </a:lnTo>
                <a:lnTo>
                  <a:pt x="169158" y="95922"/>
                </a:lnTo>
                <a:lnTo>
                  <a:pt x="168832" y="95668"/>
                </a:lnTo>
                <a:lnTo>
                  <a:pt x="168514" y="95406"/>
                </a:lnTo>
                <a:lnTo>
                  <a:pt x="168206" y="95140"/>
                </a:lnTo>
                <a:lnTo>
                  <a:pt x="167908" y="94871"/>
                </a:lnTo>
                <a:lnTo>
                  <a:pt x="167621" y="94599"/>
                </a:lnTo>
                <a:lnTo>
                  <a:pt x="167343" y="94323"/>
                </a:lnTo>
                <a:lnTo>
                  <a:pt x="167075" y="94044"/>
                </a:lnTo>
                <a:lnTo>
                  <a:pt x="166817" y="93761"/>
                </a:lnTo>
                <a:lnTo>
                  <a:pt x="166569" y="93475"/>
                </a:lnTo>
                <a:lnTo>
                  <a:pt x="166331" y="93186"/>
                </a:lnTo>
                <a:lnTo>
                  <a:pt x="166104" y="92893"/>
                </a:lnTo>
                <a:lnTo>
                  <a:pt x="165886" y="92596"/>
                </a:lnTo>
                <a:lnTo>
                  <a:pt x="165678" y="92296"/>
                </a:lnTo>
                <a:lnTo>
                  <a:pt x="165480" y="91993"/>
                </a:lnTo>
                <a:lnTo>
                  <a:pt x="165292" y="91686"/>
                </a:lnTo>
                <a:lnTo>
                  <a:pt x="165114" y="91376"/>
                </a:lnTo>
                <a:lnTo>
                  <a:pt x="164946" y="91062"/>
                </a:lnTo>
                <a:lnTo>
                  <a:pt x="164789" y="90745"/>
                </a:lnTo>
                <a:lnTo>
                  <a:pt x="164641" y="90424"/>
                </a:lnTo>
                <a:lnTo>
                  <a:pt x="164503" y="90100"/>
                </a:lnTo>
                <a:lnTo>
                  <a:pt x="164375" y="89772"/>
                </a:lnTo>
                <a:lnTo>
                  <a:pt x="164257" y="89441"/>
                </a:lnTo>
                <a:lnTo>
                  <a:pt x="164149" y="89107"/>
                </a:lnTo>
                <a:lnTo>
                  <a:pt x="164051" y="88769"/>
                </a:lnTo>
                <a:lnTo>
                  <a:pt x="163963" y="88427"/>
                </a:lnTo>
                <a:lnTo>
                  <a:pt x="163911" y="88211"/>
                </a:lnTo>
                <a:lnTo>
                  <a:pt x="163861" y="87976"/>
                </a:lnTo>
                <a:lnTo>
                  <a:pt x="163813" y="87722"/>
                </a:lnTo>
                <a:lnTo>
                  <a:pt x="163768" y="87450"/>
                </a:lnTo>
                <a:lnTo>
                  <a:pt x="163725" y="87158"/>
                </a:lnTo>
                <a:lnTo>
                  <a:pt x="163683" y="86848"/>
                </a:lnTo>
                <a:lnTo>
                  <a:pt x="163645" y="86520"/>
                </a:lnTo>
                <a:lnTo>
                  <a:pt x="163608" y="86172"/>
                </a:lnTo>
                <a:lnTo>
                  <a:pt x="163574" y="85806"/>
                </a:lnTo>
                <a:lnTo>
                  <a:pt x="163541" y="85421"/>
                </a:lnTo>
                <a:lnTo>
                  <a:pt x="163511" y="85017"/>
                </a:lnTo>
                <a:lnTo>
                  <a:pt x="163484" y="84595"/>
                </a:lnTo>
                <a:lnTo>
                  <a:pt x="163458" y="84154"/>
                </a:lnTo>
                <a:lnTo>
                  <a:pt x="163435" y="83694"/>
                </a:lnTo>
                <a:lnTo>
                  <a:pt x="163414" y="83215"/>
                </a:lnTo>
                <a:lnTo>
                  <a:pt x="163395" y="82718"/>
                </a:lnTo>
                <a:lnTo>
                  <a:pt x="163378" y="82202"/>
                </a:lnTo>
                <a:lnTo>
                  <a:pt x="163364" y="81667"/>
                </a:lnTo>
                <a:lnTo>
                  <a:pt x="163351" y="81113"/>
                </a:lnTo>
                <a:lnTo>
                  <a:pt x="163341" y="80541"/>
                </a:lnTo>
                <a:lnTo>
                  <a:pt x="163334" y="79950"/>
                </a:lnTo>
                <a:lnTo>
                  <a:pt x="163328" y="79340"/>
                </a:lnTo>
                <a:lnTo>
                  <a:pt x="163325" y="78711"/>
                </a:lnTo>
                <a:lnTo>
                  <a:pt x="163324" y="78064"/>
                </a:lnTo>
                <a:lnTo>
                  <a:pt x="163324" y="53788"/>
                </a:lnTo>
                <a:lnTo>
                  <a:pt x="163809" y="53265"/>
                </a:lnTo>
                <a:lnTo>
                  <a:pt x="164284" y="52759"/>
                </a:lnTo>
                <a:lnTo>
                  <a:pt x="164746" y="52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x">
            <a:extLst xmlns:a="http://schemas.openxmlformats.org/drawingml/2006/main">
              <a:ext uri="{FF2B5EF4-FFF2-40B4-BE49-F238E27FC236}">
                <a16:creationId xmlns:a16="http://schemas.microsoft.com/office/drawing/2014/main" id="{F74F7619-75D9-447E-AE6A-401FB3F8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895" y="2100416"/>
            <a:ext cx="80596" cy="67945"/>
          </a:xfrm>
          <a:custGeom xmlns:a="http://schemas.openxmlformats.org/drawingml/2006/main">
            <a:pathLst>
              <a:path w="80596" h="67945">
                <a:moveTo>
                  <a:pt x="13219" y="4264"/>
                </a:moveTo>
                <a:lnTo>
                  <a:pt x="38024" y="0"/>
                </a:lnTo>
                <a:cubicBezTo>
                  <a:pt x="42525" y="7067"/>
                  <a:pt x="45699" y="14846"/>
                  <a:pt x="47547" y="23336"/>
                </a:cubicBezTo>
                <a:cubicBezTo>
                  <a:pt x="52191" y="16458"/>
                  <a:pt x="55697" y="11644"/>
                  <a:pt x="58066" y="8893"/>
                </a:cubicBezTo>
                <a:cubicBezTo>
                  <a:pt x="61241" y="5194"/>
                  <a:pt x="63858" y="2787"/>
                  <a:pt x="65919" y="1672"/>
                </a:cubicBezTo>
                <a:cubicBezTo>
                  <a:pt x="67981" y="557"/>
                  <a:pt x="70172" y="0"/>
                  <a:pt x="72494" y="0"/>
                </a:cubicBezTo>
                <a:cubicBezTo>
                  <a:pt x="75100" y="0"/>
                  <a:pt x="77102" y="717"/>
                  <a:pt x="78499" y="2152"/>
                </a:cubicBezTo>
                <a:cubicBezTo>
                  <a:pt x="79897" y="3585"/>
                  <a:pt x="80596" y="5521"/>
                  <a:pt x="80596" y="7960"/>
                </a:cubicBezTo>
                <a:cubicBezTo>
                  <a:pt x="80596" y="10255"/>
                  <a:pt x="79897" y="12132"/>
                  <a:pt x="78499" y="13590"/>
                </a:cubicBezTo>
                <a:cubicBezTo>
                  <a:pt x="77102" y="15049"/>
                  <a:pt x="75360" y="15778"/>
                  <a:pt x="73275" y="15778"/>
                </a:cubicBezTo>
                <a:cubicBezTo>
                  <a:pt x="71759" y="15778"/>
                  <a:pt x="70018" y="15494"/>
                  <a:pt x="68052" y="14925"/>
                </a:cubicBezTo>
                <a:cubicBezTo>
                  <a:pt x="66085" y="14357"/>
                  <a:pt x="64723" y="14072"/>
                  <a:pt x="63965" y="14072"/>
                </a:cubicBezTo>
                <a:cubicBezTo>
                  <a:pt x="61975" y="14072"/>
                  <a:pt x="60080" y="14781"/>
                  <a:pt x="58279" y="16198"/>
                </a:cubicBezTo>
                <a:cubicBezTo>
                  <a:pt x="55815" y="18135"/>
                  <a:pt x="52783" y="22269"/>
                  <a:pt x="49182" y="28600"/>
                </a:cubicBezTo>
                <a:cubicBezTo>
                  <a:pt x="53209" y="42835"/>
                  <a:pt x="56431" y="51518"/>
                  <a:pt x="58848" y="54650"/>
                </a:cubicBezTo>
                <a:cubicBezTo>
                  <a:pt x="60269" y="56501"/>
                  <a:pt x="61714" y="57426"/>
                  <a:pt x="63183" y="57426"/>
                </a:cubicBezTo>
                <a:cubicBezTo>
                  <a:pt x="64415" y="57426"/>
                  <a:pt x="65481" y="57092"/>
                  <a:pt x="66381" y="56425"/>
                </a:cubicBezTo>
                <a:cubicBezTo>
                  <a:pt x="67756" y="55345"/>
                  <a:pt x="69864" y="52647"/>
                  <a:pt x="72707" y="48329"/>
                </a:cubicBezTo>
                <a:lnTo>
                  <a:pt x="75265" y="49877"/>
                </a:lnTo>
                <a:cubicBezTo>
                  <a:pt x="71096" y="56859"/>
                  <a:pt x="67021" y="61775"/>
                  <a:pt x="63041" y="64627"/>
                </a:cubicBezTo>
                <a:cubicBezTo>
                  <a:pt x="60009" y="66839"/>
                  <a:pt x="57024" y="67945"/>
                  <a:pt x="54086" y="67945"/>
                </a:cubicBezTo>
                <a:cubicBezTo>
                  <a:pt x="51054" y="67945"/>
                  <a:pt x="48530" y="67267"/>
                  <a:pt x="46517" y="65911"/>
                </a:cubicBezTo>
                <a:cubicBezTo>
                  <a:pt x="44503" y="64553"/>
                  <a:pt x="42714" y="62338"/>
                  <a:pt x="41151" y="59268"/>
                </a:cubicBezTo>
                <a:cubicBezTo>
                  <a:pt x="39587" y="56197"/>
                  <a:pt x="37739" y="51281"/>
                  <a:pt x="35607" y="44520"/>
                </a:cubicBezTo>
                <a:cubicBezTo>
                  <a:pt x="30064" y="51614"/>
                  <a:pt x="25716" y="56792"/>
                  <a:pt x="22565" y="60054"/>
                </a:cubicBezTo>
                <a:cubicBezTo>
                  <a:pt x="19415" y="63314"/>
                  <a:pt x="16797" y="65444"/>
                  <a:pt x="14712" y="66444"/>
                </a:cubicBezTo>
                <a:cubicBezTo>
                  <a:pt x="12627" y="67445"/>
                  <a:pt x="10400" y="67945"/>
                  <a:pt x="8031" y="67945"/>
                </a:cubicBezTo>
                <a:cubicBezTo>
                  <a:pt x="5567" y="67945"/>
                  <a:pt x="3613" y="67231"/>
                  <a:pt x="2168" y="65804"/>
                </a:cubicBezTo>
                <a:cubicBezTo>
                  <a:pt x="723" y="64375"/>
                  <a:pt x="0" y="62519"/>
                  <a:pt x="0" y="60236"/>
                </a:cubicBezTo>
                <a:cubicBezTo>
                  <a:pt x="0" y="57808"/>
                  <a:pt x="782" y="55809"/>
                  <a:pt x="2345" y="54239"/>
                </a:cubicBezTo>
                <a:cubicBezTo>
                  <a:pt x="3909" y="52668"/>
                  <a:pt x="5899" y="51883"/>
                  <a:pt x="8315" y="51883"/>
                </a:cubicBezTo>
                <a:cubicBezTo>
                  <a:pt x="9595" y="51883"/>
                  <a:pt x="11040" y="52281"/>
                  <a:pt x="12651" y="53078"/>
                </a:cubicBezTo>
                <a:cubicBezTo>
                  <a:pt x="15020" y="54271"/>
                  <a:pt x="16726" y="54868"/>
                  <a:pt x="17768" y="54868"/>
                </a:cubicBezTo>
                <a:cubicBezTo>
                  <a:pt x="19142" y="54868"/>
                  <a:pt x="20374" y="54582"/>
                  <a:pt x="21464" y="54010"/>
                </a:cubicBezTo>
                <a:cubicBezTo>
                  <a:pt x="22885" y="53295"/>
                  <a:pt x="24686" y="51746"/>
                  <a:pt x="26865" y="49362"/>
                </a:cubicBezTo>
                <a:cubicBezTo>
                  <a:pt x="28192" y="47884"/>
                  <a:pt x="30632" y="44738"/>
                  <a:pt x="34186" y="39923"/>
                </a:cubicBezTo>
                <a:cubicBezTo>
                  <a:pt x="29637" y="23028"/>
                  <a:pt x="26084" y="12920"/>
                  <a:pt x="23525" y="9599"/>
                </a:cubicBezTo>
                <a:cubicBezTo>
                  <a:pt x="21914" y="7464"/>
                  <a:pt x="19877" y="6396"/>
                  <a:pt x="17413" y="6396"/>
                </a:cubicBezTo>
                <a:cubicBezTo>
                  <a:pt x="16133" y="6396"/>
                  <a:pt x="14570" y="6586"/>
                  <a:pt x="12722" y="6965"/>
                </a:cubicBezTo>
                <a:lnTo>
                  <a:pt x="13219" y="4264"/>
                </a:lnTo>
                <a:close/>
              </a:path>
            </a:pathLst>
          </a:custGeom>
          <a:solidFill xmlns:a="http://schemas.openxmlformats.org/drawingml/2006/main">
            <a:srgbClr val="009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3">
            <a:extLst xmlns:a="http://schemas.openxmlformats.org/drawingml/2006/main">
              <a:ext uri="{FF2B5EF4-FFF2-40B4-BE49-F238E27FC236}">
                <a16:creationId xmlns:a16="http://schemas.microsoft.com/office/drawing/2014/main" id="{BDE8E41C-DAB8-4549-93FB-E9410166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407" y="2136645"/>
            <a:ext cx="44396" cy="66997"/>
          </a:xfrm>
          <a:custGeom xmlns:a="http://schemas.openxmlformats.org/drawingml/2006/main">
            <a:pathLst>
              <a:path w="44396" h="66997">
                <a:moveTo>
                  <a:pt x="11182" y="30703"/>
                </a:moveTo>
                <a:lnTo>
                  <a:pt x="11798" y="28618"/>
                </a:lnTo>
                <a:cubicBezTo>
                  <a:pt x="16189" y="27991"/>
                  <a:pt x="19726" y="27065"/>
                  <a:pt x="22411" y="25841"/>
                </a:cubicBezTo>
                <a:cubicBezTo>
                  <a:pt x="26012" y="24272"/>
                  <a:pt x="28634" y="22428"/>
                  <a:pt x="30277" y="20307"/>
                </a:cubicBezTo>
                <a:cubicBezTo>
                  <a:pt x="31919" y="18187"/>
                  <a:pt x="32741" y="15908"/>
                  <a:pt x="32741" y="13471"/>
                </a:cubicBezTo>
                <a:cubicBezTo>
                  <a:pt x="32741" y="11382"/>
                  <a:pt x="31998" y="9594"/>
                  <a:pt x="30514" y="8107"/>
                </a:cubicBezTo>
                <a:cubicBezTo>
                  <a:pt x="29029" y="6619"/>
                  <a:pt x="27181" y="5875"/>
                  <a:pt x="24970" y="5875"/>
                </a:cubicBezTo>
                <a:cubicBezTo>
                  <a:pt x="23233" y="5875"/>
                  <a:pt x="21622" y="6333"/>
                  <a:pt x="20137" y="7249"/>
                </a:cubicBezTo>
                <a:cubicBezTo>
                  <a:pt x="18653" y="8165"/>
                  <a:pt x="17042" y="9761"/>
                  <a:pt x="15304" y="12035"/>
                </a:cubicBezTo>
                <a:lnTo>
                  <a:pt x="13409" y="11087"/>
                </a:lnTo>
                <a:cubicBezTo>
                  <a:pt x="16062" y="7107"/>
                  <a:pt x="18724" y="4264"/>
                  <a:pt x="21393" y="2559"/>
                </a:cubicBezTo>
                <a:cubicBezTo>
                  <a:pt x="24062" y="853"/>
                  <a:pt x="27055" y="0"/>
                  <a:pt x="30372" y="0"/>
                </a:cubicBezTo>
                <a:cubicBezTo>
                  <a:pt x="34541" y="0"/>
                  <a:pt x="37921" y="1179"/>
                  <a:pt x="40511" y="3536"/>
                </a:cubicBezTo>
                <a:cubicBezTo>
                  <a:pt x="43101" y="5892"/>
                  <a:pt x="44396" y="8715"/>
                  <a:pt x="44396" y="12005"/>
                </a:cubicBezTo>
                <a:cubicBezTo>
                  <a:pt x="44396" y="14599"/>
                  <a:pt x="43765" y="16861"/>
                  <a:pt x="42501" y="18791"/>
                </a:cubicBezTo>
                <a:cubicBezTo>
                  <a:pt x="41238" y="20721"/>
                  <a:pt x="39374" y="22398"/>
                  <a:pt x="36910" y="23821"/>
                </a:cubicBezTo>
                <a:cubicBezTo>
                  <a:pt x="35110" y="24864"/>
                  <a:pt x="32283" y="25924"/>
                  <a:pt x="28429" y="27000"/>
                </a:cubicBezTo>
                <a:cubicBezTo>
                  <a:pt x="31935" y="28518"/>
                  <a:pt x="34399" y="30226"/>
                  <a:pt x="35820" y="32125"/>
                </a:cubicBezTo>
                <a:cubicBezTo>
                  <a:pt x="37937" y="34940"/>
                  <a:pt x="38995" y="38340"/>
                  <a:pt x="38995" y="42325"/>
                </a:cubicBezTo>
                <a:cubicBezTo>
                  <a:pt x="38995" y="49791"/>
                  <a:pt x="35773" y="55959"/>
                  <a:pt x="29329" y="60829"/>
                </a:cubicBezTo>
                <a:cubicBezTo>
                  <a:pt x="23928" y="64941"/>
                  <a:pt x="17673" y="66997"/>
                  <a:pt x="10566" y="66997"/>
                </a:cubicBezTo>
                <a:cubicBezTo>
                  <a:pt x="6776" y="66997"/>
                  <a:pt x="3917" y="66284"/>
                  <a:pt x="1990" y="64856"/>
                </a:cubicBezTo>
                <a:cubicBezTo>
                  <a:pt x="663" y="63873"/>
                  <a:pt x="0" y="62573"/>
                  <a:pt x="0" y="60955"/>
                </a:cubicBezTo>
                <a:cubicBezTo>
                  <a:pt x="0" y="59495"/>
                  <a:pt x="505" y="58289"/>
                  <a:pt x="1516" y="57338"/>
                </a:cubicBezTo>
                <a:cubicBezTo>
                  <a:pt x="2527" y="56386"/>
                  <a:pt x="3775" y="55910"/>
                  <a:pt x="5259" y="55910"/>
                </a:cubicBezTo>
                <a:cubicBezTo>
                  <a:pt x="6017" y="55910"/>
                  <a:pt x="6744" y="56069"/>
                  <a:pt x="7439" y="56387"/>
                </a:cubicBezTo>
                <a:cubicBezTo>
                  <a:pt x="8639" y="56896"/>
                  <a:pt x="10440" y="57971"/>
                  <a:pt x="12840" y="59610"/>
                </a:cubicBezTo>
                <a:cubicBezTo>
                  <a:pt x="15241" y="61250"/>
                  <a:pt x="17231" y="62070"/>
                  <a:pt x="18810" y="62070"/>
                </a:cubicBezTo>
                <a:cubicBezTo>
                  <a:pt x="20769" y="62070"/>
                  <a:pt x="22490" y="61073"/>
                  <a:pt x="23975" y="59080"/>
                </a:cubicBezTo>
                <a:cubicBezTo>
                  <a:pt x="26155" y="56138"/>
                  <a:pt x="27244" y="52452"/>
                  <a:pt x="27244" y="48024"/>
                </a:cubicBezTo>
                <a:cubicBezTo>
                  <a:pt x="27244" y="44575"/>
                  <a:pt x="26549" y="41554"/>
                  <a:pt x="25160" y="38959"/>
                </a:cubicBezTo>
                <a:cubicBezTo>
                  <a:pt x="23770" y="36365"/>
                  <a:pt x="21985" y="34444"/>
                  <a:pt x="19805" y="33195"/>
                </a:cubicBezTo>
                <a:cubicBezTo>
                  <a:pt x="17626" y="31945"/>
                  <a:pt x="14751" y="31115"/>
                  <a:pt x="11182" y="30703"/>
                </a:cubicBezTo>
                <a:close/>
              </a:path>
            </a:pathLst>
          </a:custGeom>
          <a:solidFill xmlns:a="http://schemas.openxmlformats.org/drawingml/2006/main">
            <a:srgbClr val="009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,seq=arb">
            <a:extLst xmlns:a="http://schemas.openxmlformats.org/drawingml/2006/main">
              <a:ext uri="{FF2B5EF4-FFF2-40B4-BE49-F238E27FC236}">
                <a16:creationId xmlns:a16="http://schemas.microsoft.com/office/drawing/2014/main" id="{3B6509B6-D6D0-4C47-ADA9-AE75B2DE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559" y="2065252"/>
            <a:ext cx="538925" cy="132194"/>
          </a:xfrm>
          <a:custGeom xmlns:a="http://schemas.openxmlformats.org/drawingml/2006/main">
            <a:pathLst>
              <a:path w="538925" h="132194">
                <a:moveTo>
                  <a:pt x="0" y="125371"/>
                </a:moveTo>
                <a:lnTo>
                  <a:pt x="0" y="122244"/>
                </a:lnTo>
                <a:cubicBezTo>
                  <a:pt x="4880" y="120627"/>
                  <a:pt x="8659" y="118118"/>
                  <a:pt x="11336" y="114717"/>
                </a:cubicBezTo>
                <a:cubicBezTo>
                  <a:pt x="14013" y="111318"/>
                  <a:pt x="15352" y="107715"/>
                  <a:pt x="15352" y="103910"/>
                </a:cubicBezTo>
                <a:cubicBezTo>
                  <a:pt x="15352" y="103008"/>
                  <a:pt x="15138" y="102249"/>
                  <a:pt x="14712" y="101633"/>
                </a:cubicBezTo>
                <a:cubicBezTo>
                  <a:pt x="14380" y="101207"/>
                  <a:pt x="14049" y="100994"/>
                  <a:pt x="13717" y="100994"/>
                </a:cubicBezTo>
                <a:cubicBezTo>
                  <a:pt x="13196" y="100994"/>
                  <a:pt x="12059" y="101467"/>
                  <a:pt x="10305" y="102415"/>
                </a:cubicBezTo>
                <a:cubicBezTo>
                  <a:pt x="9453" y="102842"/>
                  <a:pt x="8552" y="103055"/>
                  <a:pt x="7605" y="103055"/>
                </a:cubicBezTo>
                <a:cubicBezTo>
                  <a:pt x="5283" y="103055"/>
                  <a:pt x="3435" y="102368"/>
                  <a:pt x="2061" y="100994"/>
                </a:cubicBezTo>
                <a:cubicBezTo>
                  <a:pt x="687" y="99620"/>
                  <a:pt x="0" y="97724"/>
                  <a:pt x="0" y="95308"/>
                </a:cubicBezTo>
                <a:cubicBezTo>
                  <a:pt x="0" y="92986"/>
                  <a:pt x="888" y="90996"/>
                  <a:pt x="2665" y="89338"/>
                </a:cubicBezTo>
                <a:cubicBezTo>
                  <a:pt x="4442" y="87679"/>
                  <a:pt x="6610" y="86850"/>
                  <a:pt x="9168" y="86850"/>
                </a:cubicBezTo>
                <a:cubicBezTo>
                  <a:pt x="12295" y="86850"/>
                  <a:pt x="15079" y="88215"/>
                  <a:pt x="17519" y="90946"/>
                </a:cubicBezTo>
                <a:cubicBezTo>
                  <a:pt x="19959" y="93675"/>
                  <a:pt x="21180" y="97293"/>
                  <a:pt x="21180" y="101802"/>
                </a:cubicBezTo>
                <a:cubicBezTo>
                  <a:pt x="21180" y="106693"/>
                  <a:pt x="19486" y="111238"/>
                  <a:pt x="16098" y="115439"/>
                </a:cubicBezTo>
                <a:cubicBezTo>
                  <a:pt x="12710" y="119640"/>
                  <a:pt x="7344" y="122951"/>
                  <a:pt x="0" y="125371"/>
                </a:cubicBezTo>
                <a:close/>
                <a:moveTo>
                  <a:pt x="111583" y="34115"/>
                </a:moveTo>
                <a:lnTo>
                  <a:pt x="111583" y="56147"/>
                </a:lnTo>
                <a:lnTo>
                  <a:pt x="109238" y="56147"/>
                </a:lnTo>
                <a:cubicBezTo>
                  <a:pt x="107438" y="49237"/>
                  <a:pt x="105128" y="44536"/>
                  <a:pt x="102308" y="42046"/>
                </a:cubicBezTo>
                <a:cubicBezTo>
                  <a:pt x="99489" y="39554"/>
                  <a:pt x="95900" y="38308"/>
                  <a:pt x="91541" y="38308"/>
                </a:cubicBezTo>
                <a:cubicBezTo>
                  <a:pt x="88224" y="38308"/>
                  <a:pt x="85547" y="39184"/>
                  <a:pt x="83510" y="40935"/>
                </a:cubicBezTo>
                <a:cubicBezTo>
                  <a:pt x="81472" y="42686"/>
                  <a:pt x="80454" y="44626"/>
                  <a:pt x="80454" y="46757"/>
                </a:cubicBezTo>
                <a:cubicBezTo>
                  <a:pt x="80454" y="49407"/>
                  <a:pt x="81212" y="51678"/>
                  <a:pt x="82728" y="53571"/>
                </a:cubicBezTo>
                <a:cubicBezTo>
                  <a:pt x="84197" y="55512"/>
                  <a:pt x="87182" y="57571"/>
                  <a:pt x="91683" y="59747"/>
                </a:cubicBezTo>
                <a:lnTo>
                  <a:pt x="102060" y="64789"/>
                </a:lnTo>
                <a:cubicBezTo>
                  <a:pt x="111678" y="69474"/>
                  <a:pt x="116487" y="75650"/>
                  <a:pt x="116487" y="83319"/>
                </a:cubicBezTo>
                <a:cubicBezTo>
                  <a:pt x="116487" y="89234"/>
                  <a:pt x="114249" y="94003"/>
                  <a:pt x="109771" y="97624"/>
                </a:cubicBezTo>
                <a:cubicBezTo>
                  <a:pt x="105293" y="101245"/>
                  <a:pt x="100283" y="103055"/>
                  <a:pt x="94739" y="103055"/>
                </a:cubicBezTo>
                <a:cubicBezTo>
                  <a:pt x="90759" y="103055"/>
                  <a:pt x="86211" y="102344"/>
                  <a:pt x="81093" y="100923"/>
                </a:cubicBezTo>
                <a:cubicBezTo>
                  <a:pt x="79530" y="100449"/>
                  <a:pt x="78251" y="100212"/>
                  <a:pt x="77256" y="100212"/>
                </a:cubicBezTo>
                <a:cubicBezTo>
                  <a:pt x="76166" y="100212"/>
                  <a:pt x="75313" y="100828"/>
                  <a:pt x="74697" y="102060"/>
                </a:cubicBezTo>
                <a:lnTo>
                  <a:pt x="72352" y="102060"/>
                </a:lnTo>
                <a:lnTo>
                  <a:pt x="72352" y="78748"/>
                </a:lnTo>
                <a:lnTo>
                  <a:pt x="74697" y="78748"/>
                </a:lnTo>
                <a:cubicBezTo>
                  <a:pt x="76024" y="85405"/>
                  <a:pt x="78558" y="90422"/>
                  <a:pt x="82302" y="93798"/>
                </a:cubicBezTo>
                <a:cubicBezTo>
                  <a:pt x="86045" y="97173"/>
                  <a:pt x="90238" y="98861"/>
                  <a:pt x="94881" y="98861"/>
                </a:cubicBezTo>
                <a:cubicBezTo>
                  <a:pt x="98151" y="98861"/>
                  <a:pt x="100816" y="97903"/>
                  <a:pt x="102877" y="95987"/>
                </a:cubicBezTo>
                <a:cubicBezTo>
                  <a:pt x="104938" y="94070"/>
                  <a:pt x="105969" y="91762"/>
                  <a:pt x="105969" y="89065"/>
                </a:cubicBezTo>
                <a:cubicBezTo>
                  <a:pt x="105969" y="85798"/>
                  <a:pt x="104820" y="83053"/>
                  <a:pt x="102522" y="80829"/>
                </a:cubicBezTo>
                <a:cubicBezTo>
                  <a:pt x="100224" y="78605"/>
                  <a:pt x="95640" y="75790"/>
                  <a:pt x="88769" y="72383"/>
                </a:cubicBezTo>
                <a:cubicBezTo>
                  <a:pt x="81899" y="68974"/>
                  <a:pt x="77398" y="65897"/>
                  <a:pt x="75265" y="63152"/>
                </a:cubicBezTo>
                <a:cubicBezTo>
                  <a:pt x="73133" y="60454"/>
                  <a:pt x="72067" y="57047"/>
                  <a:pt x="72067" y="52929"/>
                </a:cubicBezTo>
                <a:cubicBezTo>
                  <a:pt x="72067" y="47581"/>
                  <a:pt x="73903" y="43108"/>
                  <a:pt x="77575" y="39512"/>
                </a:cubicBezTo>
                <a:cubicBezTo>
                  <a:pt x="81247" y="35914"/>
                  <a:pt x="85997" y="34115"/>
                  <a:pt x="91825" y="34115"/>
                </a:cubicBezTo>
                <a:cubicBezTo>
                  <a:pt x="94384" y="34115"/>
                  <a:pt x="97487" y="34660"/>
                  <a:pt x="101136" y="35749"/>
                </a:cubicBezTo>
                <a:cubicBezTo>
                  <a:pt x="103552" y="36460"/>
                  <a:pt x="105163" y="36815"/>
                  <a:pt x="105969" y="36815"/>
                </a:cubicBezTo>
                <a:cubicBezTo>
                  <a:pt x="106727" y="36815"/>
                  <a:pt x="107319" y="36650"/>
                  <a:pt x="107745" y="36318"/>
                </a:cubicBezTo>
                <a:cubicBezTo>
                  <a:pt x="108172" y="35986"/>
                  <a:pt x="108669" y="35252"/>
                  <a:pt x="109238" y="34115"/>
                </a:cubicBezTo>
                <a:lnTo>
                  <a:pt x="111583" y="34115"/>
                </a:lnTo>
                <a:close/>
                <a:moveTo>
                  <a:pt x="137221" y="60554"/>
                </a:moveTo>
                <a:cubicBezTo>
                  <a:pt x="137173" y="70197"/>
                  <a:pt x="139519" y="77761"/>
                  <a:pt x="144257" y="83246"/>
                </a:cubicBezTo>
                <a:cubicBezTo>
                  <a:pt x="148995" y="88728"/>
                  <a:pt x="154562" y="91470"/>
                  <a:pt x="160959" y="91470"/>
                </a:cubicBezTo>
                <a:cubicBezTo>
                  <a:pt x="165223" y="91470"/>
                  <a:pt x="168931" y="90297"/>
                  <a:pt x="172082" y="87952"/>
                </a:cubicBezTo>
                <a:cubicBezTo>
                  <a:pt x="175233" y="85606"/>
                  <a:pt x="177874" y="81591"/>
                  <a:pt x="180006" y="75905"/>
                </a:cubicBezTo>
                <a:lnTo>
                  <a:pt x="182210" y="77327"/>
                </a:lnTo>
                <a:cubicBezTo>
                  <a:pt x="181215" y="83818"/>
                  <a:pt x="178324" y="89729"/>
                  <a:pt x="173539" y="95059"/>
                </a:cubicBezTo>
                <a:cubicBezTo>
                  <a:pt x="168753" y="100390"/>
                  <a:pt x="162759" y="103055"/>
                  <a:pt x="155557" y="103055"/>
                </a:cubicBezTo>
                <a:cubicBezTo>
                  <a:pt x="147740" y="103055"/>
                  <a:pt x="141047" y="100017"/>
                  <a:pt x="135480" y="93942"/>
                </a:cubicBezTo>
                <a:cubicBezTo>
                  <a:pt x="129912" y="87865"/>
                  <a:pt x="127129" y="79696"/>
                  <a:pt x="127129" y="69435"/>
                </a:cubicBezTo>
                <a:cubicBezTo>
                  <a:pt x="127129" y="58324"/>
                  <a:pt x="129983" y="49660"/>
                  <a:pt x="135693" y="43443"/>
                </a:cubicBezTo>
                <a:cubicBezTo>
                  <a:pt x="141402" y="37224"/>
                  <a:pt x="148569" y="34115"/>
                  <a:pt x="157192" y="34115"/>
                </a:cubicBezTo>
                <a:cubicBezTo>
                  <a:pt x="164489" y="34115"/>
                  <a:pt x="170483" y="36513"/>
                  <a:pt x="175173" y="41311"/>
                </a:cubicBezTo>
                <a:cubicBezTo>
                  <a:pt x="179864" y="46107"/>
                  <a:pt x="182210" y="52521"/>
                  <a:pt x="182210" y="60554"/>
                </a:cubicBezTo>
                <a:lnTo>
                  <a:pt x="137221" y="60554"/>
                </a:lnTo>
                <a:moveTo>
                  <a:pt x="137221" y="56431"/>
                </a:moveTo>
                <a:lnTo>
                  <a:pt x="167355" y="56431"/>
                </a:lnTo>
                <a:cubicBezTo>
                  <a:pt x="167119" y="52262"/>
                  <a:pt x="166621" y="49324"/>
                  <a:pt x="165863" y="47618"/>
                </a:cubicBezTo>
                <a:cubicBezTo>
                  <a:pt x="164678" y="44965"/>
                  <a:pt x="162913" y="42880"/>
                  <a:pt x="160568" y="41364"/>
                </a:cubicBezTo>
                <a:cubicBezTo>
                  <a:pt x="158223" y="39848"/>
                  <a:pt x="155771" y="39090"/>
                  <a:pt x="153212" y="39090"/>
                </a:cubicBezTo>
                <a:cubicBezTo>
                  <a:pt x="149279" y="39090"/>
                  <a:pt x="145761" y="40618"/>
                  <a:pt x="142658" y="43674"/>
                </a:cubicBezTo>
                <a:cubicBezTo>
                  <a:pt x="139554" y="46730"/>
                  <a:pt x="137742" y="50982"/>
                  <a:pt x="137221" y="56431"/>
                </a:cubicBezTo>
                <a:close/>
                <a:moveTo>
                  <a:pt x="248440" y="34115"/>
                </a:moveTo>
                <a:lnTo>
                  <a:pt x="248440" y="117776"/>
                </a:lnTo>
                <a:cubicBezTo>
                  <a:pt x="248440" y="121942"/>
                  <a:pt x="248725" y="124617"/>
                  <a:pt x="249293" y="125800"/>
                </a:cubicBezTo>
                <a:cubicBezTo>
                  <a:pt x="249862" y="126985"/>
                  <a:pt x="250750" y="127908"/>
                  <a:pt x="251958" y="128570"/>
                </a:cubicBezTo>
                <a:cubicBezTo>
                  <a:pt x="253167" y="129233"/>
                  <a:pt x="255524" y="129565"/>
                  <a:pt x="259030" y="129565"/>
                </a:cubicBezTo>
                <a:lnTo>
                  <a:pt x="259030" y="132194"/>
                </a:lnTo>
                <a:lnTo>
                  <a:pt x="226195" y="132194"/>
                </a:lnTo>
                <a:lnTo>
                  <a:pt x="226195" y="129565"/>
                </a:lnTo>
                <a:lnTo>
                  <a:pt x="227545" y="129565"/>
                </a:lnTo>
                <a:cubicBezTo>
                  <a:pt x="230198" y="129565"/>
                  <a:pt x="232212" y="129186"/>
                  <a:pt x="233586" y="128428"/>
                </a:cubicBezTo>
                <a:cubicBezTo>
                  <a:pt x="234534" y="127906"/>
                  <a:pt x="235292" y="126971"/>
                  <a:pt x="235860" y="125620"/>
                </a:cubicBezTo>
                <a:cubicBezTo>
                  <a:pt x="236429" y="124270"/>
                  <a:pt x="236713" y="121652"/>
                  <a:pt x="236713" y="117767"/>
                </a:cubicBezTo>
                <a:lnTo>
                  <a:pt x="236713" y="89764"/>
                </a:lnTo>
                <a:cubicBezTo>
                  <a:pt x="232402" y="94881"/>
                  <a:pt x="228635" y="98376"/>
                  <a:pt x="225413" y="100247"/>
                </a:cubicBezTo>
                <a:cubicBezTo>
                  <a:pt x="222191" y="102119"/>
                  <a:pt x="218850" y="103055"/>
                  <a:pt x="215392" y="103055"/>
                </a:cubicBezTo>
                <a:cubicBezTo>
                  <a:pt x="209090" y="103055"/>
                  <a:pt x="203463" y="100191"/>
                  <a:pt x="198512" y="94464"/>
                </a:cubicBezTo>
                <a:cubicBezTo>
                  <a:pt x="193561" y="88737"/>
                  <a:pt x="191085" y="81069"/>
                  <a:pt x="191085" y="71461"/>
                </a:cubicBezTo>
                <a:cubicBezTo>
                  <a:pt x="191085" y="60431"/>
                  <a:pt x="194354" y="51450"/>
                  <a:pt x="200893" y="44516"/>
                </a:cubicBezTo>
                <a:cubicBezTo>
                  <a:pt x="207432" y="37582"/>
                  <a:pt x="215321" y="34115"/>
                  <a:pt x="224560" y="34115"/>
                </a:cubicBezTo>
                <a:cubicBezTo>
                  <a:pt x="227261" y="34115"/>
                  <a:pt x="229748" y="34494"/>
                  <a:pt x="232023" y="35252"/>
                </a:cubicBezTo>
                <a:cubicBezTo>
                  <a:pt x="234297" y="36010"/>
                  <a:pt x="236334" y="37147"/>
                  <a:pt x="238135" y="38663"/>
                </a:cubicBezTo>
                <a:cubicBezTo>
                  <a:pt x="240883" y="37337"/>
                  <a:pt x="243513" y="35820"/>
                  <a:pt x="246024" y="34115"/>
                </a:cubicBezTo>
                <a:lnTo>
                  <a:pt x="248440" y="34115"/>
                </a:lnTo>
                <a:moveTo>
                  <a:pt x="236713" y="85298"/>
                </a:moveTo>
                <a:lnTo>
                  <a:pt x="236713" y="54777"/>
                </a:lnTo>
                <a:cubicBezTo>
                  <a:pt x="236713" y="51228"/>
                  <a:pt x="236251" y="48436"/>
                  <a:pt x="235327" y="46401"/>
                </a:cubicBezTo>
                <a:cubicBezTo>
                  <a:pt x="234403" y="44365"/>
                  <a:pt x="232757" y="42638"/>
                  <a:pt x="230388" y="41220"/>
                </a:cubicBezTo>
                <a:cubicBezTo>
                  <a:pt x="228019" y="39800"/>
                  <a:pt x="225342" y="39090"/>
                  <a:pt x="222357" y="39090"/>
                </a:cubicBezTo>
                <a:cubicBezTo>
                  <a:pt x="217050" y="39090"/>
                  <a:pt x="212501" y="41337"/>
                  <a:pt x="208711" y="45833"/>
                </a:cubicBezTo>
                <a:cubicBezTo>
                  <a:pt x="204920" y="50328"/>
                  <a:pt x="203025" y="57142"/>
                  <a:pt x="203025" y="66275"/>
                </a:cubicBezTo>
                <a:cubicBezTo>
                  <a:pt x="203025" y="75029"/>
                  <a:pt x="204956" y="81677"/>
                  <a:pt x="208817" y="86219"/>
                </a:cubicBezTo>
                <a:cubicBezTo>
                  <a:pt x="212679" y="90762"/>
                  <a:pt x="217334" y="93034"/>
                  <a:pt x="222783" y="93034"/>
                </a:cubicBezTo>
                <a:cubicBezTo>
                  <a:pt x="225579" y="93034"/>
                  <a:pt x="228066" y="92430"/>
                  <a:pt x="230246" y="91223"/>
                </a:cubicBezTo>
                <a:cubicBezTo>
                  <a:pt x="232425" y="90017"/>
                  <a:pt x="234581" y="88041"/>
                  <a:pt x="236713" y="85298"/>
                </a:cubicBezTo>
                <a:close/>
                <a:moveTo>
                  <a:pt x="261659" y="38237"/>
                </a:moveTo>
                <a:lnTo>
                  <a:pt x="338346" y="38237"/>
                </a:lnTo>
                <a:lnTo>
                  <a:pt x="338346" y="44136"/>
                </a:lnTo>
                <a:lnTo>
                  <a:pt x="261659" y="44136"/>
                </a:lnTo>
                <a:lnTo>
                  <a:pt x="261659" y="38237"/>
                </a:lnTo>
                <a:moveTo>
                  <a:pt x="261659" y="61335"/>
                </a:moveTo>
                <a:lnTo>
                  <a:pt x="338346" y="61335"/>
                </a:lnTo>
                <a:lnTo>
                  <a:pt x="338346" y="67234"/>
                </a:lnTo>
                <a:lnTo>
                  <a:pt x="261659" y="67234"/>
                </a:lnTo>
                <a:lnTo>
                  <a:pt x="261659" y="61335"/>
                </a:lnTo>
                <a:close/>
                <a:moveTo>
                  <a:pt x="409380" y="36673"/>
                </a:moveTo>
                <a:lnTo>
                  <a:pt x="395521" y="84934"/>
                </a:lnTo>
                <a:lnTo>
                  <a:pt x="393958" y="91419"/>
                </a:lnTo>
                <a:cubicBezTo>
                  <a:pt x="393816" y="92027"/>
                  <a:pt x="393744" y="92542"/>
                  <a:pt x="393744" y="92962"/>
                </a:cubicBezTo>
                <a:cubicBezTo>
                  <a:pt x="393744" y="93721"/>
                  <a:pt x="393981" y="94384"/>
                  <a:pt x="394455" y="94952"/>
                </a:cubicBezTo>
                <a:cubicBezTo>
                  <a:pt x="394834" y="95379"/>
                  <a:pt x="395308" y="95592"/>
                  <a:pt x="395877" y="95592"/>
                </a:cubicBezTo>
                <a:cubicBezTo>
                  <a:pt x="396493" y="95592"/>
                  <a:pt x="397298" y="95213"/>
                  <a:pt x="398293" y="94455"/>
                </a:cubicBezTo>
                <a:cubicBezTo>
                  <a:pt x="400141" y="93081"/>
                  <a:pt x="402605" y="90238"/>
                  <a:pt x="405685" y="85926"/>
                </a:cubicBezTo>
                <a:lnTo>
                  <a:pt x="408101" y="87632"/>
                </a:lnTo>
                <a:cubicBezTo>
                  <a:pt x="404832" y="92560"/>
                  <a:pt x="401468" y="96315"/>
                  <a:pt x="398009" y="98897"/>
                </a:cubicBezTo>
                <a:cubicBezTo>
                  <a:pt x="394550" y="101479"/>
                  <a:pt x="391352" y="102770"/>
                  <a:pt x="388414" y="102770"/>
                </a:cubicBezTo>
                <a:cubicBezTo>
                  <a:pt x="386377" y="102770"/>
                  <a:pt x="384849" y="102261"/>
                  <a:pt x="383830" y="101242"/>
                </a:cubicBezTo>
                <a:cubicBezTo>
                  <a:pt x="382811" y="100224"/>
                  <a:pt x="382302" y="98743"/>
                  <a:pt x="382302" y="96800"/>
                </a:cubicBezTo>
                <a:cubicBezTo>
                  <a:pt x="382302" y="94479"/>
                  <a:pt x="382823" y="91423"/>
                  <a:pt x="383865" y="87632"/>
                </a:cubicBezTo>
                <a:lnTo>
                  <a:pt x="385358" y="82126"/>
                </a:lnTo>
                <a:cubicBezTo>
                  <a:pt x="379151" y="90298"/>
                  <a:pt x="373442" y="96009"/>
                  <a:pt x="368230" y="99259"/>
                </a:cubicBezTo>
                <a:cubicBezTo>
                  <a:pt x="364486" y="101600"/>
                  <a:pt x="360814" y="102770"/>
                  <a:pt x="357213" y="102770"/>
                </a:cubicBezTo>
                <a:cubicBezTo>
                  <a:pt x="353754" y="102770"/>
                  <a:pt x="350769" y="101336"/>
                  <a:pt x="348258" y="98466"/>
                </a:cubicBezTo>
                <a:cubicBezTo>
                  <a:pt x="345747" y="95597"/>
                  <a:pt x="344491" y="91648"/>
                  <a:pt x="344491" y="86619"/>
                </a:cubicBezTo>
                <a:cubicBezTo>
                  <a:pt x="344491" y="79078"/>
                  <a:pt x="346754" y="71122"/>
                  <a:pt x="351279" y="62750"/>
                </a:cubicBezTo>
                <a:cubicBezTo>
                  <a:pt x="355804" y="54378"/>
                  <a:pt x="361549" y="47678"/>
                  <a:pt x="368514" y="42650"/>
                </a:cubicBezTo>
                <a:cubicBezTo>
                  <a:pt x="373963" y="38666"/>
                  <a:pt x="379104" y="36673"/>
                  <a:pt x="383936" y="36673"/>
                </a:cubicBezTo>
                <a:cubicBezTo>
                  <a:pt x="386827" y="36673"/>
                  <a:pt x="389231" y="37438"/>
                  <a:pt x="391150" y="38968"/>
                </a:cubicBezTo>
                <a:cubicBezTo>
                  <a:pt x="393069" y="40497"/>
                  <a:pt x="394526" y="43030"/>
                  <a:pt x="395521" y="46566"/>
                </a:cubicBezTo>
                <a:lnTo>
                  <a:pt x="398080" y="38379"/>
                </a:lnTo>
                <a:lnTo>
                  <a:pt x="409380" y="36673"/>
                </a:lnTo>
                <a:moveTo>
                  <a:pt x="384079" y="40227"/>
                </a:moveTo>
                <a:cubicBezTo>
                  <a:pt x="381046" y="40227"/>
                  <a:pt x="377824" y="41654"/>
                  <a:pt x="374413" y="44509"/>
                </a:cubicBezTo>
                <a:cubicBezTo>
                  <a:pt x="369580" y="48551"/>
                  <a:pt x="365280" y="54544"/>
                  <a:pt x="361513" y="62488"/>
                </a:cubicBezTo>
                <a:cubicBezTo>
                  <a:pt x="357746" y="70432"/>
                  <a:pt x="355863" y="77615"/>
                  <a:pt x="355863" y="84036"/>
                </a:cubicBezTo>
                <a:cubicBezTo>
                  <a:pt x="355863" y="87272"/>
                  <a:pt x="356668" y="89829"/>
                  <a:pt x="358279" y="91708"/>
                </a:cubicBezTo>
                <a:cubicBezTo>
                  <a:pt x="359890" y="93587"/>
                  <a:pt x="361738" y="94526"/>
                  <a:pt x="363823" y="94526"/>
                </a:cubicBezTo>
                <a:cubicBezTo>
                  <a:pt x="368988" y="94526"/>
                  <a:pt x="374602" y="90697"/>
                  <a:pt x="380667" y="83039"/>
                </a:cubicBezTo>
                <a:cubicBezTo>
                  <a:pt x="388769" y="72859"/>
                  <a:pt x="392821" y="62418"/>
                  <a:pt x="392821" y="51714"/>
                </a:cubicBezTo>
                <a:cubicBezTo>
                  <a:pt x="392821" y="47672"/>
                  <a:pt x="392039" y="44747"/>
                  <a:pt x="390475" y="42939"/>
                </a:cubicBezTo>
                <a:cubicBezTo>
                  <a:pt x="388912" y="41131"/>
                  <a:pt x="386779" y="40227"/>
                  <a:pt x="384079" y="40227"/>
                </a:cubicBezTo>
                <a:close/>
                <a:moveTo>
                  <a:pt x="421463" y="40653"/>
                </a:moveTo>
                <a:lnTo>
                  <a:pt x="445983" y="36673"/>
                </a:lnTo>
                <a:lnTo>
                  <a:pt x="435748" y="71285"/>
                </a:lnTo>
                <a:cubicBezTo>
                  <a:pt x="444040" y="57089"/>
                  <a:pt x="451574" y="47165"/>
                  <a:pt x="458349" y="41515"/>
                </a:cubicBezTo>
                <a:cubicBezTo>
                  <a:pt x="462187" y="38287"/>
                  <a:pt x="465314" y="36673"/>
                  <a:pt x="467731" y="36673"/>
                </a:cubicBezTo>
                <a:cubicBezTo>
                  <a:pt x="469294" y="36673"/>
                  <a:pt x="470526" y="37137"/>
                  <a:pt x="471426" y="38066"/>
                </a:cubicBezTo>
                <a:cubicBezTo>
                  <a:pt x="472327" y="38993"/>
                  <a:pt x="472777" y="40336"/>
                  <a:pt x="472777" y="42097"/>
                </a:cubicBezTo>
                <a:cubicBezTo>
                  <a:pt x="472777" y="45236"/>
                  <a:pt x="471971" y="48233"/>
                  <a:pt x="470360" y="51088"/>
                </a:cubicBezTo>
                <a:cubicBezTo>
                  <a:pt x="469223" y="53229"/>
                  <a:pt x="467589" y="54299"/>
                  <a:pt x="465456" y="54299"/>
                </a:cubicBezTo>
                <a:cubicBezTo>
                  <a:pt x="464367" y="54299"/>
                  <a:pt x="463431" y="53944"/>
                  <a:pt x="462649" y="53233"/>
                </a:cubicBezTo>
                <a:cubicBezTo>
                  <a:pt x="461867" y="52522"/>
                  <a:pt x="461382" y="51433"/>
                  <a:pt x="461192" y="49964"/>
                </a:cubicBezTo>
                <a:cubicBezTo>
                  <a:pt x="461097" y="49064"/>
                  <a:pt x="460884" y="48471"/>
                  <a:pt x="460552" y="48187"/>
                </a:cubicBezTo>
                <a:cubicBezTo>
                  <a:pt x="460173" y="47808"/>
                  <a:pt x="459723" y="47618"/>
                  <a:pt x="459202" y="47618"/>
                </a:cubicBezTo>
                <a:cubicBezTo>
                  <a:pt x="458396" y="47618"/>
                  <a:pt x="457638" y="47808"/>
                  <a:pt x="456928" y="48187"/>
                </a:cubicBezTo>
                <a:cubicBezTo>
                  <a:pt x="455696" y="48850"/>
                  <a:pt x="453824" y="50697"/>
                  <a:pt x="451313" y="53728"/>
                </a:cubicBezTo>
                <a:cubicBezTo>
                  <a:pt x="447380" y="58372"/>
                  <a:pt x="443116" y="64388"/>
                  <a:pt x="438520" y="71779"/>
                </a:cubicBezTo>
                <a:cubicBezTo>
                  <a:pt x="436530" y="74904"/>
                  <a:pt x="434824" y="78433"/>
                  <a:pt x="433403" y="82366"/>
                </a:cubicBezTo>
                <a:cubicBezTo>
                  <a:pt x="431413" y="87766"/>
                  <a:pt x="430276" y="91011"/>
                  <a:pt x="429991" y="92101"/>
                </a:cubicBezTo>
                <a:lnTo>
                  <a:pt x="427717" y="101065"/>
                </a:lnTo>
                <a:lnTo>
                  <a:pt x="416843" y="101065"/>
                </a:lnTo>
                <a:lnTo>
                  <a:pt x="429991" y="56858"/>
                </a:lnTo>
                <a:cubicBezTo>
                  <a:pt x="431508" y="51714"/>
                  <a:pt x="432266" y="48046"/>
                  <a:pt x="432266" y="45855"/>
                </a:cubicBezTo>
                <a:cubicBezTo>
                  <a:pt x="432266" y="44998"/>
                  <a:pt x="431910" y="44283"/>
                  <a:pt x="431200" y="43712"/>
                </a:cubicBezTo>
                <a:cubicBezTo>
                  <a:pt x="430252" y="42952"/>
                  <a:pt x="428996" y="42572"/>
                  <a:pt x="427433" y="42572"/>
                </a:cubicBezTo>
                <a:cubicBezTo>
                  <a:pt x="426438" y="42572"/>
                  <a:pt x="424613" y="42785"/>
                  <a:pt x="421960" y="43212"/>
                </a:cubicBezTo>
                <a:lnTo>
                  <a:pt x="421463" y="40653"/>
                </a:lnTo>
                <a:close/>
                <a:moveTo>
                  <a:pt x="512628" y="0"/>
                </a:moveTo>
                <a:lnTo>
                  <a:pt x="498627" y="49104"/>
                </a:lnTo>
                <a:cubicBezTo>
                  <a:pt x="503175" y="44341"/>
                  <a:pt x="507143" y="41078"/>
                  <a:pt x="510531" y="39316"/>
                </a:cubicBezTo>
                <a:cubicBezTo>
                  <a:pt x="513919" y="37554"/>
                  <a:pt x="517461" y="36673"/>
                  <a:pt x="521156" y="36673"/>
                </a:cubicBezTo>
                <a:cubicBezTo>
                  <a:pt x="526368" y="36673"/>
                  <a:pt x="530633" y="38405"/>
                  <a:pt x="533949" y="41868"/>
                </a:cubicBezTo>
                <a:cubicBezTo>
                  <a:pt x="537266" y="45330"/>
                  <a:pt x="538925" y="50025"/>
                  <a:pt x="538925" y="55954"/>
                </a:cubicBezTo>
                <a:cubicBezTo>
                  <a:pt x="538925" y="63591"/>
                  <a:pt x="536745" y="71193"/>
                  <a:pt x="532386" y="78759"/>
                </a:cubicBezTo>
                <a:cubicBezTo>
                  <a:pt x="528027" y="86324"/>
                  <a:pt x="522554" y="92217"/>
                  <a:pt x="515968" y="96438"/>
                </a:cubicBezTo>
                <a:cubicBezTo>
                  <a:pt x="509382" y="100660"/>
                  <a:pt x="502891" y="102770"/>
                  <a:pt x="496494" y="102770"/>
                </a:cubicBezTo>
                <a:cubicBezTo>
                  <a:pt x="489340" y="102770"/>
                  <a:pt x="481996" y="100070"/>
                  <a:pt x="474462" y="94668"/>
                </a:cubicBezTo>
                <a:lnTo>
                  <a:pt x="496068" y="20185"/>
                </a:lnTo>
                <a:cubicBezTo>
                  <a:pt x="497726" y="14451"/>
                  <a:pt x="498556" y="11087"/>
                  <a:pt x="498556" y="10092"/>
                </a:cubicBezTo>
                <a:cubicBezTo>
                  <a:pt x="498556" y="8860"/>
                  <a:pt x="498176" y="7936"/>
                  <a:pt x="497418" y="7320"/>
                </a:cubicBezTo>
                <a:cubicBezTo>
                  <a:pt x="496329" y="6468"/>
                  <a:pt x="494718" y="6041"/>
                  <a:pt x="492585" y="6041"/>
                </a:cubicBezTo>
                <a:cubicBezTo>
                  <a:pt x="491590" y="6041"/>
                  <a:pt x="490074" y="6207"/>
                  <a:pt x="488037" y="6539"/>
                </a:cubicBezTo>
                <a:lnTo>
                  <a:pt x="488037" y="3980"/>
                </a:lnTo>
                <a:lnTo>
                  <a:pt x="512628" y="0"/>
                </a:lnTo>
                <a:moveTo>
                  <a:pt x="485123" y="95450"/>
                </a:moveTo>
                <a:cubicBezTo>
                  <a:pt x="489861" y="98056"/>
                  <a:pt x="494031" y="99359"/>
                  <a:pt x="497632" y="99359"/>
                </a:cubicBezTo>
                <a:cubicBezTo>
                  <a:pt x="501801" y="99359"/>
                  <a:pt x="506125" y="97833"/>
                  <a:pt x="510602" y="94781"/>
                </a:cubicBezTo>
                <a:cubicBezTo>
                  <a:pt x="515080" y="91728"/>
                  <a:pt x="518965" y="86582"/>
                  <a:pt x="522258" y="79343"/>
                </a:cubicBezTo>
                <a:cubicBezTo>
                  <a:pt x="525551" y="72103"/>
                  <a:pt x="527198" y="64791"/>
                  <a:pt x="527198" y="57409"/>
                </a:cubicBezTo>
                <a:cubicBezTo>
                  <a:pt x="527198" y="53055"/>
                  <a:pt x="526120" y="49648"/>
                  <a:pt x="523964" y="47188"/>
                </a:cubicBezTo>
                <a:cubicBezTo>
                  <a:pt x="521808" y="44727"/>
                  <a:pt x="519261" y="43496"/>
                  <a:pt x="516324" y="43496"/>
                </a:cubicBezTo>
                <a:cubicBezTo>
                  <a:pt x="511917" y="43496"/>
                  <a:pt x="507605" y="45260"/>
                  <a:pt x="503388" y="48789"/>
                </a:cubicBezTo>
                <a:cubicBezTo>
                  <a:pt x="499171" y="52316"/>
                  <a:pt x="496163" y="57229"/>
                  <a:pt x="494362" y="63527"/>
                </a:cubicBezTo>
                <a:lnTo>
                  <a:pt x="485123" y="95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d_port=x">
            <a:extLst xmlns:a="http://schemas.openxmlformats.org/drawingml/2006/main">
              <a:ext uri="{FF2B5EF4-FFF2-40B4-BE49-F238E27FC236}">
                <a16:creationId xmlns:a16="http://schemas.microsoft.com/office/drawing/2014/main" id="{F27AEFDD-8D23-44FA-ADE7-E4D99F59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502" y="2296103"/>
            <a:ext cx="520696" cy="132479"/>
          </a:xfrm>
          <a:custGeom xmlns:a="http://schemas.openxmlformats.org/drawingml/2006/main">
            <a:pathLst>
              <a:path w="520696" h="132479">
                <a:moveTo>
                  <a:pt x="454384" y="38237"/>
                </a:moveTo>
                <a:lnTo>
                  <a:pt x="377697" y="38237"/>
                </a:lnTo>
                <a:lnTo>
                  <a:pt x="377697" y="44136"/>
                </a:lnTo>
                <a:lnTo>
                  <a:pt x="454384" y="44136"/>
                </a:lnTo>
                <a:lnTo>
                  <a:pt x="454384" y="38237"/>
                </a:lnTo>
                <a:close/>
                <a:moveTo>
                  <a:pt x="68300" y="95024"/>
                </a:moveTo>
                <a:lnTo>
                  <a:pt x="67519" y="92536"/>
                </a:lnTo>
                <a:lnTo>
                  <a:pt x="67254" y="92635"/>
                </a:lnTo>
                <a:lnTo>
                  <a:pt x="66994" y="92729"/>
                </a:lnTo>
                <a:lnTo>
                  <a:pt x="66739" y="92819"/>
                </a:lnTo>
                <a:lnTo>
                  <a:pt x="66488" y="92905"/>
                </a:lnTo>
                <a:lnTo>
                  <a:pt x="66242" y="92987"/>
                </a:lnTo>
                <a:lnTo>
                  <a:pt x="65999" y="93065"/>
                </a:lnTo>
                <a:lnTo>
                  <a:pt x="65762" y="93138"/>
                </a:lnTo>
                <a:lnTo>
                  <a:pt x="65529" y="93207"/>
                </a:lnTo>
                <a:lnTo>
                  <a:pt x="65300" y="93272"/>
                </a:lnTo>
                <a:lnTo>
                  <a:pt x="65076" y="93333"/>
                </a:lnTo>
                <a:lnTo>
                  <a:pt x="64856" y="93390"/>
                </a:lnTo>
                <a:lnTo>
                  <a:pt x="64640" y="93442"/>
                </a:lnTo>
                <a:lnTo>
                  <a:pt x="64429" y="93490"/>
                </a:lnTo>
                <a:lnTo>
                  <a:pt x="64223" y="93534"/>
                </a:lnTo>
                <a:lnTo>
                  <a:pt x="64021" y="93574"/>
                </a:lnTo>
                <a:lnTo>
                  <a:pt x="63823" y="93610"/>
                </a:lnTo>
                <a:lnTo>
                  <a:pt x="63630" y="93641"/>
                </a:lnTo>
                <a:lnTo>
                  <a:pt x="63441" y="93669"/>
                </a:lnTo>
                <a:lnTo>
                  <a:pt x="63256" y="93692"/>
                </a:lnTo>
                <a:lnTo>
                  <a:pt x="63077" y="93711"/>
                </a:lnTo>
                <a:lnTo>
                  <a:pt x="62901" y="93725"/>
                </a:lnTo>
                <a:lnTo>
                  <a:pt x="62730" y="93736"/>
                </a:lnTo>
                <a:lnTo>
                  <a:pt x="62564" y="93742"/>
                </a:lnTo>
                <a:lnTo>
                  <a:pt x="62401" y="93744"/>
                </a:lnTo>
                <a:lnTo>
                  <a:pt x="62272" y="93743"/>
                </a:lnTo>
                <a:lnTo>
                  <a:pt x="62144" y="93737"/>
                </a:lnTo>
                <a:lnTo>
                  <a:pt x="62017" y="93729"/>
                </a:lnTo>
                <a:lnTo>
                  <a:pt x="61891" y="93717"/>
                </a:lnTo>
                <a:lnTo>
                  <a:pt x="61767" y="93701"/>
                </a:lnTo>
                <a:lnTo>
                  <a:pt x="61644" y="93682"/>
                </a:lnTo>
                <a:lnTo>
                  <a:pt x="61523" y="93660"/>
                </a:lnTo>
                <a:lnTo>
                  <a:pt x="61402" y="93634"/>
                </a:lnTo>
                <a:lnTo>
                  <a:pt x="61284" y="93604"/>
                </a:lnTo>
                <a:lnTo>
                  <a:pt x="61166" y="93572"/>
                </a:lnTo>
                <a:lnTo>
                  <a:pt x="61050" y="93535"/>
                </a:lnTo>
                <a:lnTo>
                  <a:pt x="60936" y="93496"/>
                </a:lnTo>
                <a:lnTo>
                  <a:pt x="60822" y="93452"/>
                </a:lnTo>
                <a:lnTo>
                  <a:pt x="60710" y="93406"/>
                </a:lnTo>
                <a:lnTo>
                  <a:pt x="60600" y="93356"/>
                </a:lnTo>
                <a:lnTo>
                  <a:pt x="60490" y="93302"/>
                </a:lnTo>
                <a:lnTo>
                  <a:pt x="60382" y="93245"/>
                </a:lnTo>
                <a:lnTo>
                  <a:pt x="60276" y="93185"/>
                </a:lnTo>
                <a:lnTo>
                  <a:pt x="60171" y="93121"/>
                </a:lnTo>
                <a:lnTo>
                  <a:pt x="60067" y="93053"/>
                </a:lnTo>
                <a:lnTo>
                  <a:pt x="59964" y="92982"/>
                </a:lnTo>
                <a:lnTo>
                  <a:pt x="59863" y="92908"/>
                </a:lnTo>
                <a:lnTo>
                  <a:pt x="59764" y="92830"/>
                </a:lnTo>
                <a:lnTo>
                  <a:pt x="59665" y="92749"/>
                </a:lnTo>
                <a:lnTo>
                  <a:pt x="59569" y="92664"/>
                </a:lnTo>
                <a:lnTo>
                  <a:pt x="59474" y="92573"/>
                </a:lnTo>
                <a:lnTo>
                  <a:pt x="59382" y="92477"/>
                </a:lnTo>
                <a:lnTo>
                  <a:pt x="59292" y="92375"/>
                </a:lnTo>
                <a:lnTo>
                  <a:pt x="59204" y="92268"/>
                </a:lnTo>
                <a:lnTo>
                  <a:pt x="59119" y="92156"/>
                </a:lnTo>
                <a:lnTo>
                  <a:pt x="59035" y="92039"/>
                </a:lnTo>
                <a:lnTo>
                  <a:pt x="58954" y="91916"/>
                </a:lnTo>
                <a:lnTo>
                  <a:pt x="58876" y="91788"/>
                </a:lnTo>
                <a:lnTo>
                  <a:pt x="58799" y="91655"/>
                </a:lnTo>
                <a:lnTo>
                  <a:pt x="58725" y="91516"/>
                </a:lnTo>
                <a:lnTo>
                  <a:pt x="58652" y="91372"/>
                </a:lnTo>
                <a:lnTo>
                  <a:pt x="58582" y="91223"/>
                </a:lnTo>
                <a:lnTo>
                  <a:pt x="58515" y="91068"/>
                </a:lnTo>
                <a:lnTo>
                  <a:pt x="58449" y="90909"/>
                </a:lnTo>
                <a:lnTo>
                  <a:pt x="58386" y="90743"/>
                </a:lnTo>
                <a:lnTo>
                  <a:pt x="58325" y="90573"/>
                </a:lnTo>
                <a:lnTo>
                  <a:pt x="58266" y="90397"/>
                </a:lnTo>
                <a:lnTo>
                  <a:pt x="58209" y="90216"/>
                </a:lnTo>
                <a:lnTo>
                  <a:pt x="58155" y="90030"/>
                </a:lnTo>
                <a:lnTo>
                  <a:pt x="58103" y="89838"/>
                </a:lnTo>
                <a:lnTo>
                  <a:pt x="58053" y="89641"/>
                </a:lnTo>
                <a:lnTo>
                  <a:pt x="58005" y="89439"/>
                </a:lnTo>
                <a:lnTo>
                  <a:pt x="57959" y="89231"/>
                </a:lnTo>
                <a:lnTo>
                  <a:pt x="57916" y="89005"/>
                </a:lnTo>
                <a:lnTo>
                  <a:pt x="57874" y="88749"/>
                </a:lnTo>
                <a:lnTo>
                  <a:pt x="57834" y="88461"/>
                </a:lnTo>
                <a:lnTo>
                  <a:pt x="57797" y="88142"/>
                </a:lnTo>
                <a:lnTo>
                  <a:pt x="57760" y="87793"/>
                </a:lnTo>
                <a:lnTo>
                  <a:pt x="57726" y="87412"/>
                </a:lnTo>
                <a:lnTo>
                  <a:pt x="57694" y="87001"/>
                </a:lnTo>
                <a:lnTo>
                  <a:pt x="57663" y="86558"/>
                </a:lnTo>
                <a:lnTo>
                  <a:pt x="57635" y="86085"/>
                </a:lnTo>
                <a:lnTo>
                  <a:pt x="57608" y="85580"/>
                </a:lnTo>
                <a:lnTo>
                  <a:pt x="57583" y="85045"/>
                </a:lnTo>
                <a:lnTo>
                  <a:pt x="57560" y="84478"/>
                </a:lnTo>
                <a:lnTo>
                  <a:pt x="57538" y="83881"/>
                </a:lnTo>
                <a:lnTo>
                  <a:pt x="57519" y="83252"/>
                </a:lnTo>
                <a:lnTo>
                  <a:pt x="57501" y="82593"/>
                </a:lnTo>
                <a:lnTo>
                  <a:pt x="57486" y="81903"/>
                </a:lnTo>
                <a:lnTo>
                  <a:pt x="57472" y="81182"/>
                </a:lnTo>
                <a:lnTo>
                  <a:pt x="57460" y="80429"/>
                </a:lnTo>
                <a:lnTo>
                  <a:pt x="57449" y="79646"/>
                </a:lnTo>
                <a:lnTo>
                  <a:pt x="57441" y="78832"/>
                </a:lnTo>
                <a:lnTo>
                  <a:pt x="57435" y="77987"/>
                </a:lnTo>
                <a:lnTo>
                  <a:pt x="57430" y="77111"/>
                </a:lnTo>
                <a:lnTo>
                  <a:pt x="57427" y="76204"/>
                </a:lnTo>
                <a:lnTo>
                  <a:pt x="57426" y="75265"/>
                </a:lnTo>
                <a:lnTo>
                  <a:pt x="57426" y="0"/>
                </a:lnTo>
                <a:lnTo>
                  <a:pt x="54228" y="0"/>
                </a:lnTo>
                <a:lnTo>
                  <a:pt x="34825" y="7993"/>
                </a:lnTo>
                <a:lnTo>
                  <a:pt x="35749" y="10492"/>
                </a:lnTo>
                <a:lnTo>
                  <a:pt x="36002" y="10399"/>
                </a:lnTo>
                <a:lnTo>
                  <a:pt x="36250" y="10310"/>
                </a:lnTo>
                <a:lnTo>
                  <a:pt x="36494" y="10224"/>
                </a:lnTo>
                <a:lnTo>
                  <a:pt x="36734" y="10143"/>
                </a:lnTo>
                <a:lnTo>
                  <a:pt x="36970" y="10066"/>
                </a:lnTo>
                <a:lnTo>
                  <a:pt x="37202" y="9993"/>
                </a:lnTo>
                <a:lnTo>
                  <a:pt x="37429" y="9923"/>
                </a:lnTo>
                <a:lnTo>
                  <a:pt x="37652" y="9858"/>
                </a:lnTo>
                <a:lnTo>
                  <a:pt x="37872" y="9796"/>
                </a:lnTo>
                <a:lnTo>
                  <a:pt x="38086" y="9739"/>
                </a:lnTo>
                <a:lnTo>
                  <a:pt x="38297" y="9685"/>
                </a:lnTo>
                <a:lnTo>
                  <a:pt x="38503" y="9636"/>
                </a:lnTo>
                <a:lnTo>
                  <a:pt x="38706" y="9590"/>
                </a:lnTo>
                <a:lnTo>
                  <a:pt x="38904" y="9549"/>
                </a:lnTo>
                <a:lnTo>
                  <a:pt x="39097" y="9511"/>
                </a:lnTo>
                <a:lnTo>
                  <a:pt x="39287" y="9477"/>
                </a:lnTo>
                <a:lnTo>
                  <a:pt x="39473" y="9448"/>
                </a:lnTo>
                <a:lnTo>
                  <a:pt x="39654" y="9422"/>
                </a:lnTo>
                <a:lnTo>
                  <a:pt x="39831" y="9400"/>
                </a:lnTo>
                <a:lnTo>
                  <a:pt x="40004" y="9382"/>
                </a:lnTo>
                <a:lnTo>
                  <a:pt x="40172" y="9368"/>
                </a:lnTo>
                <a:lnTo>
                  <a:pt x="40337" y="9358"/>
                </a:lnTo>
                <a:lnTo>
                  <a:pt x="40497" y="9352"/>
                </a:lnTo>
                <a:lnTo>
                  <a:pt x="40653" y="9350"/>
                </a:lnTo>
                <a:lnTo>
                  <a:pt x="40794" y="9352"/>
                </a:lnTo>
                <a:lnTo>
                  <a:pt x="40934" y="9357"/>
                </a:lnTo>
                <a:lnTo>
                  <a:pt x="41071" y="9365"/>
                </a:lnTo>
                <a:lnTo>
                  <a:pt x="41206" y="9376"/>
                </a:lnTo>
                <a:lnTo>
                  <a:pt x="41339" y="9391"/>
                </a:lnTo>
                <a:lnTo>
                  <a:pt x="41471" y="9408"/>
                </a:lnTo>
                <a:lnTo>
                  <a:pt x="41600" y="9429"/>
                </a:lnTo>
                <a:lnTo>
                  <a:pt x="41727" y="9454"/>
                </a:lnTo>
                <a:lnTo>
                  <a:pt x="41853" y="9481"/>
                </a:lnTo>
                <a:lnTo>
                  <a:pt x="41976" y="9512"/>
                </a:lnTo>
                <a:lnTo>
                  <a:pt x="42097" y="9545"/>
                </a:lnTo>
                <a:lnTo>
                  <a:pt x="42217" y="9583"/>
                </a:lnTo>
                <a:lnTo>
                  <a:pt x="42334" y="9623"/>
                </a:lnTo>
                <a:lnTo>
                  <a:pt x="42450" y="9666"/>
                </a:lnTo>
                <a:lnTo>
                  <a:pt x="42563" y="9713"/>
                </a:lnTo>
                <a:lnTo>
                  <a:pt x="42675" y="9763"/>
                </a:lnTo>
                <a:lnTo>
                  <a:pt x="42784" y="9816"/>
                </a:lnTo>
                <a:lnTo>
                  <a:pt x="42892" y="9873"/>
                </a:lnTo>
                <a:lnTo>
                  <a:pt x="42998" y="9932"/>
                </a:lnTo>
                <a:lnTo>
                  <a:pt x="43101" y="9995"/>
                </a:lnTo>
                <a:lnTo>
                  <a:pt x="43203" y="10061"/>
                </a:lnTo>
                <a:lnTo>
                  <a:pt x="43303" y="10131"/>
                </a:lnTo>
                <a:lnTo>
                  <a:pt x="43400" y="10203"/>
                </a:lnTo>
                <a:lnTo>
                  <a:pt x="43496" y="10279"/>
                </a:lnTo>
                <a:lnTo>
                  <a:pt x="43590" y="10359"/>
                </a:lnTo>
                <a:lnTo>
                  <a:pt x="43682" y="10445"/>
                </a:lnTo>
                <a:lnTo>
                  <a:pt x="43771" y="10536"/>
                </a:lnTo>
                <a:lnTo>
                  <a:pt x="43858" y="10633"/>
                </a:lnTo>
                <a:lnTo>
                  <a:pt x="43944" y="10736"/>
                </a:lnTo>
                <a:lnTo>
                  <a:pt x="44027" y="10845"/>
                </a:lnTo>
                <a:lnTo>
                  <a:pt x="44108" y="10959"/>
                </a:lnTo>
                <a:lnTo>
                  <a:pt x="44187" y="11079"/>
                </a:lnTo>
                <a:lnTo>
                  <a:pt x="44264" y="11205"/>
                </a:lnTo>
                <a:lnTo>
                  <a:pt x="44339" y="11336"/>
                </a:lnTo>
                <a:lnTo>
                  <a:pt x="44412" y="11473"/>
                </a:lnTo>
                <a:lnTo>
                  <a:pt x="44482" y="11616"/>
                </a:lnTo>
                <a:lnTo>
                  <a:pt x="44551" y="11764"/>
                </a:lnTo>
                <a:lnTo>
                  <a:pt x="44617" y="11919"/>
                </a:lnTo>
                <a:lnTo>
                  <a:pt x="44682" y="12079"/>
                </a:lnTo>
                <a:lnTo>
                  <a:pt x="44744" y="12244"/>
                </a:lnTo>
                <a:lnTo>
                  <a:pt x="44804" y="12416"/>
                </a:lnTo>
                <a:lnTo>
                  <a:pt x="44862" y="12593"/>
                </a:lnTo>
                <a:lnTo>
                  <a:pt x="44918" y="12775"/>
                </a:lnTo>
                <a:lnTo>
                  <a:pt x="44972" y="12964"/>
                </a:lnTo>
                <a:lnTo>
                  <a:pt x="45024" y="13158"/>
                </a:lnTo>
                <a:lnTo>
                  <a:pt x="45073" y="13358"/>
                </a:lnTo>
                <a:lnTo>
                  <a:pt x="45121" y="13563"/>
                </a:lnTo>
                <a:lnTo>
                  <a:pt x="45166" y="13775"/>
                </a:lnTo>
                <a:lnTo>
                  <a:pt x="45210" y="14004"/>
                </a:lnTo>
                <a:lnTo>
                  <a:pt x="45252" y="14263"/>
                </a:lnTo>
                <a:lnTo>
                  <a:pt x="45291" y="14552"/>
                </a:lnTo>
                <a:lnTo>
                  <a:pt x="45329" y="14871"/>
                </a:lnTo>
                <a:lnTo>
                  <a:pt x="45365" y="15220"/>
                </a:lnTo>
                <a:lnTo>
                  <a:pt x="45400" y="15599"/>
                </a:lnTo>
                <a:lnTo>
                  <a:pt x="45432" y="16008"/>
                </a:lnTo>
                <a:lnTo>
                  <a:pt x="45463" y="16447"/>
                </a:lnTo>
                <a:lnTo>
                  <a:pt x="45491" y="16916"/>
                </a:lnTo>
                <a:lnTo>
                  <a:pt x="45518" y="17415"/>
                </a:lnTo>
                <a:lnTo>
                  <a:pt x="45543" y="17944"/>
                </a:lnTo>
                <a:lnTo>
                  <a:pt x="45566" y="18503"/>
                </a:lnTo>
                <a:lnTo>
                  <a:pt x="45587" y="19092"/>
                </a:lnTo>
                <a:lnTo>
                  <a:pt x="45607" y="19711"/>
                </a:lnTo>
                <a:lnTo>
                  <a:pt x="45624" y="20360"/>
                </a:lnTo>
                <a:lnTo>
                  <a:pt x="45640" y="21039"/>
                </a:lnTo>
                <a:lnTo>
                  <a:pt x="45654" y="21748"/>
                </a:lnTo>
                <a:lnTo>
                  <a:pt x="45666" y="22487"/>
                </a:lnTo>
                <a:lnTo>
                  <a:pt x="45676" y="23255"/>
                </a:lnTo>
                <a:lnTo>
                  <a:pt x="45685" y="24054"/>
                </a:lnTo>
                <a:lnTo>
                  <a:pt x="45691" y="24883"/>
                </a:lnTo>
                <a:lnTo>
                  <a:pt x="45696" y="25742"/>
                </a:lnTo>
                <a:lnTo>
                  <a:pt x="45699" y="26631"/>
                </a:lnTo>
                <a:lnTo>
                  <a:pt x="45699" y="27549"/>
                </a:lnTo>
                <a:lnTo>
                  <a:pt x="45699" y="39587"/>
                </a:lnTo>
                <a:lnTo>
                  <a:pt x="45226" y="39141"/>
                </a:lnTo>
                <a:lnTo>
                  <a:pt x="44743" y="38713"/>
                </a:lnTo>
                <a:lnTo>
                  <a:pt x="44249" y="38305"/>
                </a:lnTo>
                <a:lnTo>
                  <a:pt x="43745" y="37915"/>
                </a:lnTo>
                <a:lnTo>
                  <a:pt x="43230" y="37545"/>
                </a:lnTo>
                <a:lnTo>
                  <a:pt x="42706" y="37193"/>
                </a:lnTo>
                <a:lnTo>
                  <a:pt x="42170" y="36860"/>
                </a:lnTo>
                <a:lnTo>
                  <a:pt x="41625" y="36547"/>
                </a:lnTo>
                <a:lnTo>
                  <a:pt x="41069" y="36252"/>
                </a:lnTo>
                <a:lnTo>
                  <a:pt x="40502" y="35977"/>
                </a:lnTo>
                <a:lnTo>
                  <a:pt x="39926" y="35720"/>
                </a:lnTo>
                <a:lnTo>
                  <a:pt x="39338" y="35483"/>
                </a:lnTo>
                <a:lnTo>
                  <a:pt x="38741" y="35264"/>
                </a:lnTo>
                <a:lnTo>
                  <a:pt x="38133" y="35065"/>
                </a:lnTo>
                <a:lnTo>
                  <a:pt x="37515" y="34884"/>
                </a:lnTo>
                <a:lnTo>
                  <a:pt x="36886" y="34723"/>
                </a:lnTo>
                <a:lnTo>
                  <a:pt x="36248" y="34580"/>
                </a:lnTo>
                <a:lnTo>
                  <a:pt x="35598" y="34457"/>
                </a:lnTo>
                <a:lnTo>
                  <a:pt x="34939" y="34352"/>
                </a:lnTo>
                <a:lnTo>
                  <a:pt x="34269" y="34267"/>
                </a:lnTo>
                <a:lnTo>
                  <a:pt x="33588" y="34200"/>
                </a:lnTo>
                <a:lnTo>
                  <a:pt x="32898" y="34153"/>
                </a:lnTo>
                <a:lnTo>
                  <a:pt x="32196" y="34124"/>
                </a:lnTo>
                <a:lnTo>
                  <a:pt x="31485" y="34115"/>
                </a:lnTo>
                <a:lnTo>
                  <a:pt x="30339" y="34135"/>
                </a:lnTo>
                <a:lnTo>
                  <a:pt x="29210" y="34195"/>
                </a:lnTo>
                <a:lnTo>
                  <a:pt x="28099" y="34296"/>
                </a:lnTo>
                <a:lnTo>
                  <a:pt x="27005" y="34437"/>
                </a:lnTo>
                <a:lnTo>
                  <a:pt x="25929" y="34618"/>
                </a:lnTo>
                <a:lnTo>
                  <a:pt x="24871" y="34839"/>
                </a:lnTo>
                <a:lnTo>
                  <a:pt x="23830" y="35101"/>
                </a:lnTo>
                <a:lnTo>
                  <a:pt x="22806" y="35403"/>
                </a:lnTo>
                <a:lnTo>
                  <a:pt x="21800" y="35745"/>
                </a:lnTo>
                <a:lnTo>
                  <a:pt x="20812" y="36128"/>
                </a:lnTo>
                <a:lnTo>
                  <a:pt x="19841" y="36551"/>
                </a:lnTo>
                <a:lnTo>
                  <a:pt x="18887" y="37014"/>
                </a:lnTo>
                <a:lnTo>
                  <a:pt x="17952" y="37517"/>
                </a:lnTo>
                <a:lnTo>
                  <a:pt x="17033" y="38060"/>
                </a:lnTo>
                <a:lnTo>
                  <a:pt x="16132" y="38644"/>
                </a:lnTo>
                <a:lnTo>
                  <a:pt x="15249" y="39268"/>
                </a:lnTo>
                <a:lnTo>
                  <a:pt x="14383" y="39933"/>
                </a:lnTo>
                <a:lnTo>
                  <a:pt x="13535" y="40637"/>
                </a:lnTo>
                <a:lnTo>
                  <a:pt x="12704" y="41382"/>
                </a:lnTo>
                <a:lnTo>
                  <a:pt x="11891" y="42167"/>
                </a:lnTo>
                <a:lnTo>
                  <a:pt x="11095" y="42993"/>
                </a:lnTo>
                <a:lnTo>
                  <a:pt x="10317" y="43858"/>
                </a:lnTo>
                <a:lnTo>
                  <a:pt x="9556" y="44764"/>
                </a:lnTo>
                <a:lnTo>
                  <a:pt x="8813" y="45711"/>
                </a:lnTo>
                <a:lnTo>
                  <a:pt x="8094" y="46681"/>
                </a:lnTo>
                <a:lnTo>
                  <a:pt x="7405" y="47660"/>
                </a:lnTo>
                <a:lnTo>
                  <a:pt x="6747" y="48647"/>
                </a:lnTo>
                <a:lnTo>
                  <a:pt x="6120" y="49642"/>
                </a:lnTo>
                <a:lnTo>
                  <a:pt x="5523" y="50645"/>
                </a:lnTo>
                <a:lnTo>
                  <a:pt x="4957" y="51657"/>
                </a:lnTo>
                <a:lnTo>
                  <a:pt x="4422" y="52677"/>
                </a:lnTo>
                <a:lnTo>
                  <a:pt x="3917" y="53705"/>
                </a:lnTo>
                <a:lnTo>
                  <a:pt x="3443" y="54742"/>
                </a:lnTo>
                <a:lnTo>
                  <a:pt x="2999" y="55786"/>
                </a:lnTo>
                <a:lnTo>
                  <a:pt x="2586" y="56839"/>
                </a:lnTo>
                <a:lnTo>
                  <a:pt x="2203" y="57901"/>
                </a:lnTo>
                <a:lnTo>
                  <a:pt x="1851" y="58970"/>
                </a:lnTo>
                <a:lnTo>
                  <a:pt x="1530" y="60048"/>
                </a:lnTo>
                <a:lnTo>
                  <a:pt x="1239" y="61134"/>
                </a:lnTo>
                <a:lnTo>
                  <a:pt x="979" y="62228"/>
                </a:lnTo>
                <a:lnTo>
                  <a:pt x="750" y="63330"/>
                </a:lnTo>
                <a:lnTo>
                  <a:pt x="551" y="64441"/>
                </a:lnTo>
                <a:lnTo>
                  <a:pt x="383" y="65560"/>
                </a:lnTo>
                <a:lnTo>
                  <a:pt x="245" y="66687"/>
                </a:lnTo>
                <a:lnTo>
                  <a:pt x="138" y="67823"/>
                </a:lnTo>
                <a:lnTo>
                  <a:pt x="61" y="68967"/>
                </a:lnTo>
                <a:lnTo>
                  <a:pt x="15" y="70119"/>
                </a:lnTo>
                <a:lnTo>
                  <a:pt x="0" y="71279"/>
                </a:lnTo>
                <a:lnTo>
                  <a:pt x="14" y="72435"/>
                </a:lnTo>
                <a:lnTo>
                  <a:pt x="55" y="73573"/>
                </a:lnTo>
                <a:lnTo>
                  <a:pt x="124" y="74693"/>
                </a:lnTo>
                <a:lnTo>
                  <a:pt x="221" y="75796"/>
                </a:lnTo>
                <a:lnTo>
                  <a:pt x="345" y="76881"/>
                </a:lnTo>
                <a:lnTo>
                  <a:pt x="498" y="77949"/>
                </a:lnTo>
                <a:lnTo>
                  <a:pt x="677" y="78999"/>
                </a:lnTo>
                <a:lnTo>
                  <a:pt x="884" y="80032"/>
                </a:lnTo>
                <a:lnTo>
                  <a:pt x="1119" y="81046"/>
                </a:lnTo>
                <a:lnTo>
                  <a:pt x="1382" y="82044"/>
                </a:lnTo>
                <a:lnTo>
                  <a:pt x="1672" y="83023"/>
                </a:lnTo>
                <a:lnTo>
                  <a:pt x="1990" y="83985"/>
                </a:lnTo>
                <a:lnTo>
                  <a:pt x="2336" y="84930"/>
                </a:lnTo>
                <a:lnTo>
                  <a:pt x="2709" y="85856"/>
                </a:lnTo>
                <a:lnTo>
                  <a:pt x="3109" y="86765"/>
                </a:lnTo>
                <a:lnTo>
                  <a:pt x="3538" y="87657"/>
                </a:lnTo>
                <a:lnTo>
                  <a:pt x="3994" y="88531"/>
                </a:lnTo>
                <a:lnTo>
                  <a:pt x="4478" y="89387"/>
                </a:lnTo>
                <a:lnTo>
                  <a:pt x="4989" y="90226"/>
                </a:lnTo>
                <a:lnTo>
                  <a:pt x="5528" y="91047"/>
                </a:lnTo>
                <a:lnTo>
                  <a:pt x="6094" y="91850"/>
                </a:lnTo>
                <a:lnTo>
                  <a:pt x="6689" y="92636"/>
                </a:lnTo>
                <a:lnTo>
                  <a:pt x="7311" y="93405"/>
                </a:lnTo>
                <a:lnTo>
                  <a:pt x="7960" y="94155"/>
                </a:lnTo>
                <a:lnTo>
                  <a:pt x="8628" y="94881"/>
                </a:lnTo>
                <a:lnTo>
                  <a:pt x="9306" y="95577"/>
                </a:lnTo>
                <a:lnTo>
                  <a:pt x="9992" y="96241"/>
                </a:lnTo>
                <a:lnTo>
                  <a:pt x="10688" y="96874"/>
                </a:lnTo>
                <a:lnTo>
                  <a:pt x="11394" y="97477"/>
                </a:lnTo>
                <a:lnTo>
                  <a:pt x="12109" y="98049"/>
                </a:lnTo>
                <a:lnTo>
                  <a:pt x="12833" y="98589"/>
                </a:lnTo>
                <a:lnTo>
                  <a:pt x="13567" y="99099"/>
                </a:lnTo>
                <a:lnTo>
                  <a:pt x="14310" y="99578"/>
                </a:lnTo>
                <a:lnTo>
                  <a:pt x="15062" y="100026"/>
                </a:lnTo>
                <a:lnTo>
                  <a:pt x="15824" y="100444"/>
                </a:lnTo>
                <a:lnTo>
                  <a:pt x="16595" y="100830"/>
                </a:lnTo>
                <a:lnTo>
                  <a:pt x="17376" y="101185"/>
                </a:lnTo>
                <a:lnTo>
                  <a:pt x="18166" y="101510"/>
                </a:lnTo>
                <a:lnTo>
                  <a:pt x="18965" y="101803"/>
                </a:lnTo>
                <a:lnTo>
                  <a:pt x="19774" y="102066"/>
                </a:lnTo>
                <a:lnTo>
                  <a:pt x="20592" y="102298"/>
                </a:lnTo>
                <a:lnTo>
                  <a:pt x="21419" y="102498"/>
                </a:lnTo>
                <a:lnTo>
                  <a:pt x="22256" y="102668"/>
                </a:lnTo>
                <a:lnTo>
                  <a:pt x="23102" y="102808"/>
                </a:lnTo>
                <a:lnTo>
                  <a:pt x="23958" y="102916"/>
                </a:lnTo>
                <a:lnTo>
                  <a:pt x="24823" y="102993"/>
                </a:lnTo>
                <a:lnTo>
                  <a:pt x="25697" y="103039"/>
                </a:lnTo>
                <a:lnTo>
                  <a:pt x="26581" y="103055"/>
                </a:lnTo>
                <a:lnTo>
                  <a:pt x="27018" y="103051"/>
                </a:lnTo>
                <a:lnTo>
                  <a:pt x="27453" y="103040"/>
                </a:lnTo>
                <a:lnTo>
                  <a:pt x="27885" y="103021"/>
                </a:lnTo>
                <a:lnTo>
                  <a:pt x="28314" y="102995"/>
                </a:lnTo>
                <a:lnTo>
                  <a:pt x="28742" y="102961"/>
                </a:lnTo>
                <a:lnTo>
                  <a:pt x="29166" y="102919"/>
                </a:lnTo>
                <a:lnTo>
                  <a:pt x="29589" y="102870"/>
                </a:lnTo>
                <a:lnTo>
                  <a:pt x="30008" y="102814"/>
                </a:lnTo>
                <a:lnTo>
                  <a:pt x="30426" y="102750"/>
                </a:lnTo>
                <a:lnTo>
                  <a:pt x="30840" y="102678"/>
                </a:lnTo>
                <a:lnTo>
                  <a:pt x="31253" y="102599"/>
                </a:lnTo>
                <a:lnTo>
                  <a:pt x="31663" y="102513"/>
                </a:lnTo>
                <a:lnTo>
                  <a:pt x="32070" y="102419"/>
                </a:lnTo>
                <a:lnTo>
                  <a:pt x="32475" y="102317"/>
                </a:lnTo>
                <a:lnTo>
                  <a:pt x="32878" y="102208"/>
                </a:lnTo>
                <a:lnTo>
                  <a:pt x="33278" y="102091"/>
                </a:lnTo>
                <a:lnTo>
                  <a:pt x="33675" y="101967"/>
                </a:lnTo>
                <a:lnTo>
                  <a:pt x="34070" y="101835"/>
                </a:lnTo>
                <a:lnTo>
                  <a:pt x="34463" y="101696"/>
                </a:lnTo>
                <a:lnTo>
                  <a:pt x="34853" y="101549"/>
                </a:lnTo>
                <a:lnTo>
                  <a:pt x="35241" y="101395"/>
                </a:lnTo>
                <a:lnTo>
                  <a:pt x="35626" y="101233"/>
                </a:lnTo>
                <a:lnTo>
                  <a:pt x="36009" y="101064"/>
                </a:lnTo>
                <a:lnTo>
                  <a:pt x="36389" y="100887"/>
                </a:lnTo>
                <a:lnTo>
                  <a:pt x="36768" y="100702"/>
                </a:lnTo>
                <a:lnTo>
                  <a:pt x="37149" y="100506"/>
                </a:lnTo>
                <a:lnTo>
                  <a:pt x="37529" y="100301"/>
                </a:lnTo>
                <a:lnTo>
                  <a:pt x="37911" y="100086"/>
                </a:lnTo>
                <a:lnTo>
                  <a:pt x="38293" y="99862"/>
                </a:lnTo>
                <a:lnTo>
                  <a:pt x="38677" y="99628"/>
                </a:lnTo>
                <a:lnTo>
                  <a:pt x="39060" y="99384"/>
                </a:lnTo>
                <a:lnTo>
                  <a:pt x="39445" y="99130"/>
                </a:lnTo>
                <a:lnTo>
                  <a:pt x="39830" y="98866"/>
                </a:lnTo>
                <a:lnTo>
                  <a:pt x="40217" y="98593"/>
                </a:lnTo>
                <a:lnTo>
                  <a:pt x="40603" y="98310"/>
                </a:lnTo>
                <a:lnTo>
                  <a:pt x="40991" y="98017"/>
                </a:lnTo>
                <a:lnTo>
                  <a:pt x="41379" y="97715"/>
                </a:lnTo>
                <a:lnTo>
                  <a:pt x="41768" y="97403"/>
                </a:lnTo>
                <a:lnTo>
                  <a:pt x="42158" y="97081"/>
                </a:lnTo>
                <a:lnTo>
                  <a:pt x="42549" y="96749"/>
                </a:lnTo>
                <a:lnTo>
                  <a:pt x="42940" y="96408"/>
                </a:lnTo>
                <a:lnTo>
                  <a:pt x="43332" y="96056"/>
                </a:lnTo>
                <a:lnTo>
                  <a:pt x="43725" y="95695"/>
                </a:lnTo>
                <a:lnTo>
                  <a:pt x="44118" y="95325"/>
                </a:lnTo>
                <a:lnTo>
                  <a:pt x="44512" y="94944"/>
                </a:lnTo>
                <a:lnTo>
                  <a:pt x="44907" y="94554"/>
                </a:lnTo>
                <a:lnTo>
                  <a:pt x="45303" y="94154"/>
                </a:lnTo>
                <a:lnTo>
                  <a:pt x="45699" y="93744"/>
                </a:lnTo>
                <a:lnTo>
                  <a:pt x="45699" y="103055"/>
                </a:lnTo>
                <a:lnTo>
                  <a:pt x="48969" y="103055"/>
                </a:lnTo>
                <a:lnTo>
                  <a:pt x="68300" y="95024"/>
                </a:lnTo>
                <a:close/>
                <a:moveTo>
                  <a:pt x="44182" y="90297"/>
                </a:moveTo>
                <a:lnTo>
                  <a:pt x="43674" y="90756"/>
                </a:lnTo>
                <a:lnTo>
                  <a:pt x="43164" y="91193"/>
                </a:lnTo>
                <a:lnTo>
                  <a:pt x="42652" y="91608"/>
                </a:lnTo>
                <a:lnTo>
                  <a:pt x="42139" y="92000"/>
                </a:lnTo>
                <a:lnTo>
                  <a:pt x="41625" y="92369"/>
                </a:lnTo>
                <a:lnTo>
                  <a:pt x="41109" y="92716"/>
                </a:lnTo>
                <a:lnTo>
                  <a:pt x="40591" y="93041"/>
                </a:lnTo>
                <a:lnTo>
                  <a:pt x="40072" y="93344"/>
                </a:lnTo>
                <a:lnTo>
                  <a:pt x="39552" y="93624"/>
                </a:lnTo>
                <a:lnTo>
                  <a:pt x="39030" y="93881"/>
                </a:lnTo>
                <a:lnTo>
                  <a:pt x="38506" y="94117"/>
                </a:lnTo>
                <a:lnTo>
                  <a:pt x="37981" y="94329"/>
                </a:lnTo>
                <a:lnTo>
                  <a:pt x="37455" y="94520"/>
                </a:lnTo>
                <a:lnTo>
                  <a:pt x="36927" y="94688"/>
                </a:lnTo>
                <a:lnTo>
                  <a:pt x="36398" y="94834"/>
                </a:lnTo>
                <a:lnTo>
                  <a:pt x="35867" y="94957"/>
                </a:lnTo>
                <a:lnTo>
                  <a:pt x="35335" y="95058"/>
                </a:lnTo>
                <a:lnTo>
                  <a:pt x="34801" y="95136"/>
                </a:lnTo>
                <a:lnTo>
                  <a:pt x="34266" y="95192"/>
                </a:lnTo>
                <a:lnTo>
                  <a:pt x="33729" y="95226"/>
                </a:lnTo>
                <a:lnTo>
                  <a:pt x="33191" y="95237"/>
                </a:lnTo>
                <a:lnTo>
                  <a:pt x="32554" y="95224"/>
                </a:lnTo>
                <a:lnTo>
                  <a:pt x="31921" y="95184"/>
                </a:lnTo>
                <a:lnTo>
                  <a:pt x="31294" y="95118"/>
                </a:lnTo>
                <a:lnTo>
                  <a:pt x="30672" y="95025"/>
                </a:lnTo>
                <a:lnTo>
                  <a:pt x="30054" y="94906"/>
                </a:lnTo>
                <a:lnTo>
                  <a:pt x="29442" y="94761"/>
                </a:lnTo>
                <a:lnTo>
                  <a:pt x="28834" y="94589"/>
                </a:lnTo>
                <a:lnTo>
                  <a:pt x="28231" y="94390"/>
                </a:lnTo>
                <a:lnTo>
                  <a:pt x="27634" y="94165"/>
                </a:lnTo>
                <a:lnTo>
                  <a:pt x="27041" y="93914"/>
                </a:lnTo>
                <a:lnTo>
                  <a:pt x="26453" y="93636"/>
                </a:lnTo>
                <a:lnTo>
                  <a:pt x="25870" y="93332"/>
                </a:lnTo>
                <a:lnTo>
                  <a:pt x="25292" y="93001"/>
                </a:lnTo>
                <a:lnTo>
                  <a:pt x="24719" y="92644"/>
                </a:lnTo>
                <a:lnTo>
                  <a:pt x="24151" y="92260"/>
                </a:lnTo>
                <a:lnTo>
                  <a:pt x="23588" y="91850"/>
                </a:lnTo>
                <a:lnTo>
                  <a:pt x="23030" y="91413"/>
                </a:lnTo>
                <a:lnTo>
                  <a:pt x="22477" y="90950"/>
                </a:lnTo>
                <a:lnTo>
                  <a:pt x="21928" y="90461"/>
                </a:lnTo>
                <a:lnTo>
                  <a:pt x="21385" y="89945"/>
                </a:lnTo>
                <a:lnTo>
                  <a:pt x="20846" y="89403"/>
                </a:lnTo>
                <a:lnTo>
                  <a:pt x="20313" y="88834"/>
                </a:lnTo>
                <a:lnTo>
                  <a:pt x="19784" y="88238"/>
                </a:lnTo>
                <a:lnTo>
                  <a:pt x="19261" y="87617"/>
                </a:lnTo>
                <a:lnTo>
                  <a:pt x="18750" y="86970"/>
                </a:lnTo>
                <a:lnTo>
                  <a:pt x="18262" y="86300"/>
                </a:lnTo>
                <a:lnTo>
                  <a:pt x="17795" y="85606"/>
                </a:lnTo>
                <a:lnTo>
                  <a:pt x="17350" y="84890"/>
                </a:lnTo>
                <a:lnTo>
                  <a:pt x="16926" y="84150"/>
                </a:lnTo>
                <a:lnTo>
                  <a:pt x="16524" y="83387"/>
                </a:lnTo>
                <a:lnTo>
                  <a:pt x="16144" y="82600"/>
                </a:lnTo>
                <a:lnTo>
                  <a:pt x="15786" y="81791"/>
                </a:lnTo>
                <a:lnTo>
                  <a:pt x="15449" y="80958"/>
                </a:lnTo>
                <a:lnTo>
                  <a:pt x="15134" y="80101"/>
                </a:lnTo>
                <a:lnTo>
                  <a:pt x="14841" y="79222"/>
                </a:lnTo>
                <a:lnTo>
                  <a:pt x="14570" y="78319"/>
                </a:lnTo>
                <a:lnTo>
                  <a:pt x="14320" y="77393"/>
                </a:lnTo>
                <a:lnTo>
                  <a:pt x="14092" y="76444"/>
                </a:lnTo>
                <a:lnTo>
                  <a:pt x="13886" y="75472"/>
                </a:lnTo>
                <a:lnTo>
                  <a:pt x="13701" y="74476"/>
                </a:lnTo>
                <a:lnTo>
                  <a:pt x="13538" y="73457"/>
                </a:lnTo>
                <a:lnTo>
                  <a:pt x="13397" y="72415"/>
                </a:lnTo>
                <a:lnTo>
                  <a:pt x="13278" y="71349"/>
                </a:lnTo>
                <a:lnTo>
                  <a:pt x="13180" y="70261"/>
                </a:lnTo>
                <a:lnTo>
                  <a:pt x="13104" y="69149"/>
                </a:lnTo>
                <a:lnTo>
                  <a:pt x="13050" y="68013"/>
                </a:lnTo>
                <a:lnTo>
                  <a:pt x="13017" y="66855"/>
                </a:lnTo>
                <a:lnTo>
                  <a:pt x="13006" y="65673"/>
                </a:lnTo>
                <a:lnTo>
                  <a:pt x="13017" y="64503"/>
                </a:lnTo>
                <a:lnTo>
                  <a:pt x="13051" y="63357"/>
                </a:lnTo>
                <a:lnTo>
                  <a:pt x="13107" y="62235"/>
                </a:lnTo>
                <a:lnTo>
                  <a:pt x="13186" y="61136"/>
                </a:lnTo>
                <a:lnTo>
                  <a:pt x="13287" y="60061"/>
                </a:lnTo>
                <a:lnTo>
                  <a:pt x="13410" y="59009"/>
                </a:lnTo>
                <a:lnTo>
                  <a:pt x="13556" y="57981"/>
                </a:lnTo>
                <a:lnTo>
                  <a:pt x="13725" y="56977"/>
                </a:lnTo>
                <a:lnTo>
                  <a:pt x="13916" y="55996"/>
                </a:lnTo>
                <a:lnTo>
                  <a:pt x="14129" y="55039"/>
                </a:lnTo>
                <a:lnTo>
                  <a:pt x="14365" y="54106"/>
                </a:lnTo>
                <a:lnTo>
                  <a:pt x="14623" y="53196"/>
                </a:lnTo>
                <a:lnTo>
                  <a:pt x="14904" y="52310"/>
                </a:lnTo>
                <a:lnTo>
                  <a:pt x="15207" y="51447"/>
                </a:lnTo>
                <a:lnTo>
                  <a:pt x="15533" y="50608"/>
                </a:lnTo>
                <a:lnTo>
                  <a:pt x="15881" y="49793"/>
                </a:lnTo>
                <a:lnTo>
                  <a:pt x="16251" y="49002"/>
                </a:lnTo>
                <a:lnTo>
                  <a:pt x="16644" y="48234"/>
                </a:lnTo>
                <a:lnTo>
                  <a:pt x="17060" y="47489"/>
                </a:lnTo>
                <a:lnTo>
                  <a:pt x="17498" y="46769"/>
                </a:lnTo>
                <a:lnTo>
                  <a:pt x="17958" y="46072"/>
                </a:lnTo>
                <a:lnTo>
                  <a:pt x="18441" y="45398"/>
                </a:lnTo>
                <a:lnTo>
                  <a:pt x="18946" y="44749"/>
                </a:lnTo>
                <a:lnTo>
                  <a:pt x="19474" y="44123"/>
                </a:lnTo>
                <a:lnTo>
                  <a:pt x="19885" y="43665"/>
                </a:lnTo>
                <a:lnTo>
                  <a:pt x="20300" y="43228"/>
                </a:lnTo>
                <a:lnTo>
                  <a:pt x="20721" y="42810"/>
                </a:lnTo>
                <a:lnTo>
                  <a:pt x="21146" y="42411"/>
                </a:lnTo>
                <a:lnTo>
                  <a:pt x="21576" y="42032"/>
                </a:lnTo>
                <a:lnTo>
                  <a:pt x="22010" y="41672"/>
                </a:lnTo>
                <a:lnTo>
                  <a:pt x="22449" y="41332"/>
                </a:lnTo>
                <a:lnTo>
                  <a:pt x="22893" y="41011"/>
                </a:lnTo>
                <a:lnTo>
                  <a:pt x="23342" y="40709"/>
                </a:lnTo>
                <a:lnTo>
                  <a:pt x="23795" y="40427"/>
                </a:lnTo>
                <a:lnTo>
                  <a:pt x="24253" y="40165"/>
                </a:lnTo>
                <a:lnTo>
                  <a:pt x="24715" y="39921"/>
                </a:lnTo>
                <a:lnTo>
                  <a:pt x="25183" y="39698"/>
                </a:lnTo>
                <a:lnTo>
                  <a:pt x="25655" y="39494"/>
                </a:lnTo>
                <a:lnTo>
                  <a:pt x="26131" y="39309"/>
                </a:lnTo>
                <a:lnTo>
                  <a:pt x="26613" y="39144"/>
                </a:lnTo>
                <a:lnTo>
                  <a:pt x="27099" y="38998"/>
                </a:lnTo>
                <a:lnTo>
                  <a:pt x="27589" y="38871"/>
                </a:lnTo>
                <a:lnTo>
                  <a:pt x="28085" y="38764"/>
                </a:lnTo>
                <a:lnTo>
                  <a:pt x="28585" y="38677"/>
                </a:lnTo>
                <a:lnTo>
                  <a:pt x="29090" y="38609"/>
                </a:lnTo>
                <a:lnTo>
                  <a:pt x="29599" y="38560"/>
                </a:lnTo>
                <a:lnTo>
                  <a:pt x="30113" y="38531"/>
                </a:lnTo>
                <a:lnTo>
                  <a:pt x="30632" y="38521"/>
                </a:lnTo>
                <a:lnTo>
                  <a:pt x="30911" y="38525"/>
                </a:lnTo>
                <a:lnTo>
                  <a:pt x="31190" y="38535"/>
                </a:lnTo>
                <a:lnTo>
                  <a:pt x="31470" y="38553"/>
                </a:lnTo>
                <a:lnTo>
                  <a:pt x="31751" y="38577"/>
                </a:lnTo>
                <a:lnTo>
                  <a:pt x="32032" y="38609"/>
                </a:lnTo>
                <a:lnTo>
                  <a:pt x="32313" y="38647"/>
                </a:lnTo>
                <a:lnTo>
                  <a:pt x="32596" y="38693"/>
                </a:lnTo>
                <a:lnTo>
                  <a:pt x="32879" y="38746"/>
                </a:lnTo>
                <a:lnTo>
                  <a:pt x="33162" y="38805"/>
                </a:lnTo>
                <a:lnTo>
                  <a:pt x="33447" y="38872"/>
                </a:lnTo>
                <a:lnTo>
                  <a:pt x="33731" y="38946"/>
                </a:lnTo>
                <a:lnTo>
                  <a:pt x="34017" y="39026"/>
                </a:lnTo>
                <a:lnTo>
                  <a:pt x="34303" y="39114"/>
                </a:lnTo>
                <a:lnTo>
                  <a:pt x="34590" y="39209"/>
                </a:lnTo>
                <a:lnTo>
                  <a:pt x="34877" y="39311"/>
                </a:lnTo>
                <a:lnTo>
                  <a:pt x="35165" y="39419"/>
                </a:lnTo>
                <a:lnTo>
                  <a:pt x="35454" y="39535"/>
                </a:lnTo>
                <a:lnTo>
                  <a:pt x="35743" y="39658"/>
                </a:lnTo>
                <a:lnTo>
                  <a:pt x="36032" y="39788"/>
                </a:lnTo>
                <a:lnTo>
                  <a:pt x="36323" y="39925"/>
                </a:lnTo>
                <a:lnTo>
                  <a:pt x="36614" y="40069"/>
                </a:lnTo>
                <a:lnTo>
                  <a:pt x="36905" y="40219"/>
                </a:lnTo>
                <a:lnTo>
                  <a:pt x="37198" y="40377"/>
                </a:lnTo>
                <a:lnTo>
                  <a:pt x="37491" y="40542"/>
                </a:lnTo>
                <a:lnTo>
                  <a:pt x="37781" y="40714"/>
                </a:lnTo>
                <a:lnTo>
                  <a:pt x="38067" y="40892"/>
                </a:lnTo>
                <a:lnTo>
                  <a:pt x="38348" y="41077"/>
                </a:lnTo>
                <a:lnTo>
                  <a:pt x="38625" y="41269"/>
                </a:lnTo>
                <a:lnTo>
                  <a:pt x="38896" y="41468"/>
                </a:lnTo>
                <a:lnTo>
                  <a:pt x="39163" y="41674"/>
                </a:lnTo>
                <a:lnTo>
                  <a:pt x="39425" y="41886"/>
                </a:lnTo>
                <a:lnTo>
                  <a:pt x="39682" y="42105"/>
                </a:lnTo>
                <a:lnTo>
                  <a:pt x="39934" y="42331"/>
                </a:lnTo>
                <a:lnTo>
                  <a:pt x="40182" y="42564"/>
                </a:lnTo>
                <a:lnTo>
                  <a:pt x="40424" y="42803"/>
                </a:lnTo>
                <a:lnTo>
                  <a:pt x="40662" y="43049"/>
                </a:lnTo>
                <a:lnTo>
                  <a:pt x="40895" y="43302"/>
                </a:lnTo>
                <a:lnTo>
                  <a:pt x="41123" y="43562"/>
                </a:lnTo>
                <a:lnTo>
                  <a:pt x="41347" y="43828"/>
                </a:lnTo>
                <a:lnTo>
                  <a:pt x="41565" y="44102"/>
                </a:lnTo>
                <a:lnTo>
                  <a:pt x="41779" y="44382"/>
                </a:lnTo>
                <a:lnTo>
                  <a:pt x="41988" y="44669"/>
                </a:lnTo>
                <a:lnTo>
                  <a:pt x="42192" y="44962"/>
                </a:lnTo>
                <a:lnTo>
                  <a:pt x="42392" y="45263"/>
                </a:lnTo>
                <a:lnTo>
                  <a:pt x="42586" y="45570"/>
                </a:lnTo>
                <a:lnTo>
                  <a:pt x="42776" y="45884"/>
                </a:lnTo>
                <a:lnTo>
                  <a:pt x="42961" y="46205"/>
                </a:lnTo>
                <a:lnTo>
                  <a:pt x="43141" y="46532"/>
                </a:lnTo>
                <a:lnTo>
                  <a:pt x="43316" y="46865"/>
                </a:lnTo>
                <a:lnTo>
                  <a:pt x="43484" y="47200"/>
                </a:lnTo>
                <a:lnTo>
                  <a:pt x="43647" y="47538"/>
                </a:lnTo>
                <a:lnTo>
                  <a:pt x="43804" y="47879"/>
                </a:lnTo>
                <a:lnTo>
                  <a:pt x="43955" y="48223"/>
                </a:lnTo>
                <a:lnTo>
                  <a:pt x="44100" y="48570"/>
                </a:lnTo>
                <a:lnTo>
                  <a:pt x="44239" y="48920"/>
                </a:lnTo>
                <a:lnTo>
                  <a:pt x="44373" y="49273"/>
                </a:lnTo>
                <a:lnTo>
                  <a:pt x="44500" y="49629"/>
                </a:lnTo>
                <a:lnTo>
                  <a:pt x="44622" y="49988"/>
                </a:lnTo>
                <a:lnTo>
                  <a:pt x="44737" y="50350"/>
                </a:lnTo>
                <a:lnTo>
                  <a:pt x="44847" y="50714"/>
                </a:lnTo>
                <a:lnTo>
                  <a:pt x="44950" y="51082"/>
                </a:lnTo>
                <a:lnTo>
                  <a:pt x="45048" y="51453"/>
                </a:lnTo>
                <a:lnTo>
                  <a:pt x="45140" y="51827"/>
                </a:lnTo>
                <a:lnTo>
                  <a:pt x="45226" y="52203"/>
                </a:lnTo>
                <a:lnTo>
                  <a:pt x="45306" y="52583"/>
                </a:lnTo>
                <a:lnTo>
                  <a:pt x="45380" y="52965"/>
                </a:lnTo>
                <a:lnTo>
                  <a:pt x="45448" y="53351"/>
                </a:lnTo>
                <a:lnTo>
                  <a:pt x="45510" y="53739"/>
                </a:lnTo>
                <a:lnTo>
                  <a:pt x="45566" y="54131"/>
                </a:lnTo>
                <a:lnTo>
                  <a:pt x="45617" y="54525"/>
                </a:lnTo>
                <a:lnTo>
                  <a:pt x="45661" y="54923"/>
                </a:lnTo>
                <a:lnTo>
                  <a:pt x="45699" y="55323"/>
                </a:lnTo>
                <a:lnTo>
                  <a:pt x="45699" y="88785"/>
                </a:lnTo>
                <a:lnTo>
                  <a:pt x="45195" y="89311"/>
                </a:lnTo>
                <a:lnTo>
                  <a:pt x="44690" y="89815"/>
                </a:lnTo>
                <a:lnTo>
                  <a:pt x="44182" y="90297"/>
                </a:lnTo>
                <a:close/>
                <a:moveTo>
                  <a:pt x="355523" y="15668"/>
                </a:moveTo>
                <a:lnTo>
                  <a:pt x="355291" y="16229"/>
                </a:lnTo>
                <a:lnTo>
                  <a:pt x="355064" y="16774"/>
                </a:lnTo>
                <a:lnTo>
                  <a:pt x="354841" y="17304"/>
                </a:lnTo>
                <a:lnTo>
                  <a:pt x="354623" y="17818"/>
                </a:lnTo>
                <a:lnTo>
                  <a:pt x="354409" y="18317"/>
                </a:lnTo>
                <a:lnTo>
                  <a:pt x="354199" y="18800"/>
                </a:lnTo>
                <a:lnTo>
                  <a:pt x="353994" y="19267"/>
                </a:lnTo>
                <a:lnTo>
                  <a:pt x="353793" y="19719"/>
                </a:lnTo>
                <a:lnTo>
                  <a:pt x="353597" y="20155"/>
                </a:lnTo>
                <a:lnTo>
                  <a:pt x="353405" y="20576"/>
                </a:lnTo>
                <a:lnTo>
                  <a:pt x="353218" y="20981"/>
                </a:lnTo>
                <a:lnTo>
                  <a:pt x="353035" y="21370"/>
                </a:lnTo>
                <a:lnTo>
                  <a:pt x="352857" y="21744"/>
                </a:lnTo>
                <a:lnTo>
                  <a:pt x="352683" y="22102"/>
                </a:lnTo>
                <a:lnTo>
                  <a:pt x="352513" y="22445"/>
                </a:lnTo>
                <a:lnTo>
                  <a:pt x="352348" y="22772"/>
                </a:lnTo>
                <a:lnTo>
                  <a:pt x="352188" y="23084"/>
                </a:lnTo>
                <a:lnTo>
                  <a:pt x="352031" y="23379"/>
                </a:lnTo>
                <a:lnTo>
                  <a:pt x="351880" y="23660"/>
                </a:lnTo>
                <a:lnTo>
                  <a:pt x="351732" y="23924"/>
                </a:lnTo>
                <a:lnTo>
                  <a:pt x="351589" y="24173"/>
                </a:lnTo>
                <a:lnTo>
                  <a:pt x="351451" y="24407"/>
                </a:lnTo>
                <a:lnTo>
                  <a:pt x="351183" y="24832"/>
                </a:lnTo>
                <a:lnTo>
                  <a:pt x="350912" y="25252"/>
                </a:lnTo>
                <a:lnTo>
                  <a:pt x="350637" y="25668"/>
                </a:lnTo>
                <a:lnTo>
                  <a:pt x="350360" y="26079"/>
                </a:lnTo>
                <a:lnTo>
                  <a:pt x="350080" y="26485"/>
                </a:lnTo>
                <a:lnTo>
                  <a:pt x="349796" y="26886"/>
                </a:lnTo>
                <a:lnTo>
                  <a:pt x="349510" y="27282"/>
                </a:lnTo>
                <a:lnTo>
                  <a:pt x="349220" y="27674"/>
                </a:lnTo>
                <a:lnTo>
                  <a:pt x="348927" y="28061"/>
                </a:lnTo>
                <a:lnTo>
                  <a:pt x="348631" y="28443"/>
                </a:lnTo>
                <a:lnTo>
                  <a:pt x="348333" y="28820"/>
                </a:lnTo>
                <a:lnTo>
                  <a:pt x="348031" y="29192"/>
                </a:lnTo>
                <a:lnTo>
                  <a:pt x="347726" y="29559"/>
                </a:lnTo>
                <a:lnTo>
                  <a:pt x="347417" y="29922"/>
                </a:lnTo>
                <a:lnTo>
                  <a:pt x="347106" y="30279"/>
                </a:lnTo>
                <a:lnTo>
                  <a:pt x="346792" y="30632"/>
                </a:lnTo>
                <a:lnTo>
                  <a:pt x="346474" y="30980"/>
                </a:lnTo>
                <a:lnTo>
                  <a:pt x="346154" y="31324"/>
                </a:lnTo>
                <a:lnTo>
                  <a:pt x="345830" y="31662"/>
                </a:lnTo>
                <a:lnTo>
                  <a:pt x="345504" y="31996"/>
                </a:lnTo>
                <a:lnTo>
                  <a:pt x="345174" y="32324"/>
                </a:lnTo>
                <a:lnTo>
                  <a:pt x="344841" y="32648"/>
                </a:lnTo>
                <a:lnTo>
                  <a:pt x="344505" y="32968"/>
                </a:lnTo>
                <a:lnTo>
                  <a:pt x="344166" y="33282"/>
                </a:lnTo>
                <a:lnTo>
                  <a:pt x="343826" y="33590"/>
                </a:lnTo>
                <a:lnTo>
                  <a:pt x="343486" y="33890"/>
                </a:lnTo>
                <a:lnTo>
                  <a:pt x="343147" y="34183"/>
                </a:lnTo>
                <a:lnTo>
                  <a:pt x="342809" y="34469"/>
                </a:lnTo>
                <a:lnTo>
                  <a:pt x="342471" y="34747"/>
                </a:lnTo>
                <a:lnTo>
                  <a:pt x="342134" y="35017"/>
                </a:lnTo>
                <a:lnTo>
                  <a:pt x="341797" y="35280"/>
                </a:lnTo>
                <a:lnTo>
                  <a:pt x="341461" y="35535"/>
                </a:lnTo>
                <a:lnTo>
                  <a:pt x="341126" y="35783"/>
                </a:lnTo>
                <a:lnTo>
                  <a:pt x="340791" y="36023"/>
                </a:lnTo>
                <a:lnTo>
                  <a:pt x="340457" y="36256"/>
                </a:lnTo>
                <a:lnTo>
                  <a:pt x="340124" y="36481"/>
                </a:lnTo>
                <a:lnTo>
                  <a:pt x="339791" y="36698"/>
                </a:lnTo>
                <a:lnTo>
                  <a:pt x="339459" y="36908"/>
                </a:lnTo>
                <a:lnTo>
                  <a:pt x="339127" y="37110"/>
                </a:lnTo>
                <a:lnTo>
                  <a:pt x="338796" y="37305"/>
                </a:lnTo>
                <a:lnTo>
                  <a:pt x="338466" y="37493"/>
                </a:lnTo>
                <a:lnTo>
                  <a:pt x="338136" y="37672"/>
                </a:lnTo>
                <a:lnTo>
                  <a:pt x="337807" y="37844"/>
                </a:lnTo>
                <a:lnTo>
                  <a:pt x="337478" y="38009"/>
                </a:lnTo>
                <a:lnTo>
                  <a:pt x="337150" y="38166"/>
                </a:lnTo>
                <a:lnTo>
                  <a:pt x="336823" y="38316"/>
                </a:lnTo>
                <a:lnTo>
                  <a:pt x="336496" y="38458"/>
                </a:lnTo>
                <a:lnTo>
                  <a:pt x="336170" y="38592"/>
                </a:lnTo>
                <a:lnTo>
                  <a:pt x="336170" y="40938"/>
                </a:lnTo>
                <a:lnTo>
                  <a:pt x="346476" y="40938"/>
                </a:lnTo>
                <a:lnTo>
                  <a:pt x="346476" y="84769"/>
                </a:lnTo>
                <a:lnTo>
                  <a:pt x="346478" y="85350"/>
                </a:lnTo>
                <a:lnTo>
                  <a:pt x="346486" y="85918"/>
                </a:lnTo>
                <a:lnTo>
                  <a:pt x="346499" y="86473"/>
                </a:lnTo>
                <a:lnTo>
                  <a:pt x="346517" y="87016"/>
                </a:lnTo>
                <a:lnTo>
                  <a:pt x="346541" y="87546"/>
                </a:lnTo>
                <a:lnTo>
                  <a:pt x="346569" y="88063"/>
                </a:lnTo>
                <a:lnTo>
                  <a:pt x="346603" y="88567"/>
                </a:lnTo>
                <a:lnTo>
                  <a:pt x="346642" y="89059"/>
                </a:lnTo>
                <a:lnTo>
                  <a:pt x="346686" y="89538"/>
                </a:lnTo>
                <a:lnTo>
                  <a:pt x="346735" y="90004"/>
                </a:lnTo>
                <a:lnTo>
                  <a:pt x="346789" y="90457"/>
                </a:lnTo>
                <a:lnTo>
                  <a:pt x="346849" y="90898"/>
                </a:lnTo>
                <a:lnTo>
                  <a:pt x="346914" y="91326"/>
                </a:lnTo>
                <a:lnTo>
                  <a:pt x="346984" y="91741"/>
                </a:lnTo>
                <a:lnTo>
                  <a:pt x="347059" y="92144"/>
                </a:lnTo>
                <a:lnTo>
                  <a:pt x="347139" y="92534"/>
                </a:lnTo>
                <a:lnTo>
                  <a:pt x="347225" y="92911"/>
                </a:lnTo>
                <a:lnTo>
                  <a:pt x="347315" y="93275"/>
                </a:lnTo>
                <a:lnTo>
                  <a:pt x="347411" y="93627"/>
                </a:lnTo>
                <a:lnTo>
                  <a:pt x="347512" y="93966"/>
                </a:lnTo>
                <a:lnTo>
                  <a:pt x="347619" y="94292"/>
                </a:lnTo>
                <a:lnTo>
                  <a:pt x="347730" y="94606"/>
                </a:lnTo>
                <a:lnTo>
                  <a:pt x="347847" y="94907"/>
                </a:lnTo>
                <a:lnTo>
                  <a:pt x="347968" y="95195"/>
                </a:lnTo>
                <a:lnTo>
                  <a:pt x="348096" y="95473"/>
                </a:lnTo>
                <a:lnTo>
                  <a:pt x="348228" y="95747"/>
                </a:lnTo>
                <a:lnTo>
                  <a:pt x="348367" y="96015"/>
                </a:lnTo>
                <a:lnTo>
                  <a:pt x="348511" y="96277"/>
                </a:lnTo>
                <a:lnTo>
                  <a:pt x="348661" y="96534"/>
                </a:lnTo>
                <a:lnTo>
                  <a:pt x="348817" y="96786"/>
                </a:lnTo>
                <a:lnTo>
                  <a:pt x="348978" y="97032"/>
                </a:lnTo>
                <a:lnTo>
                  <a:pt x="349145" y="97273"/>
                </a:lnTo>
                <a:lnTo>
                  <a:pt x="349318" y="97508"/>
                </a:lnTo>
                <a:lnTo>
                  <a:pt x="349496" y="97738"/>
                </a:lnTo>
                <a:lnTo>
                  <a:pt x="349680" y="97963"/>
                </a:lnTo>
                <a:lnTo>
                  <a:pt x="349870" y="98182"/>
                </a:lnTo>
                <a:lnTo>
                  <a:pt x="350065" y="98395"/>
                </a:lnTo>
                <a:lnTo>
                  <a:pt x="350266" y="98604"/>
                </a:lnTo>
                <a:lnTo>
                  <a:pt x="350473" y="98806"/>
                </a:lnTo>
                <a:lnTo>
                  <a:pt x="350685" y="99004"/>
                </a:lnTo>
                <a:lnTo>
                  <a:pt x="350903" y="99196"/>
                </a:lnTo>
                <a:lnTo>
                  <a:pt x="351127" y="99382"/>
                </a:lnTo>
                <a:lnTo>
                  <a:pt x="351356" y="99563"/>
                </a:lnTo>
                <a:lnTo>
                  <a:pt x="351591" y="99739"/>
                </a:lnTo>
                <a:lnTo>
                  <a:pt x="351832" y="99909"/>
                </a:lnTo>
                <a:lnTo>
                  <a:pt x="352078" y="100074"/>
                </a:lnTo>
                <a:lnTo>
                  <a:pt x="352330" y="100233"/>
                </a:lnTo>
                <a:lnTo>
                  <a:pt x="352588" y="100387"/>
                </a:lnTo>
                <a:lnTo>
                  <a:pt x="352849" y="100535"/>
                </a:lnTo>
                <a:lnTo>
                  <a:pt x="353110" y="100677"/>
                </a:lnTo>
                <a:lnTo>
                  <a:pt x="353372" y="100813"/>
                </a:lnTo>
                <a:lnTo>
                  <a:pt x="353634" y="100942"/>
                </a:lnTo>
                <a:lnTo>
                  <a:pt x="353897" y="101065"/>
                </a:lnTo>
                <a:lnTo>
                  <a:pt x="354161" y="101181"/>
                </a:lnTo>
                <a:lnTo>
                  <a:pt x="354424" y="101291"/>
                </a:lnTo>
                <a:lnTo>
                  <a:pt x="354689" y="101395"/>
                </a:lnTo>
                <a:lnTo>
                  <a:pt x="354953" y="101493"/>
                </a:lnTo>
                <a:lnTo>
                  <a:pt x="355219" y="101584"/>
                </a:lnTo>
                <a:lnTo>
                  <a:pt x="355485" y="101669"/>
                </a:lnTo>
                <a:lnTo>
                  <a:pt x="355751" y="101748"/>
                </a:lnTo>
                <a:lnTo>
                  <a:pt x="356018" y="101821"/>
                </a:lnTo>
                <a:lnTo>
                  <a:pt x="356285" y="101887"/>
                </a:lnTo>
                <a:lnTo>
                  <a:pt x="356553" y="101947"/>
                </a:lnTo>
                <a:lnTo>
                  <a:pt x="356821" y="102000"/>
                </a:lnTo>
                <a:lnTo>
                  <a:pt x="357090" y="102047"/>
                </a:lnTo>
                <a:lnTo>
                  <a:pt x="357359" y="102088"/>
                </a:lnTo>
                <a:lnTo>
                  <a:pt x="357629" y="102123"/>
                </a:lnTo>
                <a:lnTo>
                  <a:pt x="357899" y="102151"/>
                </a:lnTo>
                <a:lnTo>
                  <a:pt x="358169" y="102174"/>
                </a:lnTo>
                <a:lnTo>
                  <a:pt x="358441" y="102189"/>
                </a:lnTo>
                <a:lnTo>
                  <a:pt x="358712" y="102199"/>
                </a:lnTo>
                <a:lnTo>
                  <a:pt x="358985" y="102202"/>
                </a:lnTo>
                <a:lnTo>
                  <a:pt x="359387" y="102196"/>
                </a:lnTo>
                <a:lnTo>
                  <a:pt x="359788" y="102177"/>
                </a:lnTo>
                <a:lnTo>
                  <a:pt x="360188" y="102146"/>
                </a:lnTo>
                <a:lnTo>
                  <a:pt x="360588" y="102102"/>
                </a:lnTo>
                <a:lnTo>
                  <a:pt x="360986" y="102047"/>
                </a:lnTo>
                <a:lnTo>
                  <a:pt x="361383" y="101978"/>
                </a:lnTo>
                <a:lnTo>
                  <a:pt x="361780" y="101897"/>
                </a:lnTo>
                <a:lnTo>
                  <a:pt x="362175" y="101804"/>
                </a:lnTo>
                <a:lnTo>
                  <a:pt x="362569" y="101699"/>
                </a:lnTo>
                <a:lnTo>
                  <a:pt x="362963" y="101581"/>
                </a:lnTo>
                <a:lnTo>
                  <a:pt x="363355" y="101450"/>
                </a:lnTo>
                <a:lnTo>
                  <a:pt x="363746" y="101307"/>
                </a:lnTo>
                <a:lnTo>
                  <a:pt x="364137" y="101152"/>
                </a:lnTo>
                <a:lnTo>
                  <a:pt x="364526" y="100984"/>
                </a:lnTo>
                <a:lnTo>
                  <a:pt x="364915" y="100804"/>
                </a:lnTo>
                <a:lnTo>
                  <a:pt x="365302" y="100612"/>
                </a:lnTo>
                <a:lnTo>
                  <a:pt x="365689" y="100407"/>
                </a:lnTo>
                <a:lnTo>
                  <a:pt x="366074" y="100189"/>
                </a:lnTo>
                <a:lnTo>
                  <a:pt x="366459" y="99959"/>
                </a:lnTo>
                <a:lnTo>
                  <a:pt x="366842" y="99717"/>
                </a:lnTo>
                <a:lnTo>
                  <a:pt x="367225" y="99462"/>
                </a:lnTo>
                <a:lnTo>
                  <a:pt x="367606" y="99195"/>
                </a:lnTo>
                <a:lnTo>
                  <a:pt x="367987" y="98916"/>
                </a:lnTo>
                <a:lnTo>
                  <a:pt x="368366" y="98624"/>
                </a:lnTo>
                <a:lnTo>
                  <a:pt x="368742" y="98320"/>
                </a:lnTo>
                <a:lnTo>
                  <a:pt x="369110" y="98003"/>
                </a:lnTo>
                <a:lnTo>
                  <a:pt x="369471" y="97676"/>
                </a:lnTo>
                <a:lnTo>
                  <a:pt x="369825" y="97336"/>
                </a:lnTo>
                <a:lnTo>
                  <a:pt x="370172" y="96984"/>
                </a:lnTo>
                <a:lnTo>
                  <a:pt x="370512" y="96621"/>
                </a:lnTo>
                <a:lnTo>
                  <a:pt x="370844" y="96246"/>
                </a:lnTo>
                <a:lnTo>
                  <a:pt x="371170" y="95859"/>
                </a:lnTo>
                <a:lnTo>
                  <a:pt x="371488" y="95460"/>
                </a:lnTo>
                <a:lnTo>
                  <a:pt x="371799" y="95049"/>
                </a:lnTo>
                <a:lnTo>
                  <a:pt x="372103" y="94627"/>
                </a:lnTo>
                <a:lnTo>
                  <a:pt x="372399" y="94192"/>
                </a:lnTo>
                <a:lnTo>
                  <a:pt x="372689" y="93746"/>
                </a:lnTo>
                <a:lnTo>
                  <a:pt x="372972" y="93288"/>
                </a:lnTo>
                <a:lnTo>
                  <a:pt x="373247" y="92818"/>
                </a:lnTo>
                <a:lnTo>
                  <a:pt x="373515" y="92337"/>
                </a:lnTo>
                <a:lnTo>
                  <a:pt x="373776" y="91843"/>
                </a:lnTo>
                <a:lnTo>
                  <a:pt x="374030" y="91338"/>
                </a:lnTo>
                <a:lnTo>
                  <a:pt x="374276" y="90821"/>
                </a:lnTo>
                <a:lnTo>
                  <a:pt x="374516" y="90292"/>
                </a:lnTo>
                <a:lnTo>
                  <a:pt x="374748" y="89752"/>
                </a:lnTo>
                <a:lnTo>
                  <a:pt x="374973" y="89199"/>
                </a:lnTo>
                <a:lnTo>
                  <a:pt x="375191" y="88635"/>
                </a:lnTo>
                <a:lnTo>
                  <a:pt x="375402" y="88058"/>
                </a:lnTo>
                <a:lnTo>
                  <a:pt x="372630" y="88058"/>
                </a:lnTo>
                <a:lnTo>
                  <a:pt x="372528" y="88293"/>
                </a:lnTo>
                <a:lnTo>
                  <a:pt x="372422" y="88523"/>
                </a:lnTo>
                <a:lnTo>
                  <a:pt x="372313" y="88748"/>
                </a:lnTo>
                <a:lnTo>
                  <a:pt x="372200" y="88968"/>
                </a:lnTo>
                <a:lnTo>
                  <a:pt x="372084" y="89183"/>
                </a:lnTo>
                <a:lnTo>
                  <a:pt x="371964" y="89393"/>
                </a:lnTo>
                <a:lnTo>
                  <a:pt x="371841" y="89599"/>
                </a:lnTo>
                <a:lnTo>
                  <a:pt x="371714" y="89800"/>
                </a:lnTo>
                <a:lnTo>
                  <a:pt x="371584" y="89996"/>
                </a:lnTo>
                <a:lnTo>
                  <a:pt x="371451" y="90187"/>
                </a:lnTo>
                <a:lnTo>
                  <a:pt x="371314" y="90373"/>
                </a:lnTo>
                <a:lnTo>
                  <a:pt x="371173" y="90555"/>
                </a:lnTo>
                <a:lnTo>
                  <a:pt x="371030" y="90732"/>
                </a:lnTo>
                <a:lnTo>
                  <a:pt x="370882" y="90904"/>
                </a:lnTo>
                <a:lnTo>
                  <a:pt x="370731" y="91071"/>
                </a:lnTo>
                <a:lnTo>
                  <a:pt x="370577" y="91233"/>
                </a:lnTo>
                <a:lnTo>
                  <a:pt x="370420" y="91391"/>
                </a:lnTo>
                <a:lnTo>
                  <a:pt x="370258" y="91543"/>
                </a:lnTo>
                <a:lnTo>
                  <a:pt x="370094" y="91691"/>
                </a:lnTo>
                <a:lnTo>
                  <a:pt x="369926" y="91834"/>
                </a:lnTo>
                <a:lnTo>
                  <a:pt x="369754" y="91972"/>
                </a:lnTo>
                <a:lnTo>
                  <a:pt x="369579" y="92106"/>
                </a:lnTo>
                <a:lnTo>
                  <a:pt x="369401" y="92235"/>
                </a:lnTo>
                <a:lnTo>
                  <a:pt x="369219" y="92358"/>
                </a:lnTo>
                <a:lnTo>
                  <a:pt x="369035" y="92477"/>
                </a:lnTo>
                <a:lnTo>
                  <a:pt x="368851" y="92591"/>
                </a:lnTo>
                <a:lnTo>
                  <a:pt x="368666" y="92700"/>
                </a:lnTo>
                <a:lnTo>
                  <a:pt x="368481" y="92804"/>
                </a:lnTo>
                <a:lnTo>
                  <a:pt x="368295" y="92902"/>
                </a:lnTo>
                <a:lnTo>
                  <a:pt x="368108" y="92996"/>
                </a:lnTo>
                <a:lnTo>
                  <a:pt x="367922" y="93084"/>
                </a:lnTo>
                <a:lnTo>
                  <a:pt x="367734" y="93168"/>
                </a:lnTo>
                <a:lnTo>
                  <a:pt x="367547" y="93246"/>
                </a:lnTo>
                <a:lnTo>
                  <a:pt x="367358" y="93320"/>
                </a:lnTo>
                <a:lnTo>
                  <a:pt x="367169" y="93388"/>
                </a:lnTo>
                <a:lnTo>
                  <a:pt x="366980" y="93451"/>
                </a:lnTo>
                <a:lnTo>
                  <a:pt x="366790" y="93509"/>
                </a:lnTo>
                <a:lnTo>
                  <a:pt x="366600" y="93562"/>
                </a:lnTo>
                <a:lnTo>
                  <a:pt x="366409" y="93610"/>
                </a:lnTo>
                <a:lnTo>
                  <a:pt x="366218" y="93653"/>
                </a:lnTo>
                <a:lnTo>
                  <a:pt x="366026" y="93691"/>
                </a:lnTo>
                <a:lnTo>
                  <a:pt x="365834" y="93724"/>
                </a:lnTo>
                <a:lnTo>
                  <a:pt x="365641" y="93752"/>
                </a:lnTo>
                <a:lnTo>
                  <a:pt x="365448" y="93775"/>
                </a:lnTo>
                <a:lnTo>
                  <a:pt x="365254" y="93793"/>
                </a:lnTo>
                <a:lnTo>
                  <a:pt x="365060" y="93805"/>
                </a:lnTo>
                <a:lnTo>
                  <a:pt x="364866" y="93813"/>
                </a:lnTo>
                <a:lnTo>
                  <a:pt x="364670" y="93815"/>
                </a:lnTo>
                <a:lnTo>
                  <a:pt x="364435" y="93812"/>
                </a:lnTo>
                <a:lnTo>
                  <a:pt x="364204" y="93800"/>
                </a:lnTo>
                <a:lnTo>
                  <a:pt x="363976" y="93781"/>
                </a:lnTo>
                <a:lnTo>
                  <a:pt x="363751" y="93754"/>
                </a:lnTo>
                <a:lnTo>
                  <a:pt x="363531" y="93720"/>
                </a:lnTo>
                <a:lnTo>
                  <a:pt x="363313" y="93678"/>
                </a:lnTo>
                <a:lnTo>
                  <a:pt x="363100" y="93628"/>
                </a:lnTo>
                <a:lnTo>
                  <a:pt x="362890" y="93571"/>
                </a:lnTo>
                <a:lnTo>
                  <a:pt x="362683" y="93506"/>
                </a:lnTo>
                <a:lnTo>
                  <a:pt x="362480" y="93434"/>
                </a:lnTo>
                <a:lnTo>
                  <a:pt x="362281" y="93353"/>
                </a:lnTo>
                <a:lnTo>
                  <a:pt x="362085" y="93266"/>
                </a:lnTo>
                <a:lnTo>
                  <a:pt x="361893" y="93170"/>
                </a:lnTo>
                <a:lnTo>
                  <a:pt x="361704" y="93067"/>
                </a:lnTo>
                <a:lnTo>
                  <a:pt x="361519" y="92956"/>
                </a:lnTo>
                <a:lnTo>
                  <a:pt x="361338" y="92838"/>
                </a:lnTo>
                <a:lnTo>
                  <a:pt x="361160" y="92712"/>
                </a:lnTo>
                <a:lnTo>
                  <a:pt x="360986" y="92579"/>
                </a:lnTo>
                <a:lnTo>
                  <a:pt x="360815" y="92437"/>
                </a:lnTo>
                <a:lnTo>
                  <a:pt x="360648" y="92288"/>
                </a:lnTo>
                <a:lnTo>
                  <a:pt x="360484" y="92132"/>
                </a:lnTo>
                <a:lnTo>
                  <a:pt x="360324" y="91968"/>
                </a:lnTo>
                <a:lnTo>
                  <a:pt x="360168" y="91796"/>
                </a:lnTo>
                <a:lnTo>
                  <a:pt x="360015" y="91617"/>
                </a:lnTo>
                <a:lnTo>
                  <a:pt x="359867" y="91426"/>
                </a:lnTo>
                <a:lnTo>
                  <a:pt x="359726" y="91221"/>
                </a:lnTo>
                <a:lnTo>
                  <a:pt x="359590" y="91002"/>
                </a:lnTo>
                <a:lnTo>
                  <a:pt x="359461" y="90768"/>
                </a:lnTo>
                <a:lnTo>
                  <a:pt x="359339" y="90521"/>
                </a:lnTo>
                <a:lnTo>
                  <a:pt x="359222" y="90259"/>
                </a:lnTo>
                <a:lnTo>
                  <a:pt x="359112" y="89982"/>
                </a:lnTo>
                <a:lnTo>
                  <a:pt x="359008" y="89692"/>
                </a:lnTo>
                <a:lnTo>
                  <a:pt x="358911" y="89387"/>
                </a:lnTo>
                <a:lnTo>
                  <a:pt x="358819" y="89067"/>
                </a:lnTo>
                <a:lnTo>
                  <a:pt x="358735" y="88734"/>
                </a:lnTo>
                <a:lnTo>
                  <a:pt x="358656" y="88386"/>
                </a:lnTo>
                <a:lnTo>
                  <a:pt x="358584" y="88024"/>
                </a:lnTo>
                <a:lnTo>
                  <a:pt x="358517" y="87648"/>
                </a:lnTo>
                <a:lnTo>
                  <a:pt x="358458" y="87257"/>
                </a:lnTo>
                <a:lnTo>
                  <a:pt x="358404" y="86852"/>
                </a:lnTo>
                <a:lnTo>
                  <a:pt x="358357" y="86432"/>
                </a:lnTo>
                <a:lnTo>
                  <a:pt x="358316" y="85999"/>
                </a:lnTo>
                <a:lnTo>
                  <a:pt x="358281" y="85551"/>
                </a:lnTo>
                <a:lnTo>
                  <a:pt x="358253" y="85089"/>
                </a:lnTo>
                <a:lnTo>
                  <a:pt x="358231" y="84612"/>
                </a:lnTo>
                <a:lnTo>
                  <a:pt x="358215" y="84121"/>
                </a:lnTo>
                <a:lnTo>
                  <a:pt x="358206" y="83616"/>
                </a:lnTo>
                <a:lnTo>
                  <a:pt x="358203" y="83097"/>
                </a:lnTo>
                <a:lnTo>
                  <a:pt x="358203" y="40938"/>
                </a:lnTo>
                <a:lnTo>
                  <a:pt x="373412" y="40938"/>
                </a:lnTo>
                <a:lnTo>
                  <a:pt x="373412" y="35963"/>
                </a:lnTo>
                <a:lnTo>
                  <a:pt x="358203" y="35963"/>
                </a:lnTo>
                <a:lnTo>
                  <a:pt x="358203" y="14499"/>
                </a:lnTo>
                <a:lnTo>
                  <a:pt x="356000" y="14499"/>
                </a:lnTo>
                <a:lnTo>
                  <a:pt x="355759" y="15091"/>
                </a:lnTo>
                <a:lnTo>
                  <a:pt x="355523" y="15668"/>
                </a:lnTo>
                <a:close/>
                <a:moveTo>
                  <a:pt x="377697" y="61335"/>
                </a:moveTo>
                <a:lnTo>
                  <a:pt x="377697" y="67234"/>
                </a:lnTo>
                <a:lnTo>
                  <a:pt x="454384" y="67234"/>
                </a:lnTo>
                <a:lnTo>
                  <a:pt x="454384" y="61335"/>
                </a:lnTo>
                <a:lnTo>
                  <a:pt x="377697" y="61335"/>
                </a:lnTo>
                <a:close/>
                <a:moveTo>
                  <a:pt x="288144" y="44524"/>
                </a:moveTo>
                <a:lnTo>
                  <a:pt x="288372" y="44441"/>
                </a:lnTo>
                <a:lnTo>
                  <a:pt x="288598" y="44362"/>
                </a:lnTo>
                <a:lnTo>
                  <a:pt x="288822" y="44286"/>
                </a:lnTo>
                <a:lnTo>
                  <a:pt x="289044" y="44214"/>
                </a:lnTo>
                <a:lnTo>
                  <a:pt x="289264" y="44146"/>
                </a:lnTo>
                <a:lnTo>
                  <a:pt x="289482" y="44081"/>
                </a:lnTo>
                <a:lnTo>
                  <a:pt x="289699" y="44020"/>
                </a:lnTo>
                <a:lnTo>
                  <a:pt x="289913" y="43963"/>
                </a:lnTo>
                <a:lnTo>
                  <a:pt x="290125" y="43909"/>
                </a:lnTo>
                <a:lnTo>
                  <a:pt x="290335" y="43859"/>
                </a:lnTo>
                <a:lnTo>
                  <a:pt x="290544" y="43813"/>
                </a:lnTo>
                <a:lnTo>
                  <a:pt x="290750" y="43771"/>
                </a:lnTo>
                <a:lnTo>
                  <a:pt x="290954" y="43732"/>
                </a:lnTo>
                <a:lnTo>
                  <a:pt x="291157" y="43697"/>
                </a:lnTo>
                <a:lnTo>
                  <a:pt x="291357" y="43665"/>
                </a:lnTo>
                <a:lnTo>
                  <a:pt x="291555" y="43638"/>
                </a:lnTo>
                <a:lnTo>
                  <a:pt x="291752" y="43614"/>
                </a:lnTo>
                <a:lnTo>
                  <a:pt x="291946" y="43593"/>
                </a:lnTo>
                <a:lnTo>
                  <a:pt x="292139" y="43577"/>
                </a:lnTo>
                <a:lnTo>
                  <a:pt x="292329" y="43564"/>
                </a:lnTo>
                <a:lnTo>
                  <a:pt x="292518" y="43555"/>
                </a:lnTo>
                <a:lnTo>
                  <a:pt x="292704" y="43549"/>
                </a:lnTo>
                <a:lnTo>
                  <a:pt x="292889" y="43547"/>
                </a:lnTo>
                <a:lnTo>
                  <a:pt x="293042" y="43549"/>
                </a:lnTo>
                <a:lnTo>
                  <a:pt x="293193" y="43554"/>
                </a:lnTo>
                <a:lnTo>
                  <a:pt x="293341" y="43563"/>
                </a:lnTo>
                <a:lnTo>
                  <a:pt x="293488" y="43575"/>
                </a:lnTo>
                <a:lnTo>
                  <a:pt x="293633" y="43590"/>
                </a:lnTo>
                <a:lnTo>
                  <a:pt x="293775" y="43609"/>
                </a:lnTo>
                <a:lnTo>
                  <a:pt x="293915" y="43632"/>
                </a:lnTo>
                <a:lnTo>
                  <a:pt x="294054" y="43658"/>
                </a:lnTo>
                <a:lnTo>
                  <a:pt x="294190" y="43687"/>
                </a:lnTo>
                <a:lnTo>
                  <a:pt x="294324" y="43720"/>
                </a:lnTo>
                <a:lnTo>
                  <a:pt x="294456" y="43756"/>
                </a:lnTo>
                <a:lnTo>
                  <a:pt x="294586" y="43795"/>
                </a:lnTo>
                <a:lnTo>
                  <a:pt x="294714" y="43839"/>
                </a:lnTo>
                <a:lnTo>
                  <a:pt x="294839" y="43885"/>
                </a:lnTo>
                <a:lnTo>
                  <a:pt x="294963" y="43935"/>
                </a:lnTo>
                <a:lnTo>
                  <a:pt x="295084" y="43989"/>
                </a:lnTo>
                <a:lnTo>
                  <a:pt x="295204" y="44045"/>
                </a:lnTo>
                <a:lnTo>
                  <a:pt x="295321" y="44106"/>
                </a:lnTo>
                <a:lnTo>
                  <a:pt x="295436" y="44170"/>
                </a:lnTo>
                <a:lnTo>
                  <a:pt x="295549" y="44237"/>
                </a:lnTo>
                <a:lnTo>
                  <a:pt x="295660" y="44307"/>
                </a:lnTo>
                <a:lnTo>
                  <a:pt x="295769" y="44382"/>
                </a:lnTo>
                <a:lnTo>
                  <a:pt x="295876" y="44459"/>
                </a:lnTo>
                <a:lnTo>
                  <a:pt x="295981" y="44540"/>
                </a:lnTo>
                <a:lnTo>
                  <a:pt x="296083" y="44625"/>
                </a:lnTo>
                <a:lnTo>
                  <a:pt x="296182" y="44714"/>
                </a:lnTo>
                <a:lnTo>
                  <a:pt x="296279" y="44807"/>
                </a:lnTo>
                <a:lnTo>
                  <a:pt x="296373" y="44904"/>
                </a:lnTo>
                <a:lnTo>
                  <a:pt x="296465" y="45005"/>
                </a:lnTo>
                <a:lnTo>
                  <a:pt x="296554" y="45110"/>
                </a:lnTo>
                <a:lnTo>
                  <a:pt x="296640" y="45219"/>
                </a:lnTo>
                <a:lnTo>
                  <a:pt x="296723" y="45332"/>
                </a:lnTo>
                <a:lnTo>
                  <a:pt x="296803" y="45449"/>
                </a:lnTo>
                <a:lnTo>
                  <a:pt x="296881" y="45571"/>
                </a:lnTo>
                <a:lnTo>
                  <a:pt x="296956" y="45696"/>
                </a:lnTo>
                <a:lnTo>
                  <a:pt x="297029" y="45825"/>
                </a:lnTo>
                <a:lnTo>
                  <a:pt x="297099" y="45959"/>
                </a:lnTo>
                <a:lnTo>
                  <a:pt x="297166" y="46097"/>
                </a:lnTo>
                <a:lnTo>
                  <a:pt x="297230" y="46238"/>
                </a:lnTo>
                <a:lnTo>
                  <a:pt x="297291" y="46384"/>
                </a:lnTo>
                <a:lnTo>
                  <a:pt x="297350" y="46534"/>
                </a:lnTo>
                <a:lnTo>
                  <a:pt x="297406" y="46688"/>
                </a:lnTo>
                <a:lnTo>
                  <a:pt x="297460" y="46846"/>
                </a:lnTo>
                <a:lnTo>
                  <a:pt x="297511" y="47008"/>
                </a:lnTo>
                <a:lnTo>
                  <a:pt x="297559" y="47174"/>
                </a:lnTo>
                <a:lnTo>
                  <a:pt x="297604" y="47344"/>
                </a:lnTo>
                <a:lnTo>
                  <a:pt x="297646" y="47518"/>
                </a:lnTo>
                <a:lnTo>
                  <a:pt x="297686" y="47696"/>
                </a:lnTo>
                <a:lnTo>
                  <a:pt x="297724" y="47892"/>
                </a:lnTo>
                <a:lnTo>
                  <a:pt x="297760" y="48120"/>
                </a:lnTo>
                <a:lnTo>
                  <a:pt x="297795" y="48380"/>
                </a:lnTo>
                <a:lnTo>
                  <a:pt x="297827" y="48672"/>
                </a:lnTo>
                <a:lnTo>
                  <a:pt x="297859" y="48995"/>
                </a:lnTo>
                <a:lnTo>
                  <a:pt x="297888" y="49351"/>
                </a:lnTo>
                <a:lnTo>
                  <a:pt x="297916" y="49738"/>
                </a:lnTo>
                <a:lnTo>
                  <a:pt x="297943" y="50157"/>
                </a:lnTo>
                <a:lnTo>
                  <a:pt x="297968" y="50609"/>
                </a:lnTo>
                <a:lnTo>
                  <a:pt x="297991" y="51092"/>
                </a:lnTo>
                <a:lnTo>
                  <a:pt x="298013" y="51607"/>
                </a:lnTo>
                <a:lnTo>
                  <a:pt x="298033" y="52154"/>
                </a:lnTo>
                <a:lnTo>
                  <a:pt x="298051" y="52732"/>
                </a:lnTo>
                <a:lnTo>
                  <a:pt x="298068" y="53343"/>
                </a:lnTo>
                <a:lnTo>
                  <a:pt x="298083" y="53986"/>
                </a:lnTo>
                <a:lnTo>
                  <a:pt x="298097" y="54660"/>
                </a:lnTo>
                <a:lnTo>
                  <a:pt x="298109" y="55367"/>
                </a:lnTo>
                <a:lnTo>
                  <a:pt x="298119" y="56105"/>
                </a:lnTo>
                <a:lnTo>
                  <a:pt x="298128" y="56875"/>
                </a:lnTo>
                <a:lnTo>
                  <a:pt x="298135" y="57677"/>
                </a:lnTo>
                <a:lnTo>
                  <a:pt x="298141" y="58511"/>
                </a:lnTo>
                <a:lnTo>
                  <a:pt x="298145" y="59377"/>
                </a:lnTo>
                <a:lnTo>
                  <a:pt x="298147" y="60275"/>
                </a:lnTo>
                <a:lnTo>
                  <a:pt x="298148" y="61204"/>
                </a:lnTo>
                <a:lnTo>
                  <a:pt x="298148" y="86379"/>
                </a:lnTo>
                <a:lnTo>
                  <a:pt x="298148" y="86844"/>
                </a:lnTo>
                <a:lnTo>
                  <a:pt x="298146" y="87294"/>
                </a:lnTo>
                <a:lnTo>
                  <a:pt x="298143" y="87728"/>
                </a:lnTo>
                <a:lnTo>
                  <a:pt x="298138" y="88146"/>
                </a:lnTo>
                <a:lnTo>
                  <a:pt x="298133" y="88549"/>
                </a:lnTo>
                <a:lnTo>
                  <a:pt x="298126" y="88936"/>
                </a:lnTo>
                <a:lnTo>
                  <a:pt x="298118" y="89308"/>
                </a:lnTo>
                <a:lnTo>
                  <a:pt x="298109" y="89665"/>
                </a:lnTo>
                <a:lnTo>
                  <a:pt x="298098" y="90006"/>
                </a:lnTo>
                <a:lnTo>
                  <a:pt x="298087" y="90331"/>
                </a:lnTo>
                <a:lnTo>
                  <a:pt x="298074" y="90641"/>
                </a:lnTo>
                <a:lnTo>
                  <a:pt x="298059" y="90935"/>
                </a:lnTo>
                <a:lnTo>
                  <a:pt x="298044" y="91214"/>
                </a:lnTo>
                <a:lnTo>
                  <a:pt x="298027" y="91477"/>
                </a:lnTo>
                <a:lnTo>
                  <a:pt x="298009" y="91725"/>
                </a:lnTo>
                <a:lnTo>
                  <a:pt x="297990" y="91958"/>
                </a:lnTo>
                <a:lnTo>
                  <a:pt x="297970" y="92174"/>
                </a:lnTo>
                <a:lnTo>
                  <a:pt x="297948" y="92376"/>
                </a:lnTo>
                <a:lnTo>
                  <a:pt x="297926" y="92562"/>
                </a:lnTo>
                <a:lnTo>
                  <a:pt x="297901" y="92732"/>
                </a:lnTo>
                <a:lnTo>
                  <a:pt x="297876" y="92887"/>
                </a:lnTo>
                <a:lnTo>
                  <a:pt x="297850" y="93026"/>
                </a:lnTo>
                <a:lnTo>
                  <a:pt x="297822" y="93150"/>
                </a:lnTo>
                <a:lnTo>
                  <a:pt x="297793" y="93258"/>
                </a:lnTo>
                <a:lnTo>
                  <a:pt x="297732" y="93462"/>
                </a:lnTo>
                <a:lnTo>
                  <a:pt x="297667" y="93662"/>
                </a:lnTo>
                <a:lnTo>
                  <a:pt x="297599" y="93858"/>
                </a:lnTo>
                <a:lnTo>
                  <a:pt x="297526" y="94048"/>
                </a:lnTo>
                <a:lnTo>
                  <a:pt x="297450" y="94234"/>
                </a:lnTo>
                <a:lnTo>
                  <a:pt x="297371" y="94415"/>
                </a:lnTo>
                <a:lnTo>
                  <a:pt x="297288" y="94592"/>
                </a:lnTo>
                <a:lnTo>
                  <a:pt x="297201" y="94763"/>
                </a:lnTo>
                <a:lnTo>
                  <a:pt x="297110" y="94931"/>
                </a:lnTo>
                <a:lnTo>
                  <a:pt x="297016" y="95093"/>
                </a:lnTo>
                <a:lnTo>
                  <a:pt x="296917" y="95251"/>
                </a:lnTo>
                <a:lnTo>
                  <a:pt x="296816" y="95404"/>
                </a:lnTo>
                <a:lnTo>
                  <a:pt x="296710" y="95552"/>
                </a:lnTo>
                <a:lnTo>
                  <a:pt x="296601" y="95696"/>
                </a:lnTo>
                <a:lnTo>
                  <a:pt x="296488" y="95835"/>
                </a:lnTo>
                <a:lnTo>
                  <a:pt x="296371" y="95969"/>
                </a:lnTo>
                <a:lnTo>
                  <a:pt x="296251" y="96099"/>
                </a:lnTo>
                <a:lnTo>
                  <a:pt x="296127" y="96224"/>
                </a:lnTo>
                <a:lnTo>
                  <a:pt x="295999" y="96344"/>
                </a:lnTo>
                <a:lnTo>
                  <a:pt x="295868" y="96460"/>
                </a:lnTo>
                <a:lnTo>
                  <a:pt x="295733" y="96571"/>
                </a:lnTo>
                <a:lnTo>
                  <a:pt x="295594" y="96677"/>
                </a:lnTo>
                <a:lnTo>
                  <a:pt x="295452" y="96779"/>
                </a:lnTo>
                <a:lnTo>
                  <a:pt x="295305" y="96876"/>
                </a:lnTo>
                <a:lnTo>
                  <a:pt x="295100" y="97003"/>
                </a:lnTo>
                <a:lnTo>
                  <a:pt x="294885" y="97125"/>
                </a:lnTo>
                <a:lnTo>
                  <a:pt x="294661" y="97241"/>
                </a:lnTo>
                <a:lnTo>
                  <a:pt x="294429" y="97352"/>
                </a:lnTo>
                <a:lnTo>
                  <a:pt x="294187" y="97458"/>
                </a:lnTo>
                <a:lnTo>
                  <a:pt x="293937" y="97558"/>
                </a:lnTo>
                <a:lnTo>
                  <a:pt x="293678" y="97653"/>
                </a:lnTo>
                <a:lnTo>
                  <a:pt x="293410" y="97742"/>
                </a:lnTo>
                <a:lnTo>
                  <a:pt x="293133" y="97826"/>
                </a:lnTo>
                <a:lnTo>
                  <a:pt x="292847" y="97904"/>
                </a:lnTo>
                <a:lnTo>
                  <a:pt x="292553" y="97978"/>
                </a:lnTo>
                <a:lnTo>
                  <a:pt x="292249" y="98045"/>
                </a:lnTo>
                <a:lnTo>
                  <a:pt x="291937" y="98107"/>
                </a:lnTo>
                <a:lnTo>
                  <a:pt x="291616" y="98164"/>
                </a:lnTo>
                <a:lnTo>
                  <a:pt x="291285" y="98216"/>
                </a:lnTo>
                <a:lnTo>
                  <a:pt x="290946" y="98262"/>
                </a:lnTo>
                <a:lnTo>
                  <a:pt x="290598" y="98302"/>
                </a:lnTo>
                <a:lnTo>
                  <a:pt x="290241" y="98338"/>
                </a:lnTo>
                <a:lnTo>
                  <a:pt x="289876" y="98367"/>
                </a:lnTo>
                <a:lnTo>
                  <a:pt x="289501" y="98392"/>
                </a:lnTo>
                <a:lnTo>
                  <a:pt x="289118" y="98411"/>
                </a:lnTo>
                <a:lnTo>
                  <a:pt x="288725" y="98424"/>
                </a:lnTo>
                <a:lnTo>
                  <a:pt x="288324" y="98432"/>
                </a:lnTo>
                <a:lnTo>
                  <a:pt x="287914" y="98435"/>
                </a:lnTo>
                <a:lnTo>
                  <a:pt x="287914" y="101065"/>
                </a:lnTo>
                <a:lnTo>
                  <a:pt x="321247" y="101065"/>
                </a:lnTo>
                <a:lnTo>
                  <a:pt x="321247" y="98435"/>
                </a:lnTo>
                <a:lnTo>
                  <a:pt x="320883" y="98433"/>
                </a:lnTo>
                <a:lnTo>
                  <a:pt x="320527" y="98426"/>
                </a:lnTo>
                <a:lnTo>
                  <a:pt x="320177" y="98415"/>
                </a:lnTo>
                <a:lnTo>
                  <a:pt x="319835" y="98400"/>
                </a:lnTo>
                <a:lnTo>
                  <a:pt x="319500" y="98380"/>
                </a:lnTo>
                <a:lnTo>
                  <a:pt x="319172" y="98355"/>
                </a:lnTo>
                <a:lnTo>
                  <a:pt x="318852" y="98327"/>
                </a:lnTo>
                <a:lnTo>
                  <a:pt x="318538" y="98293"/>
                </a:lnTo>
                <a:lnTo>
                  <a:pt x="318232" y="98256"/>
                </a:lnTo>
                <a:lnTo>
                  <a:pt x="317932" y="98214"/>
                </a:lnTo>
                <a:lnTo>
                  <a:pt x="317640" y="98167"/>
                </a:lnTo>
                <a:lnTo>
                  <a:pt x="317356" y="98116"/>
                </a:lnTo>
                <a:lnTo>
                  <a:pt x="317078" y="98061"/>
                </a:lnTo>
                <a:lnTo>
                  <a:pt x="316807" y="98001"/>
                </a:lnTo>
                <a:lnTo>
                  <a:pt x="316544" y="97937"/>
                </a:lnTo>
                <a:lnTo>
                  <a:pt x="316287" y="97868"/>
                </a:lnTo>
                <a:lnTo>
                  <a:pt x="316038" y="97795"/>
                </a:lnTo>
                <a:lnTo>
                  <a:pt x="315796" y="97718"/>
                </a:lnTo>
                <a:lnTo>
                  <a:pt x="315562" y="97636"/>
                </a:lnTo>
                <a:lnTo>
                  <a:pt x="315334" y="97550"/>
                </a:lnTo>
                <a:lnTo>
                  <a:pt x="315113" y="97459"/>
                </a:lnTo>
                <a:lnTo>
                  <a:pt x="314900" y="97364"/>
                </a:lnTo>
                <a:lnTo>
                  <a:pt x="314694" y="97264"/>
                </a:lnTo>
                <a:lnTo>
                  <a:pt x="314495" y="97160"/>
                </a:lnTo>
                <a:lnTo>
                  <a:pt x="314302" y="97053"/>
                </a:lnTo>
                <a:lnTo>
                  <a:pt x="314114" y="96943"/>
                </a:lnTo>
                <a:lnTo>
                  <a:pt x="313931" y="96831"/>
                </a:lnTo>
                <a:lnTo>
                  <a:pt x="313753" y="96717"/>
                </a:lnTo>
                <a:lnTo>
                  <a:pt x="313579" y="96600"/>
                </a:lnTo>
                <a:lnTo>
                  <a:pt x="313411" y="96482"/>
                </a:lnTo>
                <a:lnTo>
                  <a:pt x="313248" y="96361"/>
                </a:lnTo>
                <a:lnTo>
                  <a:pt x="313089" y="96238"/>
                </a:lnTo>
                <a:lnTo>
                  <a:pt x="312936" y="96113"/>
                </a:lnTo>
                <a:lnTo>
                  <a:pt x="312787" y="95985"/>
                </a:lnTo>
                <a:lnTo>
                  <a:pt x="312644" y="95856"/>
                </a:lnTo>
                <a:lnTo>
                  <a:pt x="312505" y="95724"/>
                </a:lnTo>
                <a:lnTo>
                  <a:pt x="312371" y="95590"/>
                </a:lnTo>
                <a:lnTo>
                  <a:pt x="312242" y="95453"/>
                </a:lnTo>
                <a:lnTo>
                  <a:pt x="312118" y="95315"/>
                </a:lnTo>
                <a:lnTo>
                  <a:pt x="311999" y="95174"/>
                </a:lnTo>
                <a:lnTo>
                  <a:pt x="311885" y="95031"/>
                </a:lnTo>
                <a:lnTo>
                  <a:pt x="311776" y="94886"/>
                </a:lnTo>
                <a:lnTo>
                  <a:pt x="311672" y="94739"/>
                </a:lnTo>
                <a:lnTo>
                  <a:pt x="311573" y="94589"/>
                </a:lnTo>
                <a:lnTo>
                  <a:pt x="311479" y="94437"/>
                </a:lnTo>
                <a:lnTo>
                  <a:pt x="311389" y="94283"/>
                </a:lnTo>
                <a:lnTo>
                  <a:pt x="311305" y="94127"/>
                </a:lnTo>
                <a:lnTo>
                  <a:pt x="311226" y="93969"/>
                </a:lnTo>
                <a:lnTo>
                  <a:pt x="311115" y="93734"/>
                </a:lnTo>
                <a:lnTo>
                  <a:pt x="311010" y="93490"/>
                </a:lnTo>
                <a:lnTo>
                  <a:pt x="310909" y="93236"/>
                </a:lnTo>
                <a:lnTo>
                  <a:pt x="310813" y="92974"/>
                </a:lnTo>
                <a:lnTo>
                  <a:pt x="310721" y="92703"/>
                </a:lnTo>
                <a:lnTo>
                  <a:pt x="310635" y="92422"/>
                </a:lnTo>
                <a:lnTo>
                  <a:pt x="310553" y="92133"/>
                </a:lnTo>
                <a:lnTo>
                  <a:pt x="310475" y="91834"/>
                </a:lnTo>
                <a:lnTo>
                  <a:pt x="310403" y="91526"/>
                </a:lnTo>
                <a:lnTo>
                  <a:pt x="310335" y="91209"/>
                </a:lnTo>
                <a:lnTo>
                  <a:pt x="310271" y="90883"/>
                </a:lnTo>
                <a:lnTo>
                  <a:pt x="310213" y="90548"/>
                </a:lnTo>
                <a:lnTo>
                  <a:pt x="310159" y="90204"/>
                </a:lnTo>
                <a:lnTo>
                  <a:pt x="310110" y="89851"/>
                </a:lnTo>
                <a:lnTo>
                  <a:pt x="310065" y="89488"/>
                </a:lnTo>
                <a:lnTo>
                  <a:pt x="310025" y="89117"/>
                </a:lnTo>
                <a:lnTo>
                  <a:pt x="309990" y="88736"/>
                </a:lnTo>
                <a:lnTo>
                  <a:pt x="309960" y="88347"/>
                </a:lnTo>
                <a:lnTo>
                  <a:pt x="309934" y="87948"/>
                </a:lnTo>
                <a:lnTo>
                  <a:pt x="309913" y="87540"/>
                </a:lnTo>
                <a:lnTo>
                  <a:pt x="309896" y="87123"/>
                </a:lnTo>
                <a:lnTo>
                  <a:pt x="309885" y="86697"/>
                </a:lnTo>
                <a:lnTo>
                  <a:pt x="309878" y="86262"/>
                </a:lnTo>
                <a:lnTo>
                  <a:pt x="309875" y="85817"/>
                </a:lnTo>
                <a:lnTo>
                  <a:pt x="309875" y="54697"/>
                </a:lnTo>
                <a:lnTo>
                  <a:pt x="310159" y="54148"/>
                </a:lnTo>
                <a:lnTo>
                  <a:pt x="310442" y="53612"/>
                </a:lnTo>
                <a:lnTo>
                  <a:pt x="310725" y="53090"/>
                </a:lnTo>
                <a:lnTo>
                  <a:pt x="311006" y="52580"/>
                </a:lnTo>
                <a:lnTo>
                  <a:pt x="311287" y="52083"/>
                </a:lnTo>
                <a:lnTo>
                  <a:pt x="311568" y="51600"/>
                </a:lnTo>
                <a:lnTo>
                  <a:pt x="311847" y="51129"/>
                </a:lnTo>
                <a:lnTo>
                  <a:pt x="312126" y="50672"/>
                </a:lnTo>
                <a:lnTo>
                  <a:pt x="312404" y="50228"/>
                </a:lnTo>
                <a:lnTo>
                  <a:pt x="312681" y="49796"/>
                </a:lnTo>
                <a:lnTo>
                  <a:pt x="312958" y="49378"/>
                </a:lnTo>
                <a:lnTo>
                  <a:pt x="313233" y="48973"/>
                </a:lnTo>
                <a:lnTo>
                  <a:pt x="313508" y="48580"/>
                </a:lnTo>
                <a:lnTo>
                  <a:pt x="313783" y="48201"/>
                </a:lnTo>
                <a:lnTo>
                  <a:pt x="314056" y="47835"/>
                </a:lnTo>
                <a:lnTo>
                  <a:pt x="314329" y="47482"/>
                </a:lnTo>
                <a:lnTo>
                  <a:pt x="314601" y="47142"/>
                </a:lnTo>
                <a:lnTo>
                  <a:pt x="314872" y="46815"/>
                </a:lnTo>
                <a:lnTo>
                  <a:pt x="315143" y="46501"/>
                </a:lnTo>
                <a:lnTo>
                  <a:pt x="315413" y="46200"/>
                </a:lnTo>
                <a:lnTo>
                  <a:pt x="315682" y="45912"/>
                </a:lnTo>
                <a:lnTo>
                  <a:pt x="315950" y="45637"/>
                </a:lnTo>
                <a:lnTo>
                  <a:pt x="316218" y="45375"/>
                </a:lnTo>
                <a:lnTo>
                  <a:pt x="316485" y="45126"/>
                </a:lnTo>
                <a:lnTo>
                  <a:pt x="316609" y="45011"/>
                </a:lnTo>
                <a:lnTo>
                  <a:pt x="316732" y="44900"/>
                </a:lnTo>
                <a:lnTo>
                  <a:pt x="316855" y="44794"/>
                </a:lnTo>
                <a:lnTo>
                  <a:pt x="316976" y="44693"/>
                </a:lnTo>
                <a:lnTo>
                  <a:pt x="317098" y="44598"/>
                </a:lnTo>
                <a:lnTo>
                  <a:pt x="317218" y="44506"/>
                </a:lnTo>
                <a:lnTo>
                  <a:pt x="317337" y="44420"/>
                </a:lnTo>
                <a:lnTo>
                  <a:pt x="317456" y="44339"/>
                </a:lnTo>
                <a:lnTo>
                  <a:pt x="317574" y="44263"/>
                </a:lnTo>
                <a:lnTo>
                  <a:pt x="317692" y="44192"/>
                </a:lnTo>
                <a:lnTo>
                  <a:pt x="317808" y="44125"/>
                </a:lnTo>
                <a:lnTo>
                  <a:pt x="317924" y="44064"/>
                </a:lnTo>
                <a:lnTo>
                  <a:pt x="318039" y="44007"/>
                </a:lnTo>
                <a:lnTo>
                  <a:pt x="318154" y="43955"/>
                </a:lnTo>
                <a:lnTo>
                  <a:pt x="318267" y="43909"/>
                </a:lnTo>
                <a:lnTo>
                  <a:pt x="318380" y="43867"/>
                </a:lnTo>
                <a:lnTo>
                  <a:pt x="318492" y="43830"/>
                </a:lnTo>
                <a:lnTo>
                  <a:pt x="318604" y="43798"/>
                </a:lnTo>
                <a:lnTo>
                  <a:pt x="318714" y="43771"/>
                </a:lnTo>
                <a:lnTo>
                  <a:pt x="318824" y="43749"/>
                </a:lnTo>
                <a:lnTo>
                  <a:pt x="318934" y="43732"/>
                </a:lnTo>
                <a:lnTo>
                  <a:pt x="319042" y="43719"/>
                </a:lnTo>
                <a:lnTo>
                  <a:pt x="319150" y="43712"/>
                </a:lnTo>
                <a:lnTo>
                  <a:pt x="319257" y="43709"/>
                </a:lnTo>
                <a:lnTo>
                  <a:pt x="319384" y="43714"/>
                </a:lnTo>
                <a:lnTo>
                  <a:pt x="319517" y="43726"/>
                </a:lnTo>
                <a:lnTo>
                  <a:pt x="319655" y="43748"/>
                </a:lnTo>
                <a:lnTo>
                  <a:pt x="319799" y="43778"/>
                </a:lnTo>
                <a:lnTo>
                  <a:pt x="319948" y="43816"/>
                </a:lnTo>
                <a:lnTo>
                  <a:pt x="320103" y="43863"/>
                </a:lnTo>
                <a:lnTo>
                  <a:pt x="320263" y="43918"/>
                </a:lnTo>
                <a:lnTo>
                  <a:pt x="320429" y="43982"/>
                </a:lnTo>
                <a:lnTo>
                  <a:pt x="320601" y="44054"/>
                </a:lnTo>
                <a:lnTo>
                  <a:pt x="320778" y="44135"/>
                </a:lnTo>
                <a:lnTo>
                  <a:pt x="320961" y="44225"/>
                </a:lnTo>
                <a:lnTo>
                  <a:pt x="321149" y="44322"/>
                </a:lnTo>
                <a:lnTo>
                  <a:pt x="321343" y="44429"/>
                </a:lnTo>
                <a:lnTo>
                  <a:pt x="321542" y="44544"/>
                </a:lnTo>
                <a:lnTo>
                  <a:pt x="321747" y="44667"/>
                </a:lnTo>
                <a:lnTo>
                  <a:pt x="321957" y="44799"/>
                </a:lnTo>
                <a:lnTo>
                  <a:pt x="322173" y="44940"/>
                </a:lnTo>
                <a:lnTo>
                  <a:pt x="322395" y="45089"/>
                </a:lnTo>
                <a:lnTo>
                  <a:pt x="322622" y="45246"/>
                </a:lnTo>
                <a:lnTo>
                  <a:pt x="322855" y="45412"/>
                </a:lnTo>
                <a:lnTo>
                  <a:pt x="323093" y="45587"/>
                </a:lnTo>
                <a:lnTo>
                  <a:pt x="323337" y="45770"/>
                </a:lnTo>
                <a:lnTo>
                  <a:pt x="323586" y="45961"/>
                </a:lnTo>
                <a:lnTo>
                  <a:pt x="323841" y="46161"/>
                </a:lnTo>
                <a:lnTo>
                  <a:pt x="324097" y="46361"/>
                </a:lnTo>
                <a:lnTo>
                  <a:pt x="324352" y="46553"/>
                </a:lnTo>
                <a:lnTo>
                  <a:pt x="324604" y="46736"/>
                </a:lnTo>
                <a:lnTo>
                  <a:pt x="324855" y="46911"/>
                </a:lnTo>
                <a:lnTo>
                  <a:pt x="325103" y="47077"/>
                </a:lnTo>
                <a:lnTo>
                  <a:pt x="325349" y="47234"/>
                </a:lnTo>
                <a:lnTo>
                  <a:pt x="325593" y="47383"/>
                </a:lnTo>
                <a:lnTo>
                  <a:pt x="325835" y="47524"/>
                </a:lnTo>
                <a:lnTo>
                  <a:pt x="326075" y="47656"/>
                </a:lnTo>
                <a:lnTo>
                  <a:pt x="326312" y="47779"/>
                </a:lnTo>
                <a:lnTo>
                  <a:pt x="326548" y="47894"/>
                </a:lnTo>
                <a:lnTo>
                  <a:pt x="326781" y="48000"/>
                </a:lnTo>
                <a:lnTo>
                  <a:pt x="327013" y="48098"/>
                </a:lnTo>
                <a:lnTo>
                  <a:pt x="327242" y="48188"/>
                </a:lnTo>
                <a:lnTo>
                  <a:pt x="327469" y="48269"/>
                </a:lnTo>
                <a:lnTo>
                  <a:pt x="327695" y="48341"/>
                </a:lnTo>
                <a:lnTo>
                  <a:pt x="327918" y="48405"/>
                </a:lnTo>
                <a:lnTo>
                  <a:pt x="328139" y="48460"/>
                </a:lnTo>
                <a:lnTo>
                  <a:pt x="328357" y="48507"/>
                </a:lnTo>
                <a:lnTo>
                  <a:pt x="328574" y="48545"/>
                </a:lnTo>
                <a:lnTo>
                  <a:pt x="328789" y="48575"/>
                </a:lnTo>
                <a:lnTo>
                  <a:pt x="329001" y="48596"/>
                </a:lnTo>
                <a:lnTo>
                  <a:pt x="329212" y="48609"/>
                </a:lnTo>
                <a:lnTo>
                  <a:pt x="329420" y="48613"/>
                </a:lnTo>
                <a:lnTo>
                  <a:pt x="329632" y="48610"/>
                </a:lnTo>
                <a:lnTo>
                  <a:pt x="329842" y="48600"/>
                </a:lnTo>
                <a:lnTo>
                  <a:pt x="330049" y="48583"/>
                </a:lnTo>
                <a:lnTo>
                  <a:pt x="330253" y="48560"/>
                </a:lnTo>
                <a:lnTo>
                  <a:pt x="330455" y="48530"/>
                </a:lnTo>
                <a:lnTo>
                  <a:pt x="330655" y="48493"/>
                </a:lnTo>
                <a:lnTo>
                  <a:pt x="330852" y="48450"/>
                </a:lnTo>
                <a:lnTo>
                  <a:pt x="331047" y="48400"/>
                </a:lnTo>
                <a:lnTo>
                  <a:pt x="331239" y="48344"/>
                </a:lnTo>
                <a:lnTo>
                  <a:pt x="331429" y="48280"/>
                </a:lnTo>
                <a:lnTo>
                  <a:pt x="331616" y="48210"/>
                </a:lnTo>
                <a:lnTo>
                  <a:pt x="331801" y="48134"/>
                </a:lnTo>
                <a:lnTo>
                  <a:pt x="331983" y="48050"/>
                </a:lnTo>
                <a:lnTo>
                  <a:pt x="332163" y="47960"/>
                </a:lnTo>
                <a:lnTo>
                  <a:pt x="332341" y="47864"/>
                </a:lnTo>
                <a:lnTo>
                  <a:pt x="332516" y="47761"/>
                </a:lnTo>
                <a:lnTo>
                  <a:pt x="332688" y="47651"/>
                </a:lnTo>
                <a:lnTo>
                  <a:pt x="332858" y="47534"/>
                </a:lnTo>
                <a:lnTo>
                  <a:pt x="333026" y="47411"/>
                </a:lnTo>
                <a:lnTo>
                  <a:pt x="333191" y="47281"/>
                </a:lnTo>
                <a:lnTo>
                  <a:pt x="333353" y="47144"/>
                </a:lnTo>
                <a:lnTo>
                  <a:pt x="333514" y="47001"/>
                </a:lnTo>
                <a:lnTo>
                  <a:pt x="333671" y="46851"/>
                </a:lnTo>
                <a:lnTo>
                  <a:pt x="333827" y="46694"/>
                </a:lnTo>
                <a:lnTo>
                  <a:pt x="333977" y="46533"/>
                </a:lnTo>
                <a:lnTo>
                  <a:pt x="334122" y="46369"/>
                </a:lnTo>
                <a:lnTo>
                  <a:pt x="334260" y="46201"/>
                </a:lnTo>
                <a:lnTo>
                  <a:pt x="334391" y="46031"/>
                </a:lnTo>
                <a:lnTo>
                  <a:pt x="334516" y="45858"/>
                </a:lnTo>
                <a:lnTo>
                  <a:pt x="334635" y="45682"/>
                </a:lnTo>
                <a:lnTo>
                  <a:pt x="334747" y="45503"/>
                </a:lnTo>
                <a:lnTo>
                  <a:pt x="334853" y="45320"/>
                </a:lnTo>
                <a:lnTo>
                  <a:pt x="334953" y="45135"/>
                </a:lnTo>
                <a:lnTo>
                  <a:pt x="335046" y="44947"/>
                </a:lnTo>
                <a:lnTo>
                  <a:pt x="335132" y="44756"/>
                </a:lnTo>
                <a:lnTo>
                  <a:pt x="335212" y="44562"/>
                </a:lnTo>
                <a:lnTo>
                  <a:pt x="335286" y="44365"/>
                </a:lnTo>
                <a:lnTo>
                  <a:pt x="335354" y="44165"/>
                </a:lnTo>
                <a:lnTo>
                  <a:pt x="335415" y="43963"/>
                </a:lnTo>
                <a:lnTo>
                  <a:pt x="335469" y="43757"/>
                </a:lnTo>
                <a:lnTo>
                  <a:pt x="335517" y="43548"/>
                </a:lnTo>
                <a:lnTo>
                  <a:pt x="335559" y="43336"/>
                </a:lnTo>
                <a:lnTo>
                  <a:pt x="335594" y="43122"/>
                </a:lnTo>
                <a:lnTo>
                  <a:pt x="335623" y="42904"/>
                </a:lnTo>
                <a:lnTo>
                  <a:pt x="335646" y="42683"/>
                </a:lnTo>
                <a:lnTo>
                  <a:pt x="335662" y="42460"/>
                </a:lnTo>
                <a:lnTo>
                  <a:pt x="335671" y="42233"/>
                </a:lnTo>
                <a:lnTo>
                  <a:pt x="335674" y="42004"/>
                </a:lnTo>
                <a:lnTo>
                  <a:pt x="335670" y="41744"/>
                </a:lnTo>
                <a:lnTo>
                  <a:pt x="335657" y="41488"/>
                </a:lnTo>
                <a:lnTo>
                  <a:pt x="335634" y="41234"/>
                </a:lnTo>
                <a:lnTo>
                  <a:pt x="335603" y="40982"/>
                </a:lnTo>
                <a:lnTo>
                  <a:pt x="335563" y="40733"/>
                </a:lnTo>
                <a:lnTo>
                  <a:pt x="335514" y="40487"/>
                </a:lnTo>
                <a:lnTo>
                  <a:pt x="335457" y="40243"/>
                </a:lnTo>
                <a:lnTo>
                  <a:pt x="335390" y="40002"/>
                </a:lnTo>
                <a:lnTo>
                  <a:pt x="335315" y="39763"/>
                </a:lnTo>
                <a:lnTo>
                  <a:pt x="335230" y="39527"/>
                </a:lnTo>
                <a:lnTo>
                  <a:pt x="335137" y="39294"/>
                </a:lnTo>
                <a:lnTo>
                  <a:pt x="335035" y="39063"/>
                </a:lnTo>
                <a:lnTo>
                  <a:pt x="334924" y="38835"/>
                </a:lnTo>
                <a:lnTo>
                  <a:pt x="334804" y="38609"/>
                </a:lnTo>
                <a:lnTo>
                  <a:pt x="334675" y="38386"/>
                </a:lnTo>
                <a:lnTo>
                  <a:pt x="334537" y="38166"/>
                </a:lnTo>
                <a:lnTo>
                  <a:pt x="334391" y="37948"/>
                </a:lnTo>
                <a:lnTo>
                  <a:pt x="334235" y="37733"/>
                </a:lnTo>
                <a:lnTo>
                  <a:pt x="334071" y="37520"/>
                </a:lnTo>
                <a:lnTo>
                  <a:pt x="333898" y="37310"/>
                </a:lnTo>
                <a:lnTo>
                  <a:pt x="333715" y="37102"/>
                </a:lnTo>
                <a:lnTo>
                  <a:pt x="333524" y="36898"/>
                </a:lnTo>
                <a:lnTo>
                  <a:pt x="333325" y="36695"/>
                </a:lnTo>
                <a:lnTo>
                  <a:pt x="333116" y="36496"/>
                </a:lnTo>
                <a:lnTo>
                  <a:pt x="332900" y="36301"/>
                </a:lnTo>
                <a:lnTo>
                  <a:pt x="332680" y="36115"/>
                </a:lnTo>
                <a:lnTo>
                  <a:pt x="332455" y="35938"/>
                </a:lnTo>
                <a:lnTo>
                  <a:pt x="332225" y="35768"/>
                </a:lnTo>
                <a:lnTo>
                  <a:pt x="331991" y="35607"/>
                </a:lnTo>
                <a:lnTo>
                  <a:pt x="331752" y="35454"/>
                </a:lnTo>
                <a:lnTo>
                  <a:pt x="331508" y="35309"/>
                </a:lnTo>
                <a:lnTo>
                  <a:pt x="331260" y="35173"/>
                </a:lnTo>
                <a:lnTo>
                  <a:pt x="331007" y="35045"/>
                </a:lnTo>
                <a:lnTo>
                  <a:pt x="330749" y="34925"/>
                </a:lnTo>
                <a:lnTo>
                  <a:pt x="330487" y="34813"/>
                </a:lnTo>
                <a:lnTo>
                  <a:pt x="330220" y="34710"/>
                </a:lnTo>
                <a:lnTo>
                  <a:pt x="329948" y="34615"/>
                </a:lnTo>
                <a:lnTo>
                  <a:pt x="329671" y="34528"/>
                </a:lnTo>
                <a:lnTo>
                  <a:pt x="329390" y="34449"/>
                </a:lnTo>
                <a:lnTo>
                  <a:pt x="329104" y="34379"/>
                </a:lnTo>
                <a:lnTo>
                  <a:pt x="328814" y="34317"/>
                </a:lnTo>
                <a:lnTo>
                  <a:pt x="328518" y="34263"/>
                </a:lnTo>
                <a:lnTo>
                  <a:pt x="328218" y="34218"/>
                </a:lnTo>
                <a:lnTo>
                  <a:pt x="327914" y="34181"/>
                </a:lnTo>
                <a:lnTo>
                  <a:pt x="327604" y="34152"/>
                </a:lnTo>
                <a:lnTo>
                  <a:pt x="327290" y="34131"/>
                </a:lnTo>
                <a:lnTo>
                  <a:pt x="326972" y="34119"/>
                </a:lnTo>
                <a:lnTo>
                  <a:pt x="326648" y="34115"/>
                </a:lnTo>
                <a:lnTo>
                  <a:pt x="325932" y="34140"/>
                </a:lnTo>
                <a:lnTo>
                  <a:pt x="325218" y="34216"/>
                </a:lnTo>
                <a:lnTo>
                  <a:pt x="324505" y="34343"/>
                </a:lnTo>
                <a:lnTo>
                  <a:pt x="323793" y="34521"/>
                </a:lnTo>
                <a:lnTo>
                  <a:pt x="323083" y="34750"/>
                </a:lnTo>
                <a:lnTo>
                  <a:pt x="322375" y="35030"/>
                </a:lnTo>
                <a:lnTo>
                  <a:pt x="321668" y="35360"/>
                </a:lnTo>
                <a:lnTo>
                  <a:pt x="320962" y="35741"/>
                </a:lnTo>
                <a:lnTo>
                  <a:pt x="320258" y="36174"/>
                </a:lnTo>
                <a:lnTo>
                  <a:pt x="319556" y="36656"/>
                </a:lnTo>
                <a:lnTo>
                  <a:pt x="318855" y="37190"/>
                </a:lnTo>
                <a:lnTo>
                  <a:pt x="318155" y="37775"/>
                </a:lnTo>
                <a:lnTo>
                  <a:pt x="317457" y="38410"/>
                </a:lnTo>
                <a:lnTo>
                  <a:pt x="316760" y="39097"/>
                </a:lnTo>
                <a:lnTo>
                  <a:pt x="316065" y="39834"/>
                </a:lnTo>
                <a:lnTo>
                  <a:pt x="315371" y="40622"/>
                </a:lnTo>
                <a:lnTo>
                  <a:pt x="314679" y="41461"/>
                </a:lnTo>
                <a:lnTo>
                  <a:pt x="313988" y="42350"/>
                </a:lnTo>
                <a:lnTo>
                  <a:pt x="313299" y="43291"/>
                </a:lnTo>
                <a:lnTo>
                  <a:pt x="312611" y="44282"/>
                </a:lnTo>
                <a:lnTo>
                  <a:pt x="311925" y="45324"/>
                </a:lnTo>
                <a:lnTo>
                  <a:pt x="311240" y="46417"/>
                </a:lnTo>
                <a:lnTo>
                  <a:pt x="310557" y="47561"/>
                </a:lnTo>
                <a:lnTo>
                  <a:pt x="309875" y="48756"/>
                </a:lnTo>
                <a:lnTo>
                  <a:pt x="309875" y="34115"/>
                </a:lnTo>
                <a:lnTo>
                  <a:pt x="306890" y="34115"/>
                </a:lnTo>
                <a:lnTo>
                  <a:pt x="287203" y="42057"/>
                </a:lnTo>
                <a:lnTo>
                  <a:pt x="287914" y="44611"/>
                </a:lnTo>
                <a:lnTo>
                  <a:pt x="288144" y="44524"/>
                </a:lnTo>
                <a:close/>
                <a:moveTo>
                  <a:pt x="247877" y="34181"/>
                </a:moveTo>
                <a:lnTo>
                  <a:pt x="247212" y="34232"/>
                </a:lnTo>
                <a:lnTo>
                  <a:pt x="246550" y="34298"/>
                </a:lnTo>
                <a:lnTo>
                  <a:pt x="245892" y="34379"/>
                </a:lnTo>
                <a:lnTo>
                  <a:pt x="245236" y="34474"/>
                </a:lnTo>
                <a:lnTo>
                  <a:pt x="244583" y="34584"/>
                </a:lnTo>
                <a:lnTo>
                  <a:pt x="243933" y="34709"/>
                </a:lnTo>
                <a:lnTo>
                  <a:pt x="243286" y="34848"/>
                </a:lnTo>
                <a:lnTo>
                  <a:pt x="242641" y="35002"/>
                </a:lnTo>
                <a:lnTo>
                  <a:pt x="242000" y="35171"/>
                </a:lnTo>
                <a:lnTo>
                  <a:pt x="241362" y="35354"/>
                </a:lnTo>
                <a:lnTo>
                  <a:pt x="240727" y="35552"/>
                </a:lnTo>
                <a:lnTo>
                  <a:pt x="240095" y="35765"/>
                </a:lnTo>
                <a:lnTo>
                  <a:pt x="239465" y="35992"/>
                </a:lnTo>
                <a:lnTo>
                  <a:pt x="238839" y="36234"/>
                </a:lnTo>
                <a:lnTo>
                  <a:pt x="238216" y="36491"/>
                </a:lnTo>
                <a:lnTo>
                  <a:pt x="237595" y="36762"/>
                </a:lnTo>
                <a:lnTo>
                  <a:pt x="236978" y="37048"/>
                </a:lnTo>
                <a:lnTo>
                  <a:pt x="236363" y="37349"/>
                </a:lnTo>
                <a:lnTo>
                  <a:pt x="235752" y="37664"/>
                </a:lnTo>
                <a:lnTo>
                  <a:pt x="235143" y="37994"/>
                </a:lnTo>
                <a:lnTo>
                  <a:pt x="234538" y="38339"/>
                </a:lnTo>
                <a:lnTo>
                  <a:pt x="233939" y="38699"/>
                </a:lnTo>
                <a:lnTo>
                  <a:pt x="233349" y="39075"/>
                </a:lnTo>
                <a:lnTo>
                  <a:pt x="232769" y="39467"/>
                </a:lnTo>
                <a:lnTo>
                  <a:pt x="232199" y="39875"/>
                </a:lnTo>
                <a:lnTo>
                  <a:pt x="231639" y="40299"/>
                </a:lnTo>
                <a:lnTo>
                  <a:pt x="231089" y="40740"/>
                </a:lnTo>
                <a:lnTo>
                  <a:pt x="230548" y="41196"/>
                </a:lnTo>
                <a:lnTo>
                  <a:pt x="230017" y="41668"/>
                </a:lnTo>
                <a:lnTo>
                  <a:pt x="229496" y="42156"/>
                </a:lnTo>
                <a:lnTo>
                  <a:pt x="228984" y="42661"/>
                </a:lnTo>
                <a:lnTo>
                  <a:pt x="228482" y="43181"/>
                </a:lnTo>
                <a:lnTo>
                  <a:pt x="227990" y="43717"/>
                </a:lnTo>
                <a:lnTo>
                  <a:pt x="227508" y="44270"/>
                </a:lnTo>
                <a:lnTo>
                  <a:pt x="227035" y="44838"/>
                </a:lnTo>
                <a:lnTo>
                  <a:pt x="226573" y="45422"/>
                </a:lnTo>
                <a:lnTo>
                  <a:pt x="226120" y="46023"/>
                </a:lnTo>
                <a:lnTo>
                  <a:pt x="225676" y="46639"/>
                </a:lnTo>
                <a:lnTo>
                  <a:pt x="225243" y="47272"/>
                </a:lnTo>
                <a:lnTo>
                  <a:pt x="224819" y="47920"/>
                </a:lnTo>
                <a:lnTo>
                  <a:pt x="224405" y="48585"/>
                </a:lnTo>
                <a:lnTo>
                  <a:pt x="224001" y="49265"/>
                </a:lnTo>
                <a:lnTo>
                  <a:pt x="223606" y="49962"/>
                </a:lnTo>
                <a:lnTo>
                  <a:pt x="223221" y="50674"/>
                </a:lnTo>
                <a:lnTo>
                  <a:pt x="222846" y="51403"/>
                </a:lnTo>
                <a:lnTo>
                  <a:pt x="222484" y="52140"/>
                </a:lnTo>
                <a:lnTo>
                  <a:pt x="222137" y="52877"/>
                </a:lnTo>
                <a:lnTo>
                  <a:pt x="221805" y="53615"/>
                </a:lnTo>
                <a:lnTo>
                  <a:pt x="221489" y="54352"/>
                </a:lnTo>
                <a:lnTo>
                  <a:pt x="221188" y="55091"/>
                </a:lnTo>
                <a:lnTo>
                  <a:pt x="220903" y="55829"/>
                </a:lnTo>
                <a:lnTo>
                  <a:pt x="220633" y="56568"/>
                </a:lnTo>
                <a:lnTo>
                  <a:pt x="220379" y="57308"/>
                </a:lnTo>
                <a:lnTo>
                  <a:pt x="220140" y="58048"/>
                </a:lnTo>
                <a:lnTo>
                  <a:pt x="219916" y="58788"/>
                </a:lnTo>
                <a:lnTo>
                  <a:pt x="219708" y="59528"/>
                </a:lnTo>
                <a:lnTo>
                  <a:pt x="219515" y="60269"/>
                </a:lnTo>
                <a:lnTo>
                  <a:pt x="219337" y="61011"/>
                </a:lnTo>
                <a:lnTo>
                  <a:pt x="219176" y="61752"/>
                </a:lnTo>
                <a:lnTo>
                  <a:pt x="219029" y="62494"/>
                </a:lnTo>
                <a:lnTo>
                  <a:pt x="218898" y="63237"/>
                </a:lnTo>
                <a:lnTo>
                  <a:pt x="218782" y="63979"/>
                </a:lnTo>
                <a:lnTo>
                  <a:pt x="218682" y="64722"/>
                </a:lnTo>
                <a:lnTo>
                  <a:pt x="218597" y="65466"/>
                </a:lnTo>
                <a:lnTo>
                  <a:pt x="218528" y="66210"/>
                </a:lnTo>
                <a:lnTo>
                  <a:pt x="218474" y="66954"/>
                </a:lnTo>
                <a:lnTo>
                  <a:pt x="218435" y="67699"/>
                </a:lnTo>
                <a:lnTo>
                  <a:pt x="218412" y="68443"/>
                </a:lnTo>
                <a:lnTo>
                  <a:pt x="218404" y="69189"/>
                </a:lnTo>
                <a:lnTo>
                  <a:pt x="218417" y="70208"/>
                </a:lnTo>
                <a:lnTo>
                  <a:pt x="218455" y="71219"/>
                </a:lnTo>
                <a:lnTo>
                  <a:pt x="218519" y="72222"/>
                </a:lnTo>
                <a:lnTo>
                  <a:pt x="218608" y="73216"/>
                </a:lnTo>
                <a:lnTo>
                  <a:pt x="218722" y="74202"/>
                </a:lnTo>
                <a:lnTo>
                  <a:pt x="218862" y="75179"/>
                </a:lnTo>
                <a:lnTo>
                  <a:pt x="219027" y="76148"/>
                </a:lnTo>
                <a:lnTo>
                  <a:pt x="219218" y="77109"/>
                </a:lnTo>
                <a:lnTo>
                  <a:pt x="219434" y="78061"/>
                </a:lnTo>
                <a:lnTo>
                  <a:pt x="219675" y="79005"/>
                </a:lnTo>
                <a:lnTo>
                  <a:pt x="219942" y="79940"/>
                </a:lnTo>
                <a:lnTo>
                  <a:pt x="220234" y="80867"/>
                </a:lnTo>
                <a:lnTo>
                  <a:pt x="220552" y="81786"/>
                </a:lnTo>
                <a:lnTo>
                  <a:pt x="220895" y="82696"/>
                </a:lnTo>
                <a:lnTo>
                  <a:pt x="221264" y="83598"/>
                </a:lnTo>
                <a:lnTo>
                  <a:pt x="221658" y="84492"/>
                </a:lnTo>
                <a:lnTo>
                  <a:pt x="222077" y="85377"/>
                </a:lnTo>
                <a:lnTo>
                  <a:pt x="222522" y="86254"/>
                </a:lnTo>
                <a:lnTo>
                  <a:pt x="222992" y="87122"/>
                </a:lnTo>
                <a:lnTo>
                  <a:pt x="223488" y="87983"/>
                </a:lnTo>
                <a:lnTo>
                  <a:pt x="224009" y="88834"/>
                </a:lnTo>
                <a:lnTo>
                  <a:pt x="224556" y="89677"/>
                </a:lnTo>
                <a:lnTo>
                  <a:pt x="225127" y="90512"/>
                </a:lnTo>
                <a:lnTo>
                  <a:pt x="225725" y="91339"/>
                </a:lnTo>
                <a:lnTo>
                  <a:pt x="226458" y="92295"/>
                </a:lnTo>
                <a:lnTo>
                  <a:pt x="227212" y="93210"/>
                </a:lnTo>
                <a:lnTo>
                  <a:pt x="227987" y="94085"/>
                </a:lnTo>
                <a:lnTo>
                  <a:pt x="228783" y="94919"/>
                </a:lnTo>
                <a:lnTo>
                  <a:pt x="229600" y="95712"/>
                </a:lnTo>
                <a:lnTo>
                  <a:pt x="230438" y="96465"/>
                </a:lnTo>
                <a:lnTo>
                  <a:pt x="231297" y="97176"/>
                </a:lnTo>
                <a:lnTo>
                  <a:pt x="232177" y="97848"/>
                </a:lnTo>
                <a:lnTo>
                  <a:pt x="233077" y="98478"/>
                </a:lnTo>
                <a:lnTo>
                  <a:pt x="233999" y="99068"/>
                </a:lnTo>
                <a:lnTo>
                  <a:pt x="234942" y="99617"/>
                </a:lnTo>
                <a:lnTo>
                  <a:pt x="235906" y="100126"/>
                </a:lnTo>
                <a:lnTo>
                  <a:pt x="236891" y="100594"/>
                </a:lnTo>
                <a:lnTo>
                  <a:pt x="237896" y="101021"/>
                </a:lnTo>
                <a:lnTo>
                  <a:pt x="238923" y="101407"/>
                </a:lnTo>
                <a:lnTo>
                  <a:pt x="239971" y="101753"/>
                </a:lnTo>
                <a:lnTo>
                  <a:pt x="241040" y="102058"/>
                </a:lnTo>
                <a:lnTo>
                  <a:pt x="242129" y="102322"/>
                </a:lnTo>
                <a:lnTo>
                  <a:pt x="243240" y="102546"/>
                </a:lnTo>
                <a:lnTo>
                  <a:pt x="244371" y="102729"/>
                </a:lnTo>
                <a:lnTo>
                  <a:pt x="245524" y="102872"/>
                </a:lnTo>
                <a:lnTo>
                  <a:pt x="246698" y="102973"/>
                </a:lnTo>
                <a:lnTo>
                  <a:pt x="247892" y="103034"/>
                </a:lnTo>
                <a:lnTo>
                  <a:pt x="249108" y="103055"/>
                </a:lnTo>
                <a:lnTo>
                  <a:pt x="249857" y="103047"/>
                </a:lnTo>
                <a:lnTo>
                  <a:pt x="250600" y="103023"/>
                </a:lnTo>
                <a:lnTo>
                  <a:pt x="251338" y="102984"/>
                </a:lnTo>
                <a:lnTo>
                  <a:pt x="252070" y="102928"/>
                </a:lnTo>
                <a:lnTo>
                  <a:pt x="252796" y="102857"/>
                </a:lnTo>
                <a:lnTo>
                  <a:pt x="253516" y="102771"/>
                </a:lnTo>
                <a:lnTo>
                  <a:pt x="254231" y="102668"/>
                </a:lnTo>
                <a:lnTo>
                  <a:pt x="254939" y="102550"/>
                </a:lnTo>
                <a:lnTo>
                  <a:pt x="255642" y="102416"/>
                </a:lnTo>
                <a:lnTo>
                  <a:pt x="256339" y="102266"/>
                </a:lnTo>
                <a:lnTo>
                  <a:pt x="257031" y="102100"/>
                </a:lnTo>
                <a:lnTo>
                  <a:pt x="257716" y="101919"/>
                </a:lnTo>
                <a:lnTo>
                  <a:pt x="258396" y="101721"/>
                </a:lnTo>
                <a:lnTo>
                  <a:pt x="259070" y="101508"/>
                </a:lnTo>
                <a:lnTo>
                  <a:pt x="259738" y="101280"/>
                </a:lnTo>
                <a:lnTo>
                  <a:pt x="260400" y="101035"/>
                </a:lnTo>
                <a:lnTo>
                  <a:pt x="261057" y="100775"/>
                </a:lnTo>
                <a:lnTo>
                  <a:pt x="261707" y="100499"/>
                </a:lnTo>
                <a:lnTo>
                  <a:pt x="262352" y="100207"/>
                </a:lnTo>
                <a:lnTo>
                  <a:pt x="262991" y="99899"/>
                </a:lnTo>
                <a:lnTo>
                  <a:pt x="263625" y="99576"/>
                </a:lnTo>
                <a:lnTo>
                  <a:pt x="264252" y="99236"/>
                </a:lnTo>
                <a:lnTo>
                  <a:pt x="264874" y="98881"/>
                </a:lnTo>
                <a:lnTo>
                  <a:pt x="265490" y="98511"/>
                </a:lnTo>
                <a:lnTo>
                  <a:pt x="266097" y="98124"/>
                </a:lnTo>
                <a:lnTo>
                  <a:pt x="266694" y="97723"/>
                </a:lnTo>
                <a:lnTo>
                  <a:pt x="267279" y="97306"/>
                </a:lnTo>
                <a:lnTo>
                  <a:pt x="267854" y="96874"/>
                </a:lnTo>
                <a:lnTo>
                  <a:pt x="268417" y="96426"/>
                </a:lnTo>
                <a:lnTo>
                  <a:pt x="268970" y="95963"/>
                </a:lnTo>
                <a:lnTo>
                  <a:pt x="269512" y="95485"/>
                </a:lnTo>
                <a:lnTo>
                  <a:pt x="270042" y="94992"/>
                </a:lnTo>
                <a:lnTo>
                  <a:pt x="270562" y="94484"/>
                </a:lnTo>
                <a:lnTo>
                  <a:pt x="271071" y="93960"/>
                </a:lnTo>
                <a:lnTo>
                  <a:pt x="271568" y="93421"/>
                </a:lnTo>
                <a:lnTo>
                  <a:pt x="272055" y="92866"/>
                </a:lnTo>
                <a:lnTo>
                  <a:pt x="272531" y="92297"/>
                </a:lnTo>
                <a:lnTo>
                  <a:pt x="272995" y="91712"/>
                </a:lnTo>
                <a:lnTo>
                  <a:pt x="273449" y="91112"/>
                </a:lnTo>
                <a:lnTo>
                  <a:pt x="273892" y="90496"/>
                </a:lnTo>
                <a:lnTo>
                  <a:pt x="274324" y="89865"/>
                </a:lnTo>
                <a:lnTo>
                  <a:pt x="274745" y="89219"/>
                </a:lnTo>
                <a:lnTo>
                  <a:pt x="275154" y="88558"/>
                </a:lnTo>
                <a:lnTo>
                  <a:pt x="275553" y="87881"/>
                </a:lnTo>
                <a:lnTo>
                  <a:pt x="275941" y="87190"/>
                </a:lnTo>
                <a:lnTo>
                  <a:pt x="276318" y="86482"/>
                </a:lnTo>
                <a:lnTo>
                  <a:pt x="276684" y="85760"/>
                </a:lnTo>
                <a:lnTo>
                  <a:pt x="277039" y="85022"/>
                </a:lnTo>
                <a:lnTo>
                  <a:pt x="277381" y="84277"/>
                </a:lnTo>
                <a:lnTo>
                  <a:pt x="277709" y="83533"/>
                </a:lnTo>
                <a:lnTo>
                  <a:pt x="278022" y="82789"/>
                </a:lnTo>
                <a:lnTo>
                  <a:pt x="278320" y="82046"/>
                </a:lnTo>
                <a:lnTo>
                  <a:pt x="278604" y="81304"/>
                </a:lnTo>
                <a:lnTo>
                  <a:pt x="278873" y="80563"/>
                </a:lnTo>
                <a:lnTo>
                  <a:pt x="279128" y="79822"/>
                </a:lnTo>
                <a:lnTo>
                  <a:pt x="279369" y="79082"/>
                </a:lnTo>
                <a:lnTo>
                  <a:pt x="279594" y="78343"/>
                </a:lnTo>
                <a:lnTo>
                  <a:pt x="279805" y="77604"/>
                </a:lnTo>
                <a:lnTo>
                  <a:pt x="280002" y="76866"/>
                </a:lnTo>
                <a:lnTo>
                  <a:pt x="280184" y="76129"/>
                </a:lnTo>
                <a:lnTo>
                  <a:pt x="280351" y="75393"/>
                </a:lnTo>
                <a:lnTo>
                  <a:pt x="280504" y="74658"/>
                </a:lnTo>
                <a:lnTo>
                  <a:pt x="280643" y="73923"/>
                </a:lnTo>
                <a:lnTo>
                  <a:pt x="280766" y="73189"/>
                </a:lnTo>
                <a:lnTo>
                  <a:pt x="280875" y="72456"/>
                </a:lnTo>
                <a:lnTo>
                  <a:pt x="280970" y="71723"/>
                </a:lnTo>
                <a:lnTo>
                  <a:pt x="281050" y="70991"/>
                </a:lnTo>
                <a:lnTo>
                  <a:pt x="281116" y="70260"/>
                </a:lnTo>
                <a:lnTo>
                  <a:pt x="281167" y="69530"/>
                </a:lnTo>
                <a:lnTo>
                  <a:pt x="281203" y="68800"/>
                </a:lnTo>
                <a:lnTo>
                  <a:pt x="281225" y="68071"/>
                </a:lnTo>
                <a:lnTo>
                  <a:pt x="281232" y="67343"/>
                </a:lnTo>
                <a:lnTo>
                  <a:pt x="281219" y="66313"/>
                </a:lnTo>
                <a:lnTo>
                  <a:pt x="281179" y="65292"/>
                </a:lnTo>
                <a:lnTo>
                  <a:pt x="281113" y="64281"/>
                </a:lnTo>
                <a:lnTo>
                  <a:pt x="281021" y="63280"/>
                </a:lnTo>
                <a:lnTo>
                  <a:pt x="280902" y="62289"/>
                </a:lnTo>
                <a:lnTo>
                  <a:pt x="280757" y="61308"/>
                </a:lnTo>
                <a:lnTo>
                  <a:pt x="280585" y="60336"/>
                </a:lnTo>
                <a:lnTo>
                  <a:pt x="280387" y="59375"/>
                </a:lnTo>
                <a:lnTo>
                  <a:pt x="280163" y="58423"/>
                </a:lnTo>
                <a:lnTo>
                  <a:pt x="279912" y="57481"/>
                </a:lnTo>
                <a:lnTo>
                  <a:pt x="279635" y="56549"/>
                </a:lnTo>
                <a:lnTo>
                  <a:pt x="279331" y="55627"/>
                </a:lnTo>
                <a:lnTo>
                  <a:pt x="279001" y="54715"/>
                </a:lnTo>
                <a:lnTo>
                  <a:pt x="278644" y="53813"/>
                </a:lnTo>
                <a:lnTo>
                  <a:pt x="278262" y="52920"/>
                </a:lnTo>
                <a:lnTo>
                  <a:pt x="277852" y="52038"/>
                </a:lnTo>
                <a:lnTo>
                  <a:pt x="277417" y="51165"/>
                </a:lnTo>
                <a:lnTo>
                  <a:pt x="276955" y="50302"/>
                </a:lnTo>
                <a:lnTo>
                  <a:pt x="276466" y="49450"/>
                </a:lnTo>
                <a:lnTo>
                  <a:pt x="275951" y="48606"/>
                </a:lnTo>
                <a:lnTo>
                  <a:pt x="275410" y="47773"/>
                </a:lnTo>
                <a:lnTo>
                  <a:pt x="274842" y="46950"/>
                </a:lnTo>
                <a:lnTo>
                  <a:pt x="274248" y="46137"/>
                </a:lnTo>
                <a:lnTo>
                  <a:pt x="273627" y="45333"/>
                </a:lnTo>
                <a:lnTo>
                  <a:pt x="272871" y="44418"/>
                </a:lnTo>
                <a:lnTo>
                  <a:pt x="272094" y="43541"/>
                </a:lnTo>
                <a:lnTo>
                  <a:pt x="271298" y="42704"/>
                </a:lnTo>
                <a:lnTo>
                  <a:pt x="270481" y="41905"/>
                </a:lnTo>
                <a:lnTo>
                  <a:pt x="269643" y="41146"/>
                </a:lnTo>
                <a:lnTo>
                  <a:pt x="268786" y="40425"/>
                </a:lnTo>
                <a:lnTo>
                  <a:pt x="267908" y="39743"/>
                </a:lnTo>
                <a:lnTo>
                  <a:pt x="267010" y="39101"/>
                </a:lnTo>
                <a:lnTo>
                  <a:pt x="266092" y="38497"/>
                </a:lnTo>
                <a:lnTo>
                  <a:pt x="265153" y="37932"/>
                </a:lnTo>
                <a:lnTo>
                  <a:pt x="264194" y="37406"/>
                </a:lnTo>
                <a:lnTo>
                  <a:pt x="263215" y="36919"/>
                </a:lnTo>
                <a:lnTo>
                  <a:pt x="262216" y="36471"/>
                </a:lnTo>
                <a:lnTo>
                  <a:pt x="261197" y="36062"/>
                </a:lnTo>
                <a:lnTo>
                  <a:pt x="260157" y="35692"/>
                </a:lnTo>
                <a:lnTo>
                  <a:pt x="259097" y="35361"/>
                </a:lnTo>
                <a:lnTo>
                  <a:pt x="258017" y="35069"/>
                </a:lnTo>
                <a:lnTo>
                  <a:pt x="256917" y="34816"/>
                </a:lnTo>
                <a:lnTo>
                  <a:pt x="255796" y="34602"/>
                </a:lnTo>
                <a:lnTo>
                  <a:pt x="254655" y="34426"/>
                </a:lnTo>
                <a:lnTo>
                  <a:pt x="253494" y="34290"/>
                </a:lnTo>
                <a:lnTo>
                  <a:pt x="252313" y="34193"/>
                </a:lnTo>
                <a:lnTo>
                  <a:pt x="251111" y="34134"/>
                </a:lnTo>
                <a:lnTo>
                  <a:pt x="249889" y="34115"/>
                </a:lnTo>
                <a:lnTo>
                  <a:pt x="249216" y="34122"/>
                </a:lnTo>
                <a:lnTo>
                  <a:pt x="248545" y="34144"/>
                </a:lnTo>
                <a:lnTo>
                  <a:pt x="247877" y="34181"/>
                </a:lnTo>
                <a:close/>
                <a:moveTo>
                  <a:pt x="249597" y="38912"/>
                </a:moveTo>
                <a:lnTo>
                  <a:pt x="250215" y="38995"/>
                </a:lnTo>
                <a:lnTo>
                  <a:pt x="250823" y="39101"/>
                </a:lnTo>
                <a:lnTo>
                  <a:pt x="251422" y="39231"/>
                </a:lnTo>
                <a:lnTo>
                  <a:pt x="252011" y="39385"/>
                </a:lnTo>
                <a:lnTo>
                  <a:pt x="252590" y="39563"/>
                </a:lnTo>
                <a:lnTo>
                  <a:pt x="253160" y="39764"/>
                </a:lnTo>
                <a:lnTo>
                  <a:pt x="253720" y="39988"/>
                </a:lnTo>
                <a:lnTo>
                  <a:pt x="254270" y="40237"/>
                </a:lnTo>
                <a:lnTo>
                  <a:pt x="254811" y="40509"/>
                </a:lnTo>
                <a:lnTo>
                  <a:pt x="255342" y="40805"/>
                </a:lnTo>
                <a:lnTo>
                  <a:pt x="255864" y="41124"/>
                </a:lnTo>
                <a:lnTo>
                  <a:pt x="256376" y="41467"/>
                </a:lnTo>
                <a:lnTo>
                  <a:pt x="256878" y="41834"/>
                </a:lnTo>
                <a:lnTo>
                  <a:pt x="257371" y="42224"/>
                </a:lnTo>
                <a:lnTo>
                  <a:pt x="257854" y="42638"/>
                </a:lnTo>
                <a:lnTo>
                  <a:pt x="258327" y="43076"/>
                </a:lnTo>
                <a:lnTo>
                  <a:pt x="258791" y="43537"/>
                </a:lnTo>
                <a:lnTo>
                  <a:pt x="259245" y="44022"/>
                </a:lnTo>
                <a:lnTo>
                  <a:pt x="259690" y="44531"/>
                </a:lnTo>
                <a:lnTo>
                  <a:pt x="260125" y="45063"/>
                </a:lnTo>
                <a:lnTo>
                  <a:pt x="260550" y="45619"/>
                </a:lnTo>
                <a:lnTo>
                  <a:pt x="261159" y="46461"/>
                </a:lnTo>
                <a:lnTo>
                  <a:pt x="261742" y="47327"/>
                </a:lnTo>
                <a:lnTo>
                  <a:pt x="262299" y="48220"/>
                </a:lnTo>
                <a:lnTo>
                  <a:pt x="262830" y="49138"/>
                </a:lnTo>
                <a:lnTo>
                  <a:pt x="263336" y="50081"/>
                </a:lnTo>
                <a:lnTo>
                  <a:pt x="263815" y="51050"/>
                </a:lnTo>
                <a:lnTo>
                  <a:pt x="264269" y="52045"/>
                </a:lnTo>
                <a:lnTo>
                  <a:pt x="264696" y="53066"/>
                </a:lnTo>
                <a:lnTo>
                  <a:pt x="265098" y="54112"/>
                </a:lnTo>
                <a:lnTo>
                  <a:pt x="265473" y="55184"/>
                </a:lnTo>
                <a:lnTo>
                  <a:pt x="265823" y="56281"/>
                </a:lnTo>
                <a:lnTo>
                  <a:pt x="266147" y="57404"/>
                </a:lnTo>
                <a:lnTo>
                  <a:pt x="266445" y="58553"/>
                </a:lnTo>
                <a:lnTo>
                  <a:pt x="266717" y="59727"/>
                </a:lnTo>
                <a:lnTo>
                  <a:pt x="266963" y="60927"/>
                </a:lnTo>
                <a:lnTo>
                  <a:pt x="267184" y="62153"/>
                </a:lnTo>
                <a:lnTo>
                  <a:pt x="267378" y="63404"/>
                </a:lnTo>
                <a:lnTo>
                  <a:pt x="267546" y="64681"/>
                </a:lnTo>
                <a:lnTo>
                  <a:pt x="267689" y="65983"/>
                </a:lnTo>
                <a:lnTo>
                  <a:pt x="267805" y="67311"/>
                </a:lnTo>
                <a:lnTo>
                  <a:pt x="267896" y="68665"/>
                </a:lnTo>
                <a:lnTo>
                  <a:pt x="267961" y="70044"/>
                </a:lnTo>
                <a:lnTo>
                  <a:pt x="268000" y="71449"/>
                </a:lnTo>
                <a:lnTo>
                  <a:pt x="268013" y="72880"/>
                </a:lnTo>
                <a:lnTo>
                  <a:pt x="268005" y="74019"/>
                </a:lnTo>
                <a:lnTo>
                  <a:pt x="267982" y="75130"/>
                </a:lnTo>
                <a:lnTo>
                  <a:pt x="267943" y="76213"/>
                </a:lnTo>
                <a:lnTo>
                  <a:pt x="267888" y="77267"/>
                </a:lnTo>
                <a:lnTo>
                  <a:pt x="267818" y="78293"/>
                </a:lnTo>
                <a:lnTo>
                  <a:pt x="267733" y="79291"/>
                </a:lnTo>
                <a:lnTo>
                  <a:pt x="267632" y="80260"/>
                </a:lnTo>
                <a:lnTo>
                  <a:pt x="267515" y="81201"/>
                </a:lnTo>
                <a:lnTo>
                  <a:pt x="267383" y="82113"/>
                </a:lnTo>
                <a:lnTo>
                  <a:pt x="267235" y="82998"/>
                </a:lnTo>
                <a:lnTo>
                  <a:pt x="267072" y="83853"/>
                </a:lnTo>
                <a:lnTo>
                  <a:pt x="266893" y="84681"/>
                </a:lnTo>
                <a:lnTo>
                  <a:pt x="266699" y="85480"/>
                </a:lnTo>
                <a:lnTo>
                  <a:pt x="266489" y="86251"/>
                </a:lnTo>
                <a:lnTo>
                  <a:pt x="266264" y="86993"/>
                </a:lnTo>
                <a:lnTo>
                  <a:pt x="266023" y="87708"/>
                </a:lnTo>
                <a:lnTo>
                  <a:pt x="265766" y="88393"/>
                </a:lnTo>
                <a:lnTo>
                  <a:pt x="265494" y="89051"/>
                </a:lnTo>
                <a:lnTo>
                  <a:pt x="265207" y="89680"/>
                </a:lnTo>
                <a:lnTo>
                  <a:pt x="264903" y="90281"/>
                </a:lnTo>
                <a:lnTo>
                  <a:pt x="264585" y="90853"/>
                </a:lnTo>
                <a:lnTo>
                  <a:pt x="264250" y="91397"/>
                </a:lnTo>
                <a:lnTo>
                  <a:pt x="263901" y="91913"/>
                </a:lnTo>
                <a:lnTo>
                  <a:pt x="263535" y="92401"/>
                </a:lnTo>
                <a:lnTo>
                  <a:pt x="263158" y="92864"/>
                </a:lnTo>
                <a:lnTo>
                  <a:pt x="262772" y="93308"/>
                </a:lnTo>
                <a:lnTo>
                  <a:pt x="262378" y="93732"/>
                </a:lnTo>
                <a:lnTo>
                  <a:pt x="261976" y="94136"/>
                </a:lnTo>
                <a:lnTo>
                  <a:pt x="261565" y="94520"/>
                </a:lnTo>
                <a:lnTo>
                  <a:pt x="261145" y="94885"/>
                </a:lnTo>
                <a:lnTo>
                  <a:pt x="260718" y="95230"/>
                </a:lnTo>
                <a:lnTo>
                  <a:pt x="260282" y="95556"/>
                </a:lnTo>
                <a:lnTo>
                  <a:pt x="259837" y="95861"/>
                </a:lnTo>
                <a:lnTo>
                  <a:pt x="259384" y="96147"/>
                </a:lnTo>
                <a:lnTo>
                  <a:pt x="258923" y="96413"/>
                </a:lnTo>
                <a:lnTo>
                  <a:pt x="258454" y="96660"/>
                </a:lnTo>
                <a:lnTo>
                  <a:pt x="257976" y="96887"/>
                </a:lnTo>
                <a:lnTo>
                  <a:pt x="257489" y="97094"/>
                </a:lnTo>
                <a:lnTo>
                  <a:pt x="256994" y="97281"/>
                </a:lnTo>
                <a:lnTo>
                  <a:pt x="256491" y="97449"/>
                </a:lnTo>
                <a:lnTo>
                  <a:pt x="255980" y="97597"/>
                </a:lnTo>
                <a:lnTo>
                  <a:pt x="255460" y="97725"/>
                </a:lnTo>
                <a:lnTo>
                  <a:pt x="254931" y="97833"/>
                </a:lnTo>
                <a:lnTo>
                  <a:pt x="254395" y="97922"/>
                </a:lnTo>
                <a:lnTo>
                  <a:pt x="253849" y="97991"/>
                </a:lnTo>
                <a:lnTo>
                  <a:pt x="253296" y="98040"/>
                </a:lnTo>
                <a:lnTo>
                  <a:pt x="252734" y="98070"/>
                </a:lnTo>
                <a:lnTo>
                  <a:pt x="252164" y="98080"/>
                </a:lnTo>
                <a:lnTo>
                  <a:pt x="251400" y="98062"/>
                </a:lnTo>
                <a:lnTo>
                  <a:pt x="250649" y="98008"/>
                </a:lnTo>
                <a:lnTo>
                  <a:pt x="249910" y="97919"/>
                </a:lnTo>
                <a:lnTo>
                  <a:pt x="249184" y="97794"/>
                </a:lnTo>
                <a:lnTo>
                  <a:pt x="248470" y="97633"/>
                </a:lnTo>
                <a:lnTo>
                  <a:pt x="247768" y="97436"/>
                </a:lnTo>
                <a:lnTo>
                  <a:pt x="247079" y="97204"/>
                </a:lnTo>
                <a:lnTo>
                  <a:pt x="246403" y="96936"/>
                </a:lnTo>
                <a:lnTo>
                  <a:pt x="245739" y="96632"/>
                </a:lnTo>
                <a:lnTo>
                  <a:pt x="245087" y="96293"/>
                </a:lnTo>
                <a:lnTo>
                  <a:pt x="244448" y="95918"/>
                </a:lnTo>
                <a:lnTo>
                  <a:pt x="243822" y="95507"/>
                </a:lnTo>
                <a:lnTo>
                  <a:pt x="243207" y="95060"/>
                </a:lnTo>
                <a:lnTo>
                  <a:pt x="242606" y="94577"/>
                </a:lnTo>
                <a:lnTo>
                  <a:pt x="242016" y="94059"/>
                </a:lnTo>
                <a:lnTo>
                  <a:pt x="241440" y="93505"/>
                </a:lnTo>
                <a:lnTo>
                  <a:pt x="240875" y="92916"/>
                </a:lnTo>
                <a:lnTo>
                  <a:pt x="240323" y="92290"/>
                </a:lnTo>
                <a:lnTo>
                  <a:pt x="239784" y="91629"/>
                </a:lnTo>
                <a:lnTo>
                  <a:pt x="239257" y="90932"/>
                </a:lnTo>
                <a:lnTo>
                  <a:pt x="238743" y="90200"/>
                </a:lnTo>
                <a:lnTo>
                  <a:pt x="238241" y="89431"/>
                </a:lnTo>
                <a:lnTo>
                  <a:pt x="237751" y="88627"/>
                </a:lnTo>
                <a:lnTo>
                  <a:pt x="237274" y="87788"/>
                </a:lnTo>
                <a:lnTo>
                  <a:pt x="236813" y="86923"/>
                </a:lnTo>
                <a:lnTo>
                  <a:pt x="236372" y="86045"/>
                </a:lnTo>
                <a:lnTo>
                  <a:pt x="235950" y="85153"/>
                </a:lnTo>
                <a:lnTo>
                  <a:pt x="235548" y="84248"/>
                </a:lnTo>
                <a:lnTo>
                  <a:pt x="235165" y="83329"/>
                </a:lnTo>
                <a:lnTo>
                  <a:pt x="234802" y="82396"/>
                </a:lnTo>
                <a:lnTo>
                  <a:pt x="234459" y="81451"/>
                </a:lnTo>
                <a:lnTo>
                  <a:pt x="234135" y="80491"/>
                </a:lnTo>
                <a:lnTo>
                  <a:pt x="233831" y="79518"/>
                </a:lnTo>
                <a:lnTo>
                  <a:pt x="233546" y="78531"/>
                </a:lnTo>
                <a:lnTo>
                  <a:pt x="233282" y="77531"/>
                </a:lnTo>
                <a:lnTo>
                  <a:pt x="233036" y="76518"/>
                </a:lnTo>
                <a:lnTo>
                  <a:pt x="232811" y="75490"/>
                </a:lnTo>
                <a:lnTo>
                  <a:pt x="232605" y="74450"/>
                </a:lnTo>
                <a:lnTo>
                  <a:pt x="232418" y="73395"/>
                </a:lnTo>
                <a:lnTo>
                  <a:pt x="232252" y="72327"/>
                </a:lnTo>
                <a:lnTo>
                  <a:pt x="232104" y="71246"/>
                </a:lnTo>
                <a:lnTo>
                  <a:pt x="231977" y="70151"/>
                </a:lnTo>
                <a:lnTo>
                  <a:pt x="231869" y="69042"/>
                </a:lnTo>
                <a:lnTo>
                  <a:pt x="231781" y="67920"/>
                </a:lnTo>
                <a:lnTo>
                  <a:pt x="231712" y="66785"/>
                </a:lnTo>
                <a:lnTo>
                  <a:pt x="231663" y="65635"/>
                </a:lnTo>
                <a:lnTo>
                  <a:pt x="231634" y="64473"/>
                </a:lnTo>
                <a:lnTo>
                  <a:pt x="231624" y="63296"/>
                </a:lnTo>
                <a:lnTo>
                  <a:pt x="231628" y="62569"/>
                </a:lnTo>
                <a:lnTo>
                  <a:pt x="231640" y="61852"/>
                </a:lnTo>
                <a:lnTo>
                  <a:pt x="231660" y="61146"/>
                </a:lnTo>
                <a:lnTo>
                  <a:pt x="231689" y="60451"/>
                </a:lnTo>
                <a:lnTo>
                  <a:pt x="231726" y="59768"/>
                </a:lnTo>
                <a:lnTo>
                  <a:pt x="231770" y="59095"/>
                </a:lnTo>
                <a:lnTo>
                  <a:pt x="231823" y="58434"/>
                </a:lnTo>
                <a:lnTo>
                  <a:pt x="231884" y="57783"/>
                </a:lnTo>
                <a:lnTo>
                  <a:pt x="231954" y="57144"/>
                </a:lnTo>
                <a:lnTo>
                  <a:pt x="232031" y="56516"/>
                </a:lnTo>
                <a:lnTo>
                  <a:pt x="232116" y="55899"/>
                </a:lnTo>
                <a:lnTo>
                  <a:pt x="232210" y="55293"/>
                </a:lnTo>
                <a:lnTo>
                  <a:pt x="232312" y="54698"/>
                </a:lnTo>
                <a:lnTo>
                  <a:pt x="232422" y="54114"/>
                </a:lnTo>
                <a:lnTo>
                  <a:pt x="232540" y="53542"/>
                </a:lnTo>
                <a:lnTo>
                  <a:pt x="232666" y="52980"/>
                </a:lnTo>
                <a:lnTo>
                  <a:pt x="232801" y="52430"/>
                </a:lnTo>
                <a:lnTo>
                  <a:pt x="232943" y="51890"/>
                </a:lnTo>
                <a:lnTo>
                  <a:pt x="233094" y="51362"/>
                </a:lnTo>
                <a:lnTo>
                  <a:pt x="233253" y="50845"/>
                </a:lnTo>
                <a:lnTo>
                  <a:pt x="233419" y="50338"/>
                </a:lnTo>
                <a:lnTo>
                  <a:pt x="233595" y="49843"/>
                </a:lnTo>
                <a:lnTo>
                  <a:pt x="233778" y="49359"/>
                </a:lnTo>
                <a:lnTo>
                  <a:pt x="233969" y="48887"/>
                </a:lnTo>
                <a:lnTo>
                  <a:pt x="234167" y="48425"/>
                </a:lnTo>
                <a:lnTo>
                  <a:pt x="234370" y="47975"/>
                </a:lnTo>
                <a:lnTo>
                  <a:pt x="234578" y="47537"/>
                </a:lnTo>
                <a:lnTo>
                  <a:pt x="234791" y="47111"/>
                </a:lnTo>
                <a:lnTo>
                  <a:pt x="235010" y="46696"/>
                </a:lnTo>
                <a:lnTo>
                  <a:pt x="235233" y="46293"/>
                </a:lnTo>
                <a:lnTo>
                  <a:pt x="235461" y="45902"/>
                </a:lnTo>
                <a:lnTo>
                  <a:pt x="235695" y="45522"/>
                </a:lnTo>
                <a:lnTo>
                  <a:pt x="235933" y="45155"/>
                </a:lnTo>
                <a:lnTo>
                  <a:pt x="236177" y="44799"/>
                </a:lnTo>
                <a:lnTo>
                  <a:pt x="236425" y="44454"/>
                </a:lnTo>
                <a:lnTo>
                  <a:pt x="236679" y="44121"/>
                </a:lnTo>
                <a:lnTo>
                  <a:pt x="236937" y="43800"/>
                </a:lnTo>
                <a:lnTo>
                  <a:pt x="237201" y="43491"/>
                </a:lnTo>
                <a:lnTo>
                  <a:pt x="237470" y="43194"/>
                </a:lnTo>
                <a:lnTo>
                  <a:pt x="237744" y="42908"/>
                </a:lnTo>
                <a:lnTo>
                  <a:pt x="238023" y="42633"/>
                </a:lnTo>
                <a:lnTo>
                  <a:pt x="238307" y="42371"/>
                </a:lnTo>
                <a:lnTo>
                  <a:pt x="238596" y="42120"/>
                </a:lnTo>
                <a:lnTo>
                  <a:pt x="238890" y="41881"/>
                </a:lnTo>
                <a:lnTo>
                  <a:pt x="239189" y="41654"/>
                </a:lnTo>
                <a:lnTo>
                  <a:pt x="239493" y="41438"/>
                </a:lnTo>
                <a:lnTo>
                  <a:pt x="239803" y="41234"/>
                </a:lnTo>
                <a:lnTo>
                  <a:pt x="240117" y="41042"/>
                </a:lnTo>
                <a:lnTo>
                  <a:pt x="240434" y="40859"/>
                </a:lnTo>
                <a:lnTo>
                  <a:pt x="240750" y="40685"/>
                </a:lnTo>
                <a:lnTo>
                  <a:pt x="241067" y="40518"/>
                </a:lnTo>
                <a:lnTo>
                  <a:pt x="241383" y="40359"/>
                </a:lnTo>
                <a:lnTo>
                  <a:pt x="241700" y="40207"/>
                </a:lnTo>
                <a:lnTo>
                  <a:pt x="242016" y="40063"/>
                </a:lnTo>
                <a:lnTo>
                  <a:pt x="242332" y="39928"/>
                </a:lnTo>
                <a:lnTo>
                  <a:pt x="242648" y="39799"/>
                </a:lnTo>
                <a:lnTo>
                  <a:pt x="242964" y="39679"/>
                </a:lnTo>
                <a:lnTo>
                  <a:pt x="243279" y="39566"/>
                </a:lnTo>
                <a:lnTo>
                  <a:pt x="243595" y="39462"/>
                </a:lnTo>
                <a:lnTo>
                  <a:pt x="243910" y="39365"/>
                </a:lnTo>
                <a:lnTo>
                  <a:pt x="244226" y="39275"/>
                </a:lnTo>
                <a:lnTo>
                  <a:pt x="244541" y="39194"/>
                </a:lnTo>
                <a:lnTo>
                  <a:pt x="244856" y="39120"/>
                </a:lnTo>
                <a:lnTo>
                  <a:pt x="245171" y="39054"/>
                </a:lnTo>
                <a:lnTo>
                  <a:pt x="245486" y="38996"/>
                </a:lnTo>
                <a:lnTo>
                  <a:pt x="245800" y="38945"/>
                </a:lnTo>
                <a:lnTo>
                  <a:pt x="246115" y="38903"/>
                </a:lnTo>
                <a:lnTo>
                  <a:pt x="246430" y="38868"/>
                </a:lnTo>
                <a:lnTo>
                  <a:pt x="246744" y="38840"/>
                </a:lnTo>
                <a:lnTo>
                  <a:pt x="247058" y="38821"/>
                </a:lnTo>
                <a:lnTo>
                  <a:pt x="247372" y="38809"/>
                </a:lnTo>
                <a:lnTo>
                  <a:pt x="247686" y="38805"/>
                </a:lnTo>
                <a:lnTo>
                  <a:pt x="248333" y="38817"/>
                </a:lnTo>
                <a:lnTo>
                  <a:pt x="248970" y="38853"/>
                </a:lnTo>
                <a:lnTo>
                  <a:pt x="249597" y="38912"/>
                </a:lnTo>
                <a:close/>
                <a:moveTo>
                  <a:pt x="463447" y="42632"/>
                </a:moveTo>
                <a:lnTo>
                  <a:pt x="463622" y="42621"/>
                </a:lnTo>
                <a:lnTo>
                  <a:pt x="463795" y="42610"/>
                </a:lnTo>
                <a:lnTo>
                  <a:pt x="463967" y="42600"/>
                </a:lnTo>
                <a:lnTo>
                  <a:pt x="464137" y="42590"/>
                </a:lnTo>
                <a:lnTo>
                  <a:pt x="464305" y="42581"/>
                </a:lnTo>
                <a:lnTo>
                  <a:pt x="464471" y="42573"/>
                </a:lnTo>
                <a:lnTo>
                  <a:pt x="464636" y="42564"/>
                </a:lnTo>
                <a:lnTo>
                  <a:pt x="464799" y="42557"/>
                </a:lnTo>
                <a:lnTo>
                  <a:pt x="464960" y="42550"/>
                </a:lnTo>
                <a:lnTo>
                  <a:pt x="465120" y="42543"/>
                </a:lnTo>
                <a:lnTo>
                  <a:pt x="465278" y="42537"/>
                </a:lnTo>
                <a:lnTo>
                  <a:pt x="465434" y="42531"/>
                </a:lnTo>
                <a:lnTo>
                  <a:pt x="465588" y="42526"/>
                </a:lnTo>
                <a:lnTo>
                  <a:pt x="465741" y="42521"/>
                </a:lnTo>
                <a:lnTo>
                  <a:pt x="465892" y="42517"/>
                </a:lnTo>
                <a:lnTo>
                  <a:pt x="466041" y="42513"/>
                </a:lnTo>
                <a:lnTo>
                  <a:pt x="466188" y="42510"/>
                </a:lnTo>
                <a:lnTo>
                  <a:pt x="466334" y="42507"/>
                </a:lnTo>
                <a:lnTo>
                  <a:pt x="466478" y="42505"/>
                </a:lnTo>
                <a:lnTo>
                  <a:pt x="466620" y="42503"/>
                </a:lnTo>
                <a:lnTo>
                  <a:pt x="466761" y="42502"/>
                </a:lnTo>
                <a:lnTo>
                  <a:pt x="466900" y="42501"/>
                </a:lnTo>
                <a:lnTo>
                  <a:pt x="467037" y="42501"/>
                </a:lnTo>
                <a:lnTo>
                  <a:pt x="467459" y="42505"/>
                </a:lnTo>
                <a:lnTo>
                  <a:pt x="467872" y="42515"/>
                </a:lnTo>
                <a:lnTo>
                  <a:pt x="468277" y="42531"/>
                </a:lnTo>
                <a:lnTo>
                  <a:pt x="468673" y="42555"/>
                </a:lnTo>
                <a:lnTo>
                  <a:pt x="469061" y="42585"/>
                </a:lnTo>
                <a:lnTo>
                  <a:pt x="469440" y="42622"/>
                </a:lnTo>
                <a:lnTo>
                  <a:pt x="469810" y="42665"/>
                </a:lnTo>
                <a:lnTo>
                  <a:pt x="470172" y="42715"/>
                </a:lnTo>
                <a:lnTo>
                  <a:pt x="470525" y="42772"/>
                </a:lnTo>
                <a:lnTo>
                  <a:pt x="470869" y="42836"/>
                </a:lnTo>
                <a:lnTo>
                  <a:pt x="471205" y="42906"/>
                </a:lnTo>
                <a:lnTo>
                  <a:pt x="471532" y="42983"/>
                </a:lnTo>
                <a:lnTo>
                  <a:pt x="471851" y="43067"/>
                </a:lnTo>
                <a:lnTo>
                  <a:pt x="472160" y="43157"/>
                </a:lnTo>
                <a:lnTo>
                  <a:pt x="472462" y="43254"/>
                </a:lnTo>
                <a:lnTo>
                  <a:pt x="472754" y="43358"/>
                </a:lnTo>
                <a:lnTo>
                  <a:pt x="473038" y="43468"/>
                </a:lnTo>
                <a:lnTo>
                  <a:pt x="473313" y="43586"/>
                </a:lnTo>
                <a:lnTo>
                  <a:pt x="473580" y="43709"/>
                </a:lnTo>
                <a:lnTo>
                  <a:pt x="473838" y="43840"/>
                </a:lnTo>
                <a:lnTo>
                  <a:pt x="474087" y="43977"/>
                </a:lnTo>
                <a:lnTo>
                  <a:pt x="474328" y="44121"/>
                </a:lnTo>
                <a:lnTo>
                  <a:pt x="474560" y="44272"/>
                </a:lnTo>
                <a:lnTo>
                  <a:pt x="474784" y="44429"/>
                </a:lnTo>
                <a:lnTo>
                  <a:pt x="475001" y="44594"/>
                </a:lnTo>
                <a:lnTo>
                  <a:pt x="475215" y="44769"/>
                </a:lnTo>
                <a:lnTo>
                  <a:pt x="475426" y="44953"/>
                </a:lnTo>
                <a:lnTo>
                  <a:pt x="475633" y="45146"/>
                </a:lnTo>
                <a:lnTo>
                  <a:pt x="475836" y="45349"/>
                </a:lnTo>
                <a:lnTo>
                  <a:pt x="476036" y="45561"/>
                </a:lnTo>
                <a:lnTo>
                  <a:pt x="476233" y="45783"/>
                </a:lnTo>
                <a:lnTo>
                  <a:pt x="476426" y="46014"/>
                </a:lnTo>
                <a:lnTo>
                  <a:pt x="476616" y="46255"/>
                </a:lnTo>
                <a:lnTo>
                  <a:pt x="476802" y="46505"/>
                </a:lnTo>
                <a:lnTo>
                  <a:pt x="476985" y="46764"/>
                </a:lnTo>
                <a:lnTo>
                  <a:pt x="477165" y="47033"/>
                </a:lnTo>
                <a:lnTo>
                  <a:pt x="477341" y="47311"/>
                </a:lnTo>
                <a:lnTo>
                  <a:pt x="477513" y="47599"/>
                </a:lnTo>
                <a:lnTo>
                  <a:pt x="477682" y="47896"/>
                </a:lnTo>
                <a:lnTo>
                  <a:pt x="477848" y="48203"/>
                </a:lnTo>
                <a:lnTo>
                  <a:pt x="478010" y="48519"/>
                </a:lnTo>
                <a:lnTo>
                  <a:pt x="478169" y="48844"/>
                </a:lnTo>
                <a:lnTo>
                  <a:pt x="478324" y="49179"/>
                </a:lnTo>
                <a:lnTo>
                  <a:pt x="478476" y="49523"/>
                </a:lnTo>
                <a:lnTo>
                  <a:pt x="478624" y="49877"/>
                </a:lnTo>
                <a:lnTo>
                  <a:pt x="478769" y="50240"/>
                </a:lnTo>
                <a:lnTo>
                  <a:pt x="478910" y="50612"/>
                </a:lnTo>
                <a:lnTo>
                  <a:pt x="479048" y="50994"/>
                </a:lnTo>
                <a:lnTo>
                  <a:pt x="479085" y="51106"/>
                </a:lnTo>
                <a:lnTo>
                  <a:pt x="479135" y="51274"/>
                </a:lnTo>
                <a:lnTo>
                  <a:pt x="479200" y="51500"/>
                </a:lnTo>
                <a:lnTo>
                  <a:pt x="479279" y="51781"/>
                </a:lnTo>
                <a:lnTo>
                  <a:pt x="479372" y="52120"/>
                </a:lnTo>
                <a:lnTo>
                  <a:pt x="479479" y="52516"/>
                </a:lnTo>
                <a:lnTo>
                  <a:pt x="479600" y="52968"/>
                </a:lnTo>
                <a:lnTo>
                  <a:pt x="479735" y="53477"/>
                </a:lnTo>
                <a:lnTo>
                  <a:pt x="479884" y="54042"/>
                </a:lnTo>
                <a:lnTo>
                  <a:pt x="480048" y="54665"/>
                </a:lnTo>
                <a:lnTo>
                  <a:pt x="480225" y="55344"/>
                </a:lnTo>
                <a:lnTo>
                  <a:pt x="480416" y="56080"/>
                </a:lnTo>
                <a:lnTo>
                  <a:pt x="480622" y="56873"/>
                </a:lnTo>
                <a:lnTo>
                  <a:pt x="480841" y="57722"/>
                </a:lnTo>
                <a:lnTo>
                  <a:pt x="481075" y="58628"/>
                </a:lnTo>
                <a:lnTo>
                  <a:pt x="481322" y="59591"/>
                </a:lnTo>
                <a:lnTo>
                  <a:pt x="481584" y="60611"/>
                </a:lnTo>
                <a:lnTo>
                  <a:pt x="481860" y="61687"/>
                </a:lnTo>
                <a:lnTo>
                  <a:pt x="482150" y="62820"/>
                </a:lnTo>
                <a:lnTo>
                  <a:pt x="482454" y="64010"/>
                </a:lnTo>
                <a:lnTo>
                  <a:pt x="482772" y="65257"/>
                </a:lnTo>
                <a:lnTo>
                  <a:pt x="483104" y="66560"/>
                </a:lnTo>
                <a:lnTo>
                  <a:pt x="483450" y="67921"/>
                </a:lnTo>
                <a:lnTo>
                  <a:pt x="483810" y="69338"/>
                </a:lnTo>
                <a:lnTo>
                  <a:pt x="483655" y="69676"/>
                </a:lnTo>
                <a:lnTo>
                  <a:pt x="483486" y="70032"/>
                </a:lnTo>
                <a:lnTo>
                  <a:pt x="483304" y="70406"/>
                </a:lnTo>
                <a:lnTo>
                  <a:pt x="483107" y="70796"/>
                </a:lnTo>
                <a:lnTo>
                  <a:pt x="482897" y="71204"/>
                </a:lnTo>
                <a:lnTo>
                  <a:pt x="482673" y="71628"/>
                </a:lnTo>
                <a:lnTo>
                  <a:pt x="482435" y="72070"/>
                </a:lnTo>
                <a:lnTo>
                  <a:pt x="482183" y="72530"/>
                </a:lnTo>
                <a:lnTo>
                  <a:pt x="481918" y="73006"/>
                </a:lnTo>
                <a:lnTo>
                  <a:pt x="481638" y="73500"/>
                </a:lnTo>
                <a:lnTo>
                  <a:pt x="481345" y="74011"/>
                </a:lnTo>
                <a:lnTo>
                  <a:pt x="481038" y="74539"/>
                </a:lnTo>
                <a:lnTo>
                  <a:pt x="480717" y="75084"/>
                </a:lnTo>
                <a:lnTo>
                  <a:pt x="480383" y="75646"/>
                </a:lnTo>
                <a:lnTo>
                  <a:pt x="480034" y="76226"/>
                </a:lnTo>
                <a:lnTo>
                  <a:pt x="479672" y="76823"/>
                </a:lnTo>
                <a:lnTo>
                  <a:pt x="479296" y="77437"/>
                </a:lnTo>
                <a:lnTo>
                  <a:pt x="478906" y="78068"/>
                </a:lnTo>
                <a:lnTo>
                  <a:pt x="478502" y="78717"/>
                </a:lnTo>
                <a:lnTo>
                  <a:pt x="478085" y="79382"/>
                </a:lnTo>
                <a:lnTo>
                  <a:pt x="477653" y="80065"/>
                </a:lnTo>
                <a:lnTo>
                  <a:pt x="477208" y="80765"/>
                </a:lnTo>
                <a:lnTo>
                  <a:pt x="476749" y="81483"/>
                </a:lnTo>
                <a:lnTo>
                  <a:pt x="476276" y="82217"/>
                </a:lnTo>
                <a:lnTo>
                  <a:pt x="475801" y="82949"/>
                </a:lnTo>
                <a:lnTo>
                  <a:pt x="475334" y="83660"/>
                </a:lnTo>
                <a:lnTo>
                  <a:pt x="474875" y="84349"/>
                </a:lnTo>
                <a:lnTo>
                  <a:pt x="474424" y="85016"/>
                </a:lnTo>
                <a:lnTo>
                  <a:pt x="473982" y="85662"/>
                </a:lnTo>
                <a:lnTo>
                  <a:pt x="473549" y="86286"/>
                </a:lnTo>
                <a:lnTo>
                  <a:pt x="473124" y="86888"/>
                </a:lnTo>
                <a:lnTo>
                  <a:pt x="472707" y="87469"/>
                </a:lnTo>
                <a:lnTo>
                  <a:pt x="472298" y="88028"/>
                </a:lnTo>
                <a:lnTo>
                  <a:pt x="471898" y="88565"/>
                </a:lnTo>
                <a:lnTo>
                  <a:pt x="471507" y="89081"/>
                </a:lnTo>
                <a:lnTo>
                  <a:pt x="471124" y="89575"/>
                </a:lnTo>
                <a:lnTo>
                  <a:pt x="470749" y="90048"/>
                </a:lnTo>
                <a:lnTo>
                  <a:pt x="470382" y="90499"/>
                </a:lnTo>
                <a:lnTo>
                  <a:pt x="470024" y="90928"/>
                </a:lnTo>
                <a:lnTo>
                  <a:pt x="469674" y="91336"/>
                </a:lnTo>
                <a:lnTo>
                  <a:pt x="469333" y="91722"/>
                </a:lnTo>
                <a:lnTo>
                  <a:pt x="469000" y="92087"/>
                </a:lnTo>
                <a:lnTo>
                  <a:pt x="468676" y="92430"/>
                </a:lnTo>
                <a:lnTo>
                  <a:pt x="468360" y="92751"/>
                </a:lnTo>
                <a:lnTo>
                  <a:pt x="468052" y="93051"/>
                </a:lnTo>
                <a:lnTo>
                  <a:pt x="467753" y="93329"/>
                </a:lnTo>
                <a:lnTo>
                  <a:pt x="467462" y="93585"/>
                </a:lnTo>
                <a:lnTo>
                  <a:pt x="467179" y="93820"/>
                </a:lnTo>
                <a:lnTo>
                  <a:pt x="467067" y="93912"/>
                </a:lnTo>
                <a:lnTo>
                  <a:pt x="466957" y="94001"/>
                </a:lnTo>
                <a:lnTo>
                  <a:pt x="466849" y="94085"/>
                </a:lnTo>
                <a:lnTo>
                  <a:pt x="466743" y="94166"/>
                </a:lnTo>
                <a:lnTo>
                  <a:pt x="466638" y="94243"/>
                </a:lnTo>
                <a:lnTo>
                  <a:pt x="466535" y="94315"/>
                </a:lnTo>
                <a:lnTo>
                  <a:pt x="466434" y="94384"/>
                </a:lnTo>
                <a:lnTo>
                  <a:pt x="466334" y="94449"/>
                </a:lnTo>
                <a:lnTo>
                  <a:pt x="466236" y="94510"/>
                </a:lnTo>
                <a:lnTo>
                  <a:pt x="466140" y="94567"/>
                </a:lnTo>
                <a:lnTo>
                  <a:pt x="466046" y="94620"/>
                </a:lnTo>
                <a:lnTo>
                  <a:pt x="465953" y="94669"/>
                </a:lnTo>
                <a:lnTo>
                  <a:pt x="465862" y="94715"/>
                </a:lnTo>
                <a:lnTo>
                  <a:pt x="465773" y="94756"/>
                </a:lnTo>
                <a:lnTo>
                  <a:pt x="465685" y="94793"/>
                </a:lnTo>
                <a:lnTo>
                  <a:pt x="465600" y="94827"/>
                </a:lnTo>
                <a:lnTo>
                  <a:pt x="465516" y="94856"/>
                </a:lnTo>
                <a:lnTo>
                  <a:pt x="465433" y="94882"/>
                </a:lnTo>
                <a:lnTo>
                  <a:pt x="465353" y="94903"/>
                </a:lnTo>
                <a:lnTo>
                  <a:pt x="465274" y="94921"/>
                </a:lnTo>
                <a:lnTo>
                  <a:pt x="465197" y="94935"/>
                </a:lnTo>
                <a:lnTo>
                  <a:pt x="465121" y="94945"/>
                </a:lnTo>
                <a:lnTo>
                  <a:pt x="465048" y="94951"/>
                </a:lnTo>
                <a:lnTo>
                  <a:pt x="464976" y="94952"/>
                </a:lnTo>
                <a:lnTo>
                  <a:pt x="464891" y="94950"/>
                </a:lnTo>
                <a:lnTo>
                  <a:pt x="464804" y="94941"/>
                </a:lnTo>
                <a:lnTo>
                  <a:pt x="464714" y="94926"/>
                </a:lnTo>
                <a:lnTo>
                  <a:pt x="464620" y="94906"/>
                </a:lnTo>
                <a:lnTo>
                  <a:pt x="464524" y="94880"/>
                </a:lnTo>
                <a:lnTo>
                  <a:pt x="464425" y="94849"/>
                </a:lnTo>
                <a:lnTo>
                  <a:pt x="464323" y="94811"/>
                </a:lnTo>
                <a:lnTo>
                  <a:pt x="464218" y="94768"/>
                </a:lnTo>
                <a:lnTo>
                  <a:pt x="464110" y="94719"/>
                </a:lnTo>
                <a:lnTo>
                  <a:pt x="463999" y="94664"/>
                </a:lnTo>
                <a:lnTo>
                  <a:pt x="463885" y="94603"/>
                </a:lnTo>
                <a:lnTo>
                  <a:pt x="463768" y="94537"/>
                </a:lnTo>
                <a:lnTo>
                  <a:pt x="463648" y="94464"/>
                </a:lnTo>
                <a:lnTo>
                  <a:pt x="463525" y="94386"/>
                </a:lnTo>
                <a:lnTo>
                  <a:pt x="463399" y="94303"/>
                </a:lnTo>
                <a:lnTo>
                  <a:pt x="463270" y="94213"/>
                </a:lnTo>
                <a:lnTo>
                  <a:pt x="463138" y="94118"/>
                </a:lnTo>
                <a:lnTo>
                  <a:pt x="463004" y="94017"/>
                </a:lnTo>
                <a:lnTo>
                  <a:pt x="462866" y="93910"/>
                </a:lnTo>
                <a:lnTo>
                  <a:pt x="462725" y="93797"/>
                </a:lnTo>
                <a:lnTo>
                  <a:pt x="462582" y="93679"/>
                </a:lnTo>
                <a:lnTo>
                  <a:pt x="462435" y="93555"/>
                </a:lnTo>
                <a:lnTo>
                  <a:pt x="462285" y="93425"/>
                </a:lnTo>
                <a:lnTo>
                  <a:pt x="462133" y="93289"/>
                </a:lnTo>
                <a:lnTo>
                  <a:pt x="461920" y="93100"/>
                </a:lnTo>
                <a:lnTo>
                  <a:pt x="461708" y="92919"/>
                </a:lnTo>
                <a:lnTo>
                  <a:pt x="461498" y="92746"/>
                </a:lnTo>
                <a:lnTo>
                  <a:pt x="461288" y="92581"/>
                </a:lnTo>
                <a:lnTo>
                  <a:pt x="461079" y="92424"/>
                </a:lnTo>
                <a:lnTo>
                  <a:pt x="460871" y="92275"/>
                </a:lnTo>
                <a:lnTo>
                  <a:pt x="460665" y="92135"/>
                </a:lnTo>
                <a:lnTo>
                  <a:pt x="460459" y="92002"/>
                </a:lnTo>
                <a:lnTo>
                  <a:pt x="460254" y="91877"/>
                </a:lnTo>
                <a:lnTo>
                  <a:pt x="460050" y="91761"/>
                </a:lnTo>
                <a:lnTo>
                  <a:pt x="459847" y="91652"/>
                </a:lnTo>
                <a:lnTo>
                  <a:pt x="459645" y="91552"/>
                </a:lnTo>
                <a:lnTo>
                  <a:pt x="459444" y="91459"/>
                </a:lnTo>
                <a:lnTo>
                  <a:pt x="459245" y="91375"/>
                </a:lnTo>
                <a:lnTo>
                  <a:pt x="459046" y="91298"/>
                </a:lnTo>
                <a:lnTo>
                  <a:pt x="458848" y="91230"/>
                </a:lnTo>
                <a:lnTo>
                  <a:pt x="458651" y="91170"/>
                </a:lnTo>
                <a:lnTo>
                  <a:pt x="458455" y="91117"/>
                </a:lnTo>
                <a:lnTo>
                  <a:pt x="458260" y="91073"/>
                </a:lnTo>
                <a:lnTo>
                  <a:pt x="458066" y="91037"/>
                </a:lnTo>
                <a:lnTo>
                  <a:pt x="457873" y="91009"/>
                </a:lnTo>
                <a:lnTo>
                  <a:pt x="457681" y="90989"/>
                </a:lnTo>
                <a:lnTo>
                  <a:pt x="457490" y="90976"/>
                </a:lnTo>
                <a:lnTo>
                  <a:pt x="457300" y="90972"/>
                </a:lnTo>
                <a:lnTo>
                  <a:pt x="457112" y="90975"/>
                </a:lnTo>
                <a:lnTo>
                  <a:pt x="456926" y="90983"/>
                </a:lnTo>
                <a:lnTo>
                  <a:pt x="456742" y="90997"/>
                </a:lnTo>
                <a:lnTo>
                  <a:pt x="456562" y="91016"/>
                </a:lnTo>
                <a:lnTo>
                  <a:pt x="456383" y="91041"/>
                </a:lnTo>
                <a:lnTo>
                  <a:pt x="456207" y="91071"/>
                </a:lnTo>
                <a:lnTo>
                  <a:pt x="456034" y="91106"/>
                </a:lnTo>
                <a:lnTo>
                  <a:pt x="455863" y="91147"/>
                </a:lnTo>
                <a:lnTo>
                  <a:pt x="455694" y="91194"/>
                </a:lnTo>
                <a:lnTo>
                  <a:pt x="455528" y="91246"/>
                </a:lnTo>
                <a:lnTo>
                  <a:pt x="455364" y="91303"/>
                </a:lnTo>
                <a:lnTo>
                  <a:pt x="455203" y="91366"/>
                </a:lnTo>
                <a:lnTo>
                  <a:pt x="455045" y="91434"/>
                </a:lnTo>
                <a:lnTo>
                  <a:pt x="454888" y="91508"/>
                </a:lnTo>
                <a:lnTo>
                  <a:pt x="454735" y="91588"/>
                </a:lnTo>
                <a:lnTo>
                  <a:pt x="454583" y="91672"/>
                </a:lnTo>
                <a:lnTo>
                  <a:pt x="454435" y="91763"/>
                </a:lnTo>
                <a:lnTo>
                  <a:pt x="454288" y="91858"/>
                </a:lnTo>
                <a:lnTo>
                  <a:pt x="454144" y="91959"/>
                </a:lnTo>
                <a:lnTo>
                  <a:pt x="454003" y="92066"/>
                </a:lnTo>
                <a:lnTo>
                  <a:pt x="453864" y="92178"/>
                </a:lnTo>
                <a:lnTo>
                  <a:pt x="453728" y="92296"/>
                </a:lnTo>
                <a:lnTo>
                  <a:pt x="453594" y="92419"/>
                </a:lnTo>
                <a:lnTo>
                  <a:pt x="453462" y="92547"/>
                </a:lnTo>
                <a:lnTo>
                  <a:pt x="453334" y="92680"/>
                </a:lnTo>
                <a:lnTo>
                  <a:pt x="453212" y="92815"/>
                </a:lnTo>
                <a:lnTo>
                  <a:pt x="453096" y="92953"/>
                </a:lnTo>
                <a:lnTo>
                  <a:pt x="452984" y="93093"/>
                </a:lnTo>
                <a:lnTo>
                  <a:pt x="452878" y="93236"/>
                </a:lnTo>
                <a:lnTo>
                  <a:pt x="452778" y="93383"/>
                </a:lnTo>
                <a:lnTo>
                  <a:pt x="452683" y="93531"/>
                </a:lnTo>
                <a:lnTo>
                  <a:pt x="452593" y="93683"/>
                </a:lnTo>
                <a:lnTo>
                  <a:pt x="452509" y="93837"/>
                </a:lnTo>
                <a:lnTo>
                  <a:pt x="452431" y="93994"/>
                </a:lnTo>
                <a:lnTo>
                  <a:pt x="452357" y="94154"/>
                </a:lnTo>
                <a:lnTo>
                  <a:pt x="452289" y="94316"/>
                </a:lnTo>
                <a:lnTo>
                  <a:pt x="452227" y="94481"/>
                </a:lnTo>
                <a:lnTo>
                  <a:pt x="452170" y="94649"/>
                </a:lnTo>
                <a:lnTo>
                  <a:pt x="452118" y="94820"/>
                </a:lnTo>
                <a:lnTo>
                  <a:pt x="452072" y="94993"/>
                </a:lnTo>
                <a:lnTo>
                  <a:pt x="452031" y="95169"/>
                </a:lnTo>
                <a:lnTo>
                  <a:pt x="451996" y="95348"/>
                </a:lnTo>
                <a:lnTo>
                  <a:pt x="451966" y="95530"/>
                </a:lnTo>
                <a:lnTo>
                  <a:pt x="451942" y="95714"/>
                </a:lnTo>
                <a:lnTo>
                  <a:pt x="451923" y="95901"/>
                </a:lnTo>
                <a:lnTo>
                  <a:pt x="451909" y="96091"/>
                </a:lnTo>
                <a:lnTo>
                  <a:pt x="451901" y="96283"/>
                </a:lnTo>
                <a:lnTo>
                  <a:pt x="451898" y="96478"/>
                </a:lnTo>
                <a:lnTo>
                  <a:pt x="451901" y="96697"/>
                </a:lnTo>
                <a:lnTo>
                  <a:pt x="451910" y="96912"/>
                </a:lnTo>
                <a:lnTo>
                  <a:pt x="451925" y="97123"/>
                </a:lnTo>
                <a:lnTo>
                  <a:pt x="451946" y="97330"/>
                </a:lnTo>
                <a:lnTo>
                  <a:pt x="451973" y="97534"/>
                </a:lnTo>
                <a:lnTo>
                  <a:pt x="452005" y="97734"/>
                </a:lnTo>
                <a:lnTo>
                  <a:pt x="452044" y="97930"/>
                </a:lnTo>
                <a:lnTo>
                  <a:pt x="452088" y="98123"/>
                </a:lnTo>
                <a:lnTo>
                  <a:pt x="452138" y="98311"/>
                </a:lnTo>
                <a:lnTo>
                  <a:pt x="452195" y="98496"/>
                </a:lnTo>
                <a:lnTo>
                  <a:pt x="452257" y="98678"/>
                </a:lnTo>
                <a:lnTo>
                  <a:pt x="452325" y="98855"/>
                </a:lnTo>
                <a:lnTo>
                  <a:pt x="452399" y="99029"/>
                </a:lnTo>
                <a:lnTo>
                  <a:pt x="452479" y="99199"/>
                </a:lnTo>
                <a:lnTo>
                  <a:pt x="452565" y="99366"/>
                </a:lnTo>
                <a:lnTo>
                  <a:pt x="452657" y="99529"/>
                </a:lnTo>
                <a:lnTo>
                  <a:pt x="452754" y="99687"/>
                </a:lnTo>
                <a:lnTo>
                  <a:pt x="452858" y="99843"/>
                </a:lnTo>
                <a:lnTo>
                  <a:pt x="452968" y="99994"/>
                </a:lnTo>
                <a:lnTo>
                  <a:pt x="453083" y="100142"/>
                </a:lnTo>
                <a:lnTo>
                  <a:pt x="453204" y="100286"/>
                </a:lnTo>
                <a:lnTo>
                  <a:pt x="453332" y="100426"/>
                </a:lnTo>
                <a:lnTo>
                  <a:pt x="453465" y="100563"/>
                </a:lnTo>
                <a:lnTo>
                  <a:pt x="453604" y="100696"/>
                </a:lnTo>
                <a:lnTo>
                  <a:pt x="453801" y="100865"/>
                </a:lnTo>
                <a:lnTo>
                  <a:pt x="453999" y="101027"/>
                </a:lnTo>
                <a:lnTo>
                  <a:pt x="454198" y="101182"/>
                </a:lnTo>
                <a:lnTo>
                  <a:pt x="454400" y="101330"/>
                </a:lnTo>
                <a:lnTo>
                  <a:pt x="454603" y="101470"/>
                </a:lnTo>
                <a:lnTo>
                  <a:pt x="454808" y="101604"/>
                </a:lnTo>
                <a:lnTo>
                  <a:pt x="455015" y="101730"/>
                </a:lnTo>
                <a:lnTo>
                  <a:pt x="455223" y="101848"/>
                </a:lnTo>
                <a:lnTo>
                  <a:pt x="455433" y="101960"/>
                </a:lnTo>
                <a:lnTo>
                  <a:pt x="455645" y="102065"/>
                </a:lnTo>
                <a:lnTo>
                  <a:pt x="455859" y="102162"/>
                </a:lnTo>
                <a:lnTo>
                  <a:pt x="456074" y="102252"/>
                </a:lnTo>
                <a:lnTo>
                  <a:pt x="456291" y="102335"/>
                </a:lnTo>
                <a:lnTo>
                  <a:pt x="456510" y="102410"/>
                </a:lnTo>
                <a:lnTo>
                  <a:pt x="456730" y="102479"/>
                </a:lnTo>
                <a:lnTo>
                  <a:pt x="456952" y="102540"/>
                </a:lnTo>
                <a:lnTo>
                  <a:pt x="457176" y="102594"/>
                </a:lnTo>
                <a:lnTo>
                  <a:pt x="457402" y="102641"/>
                </a:lnTo>
                <a:lnTo>
                  <a:pt x="457630" y="102680"/>
                </a:lnTo>
                <a:lnTo>
                  <a:pt x="457859" y="102713"/>
                </a:lnTo>
                <a:lnTo>
                  <a:pt x="458090" y="102738"/>
                </a:lnTo>
                <a:lnTo>
                  <a:pt x="458322" y="102756"/>
                </a:lnTo>
                <a:lnTo>
                  <a:pt x="458556" y="102767"/>
                </a:lnTo>
                <a:lnTo>
                  <a:pt x="458792" y="102770"/>
                </a:lnTo>
                <a:lnTo>
                  <a:pt x="459131" y="102764"/>
                </a:lnTo>
                <a:lnTo>
                  <a:pt x="459470" y="102746"/>
                </a:lnTo>
                <a:lnTo>
                  <a:pt x="459810" y="102715"/>
                </a:lnTo>
                <a:lnTo>
                  <a:pt x="460151" y="102671"/>
                </a:lnTo>
                <a:lnTo>
                  <a:pt x="460493" y="102616"/>
                </a:lnTo>
                <a:lnTo>
                  <a:pt x="460836" y="102547"/>
                </a:lnTo>
                <a:lnTo>
                  <a:pt x="461180" y="102467"/>
                </a:lnTo>
                <a:lnTo>
                  <a:pt x="461525" y="102374"/>
                </a:lnTo>
                <a:lnTo>
                  <a:pt x="461871" y="102269"/>
                </a:lnTo>
                <a:lnTo>
                  <a:pt x="462218" y="102151"/>
                </a:lnTo>
                <a:lnTo>
                  <a:pt x="462566" y="102021"/>
                </a:lnTo>
                <a:lnTo>
                  <a:pt x="462915" y="101878"/>
                </a:lnTo>
                <a:lnTo>
                  <a:pt x="463265" y="101723"/>
                </a:lnTo>
                <a:lnTo>
                  <a:pt x="463616" y="101556"/>
                </a:lnTo>
                <a:lnTo>
                  <a:pt x="463967" y="101376"/>
                </a:lnTo>
                <a:lnTo>
                  <a:pt x="464320" y="101184"/>
                </a:lnTo>
                <a:lnTo>
                  <a:pt x="464674" y="100980"/>
                </a:lnTo>
                <a:lnTo>
                  <a:pt x="465029" y="100763"/>
                </a:lnTo>
                <a:lnTo>
                  <a:pt x="465385" y="100534"/>
                </a:lnTo>
                <a:lnTo>
                  <a:pt x="465742" y="100292"/>
                </a:lnTo>
                <a:lnTo>
                  <a:pt x="466100" y="100038"/>
                </a:lnTo>
                <a:lnTo>
                  <a:pt x="466458" y="99771"/>
                </a:lnTo>
                <a:lnTo>
                  <a:pt x="466818" y="99493"/>
                </a:lnTo>
                <a:lnTo>
                  <a:pt x="467179" y="99201"/>
                </a:lnTo>
                <a:lnTo>
                  <a:pt x="467743" y="98714"/>
                </a:lnTo>
                <a:lnTo>
                  <a:pt x="468323" y="98178"/>
                </a:lnTo>
                <a:lnTo>
                  <a:pt x="468918" y="97595"/>
                </a:lnTo>
                <a:lnTo>
                  <a:pt x="469528" y="96963"/>
                </a:lnTo>
                <a:lnTo>
                  <a:pt x="470154" y="96284"/>
                </a:lnTo>
                <a:lnTo>
                  <a:pt x="470795" y="95558"/>
                </a:lnTo>
                <a:lnTo>
                  <a:pt x="471451" y="94783"/>
                </a:lnTo>
                <a:lnTo>
                  <a:pt x="472122" y="93960"/>
                </a:lnTo>
                <a:lnTo>
                  <a:pt x="472809" y="93090"/>
                </a:lnTo>
                <a:lnTo>
                  <a:pt x="473511" y="92172"/>
                </a:lnTo>
                <a:lnTo>
                  <a:pt x="474229" y="91206"/>
                </a:lnTo>
                <a:lnTo>
                  <a:pt x="474961" y="90192"/>
                </a:lnTo>
                <a:lnTo>
                  <a:pt x="475709" y="89131"/>
                </a:lnTo>
                <a:lnTo>
                  <a:pt x="476473" y="88021"/>
                </a:lnTo>
                <a:lnTo>
                  <a:pt x="477251" y="86864"/>
                </a:lnTo>
                <a:lnTo>
                  <a:pt x="478045" y="85659"/>
                </a:lnTo>
                <a:lnTo>
                  <a:pt x="478854" y="84406"/>
                </a:lnTo>
                <a:lnTo>
                  <a:pt x="479679" y="83105"/>
                </a:lnTo>
                <a:lnTo>
                  <a:pt x="480519" y="81757"/>
                </a:lnTo>
                <a:lnTo>
                  <a:pt x="481374" y="80361"/>
                </a:lnTo>
                <a:lnTo>
                  <a:pt x="482244" y="78917"/>
                </a:lnTo>
                <a:lnTo>
                  <a:pt x="483130" y="77425"/>
                </a:lnTo>
                <a:lnTo>
                  <a:pt x="484031" y="75885"/>
                </a:lnTo>
                <a:lnTo>
                  <a:pt x="484947" y="74297"/>
                </a:lnTo>
                <a:lnTo>
                  <a:pt x="485332" y="76033"/>
                </a:lnTo>
                <a:lnTo>
                  <a:pt x="485707" y="77704"/>
                </a:lnTo>
                <a:lnTo>
                  <a:pt x="486070" y="79312"/>
                </a:lnTo>
                <a:lnTo>
                  <a:pt x="486422" y="80856"/>
                </a:lnTo>
                <a:lnTo>
                  <a:pt x="486763" y="82335"/>
                </a:lnTo>
                <a:lnTo>
                  <a:pt x="487093" y="83751"/>
                </a:lnTo>
                <a:lnTo>
                  <a:pt x="487411" y="85103"/>
                </a:lnTo>
                <a:lnTo>
                  <a:pt x="487719" y="86390"/>
                </a:lnTo>
                <a:lnTo>
                  <a:pt x="488015" y="87614"/>
                </a:lnTo>
                <a:lnTo>
                  <a:pt x="488301" y="88774"/>
                </a:lnTo>
                <a:lnTo>
                  <a:pt x="488575" y="89870"/>
                </a:lnTo>
                <a:lnTo>
                  <a:pt x="488838" y="90901"/>
                </a:lnTo>
                <a:lnTo>
                  <a:pt x="489090" y="91869"/>
                </a:lnTo>
                <a:lnTo>
                  <a:pt x="489331" y="92773"/>
                </a:lnTo>
                <a:lnTo>
                  <a:pt x="489561" y="93613"/>
                </a:lnTo>
                <a:lnTo>
                  <a:pt x="489780" y="94389"/>
                </a:lnTo>
                <a:lnTo>
                  <a:pt x="489988" y="95101"/>
                </a:lnTo>
                <a:lnTo>
                  <a:pt x="490184" y="95749"/>
                </a:lnTo>
                <a:lnTo>
                  <a:pt x="490370" y="96333"/>
                </a:lnTo>
                <a:lnTo>
                  <a:pt x="490544" y="96853"/>
                </a:lnTo>
                <a:lnTo>
                  <a:pt x="490707" y="97309"/>
                </a:lnTo>
                <a:lnTo>
                  <a:pt x="490859" y="97701"/>
                </a:lnTo>
                <a:lnTo>
                  <a:pt x="491000" y="98029"/>
                </a:lnTo>
                <a:lnTo>
                  <a:pt x="491130" y="98293"/>
                </a:lnTo>
                <a:lnTo>
                  <a:pt x="491329" y="98658"/>
                </a:lnTo>
                <a:lnTo>
                  <a:pt x="491533" y="99008"/>
                </a:lnTo>
                <a:lnTo>
                  <a:pt x="491742" y="99342"/>
                </a:lnTo>
                <a:lnTo>
                  <a:pt x="491958" y="99661"/>
                </a:lnTo>
                <a:lnTo>
                  <a:pt x="492179" y="99964"/>
                </a:lnTo>
                <a:lnTo>
                  <a:pt x="492405" y="100252"/>
                </a:lnTo>
                <a:lnTo>
                  <a:pt x="492638" y="100524"/>
                </a:lnTo>
                <a:lnTo>
                  <a:pt x="492876" y="100780"/>
                </a:lnTo>
                <a:lnTo>
                  <a:pt x="493119" y="101021"/>
                </a:lnTo>
                <a:lnTo>
                  <a:pt x="493369" y="101247"/>
                </a:lnTo>
                <a:lnTo>
                  <a:pt x="493624" y="101457"/>
                </a:lnTo>
                <a:lnTo>
                  <a:pt x="493884" y="101651"/>
                </a:lnTo>
                <a:lnTo>
                  <a:pt x="494151" y="101830"/>
                </a:lnTo>
                <a:lnTo>
                  <a:pt x="494423" y="101993"/>
                </a:lnTo>
                <a:lnTo>
                  <a:pt x="494701" y="102141"/>
                </a:lnTo>
                <a:lnTo>
                  <a:pt x="494984" y="102273"/>
                </a:lnTo>
                <a:lnTo>
                  <a:pt x="495273" y="102390"/>
                </a:lnTo>
                <a:lnTo>
                  <a:pt x="495568" y="102491"/>
                </a:lnTo>
                <a:lnTo>
                  <a:pt x="495868" y="102576"/>
                </a:lnTo>
                <a:lnTo>
                  <a:pt x="496174" y="102646"/>
                </a:lnTo>
                <a:lnTo>
                  <a:pt x="496486" y="102700"/>
                </a:lnTo>
                <a:lnTo>
                  <a:pt x="496804" y="102739"/>
                </a:lnTo>
                <a:lnTo>
                  <a:pt x="497127" y="102763"/>
                </a:lnTo>
                <a:lnTo>
                  <a:pt x="497456" y="102770"/>
                </a:lnTo>
                <a:lnTo>
                  <a:pt x="497683" y="102765"/>
                </a:lnTo>
                <a:lnTo>
                  <a:pt x="497914" y="102749"/>
                </a:lnTo>
                <a:lnTo>
                  <a:pt x="498150" y="102722"/>
                </a:lnTo>
                <a:lnTo>
                  <a:pt x="498390" y="102684"/>
                </a:lnTo>
                <a:lnTo>
                  <a:pt x="498634" y="102635"/>
                </a:lnTo>
                <a:lnTo>
                  <a:pt x="498882" y="102575"/>
                </a:lnTo>
                <a:lnTo>
                  <a:pt x="499134" y="102505"/>
                </a:lnTo>
                <a:lnTo>
                  <a:pt x="499391" y="102423"/>
                </a:lnTo>
                <a:lnTo>
                  <a:pt x="499651" y="102331"/>
                </a:lnTo>
                <a:lnTo>
                  <a:pt x="499916" y="102228"/>
                </a:lnTo>
                <a:lnTo>
                  <a:pt x="500185" y="102114"/>
                </a:lnTo>
                <a:lnTo>
                  <a:pt x="500459" y="101989"/>
                </a:lnTo>
                <a:lnTo>
                  <a:pt x="500736" y="101854"/>
                </a:lnTo>
                <a:lnTo>
                  <a:pt x="501018" y="101707"/>
                </a:lnTo>
                <a:lnTo>
                  <a:pt x="501304" y="101550"/>
                </a:lnTo>
                <a:lnTo>
                  <a:pt x="501594" y="101382"/>
                </a:lnTo>
                <a:lnTo>
                  <a:pt x="501888" y="101203"/>
                </a:lnTo>
                <a:lnTo>
                  <a:pt x="502187" y="101013"/>
                </a:lnTo>
                <a:lnTo>
                  <a:pt x="502489" y="100812"/>
                </a:lnTo>
                <a:lnTo>
                  <a:pt x="502796" y="100600"/>
                </a:lnTo>
                <a:lnTo>
                  <a:pt x="503107" y="100378"/>
                </a:lnTo>
                <a:lnTo>
                  <a:pt x="503422" y="100145"/>
                </a:lnTo>
                <a:lnTo>
                  <a:pt x="503742" y="99900"/>
                </a:lnTo>
                <a:lnTo>
                  <a:pt x="504065" y="99645"/>
                </a:lnTo>
                <a:lnTo>
                  <a:pt x="504636" y="99179"/>
                </a:lnTo>
                <a:lnTo>
                  <a:pt x="505198" y="98703"/>
                </a:lnTo>
                <a:lnTo>
                  <a:pt x="505751" y="98217"/>
                </a:lnTo>
                <a:lnTo>
                  <a:pt x="506296" y="97721"/>
                </a:lnTo>
                <a:lnTo>
                  <a:pt x="506833" y="97215"/>
                </a:lnTo>
                <a:lnTo>
                  <a:pt x="507361" y="96699"/>
                </a:lnTo>
                <a:lnTo>
                  <a:pt x="507881" y="96174"/>
                </a:lnTo>
                <a:lnTo>
                  <a:pt x="508393" y="95638"/>
                </a:lnTo>
                <a:lnTo>
                  <a:pt x="508896" y="95093"/>
                </a:lnTo>
                <a:lnTo>
                  <a:pt x="509391" y="94538"/>
                </a:lnTo>
                <a:lnTo>
                  <a:pt x="509877" y="93973"/>
                </a:lnTo>
                <a:lnTo>
                  <a:pt x="510355" y="93398"/>
                </a:lnTo>
                <a:lnTo>
                  <a:pt x="510825" y="92813"/>
                </a:lnTo>
                <a:lnTo>
                  <a:pt x="511286" y="92218"/>
                </a:lnTo>
                <a:lnTo>
                  <a:pt x="511739" y="91614"/>
                </a:lnTo>
                <a:lnTo>
                  <a:pt x="512184" y="90999"/>
                </a:lnTo>
                <a:lnTo>
                  <a:pt x="512620" y="90375"/>
                </a:lnTo>
                <a:lnTo>
                  <a:pt x="513047" y="89741"/>
                </a:lnTo>
                <a:lnTo>
                  <a:pt x="513467" y="89097"/>
                </a:lnTo>
                <a:lnTo>
                  <a:pt x="513877" y="88443"/>
                </a:lnTo>
                <a:lnTo>
                  <a:pt x="514280" y="87779"/>
                </a:lnTo>
                <a:lnTo>
                  <a:pt x="514674" y="87106"/>
                </a:lnTo>
                <a:lnTo>
                  <a:pt x="515060" y="86422"/>
                </a:lnTo>
                <a:lnTo>
                  <a:pt x="515437" y="85729"/>
                </a:lnTo>
                <a:lnTo>
                  <a:pt x="512950" y="84449"/>
                </a:lnTo>
                <a:lnTo>
                  <a:pt x="512717" y="84884"/>
                </a:lnTo>
                <a:lnTo>
                  <a:pt x="512480" y="85312"/>
                </a:lnTo>
                <a:lnTo>
                  <a:pt x="512239" y="85732"/>
                </a:lnTo>
                <a:lnTo>
                  <a:pt x="511994" y="86146"/>
                </a:lnTo>
                <a:lnTo>
                  <a:pt x="511745" y="86553"/>
                </a:lnTo>
                <a:lnTo>
                  <a:pt x="511493" y="86953"/>
                </a:lnTo>
                <a:lnTo>
                  <a:pt x="511236" y="87347"/>
                </a:lnTo>
                <a:lnTo>
                  <a:pt x="510975" y="87733"/>
                </a:lnTo>
                <a:lnTo>
                  <a:pt x="510711" y="88112"/>
                </a:lnTo>
                <a:lnTo>
                  <a:pt x="510442" y="88484"/>
                </a:lnTo>
                <a:lnTo>
                  <a:pt x="510170" y="88850"/>
                </a:lnTo>
                <a:lnTo>
                  <a:pt x="509893" y="89208"/>
                </a:lnTo>
                <a:lnTo>
                  <a:pt x="509613" y="89560"/>
                </a:lnTo>
                <a:lnTo>
                  <a:pt x="509329" y="89905"/>
                </a:lnTo>
                <a:lnTo>
                  <a:pt x="509041" y="90243"/>
                </a:lnTo>
                <a:lnTo>
                  <a:pt x="508748" y="90573"/>
                </a:lnTo>
                <a:lnTo>
                  <a:pt x="508452" y="90897"/>
                </a:lnTo>
                <a:lnTo>
                  <a:pt x="508152" y="91214"/>
                </a:lnTo>
                <a:lnTo>
                  <a:pt x="507848" y="91525"/>
                </a:lnTo>
                <a:lnTo>
                  <a:pt x="507540" y="91828"/>
                </a:lnTo>
                <a:lnTo>
                  <a:pt x="507228" y="92124"/>
                </a:lnTo>
                <a:lnTo>
                  <a:pt x="506912" y="92413"/>
                </a:lnTo>
                <a:lnTo>
                  <a:pt x="506592" y="92696"/>
                </a:lnTo>
                <a:lnTo>
                  <a:pt x="506269" y="92971"/>
                </a:lnTo>
                <a:lnTo>
                  <a:pt x="506104" y="93105"/>
                </a:lnTo>
                <a:lnTo>
                  <a:pt x="505941" y="93232"/>
                </a:lnTo>
                <a:lnTo>
                  <a:pt x="505779" y="93354"/>
                </a:lnTo>
                <a:lnTo>
                  <a:pt x="505619" y="93471"/>
                </a:lnTo>
                <a:lnTo>
                  <a:pt x="505461" y="93582"/>
                </a:lnTo>
                <a:lnTo>
                  <a:pt x="505305" y="93687"/>
                </a:lnTo>
                <a:lnTo>
                  <a:pt x="505150" y="93786"/>
                </a:lnTo>
                <a:lnTo>
                  <a:pt x="504997" y="93879"/>
                </a:lnTo>
                <a:lnTo>
                  <a:pt x="504846" y="93967"/>
                </a:lnTo>
                <a:lnTo>
                  <a:pt x="504697" y="94050"/>
                </a:lnTo>
                <a:lnTo>
                  <a:pt x="504549" y="94126"/>
                </a:lnTo>
                <a:lnTo>
                  <a:pt x="504403" y="94197"/>
                </a:lnTo>
                <a:lnTo>
                  <a:pt x="504259" y="94263"/>
                </a:lnTo>
                <a:lnTo>
                  <a:pt x="504116" y="94322"/>
                </a:lnTo>
                <a:lnTo>
                  <a:pt x="503976" y="94376"/>
                </a:lnTo>
                <a:lnTo>
                  <a:pt x="503836" y="94424"/>
                </a:lnTo>
                <a:lnTo>
                  <a:pt x="503699" y="94467"/>
                </a:lnTo>
                <a:lnTo>
                  <a:pt x="503564" y="94504"/>
                </a:lnTo>
                <a:lnTo>
                  <a:pt x="503430" y="94535"/>
                </a:lnTo>
                <a:lnTo>
                  <a:pt x="503298" y="94561"/>
                </a:lnTo>
                <a:lnTo>
                  <a:pt x="503167" y="94580"/>
                </a:lnTo>
                <a:lnTo>
                  <a:pt x="503038" y="94595"/>
                </a:lnTo>
                <a:lnTo>
                  <a:pt x="502911" y="94603"/>
                </a:lnTo>
                <a:lnTo>
                  <a:pt x="502786" y="94606"/>
                </a:lnTo>
                <a:lnTo>
                  <a:pt x="502709" y="94604"/>
                </a:lnTo>
                <a:lnTo>
                  <a:pt x="502632" y="94598"/>
                </a:lnTo>
                <a:lnTo>
                  <a:pt x="502555" y="94589"/>
                </a:lnTo>
                <a:lnTo>
                  <a:pt x="502478" y="94575"/>
                </a:lnTo>
                <a:lnTo>
                  <a:pt x="502401" y="94558"/>
                </a:lnTo>
                <a:lnTo>
                  <a:pt x="502324" y="94537"/>
                </a:lnTo>
                <a:lnTo>
                  <a:pt x="502247" y="94512"/>
                </a:lnTo>
                <a:lnTo>
                  <a:pt x="502170" y="94484"/>
                </a:lnTo>
                <a:lnTo>
                  <a:pt x="502093" y="94451"/>
                </a:lnTo>
                <a:lnTo>
                  <a:pt x="502016" y="94415"/>
                </a:lnTo>
                <a:lnTo>
                  <a:pt x="501939" y="94375"/>
                </a:lnTo>
                <a:lnTo>
                  <a:pt x="501862" y="94331"/>
                </a:lnTo>
                <a:lnTo>
                  <a:pt x="501785" y="94283"/>
                </a:lnTo>
                <a:lnTo>
                  <a:pt x="501708" y="94232"/>
                </a:lnTo>
                <a:lnTo>
                  <a:pt x="501631" y="94177"/>
                </a:lnTo>
                <a:lnTo>
                  <a:pt x="501554" y="94117"/>
                </a:lnTo>
                <a:lnTo>
                  <a:pt x="501477" y="94054"/>
                </a:lnTo>
                <a:lnTo>
                  <a:pt x="501400" y="93988"/>
                </a:lnTo>
                <a:lnTo>
                  <a:pt x="501323" y="93917"/>
                </a:lnTo>
                <a:lnTo>
                  <a:pt x="501246" y="93843"/>
                </a:lnTo>
                <a:lnTo>
                  <a:pt x="501169" y="93764"/>
                </a:lnTo>
                <a:lnTo>
                  <a:pt x="501092" y="93682"/>
                </a:lnTo>
                <a:lnTo>
                  <a:pt x="501015" y="93596"/>
                </a:lnTo>
                <a:lnTo>
                  <a:pt x="500938" y="93507"/>
                </a:lnTo>
                <a:lnTo>
                  <a:pt x="500861" y="93407"/>
                </a:lnTo>
                <a:lnTo>
                  <a:pt x="500781" y="93292"/>
                </a:lnTo>
                <a:lnTo>
                  <a:pt x="500701" y="93161"/>
                </a:lnTo>
                <a:lnTo>
                  <a:pt x="500618" y="93014"/>
                </a:lnTo>
                <a:lnTo>
                  <a:pt x="500535" y="92852"/>
                </a:lnTo>
                <a:lnTo>
                  <a:pt x="500450" y="92674"/>
                </a:lnTo>
                <a:lnTo>
                  <a:pt x="500363" y="92480"/>
                </a:lnTo>
                <a:lnTo>
                  <a:pt x="500275" y="92271"/>
                </a:lnTo>
                <a:lnTo>
                  <a:pt x="500185" y="92046"/>
                </a:lnTo>
                <a:lnTo>
                  <a:pt x="500094" y="91806"/>
                </a:lnTo>
                <a:lnTo>
                  <a:pt x="500002" y="91550"/>
                </a:lnTo>
                <a:lnTo>
                  <a:pt x="499908" y="91278"/>
                </a:lnTo>
                <a:lnTo>
                  <a:pt x="499812" y="90990"/>
                </a:lnTo>
                <a:lnTo>
                  <a:pt x="499715" y="90687"/>
                </a:lnTo>
                <a:lnTo>
                  <a:pt x="499617" y="90368"/>
                </a:lnTo>
                <a:lnTo>
                  <a:pt x="499517" y="90034"/>
                </a:lnTo>
                <a:lnTo>
                  <a:pt x="499415" y="89684"/>
                </a:lnTo>
                <a:lnTo>
                  <a:pt x="499313" y="89318"/>
                </a:lnTo>
                <a:lnTo>
                  <a:pt x="499208" y="88937"/>
                </a:lnTo>
                <a:lnTo>
                  <a:pt x="499102" y="88540"/>
                </a:lnTo>
                <a:lnTo>
                  <a:pt x="498995" y="88127"/>
                </a:lnTo>
                <a:lnTo>
                  <a:pt x="498886" y="87698"/>
                </a:lnTo>
                <a:lnTo>
                  <a:pt x="498776" y="87254"/>
                </a:lnTo>
                <a:lnTo>
                  <a:pt x="498664" y="86795"/>
                </a:lnTo>
                <a:lnTo>
                  <a:pt x="492836" y="62348"/>
                </a:lnTo>
                <a:lnTo>
                  <a:pt x="493342" y="61477"/>
                </a:lnTo>
                <a:lnTo>
                  <a:pt x="493843" y="60629"/>
                </a:lnTo>
                <a:lnTo>
                  <a:pt x="494337" y="59806"/>
                </a:lnTo>
                <a:lnTo>
                  <a:pt x="494826" y="59006"/>
                </a:lnTo>
                <a:lnTo>
                  <a:pt x="495309" y="58231"/>
                </a:lnTo>
                <a:lnTo>
                  <a:pt x="495786" y="57479"/>
                </a:lnTo>
                <a:lnTo>
                  <a:pt x="496256" y="56751"/>
                </a:lnTo>
                <a:lnTo>
                  <a:pt x="496721" y="56048"/>
                </a:lnTo>
                <a:lnTo>
                  <a:pt x="497180" y="55368"/>
                </a:lnTo>
                <a:lnTo>
                  <a:pt x="497633" y="54712"/>
                </a:lnTo>
                <a:lnTo>
                  <a:pt x="498081" y="54080"/>
                </a:lnTo>
                <a:lnTo>
                  <a:pt x="498522" y="53472"/>
                </a:lnTo>
                <a:lnTo>
                  <a:pt x="498957" y="52889"/>
                </a:lnTo>
                <a:lnTo>
                  <a:pt x="499387" y="52329"/>
                </a:lnTo>
                <a:lnTo>
                  <a:pt x="499810" y="51793"/>
                </a:lnTo>
                <a:lnTo>
                  <a:pt x="500228" y="51281"/>
                </a:lnTo>
                <a:lnTo>
                  <a:pt x="500639" y="50793"/>
                </a:lnTo>
                <a:lnTo>
                  <a:pt x="501045" y="50328"/>
                </a:lnTo>
                <a:lnTo>
                  <a:pt x="501445" y="49888"/>
                </a:lnTo>
                <a:lnTo>
                  <a:pt x="501839" y="49472"/>
                </a:lnTo>
                <a:lnTo>
                  <a:pt x="502226" y="49080"/>
                </a:lnTo>
                <a:lnTo>
                  <a:pt x="502609" y="48712"/>
                </a:lnTo>
                <a:lnTo>
                  <a:pt x="502985" y="48367"/>
                </a:lnTo>
                <a:lnTo>
                  <a:pt x="503355" y="48047"/>
                </a:lnTo>
                <a:lnTo>
                  <a:pt x="503549" y="47884"/>
                </a:lnTo>
                <a:lnTo>
                  <a:pt x="503741" y="47729"/>
                </a:lnTo>
                <a:lnTo>
                  <a:pt x="503931" y="47580"/>
                </a:lnTo>
                <a:lnTo>
                  <a:pt x="504119" y="47438"/>
                </a:lnTo>
                <a:lnTo>
                  <a:pt x="504304" y="47303"/>
                </a:lnTo>
                <a:lnTo>
                  <a:pt x="504487" y="47175"/>
                </a:lnTo>
                <a:lnTo>
                  <a:pt x="504668" y="47054"/>
                </a:lnTo>
                <a:lnTo>
                  <a:pt x="504847" y="46940"/>
                </a:lnTo>
                <a:lnTo>
                  <a:pt x="505024" y="46833"/>
                </a:lnTo>
                <a:lnTo>
                  <a:pt x="505198" y="46733"/>
                </a:lnTo>
                <a:lnTo>
                  <a:pt x="505370" y="46639"/>
                </a:lnTo>
                <a:lnTo>
                  <a:pt x="505540" y="46553"/>
                </a:lnTo>
                <a:lnTo>
                  <a:pt x="505708" y="46473"/>
                </a:lnTo>
                <a:lnTo>
                  <a:pt x="505873" y="46401"/>
                </a:lnTo>
                <a:lnTo>
                  <a:pt x="506037" y="46335"/>
                </a:lnTo>
                <a:lnTo>
                  <a:pt x="506198" y="46276"/>
                </a:lnTo>
                <a:lnTo>
                  <a:pt x="506356" y="46224"/>
                </a:lnTo>
                <a:lnTo>
                  <a:pt x="506513" y="46179"/>
                </a:lnTo>
                <a:lnTo>
                  <a:pt x="506667" y="46141"/>
                </a:lnTo>
                <a:lnTo>
                  <a:pt x="506820" y="46110"/>
                </a:lnTo>
                <a:lnTo>
                  <a:pt x="506969" y="46086"/>
                </a:lnTo>
                <a:lnTo>
                  <a:pt x="507117" y="46069"/>
                </a:lnTo>
                <a:lnTo>
                  <a:pt x="507263" y="46058"/>
                </a:lnTo>
                <a:lnTo>
                  <a:pt x="507406" y="46055"/>
                </a:lnTo>
                <a:lnTo>
                  <a:pt x="507504" y="46057"/>
                </a:lnTo>
                <a:lnTo>
                  <a:pt x="507611" y="46063"/>
                </a:lnTo>
                <a:lnTo>
                  <a:pt x="507725" y="46073"/>
                </a:lnTo>
                <a:lnTo>
                  <a:pt x="507846" y="46088"/>
                </a:lnTo>
                <a:lnTo>
                  <a:pt x="507975" y="46106"/>
                </a:lnTo>
                <a:lnTo>
                  <a:pt x="508112" y="46129"/>
                </a:lnTo>
                <a:lnTo>
                  <a:pt x="508257" y="46155"/>
                </a:lnTo>
                <a:lnTo>
                  <a:pt x="508409" y="46186"/>
                </a:lnTo>
                <a:lnTo>
                  <a:pt x="508569" y="46221"/>
                </a:lnTo>
                <a:lnTo>
                  <a:pt x="508736" y="46260"/>
                </a:lnTo>
                <a:lnTo>
                  <a:pt x="508911" y="46303"/>
                </a:lnTo>
                <a:lnTo>
                  <a:pt x="509094" y="46350"/>
                </a:lnTo>
                <a:lnTo>
                  <a:pt x="509284" y="46401"/>
                </a:lnTo>
                <a:lnTo>
                  <a:pt x="509482" y="46457"/>
                </a:lnTo>
                <a:lnTo>
                  <a:pt x="509688" y="46516"/>
                </a:lnTo>
                <a:lnTo>
                  <a:pt x="509901" y="46580"/>
                </a:lnTo>
                <a:lnTo>
                  <a:pt x="510122" y="46648"/>
                </a:lnTo>
                <a:lnTo>
                  <a:pt x="510351" y="46719"/>
                </a:lnTo>
                <a:lnTo>
                  <a:pt x="510587" y="46795"/>
                </a:lnTo>
                <a:lnTo>
                  <a:pt x="510831" y="46875"/>
                </a:lnTo>
                <a:lnTo>
                  <a:pt x="511083" y="46959"/>
                </a:lnTo>
                <a:lnTo>
                  <a:pt x="511342" y="47048"/>
                </a:lnTo>
                <a:lnTo>
                  <a:pt x="511609" y="47140"/>
                </a:lnTo>
                <a:lnTo>
                  <a:pt x="511883" y="47236"/>
                </a:lnTo>
                <a:lnTo>
                  <a:pt x="512025" y="47291"/>
                </a:lnTo>
                <a:lnTo>
                  <a:pt x="512166" y="47343"/>
                </a:lnTo>
                <a:lnTo>
                  <a:pt x="512307" y="47393"/>
                </a:lnTo>
                <a:lnTo>
                  <a:pt x="512446" y="47440"/>
                </a:lnTo>
                <a:lnTo>
                  <a:pt x="512585" y="47485"/>
                </a:lnTo>
                <a:lnTo>
                  <a:pt x="512723" y="47528"/>
                </a:lnTo>
                <a:lnTo>
                  <a:pt x="512860" y="47568"/>
                </a:lnTo>
                <a:lnTo>
                  <a:pt x="512997" y="47607"/>
                </a:lnTo>
                <a:lnTo>
                  <a:pt x="513133" y="47642"/>
                </a:lnTo>
                <a:lnTo>
                  <a:pt x="513268" y="47676"/>
                </a:lnTo>
                <a:lnTo>
                  <a:pt x="513402" y="47707"/>
                </a:lnTo>
                <a:lnTo>
                  <a:pt x="513536" y="47736"/>
                </a:lnTo>
                <a:lnTo>
                  <a:pt x="513669" y="47763"/>
                </a:lnTo>
                <a:lnTo>
                  <a:pt x="513801" y="47787"/>
                </a:lnTo>
                <a:lnTo>
                  <a:pt x="513932" y="47809"/>
                </a:lnTo>
                <a:lnTo>
                  <a:pt x="514063" y="47829"/>
                </a:lnTo>
                <a:lnTo>
                  <a:pt x="514193" y="47846"/>
                </a:lnTo>
                <a:lnTo>
                  <a:pt x="514322" y="47861"/>
                </a:lnTo>
                <a:lnTo>
                  <a:pt x="514451" y="47874"/>
                </a:lnTo>
                <a:lnTo>
                  <a:pt x="514578" y="47884"/>
                </a:lnTo>
                <a:lnTo>
                  <a:pt x="514705" y="47892"/>
                </a:lnTo>
                <a:lnTo>
                  <a:pt x="514831" y="47898"/>
                </a:lnTo>
                <a:lnTo>
                  <a:pt x="514957" y="47902"/>
                </a:lnTo>
                <a:lnTo>
                  <a:pt x="515082" y="47903"/>
                </a:lnTo>
                <a:lnTo>
                  <a:pt x="515294" y="47900"/>
                </a:lnTo>
                <a:lnTo>
                  <a:pt x="515504" y="47890"/>
                </a:lnTo>
                <a:lnTo>
                  <a:pt x="515712" y="47875"/>
                </a:lnTo>
                <a:lnTo>
                  <a:pt x="515919" y="47853"/>
                </a:lnTo>
                <a:lnTo>
                  <a:pt x="516123" y="47825"/>
                </a:lnTo>
                <a:lnTo>
                  <a:pt x="516325" y="47790"/>
                </a:lnTo>
                <a:lnTo>
                  <a:pt x="516526" y="47750"/>
                </a:lnTo>
                <a:lnTo>
                  <a:pt x="516724" y="47703"/>
                </a:lnTo>
                <a:lnTo>
                  <a:pt x="516921" y="47650"/>
                </a:lnTo>
                <a:lnTo>
                  <a:pt x="517115" y="47590"/>
                </a:lnTo>
                <a:lnTo>
                  <a:pt x="517308" y="47525"/>
                </a:lnTo>
                <a:lnTo>
                  <a:pt x="517498" y="47453"/>
                </a:lnTo>
                <a:lnTo>
                  <a:pt x="517687" y="47375"/>
                </a:lnTo>
                <a:lnTo>
                  <a:pt x="517873" y="47291"/>
                </a:lnTo>
                <a:lnTo>
                  <a:pt x="518058" y="47200"/>
                </a:lnTo>
                <a:lnTo>
                  <a:pt x="518240" y="47103"/>
                </a:lnTo>
                <a:lnTo>
                  <a:pt x="518421" y="47000"/>
                </a:lnTo>
                <a:lnTo>
                  <a:pt x="518600" y="46891"/>
                </a:lnTo>
                <a:lnTo>
                  <a:pt x="518776" y="46775"/>
                </a:lnTo>
                <a:lnTo>
                  <a:pt x="518951" y="46653"/>
                </a:lnTo>
                <a:lnTo>
                  <a:pt x="519124" y="46525"/>
                </a:lnTo>
                <a:lnTo>
                  <a:pt x="519295" y="46391"/>
                </a:lnTo>
                <a:lnTo>
                  <a:pt x="519463" y="46250"/>
                </a:lnTo>
                <a:lnTo>
                  <a:pt x="519630" y="46104"/>
                </a:lnTo>
                <a:lnTo>
                  <a:pt x="519717" y="46017"/>
                </a:lnTo>
                <a:lnTo>
                  <a:pt x="519801" y="45924"/>
                </a:lnTo>
                <a:lnTo>
                  <a:pt x="519880" y="45825"/>
                </a:lnTo>
                <a:lnTo>
                  <a:pt x="519956" y="45720"/>
                </a:lnTo>
                <a:lnTo>
                  <a:pt x="520028" y="45609"/>
                </a:lnTo>
                <a:lnTo>
                  <a:pt x="520097" y="45491"/>
                </a:lnTo>
                <a:lnTo>
                  <a:pt x="520161" y="45368"/>
                </a:lnTo>
                <a:lnTo>
                  <a:pt x="520223" y="45239"/>
                </a:lnTo>
                <a:lnTo>
                  <a:pt x="520280" y="45104"/>
                </a:lnTo>
                <a:lnTo>
                  <a:pt x="520334" y="44963"/>
                </a:lnTo>
                <a:lnTo>
                  <a:pt x="520384" y="44816"/>
                </a:lnTo>
                <a:lnTo>
                  <a:pt x="520430" y="44663"/>
                </a:lnTo>
                <a:lnTo>
                  <a:pt x="520472" y="44504"/>
                </a:lnTo>
                <a:lnTo>
                  <a:pt x="520511" y="44339"/>
                </a:lnTo>
                <a:lnTo>
                  <a:pt x="520546" y="44168"/>
                </a:lnTo>
                <a:lnTo>
                  <a:pt x="520578" y="43991"/>
                </a:lnTo>
                <a:lnTo>
                  <a:pt x="520606" y="43808"/>
                </a:lnTo>
                <a:lnTo>
                  <a:pt x="520630" y="43619"/>
                </a:lnTo>
                <a:lnTo>
                  <a:pt x="520650" y="43424"/>
                </a:lnTo>
                <a:lnTo>
                  <a:pt x="520667" y="43223"/>
                </a:lnTo>
                <a:lnTo>
                  <a:pt x="520680" y="43016"/>
                </a:lnTo>
                <a:lnTo>
                  <a:pt x="520689" y="42803"/>
                </a:lnTo>
                <a:lnTo>
                  <a:pt x="520695" y="42584"/>
                </a:lnTo>
                <a:lnTo>
                  <a:pt x="520696" y="42359"/>
                </a:lnTo>
                <a:lnTo>
                  <a:pt x="520693" y="42162"/>
                </a:lnTo>
                <a:lnTo>
                  <a:pt x="520684" y="41968"/>
                </a:lnTo>
                <a:lnTo>
                  <a:pt x="520668" y="41777"/>
                </a:lnTo>
                <a:lnTo>
                  <a:pt x="520646" y="41588"/>
                </a:lnTo>
                <a:lnTo>
                  <a:pt x="520618" y="41401"/>
                </a:lnTo>
                <a:lnTo>
                  <a:pt x="520583" y="41217"/>
                </a:lnTo>
                <a:lnTo>
                  <a:pt x="520542" y="41035"/>
                </a:lnTo>
                <a:lnTo>
                  <a:pt x="520495" y="40856"/>
                </a:lnTo>
                <a:lnTo>
                  <a:pt x="520442" y="40680"/>
                </a:lnTo>
                <a:lnTo>
                  <a:pt x="520382" y="40505"/>
                </a:lnTo>
                <a:lnTo>
                  <a:pt x="520316" y="40334"/>
                </a:lnTo>
                <a:lnTo>
                  <a:pt x="520243" y="40165"/>
                </a:lnTo>
                <a:lnTo>
                  <a:pt x="520165" y="39998"/>
                </a:lnTo>
                <a:lnTo>
                  <a:pt x="520080" y="39834"/>
                </a:lnTo>
                <a:lnTo>
                  <a:pt x="519988" y="39672"/>
                </a:lnTo>
                <a:lnTo>
                  <a:pt x="519891" y="39513"/>
                </a:lnTo>
                <a:lnTo>
                  <a:pt x="519787" y="39357"/>
                </a:lnTo>
                <a:lnTo>
                  <a:pt x="519677" y="39202"/>
                </a:lnTo>
                <a:lnTo>
                  <a:pt x="519561" y="39051"/>
                </a:lnTo>
                <a:lnTo>
                  <a:pt x="519438" y="38902"/>
                </a:lnTo>
                <a:lnTo>
                  <a:pt x="519309" y="38755"/>
                </a:lnTo>
                <a:lnTo>
                  <a:pt x="519174" y="38611"/>
                </a:lnTo>
                <a:lnTo>
                  <a:pt x="519032" y="38469"/>
                </a:lnTo>
                <a:lnTo>
                  <a:pt x="518884" y="38330"/>
                </a:lnTo>
                <a:lnTo>
                  <a:pt x="518731" y="38195"/>
                </a:lnTo>
                <a:lnTo>
                  <a:pt x="518573" y="38065"/>
                </a:lnTo>
                <a:lnTo>
                  <a:pt x="518412" y="37942"/>
                </a:lnTo>
                <a:lnTo>
                  <a:pt x="518245" y="37824"/>
                </a:lnTo>
                <a:lnTo>
                  <a:pt x="518075" y="37712"/>
                </a:lnTo>
                <a:lnTo>
                  <a:pt x="517900" y="37605"/>
                </a:lnTo>
                <a:lnTo>
                  <a:pt x="517721" y="37505"/>
                </a:lnTo>
                <a:lnTo>
                  <a:pt x="517538" y="37410"/>
                </a:lnTo>
                <a:lnTo>
                  <a:pt x="517350" y="37320"/>
                </a:lnTo>
                <a:lnTo>
                  <a:pt x="517158" y="37237"/>
                </a:lnTo>
                <a:lnTo>
                  <a:pt x="516961" y="37159"/>
                </a:lnTo>
                <a:lnTo>
                  <a:pt x="516761" y="37087"/>
                </a:lnTo>
                <a:lnTo>
                  <a:pt x="516556" y="37021"/>
                </a:lnTo>
                <a:lnTo>
                  <a:pt x="516346" y="36961"/>
                </a:lnTo>
                <a:lnTo>
                  <a:pt x="516133" y="36906"/>
                </a:lnTo>
                <a:lnTo>
                  <a:pt x="515915" y="36857"/>
                </a:lnTo>
                <a:lnTo>
                  <a:pt x="515693" y="36814"/>
                </a:lnTo>
                <a:lnTo>
                  <a:pt x="515466" y="36777"/>
                </a:lnTo>
                <a:lnTo>
                  <a:pt x="515235" y="36745"/>
                </a:lnTo>
                <a:lnTo>
                  <a:pt x="515000" y="36719"/>
                </a:lnTo>
                <a:lnTo>
                  <a:pt x="514760" y="36699"/>
                </a:lnTo>
                <a:lnTo>
                  <a:pt x="514516" y="36685"/>
                </a:lnTo>
                <a:lnTo>
                  <a:pt x="514268" y="36676"/>
                </a:lnTo>
                <a:lnTo>
                  <a:pt x="514016" y="36673"/>
                </a:lnTo>
                <a:lnTo>
                  <a:pt x="513844" y="36675"/>
                </a:lnTo>
                <a:lnTo>
                  <a:pt x="513675" y="36678"/>
                </a:lnTo>
                <a:lnTo>
                  <a:pt x="513506" y="36684"/>
                </a:lnTo>
                <a:lnTo>
                  <a:pt x="513338" y="36693"/>
                </a:lnTo>
                <a:lnTo>
                  <a:pt x="513172" y="36704"/>
                </a:lnTo>
                <a:lnTo>
                  <a:pt x="513007" y="36718"/>
                </a:lnTo>
                <a:lnTo>
                  <a:pt x="512844" y="36734"/>
                </a:lnTo>
                <a:lnTo>
                  <a:pt x="512681" y="36753"/>
                </a:lnTo>
                <a:lnTo>
                  <a:pt x="512520" y="36774"/>
                </a:lnTo>
                <a:lnTo>
                  <a:pt x="512360" y="36797"/>
                </a:lnTo>
                <a:lnTo>
                  <a:pt x="512201" y="36824"/>
                </a:lnTo>
                <a:lnTo>
                  <a:pt x="512043" y="36852"/>
                </a:lnTo>
                <a:lnTo>
                  <a:pt x="511887" y="36883"/>
                </a:lnTo>
                <a:lnTo>
                  <a:pt x="511732" y="36917"/>
                </a:lnTo>
                <a:lnTo>
                  <a:pt x="511578" y="36953"/>
                </a:lnTo>
                <a:lnTo>
                  <a:pt x="511425" y="36991"/>
                </a:lnTo>
                <a:lnTo>
                  <a:pt x="511274" y="37032"/>
                </a:lnTo>
                <a:lnTo>
                  <a:pt x="511124" y="37076"/>
                </a:lnTo>
                <a:lnTo>
                  <a:pt x="510975" y="37121"/>
                </a:lnTo>
                <a:lnTo>
                  <a:pt x="510827" y="37170"/>
                </a:lnTo>
                <a:lnTo>
                  <a:pt x="510681" y="37221"/>
                </a:lnTo>
                <a:lnTo>
                  <a:pt x="510536" y="37274"/>
                </a:lnTo>
                <a:lnTo>
                  <a:pt x="510392" y="37330"/>
                </a:lnTo>
                <a:lnTo>
                  <a:pt x="510249" y="37388"/>
                </a:lnTo>
                <a:lnTo>
                  <a:pt x="510022" y="37487"/>
                </a:lnTo>
                <a:lnTo>
                  <a:pt x="509793" y="37593"/>
                </a:lnTo>
                <a:lnTo>
                  <a:pt x="509560" y="37705"/>
                </a:lnTo>
                <a:lnTo>
                  <a:pt x="509325" y="37824"/>
                </a:lnTo>
                <a:lnTo>
                  <a:pt x="509086" y="37950"/>
                </a:lnTo>
                <a:lnTo>
                  <a:pt x="508845" y="38083"/>
                </a:lnTo>
                <a:lnTo>
                  <a:pt x="508601" y="38223"/>
                </a:lnTo>
                <a:lnTo>
                  <a:pt x="508354" y="38370"/>
                </a:lnTo>
                <a:lnTo>
                  <a:pt x="508103" y="38523"/>
                </a:lnTo>
                <a:lnTo>
                  <a:pt x="507850" y="38683"/>
                </a:lnTo>
                <a:lnTo>
                  <a:pt x="507594" y="38850"/>
                </a:lnTo>
                <a:lnTo>
                  <a:pt x="507335" y="39024"/>
                </a:lnTo>
                <a:lnTo>
                  <a:pt x="507073" y="39205"/>
                </a:lnTo>
                <a:lnTo>
                  <a:pt x="506808" y="39392"/>
                </a:lnTo>
                <a:lnTo>
                  <a:pt x="506540" y="39587"/>
                </a:lnTo>
                <a:lnTo>
                  <a:pt x="506269" y="39788"/>
                </a:lnTo>
                <a:lnTo>
                  <a:pt x="505995" y="39996"/>
                </a:lnTo>
                <a:lnTo>
                  <a:pt x="505718" y="40211"/>
                </a:lnTo>
                <a:lnTo>
                  <a:pt x="505438" y="40433"/>
                </a:lnTo>
                <a:lnTo>
                  <a:pt x="505155" y="40661"/>
                </a:lnTo>
                <a:lnTo>
                  <a:pt x="504869" y="40897"/>
                </a:lnTo>
                <a:lnTo>
                  <a:pt x="504581" y="41139"/>
                </a:lnTo>
                <a:lnTo>
                  <a:pt x="504289" y="41388"/>
                </a:lnTo>
                <a:lnTo>
                  <a:pt x="503994" y="41644"/>
                </a:lnTo>
                <a:lnTo>
                  <a:pt x="503700" y="41904"/>
                </a:lnTo>
                <a:lnTo>
                  <a:pt x="503410" y="42165"/>
                </a:lnTo>
                <a:lnTo>
                  <a:pt x="503123" y="42427"/>
                </a:lnTo>
                <a:lnTo>
                  <a:pt x="502839" y="42690"/>
                </a:lnTo>
                <a:lnTo>
                  <a:pt x="502560" y="42954"/>
                </a:lnTo>
                <a:lnTo>
                  <a:pt x="502284" y="43220"/>
                </a:lnTo>
                <a:lnTo>
                  <a:pt x="502012" y="43486"/>
                </a:lnTo>
                <a:lnTo>
                  <a:pt x="501744" y="43754"/>
                </a:lnTo>
                <a:lnTo>
                  <a:pt x="501479" y="44023"/>
                </a:lnTo>
                <a:lnTo>
                  <a:pt x="501218" y="44292"/>
                </a:lnTo>
                <a:lnTo>
                  <a:pt x="500961" y="44563"/>
                </a:lnTo>
                <a:lnTo>
                  <a:pt x="500707" y="44835"/>
                </a:lnTo>
                <a:lnTo>
                  <a:pt x="500457" y="45109"/>
                </a:lnTo>
                <a:lnTo>
                  <a:pt x="500211" y="45383"/>
                </a:lnTo>
                <a:lnTo>
                  <a:pt x="499969" y="45658"/>
                </a:lnTo>
                <a:lnTo>
                  <a:pt x="499730" y="45935"/>
                </a:lnTo>
                <a:lnTo>
                  <a:pt x="499495" y="46212"/>
                </a:lnTo>
                <a:lnTo>
                  <a:pt x="499264" y="46491"/>
                </a:lnTo>
                <a:lnTo>
                  <a:pt x="499036" y="46771"/>
                </a:lnTo>
                <a:lnTo>
                  <a:pt x="498812" y="47052"/>
                </a:lnTo>
                <a:lnTo>
                  <a:pt x="498592" y="47334"/>
                </a:lnTo>
                <a:lnTo>
                  <a:pt x="498375" y="47617"/>
                </a:lnTo>
                <a:lnTo>
                  <a:pt x="498162" y="47902"/>
                </a:lnTo>
                <a:lnTo>
                  <a:pt x="497953" y="48187"/>
                </a:lnTo>
                <a:lnTo>
                  <a:pt x="491699" y="57628"/>
                </a:lnTo>
                <a:lnTo>
                  <a:pt x="491459" y="56733"/>
                </a:lnTo>
                <a:lnTo>
                  <a:pt x="491225" y="55867"/>
                </a:lnTo>
                <a:lnTo>
                  <a:pt x="490996" y="55029"/>
                </a:lnTo>
                <a:lnTo>
                  <a:pt x="490773" y="54221"/>
                </a:lnTo>
                <a:lnTo>
                  <a:pt x="490556" y="53441"/>
                </a:lnTo>
                <a:lnTo>
                  <a:pt x="490344" y="52691"/>
                </a:lnTo>
                <a:lnTo>
                  <a:pt x="490138" y="51970"/>
                </a:lnTo>
                <a:lnTo>
                  <a:pt x="489938" y="51277"/>
                </a:lnTo>
                <a:lnTo>
                  <a:pt x="489743" y="50614"/>
                </a:lnTo>
                <a:lnTo>
                  <a:pt x="489554" y="49979"/>
                </a:lnTo>
                <a:lnTo>
                  <a:pt x="489371" y="49374"/>
                </a:lnTo>
                <a:lnTo>
                  <a:pt x="489194" y="48797"/>
                </a:lnTo>
                <a:lnTo>
                  <a:pt x="489022" y="48250"/>
                </a:lnTo>
                <a:lnTo>
                  <a:pt x="488856" y="47731"/>
                </a:lnTo>
                <a:lnTo>
                  <a:pt x="488695" y="47242"/>
                </a:lnTo>
                <a:lnTo>
                  <a:pt x="488540" y="46781"/>
                </a:lnTo>
                <a:lnTo>
                  <a:pt x="488391" y="46350"/>
                </a:lnTo>
                <a:lnTo>
                  <a:pt x="488247" y="45947"/>
                </a:lnTo>
                <a:lnTo>
                  <a:pt x="488110" y="45573"/>
                </a:lnTo>
                <a:lnTo>
                  <a:pt x="487977" y="45229"/>
                </a:lnTo>
                <a:lnTo>
                  <a:pt x="487851" y="44913"/>
                </a:lnTo>
                <a:lnTo>
                  <a:pt x="487730" y="44627"/>
                </a:lnTo>
                <a:lnTo>
                  <a:pt x="487615" y="44369"/>
                </a:lnTo>
                <a:lnTo>
                  <a:pt x="487506" y="44140"/>
                </a:lnTo>
                <a:lnTo>
                  <a:pt x="487355" y="43829"/>
                </a:lnTo>
                <a:lnTo>
                  <a:pt x="487198" y="43518"/>
                </a:lnTo>
                <a:lnTo>
                  <a:pt x="487035" y="43207"/>
                </a:lnTo>
                <a:lnTo>
                  <a:pt x="486866" y="42896"/>
                </a:lnTo>
                <a:lnTo>
                  <a:pt x="486691" y="42585"/>
                </a:lnTo>
                <a:lnTo>
                  <a:pt x="486511" y="42274"/>
                </a:lnTo>
                <a:lnTo>
                  <a:pt x="486324" y="41962"/>
                </a:lnTo>
                <a:lnTo>
                  <a:pt x="486132" y="41651"/>
                </a:lnTo>
                <a:lnTo>
                  <a:pt x="485933" y="41340"/>
                </a:lnTo>
                <a:lnTo>
                  <a:pt x="485729" y="41029"/>
                </a:lnTo>
                <a:lnTo>
                  <a:pt x="485519" y="40718"/>
                </a:lnTo>
                <a:lnTo>
                  <a:pt x="485302" y="40407"/>
                </a:lnTo>
                <a:lnTo>
                  <a:pt x="485080" y="40096"/>
                </a:lnTo>
                <a:lnTo>
                  <a:pt x="484852" y="39785"/>
                </a:lnTo>
                <a:lnTo>
                  <a:pt x="484618" y="39473"/>
                </a:lnTo>
                <a:lnTo>
                  <a:pt x="484378" y="39162"/>
                </a:lnTo>
                <a:lnTo>
                  <a:pt x="484133" y="38851"/>
                </a:lnTo>
                <a:lnTo>
                  <a:pt x="483881" y="38540"/>
                </a:lnTo>
                <a:lnTo>
                  <a:pt x="483623" y="38229"/>
                </a:lnTo>
                <a:lnTo>
                  <a:pt x="483360" y="37918"/>
                </a:lnTo>
                <a:lnTo>
                  <a:pt x="483090" y="37607"/>
                </a:lnTo>
                <a:lnTo>
                  <a:pt x="482815" y="37296"/>
                </a:lnTo>
                <a:lnTo>
                  <a:pt x="482534" y="36984"/>
                </a:lnTo>
                <a:lnTo>
                  <a:pt x="482246" y="36673"/>
                </a:lnTo>
                <a:lnTo>
                  <a:pt x="463270" y="40085"/>
                </a:lnTo>
                <a:lnTo>
                  <a:pt x="463270" y="42643"/>
                </a:lnTo>
                <a:lnTo>
                  <a:pt x="463447" y="42632"/>
                </a:lnTo>
                <a:close/>
                <a:moveTo>
                  <a:pt x="173901" y="129563"/>
                </a:moveTo>
                <a:lnTo>
                  <a:pt x="173474" y="129557"/>
                </a:lnTo>
                <a:lnTo>
                  <a:pt x="173059" y="129548"/>
                </a:lnTo>
                <a:lnTo>
                  <a:pt x="172655" y="129535"/>
                </a:lnTo>
                <a:lnTo>
                  <a:pt x="172262" y="129518"/>
                </a:lnTo>
                <a:lnTo>
                  <a:pt x="171881" y="129498"/>
                </a:lnTo>
                <a:lnTo>
                  <a:pt x="171512" y="129474"/>
                </a:lnTo>
                <a:lnTo>
                  <a:pt x="171153" y="129446"/>
                </a:lnTo>
                <a:lnTo>
                  <a:pt x="170807" y="129415"/>
                </a:lnTo>
                <a:lnTo>
                  <a:pt x="170472" y="129380"/>
                </a:lnTo>
                <a:lnTo>
                  <a:pt x="170148" y="129341"/>
                </a:lnTo>
                <a:lnTo>
                  <a:pt x="169836" y="129298"/>
                </a:lnTo>
                <a:lnTo>
                  <a:pt x="169535" y="129252"/>
                </a:lnTo>
                <a:lnTo>
                  <a:pt x="169246" y="129202"/>
                </a:lnTo>
                <a:lnTo>
                  <a:pt x="168968" y="129148"/>
                </a:lnTo>
                <a:lnTo>
                  <a:pt x="168701" y="129091"/>
                </a:lnTo>
                <a:lnTo>
                  <a:pt x="168447" y="129030"/>
                </a:lnTo>
                <a:lnTo>
                  <a:pt x="168203" y="128965"/>
                </a:lnTo>
                <a:lnTo>
                  <a:pt x="167971" y="128897"/>
                </a:lnTo>
                <a:lnTo>
                  <a:pt x="167751" y="128824"/>
                </a:lnTo>
                <a:lnTo>
                  <a:pt x="167542" y="128748"/>
                </a:lnTo>
                <a:lnTo>
                  <a:pt x="167344" y="128669"/>
                </a:lnTo>
                <a:lnTo>
                  <a:pt x="167158" y="128586"/>
                </a:lnTo>
                <a:lnTo>
                  <a:pt x="166984" y="128499"/>
                </a:lnTo>
                <a:lnTo>
                  <a:pt x="166817" y="128408"/>
                </a:lnTo>
                <a:lnTo>
                  <a:pt x="166655" y="128316"/>
                </a:lnTo>
                <a:lnTo>
                  <a:pt x="166496" y="128220"/>
                </a:lnTo>
                <a:lnTo>
                  <a:pt x="166342" y="128122"/>
                </a:lnTo>
                <a:lnTo>
                  <a:pt x="166192" y="128022"/>
                </a:lnTo>
                <a:lnTo>
                  <a:pt x="166047" y="127919"/>
                </a:lnTo>
                <a:lnTo>
                  <a:pt x="165905" y="127813"/>
                </a:lnTo>
                <a:lnTo>
                  <a:pt x="165768" y="127705"/>
                </a:lnTo>
                <a:lnTo>
                  <a:pt x="165635" y="127594"/>
                </a:lnTo>
                <a:lnTo>
                  <a:pt x="165506" y="127481"/>
                </a:lnTo>
                <a:lnTo>
                  <a:pt x="165381" y="127365"/>
                </a:lnTo>
                <a:lnTo>
                  <a:pt x="165260" y="127246"/>
                </a:lnTo>
                <a:lnTo>
                  <a:pt x="165144" y="127125"/>
                </a:lnTo>
                <a:lnTo>
                  <a:pt x="165032" y="127001"/>
                </a:lnTo>
                <a:lnTo>
                  <a:pt x="164924" y="126874"/>
                </a:lnTo>
                <a:lnTo>
                  <a:pt x="164820" y="126745"/>
                </a:lnTo>
                <a:lnTo>
                  <a:pt x="164721" y="126614"/>
                </a:lnTo>
                <a:lnTo>
                  <a:pt x="164625" y="126480"/>
                </a:lnTo>
                <a:lnTo>
                  <a:pt x="164534" y="126343"/>
                </a:lnTo>
                <a:lnTo>
                  <a:pt x="164447" y="126204"/>
                </a:lnTo>
                <a:lnTo>
                  <a:pt x="164364" y="126062"/>
                </a:lnTo>
                <a:lnTo>
                  <a:pt x="164286" y="125917"/>
                </a:lnTo>
                <a:lnTo>
                  <a:pt x="164211" y="125770"/>
                </a:lnTo>
                <a:lnTo>
                  <a:pt x="164141" y="125620"/>
                </a:lnTo>
                <a:lnTo>
                  <a:pt x="164074" y="125461"/>
                </a:lnTo>
                <a:lnTo>
                  <a:pt x="164010" y="125284"/>
                </a:lnTo>
                <a:lnTo>
                  <a:pt x="163949" y="125091"/>
                </a:lnTo>
                <a:lnTo>
                  <a:pt x="163891" y="124881"/>
                </a:lnTo>
                <a:lnTo>
                  <a:pt x="163836" y="124654"/>
                </a:lnTo>
                <a:lnTo>
                  <a:pt x="163783" y="124410"/>
                </a:lnTo>
                <a:lnTo>
                  <a:pt x="163734" y="124149"/>
                </a:lnTo>
                <a:lnTo>
                  <a:pt x="163687" y="123871"/>
                </a:lnTo>
                <a:lnTo>
                  <a:pt x="163643" y="123576"/>
                </a:lnTo>
                <a:lnTo>
                  <a:pt x="163602" y="123265"/>
                </a:lnTo>
                <a:lnTo>
                  <a:pt x="163563" y="122936"/>
                </a:lnTo>
                <a:lnTo>
                  <a:pt x="163528" y="122591"/>
                </a:lnTo>
                <a:lnTo>
                  <a:pt x="163495" y="122228"/>
                </a:lnTo>
                <a:lnTo>
                  <a:pt x="163466" y="121849"/>
                </a:lnTo>
                <a:lnTo>
                  <a:pt x="163439" y="121453"/>
                </a:lnTo>
                <a:lnTo>
                  <a:pt x="163414" y="121040"/>
                </a:lnTo>
                <a:lnTo>
                  <a:pt x="163393" y="120610"/>
                </a:lnTo>
                <a:lnTo>
                  <a:pt x="163375" y="120163"/>
                </a:lnTo>
                <a:lnTo>
                  <a:pt x="163359" y="119699"/>
                </a:lnTo>
                <a:lnTo>
                  <a:pt x="163346" y="119219"/>
                </a:lnTo>
                <a:lnTo>
                  <a:pt x="163336" y="118721"/>
                </a:lnTo>
                <a:lnTo>
                  <a:pt x="163329" y="118207"/>
                </a:lnTo>
                <a:lnTo>
                  <a:pt x="163325" y="117675"/>
                </a:lnTo>
                <a:lnTo>
                  <a:pt x="163324" y="117127"/>
                </a:lnTo>
                <a:lnTo>
                  <a:pt x="163324" y="97298"/>
                </a:lnTo>
                <a:lnTo>
                  <a:pt x="163619" y="97561"/>
                </a:lnTo>
                <a:lnTo>
                  <a:pt x="163911" y="97816"/>
                </a:lnTo>
                <a:lnTo>
                  <a:pt x="164201" y="98064"/>
                </a:lnTo>
                <a:lnTo>
                  <a:pt x="164488" y="98305"/>
                </a:lnTo>
                <a:lnTo>
                  <a:pt x="164774" y="98538"/>
                </a:lnTo>
                <a:lnTo>
                  <a:pt x="165056" y="98764"/>
                </a:lnTo>
                <a:lnTo>
                  <a:pt x="165336" y="98982"/>
                </a:lnTo>
                <a:lnTo>
                  <a:pt x="165614" y="99193"/>
                </a:lnTo>
                <a:lnTo>
                  <a:pt x="165889" y="99397"/>
                </a:lnTo>
                <a:lnTo>
                  <a:pt x="166162" y="99593"/>
                </a:lnTo>
                <a:lnTo>
                  <a:pt x="166432" y="99782"/>
                </a:lnTo>
                <a:lnTo>
                  <a:pt x="166700" y="99963"/>
                </a:lnTo>
                <a:lnTo>
                  <a:pt x="166965" y="100137"/>
                </a:lnTo>
                <a:lnTo>
                  <a:pt x="167228" y="100304"/>
                </a:lnTo>
                <a:lnTo>
                  <a:pt x="167488" y="100463"/>
                </a:lnTo>
                <a:lnTo>
                  <a:pt x="167746" y="100615"/>
                </a:lnTo>
                <a:lnTo>
                  <a:pt x="168001" y="100759"/>
                </a:lnTo>
                <a:lnTo>
                  <a:pt x="168254" y="100896"/>
                </a:lnTo>
                <a:lnTo>
                  <a:pt x="168505" y="101025"/>
                </a:lnTo>
                <a:lnTo>
                  <a:pt x="168753" y="101148"/>
                </a:lnTo>
                <a:lnTo>
                  <a:pt x="168998" y="101262"/>
                </a:lnTo>
                <a:lnTo>
                  <a:pt x="169241" y="101370"/>
                </a:lnTo>
                <a:lnTo>
                  <a:pt x="169482" y="101470"/>
                </a:lnTo>
                <a:lnTo>
                  <a:pt x="169720" y="101562"/>
                </a:lnTo>
                <a:lnTo>
                  <a:pt x="170042" y="101684"/>
                </a:lnTo>
                <a:lnTo>
                  <a:pt x="170370" y="101801"/>
                </a:lnTo>
                <a:lnTo>
                  <a:pt x="170702" y="101912"/>
                </a:lnTo>
                <a:lnTo>
                  <a:pt x="171039" y="102018"/>
                </a:lnTo>
                <a:lnTo>
                  <a:pt x="171381" y="102119"/>
                </a:lnTo>
                <a:lnTo>
                  <a:pt x="171728" y="102215"/>
                </a:lnTo>
                <a:lnTo>
                  <a:pt x="172080" y="102306"/>
                </a:lnTo>
                <a:lnTo>
                  <a:pt x="172437" y="102391"/>
                </a:lnTo>
                <a:lnTo>
                  <a:pt x="172798" y="102472"/>
                </a:lnTo>
                <a:lnTo>
                  <a:pt x="173165" y="102547"/>
                </a:lnTo>
                <a:lnTo>
                  <a:pt x="173537" y="102617"/>
                </a:lnTo>
                <a:lnTo>
                  <a:pt x="173913" y="102682"/>
                </a:lnTo>
                <a:lnTo>
                  <a:pt x="174295" y="102741"/>
                </a:lnTo>
                <a:lnTo>
                  <a:pt x="174681" y="102796"/>
                </a:lnTo>
                <a:lnTo>
                  <a:pt x="175073" y="102845"/>
                </a:lnTo>
                <a:lnTo>
                  <a:pt x="175469" y="102889"/>
                </a:lnTo>
                <a:lnTo>
                  <a:pt x="175870" y="102928"/>
                </a:lnTo>
                <a:lnTo>
                  <a:pt x="176277" y="102961"/>
                </a:lnTo>
                <a:lnTo>
                  <a:pt x="176688" y="102990"/>
                </a:lnTo>
                <a:lnTo>
                  <a:pt x="177104" y="103013"/>
                </a:lnTo>
                <a:lnTo>
                  <a:pt x="177525" y="103031"/>
                </a:lnTo>
                <a:lnTo>
                  <a:pt x="177951" y="103044"/>
                </a:lnTo>
                <a:lnTo>
                  <a:pt x="178382" y="103052"/>
                </a:lnTo>
                <a:lnTo>
                  <a:pt x="178817" y="103055"/>
                </a:lnTo>
                <a:lnTo>
                  <a:pt x="179817" y="103039"/>
                </a:lnTo>
                <a:lnTo>
                  <a:pt x="180803" y="102992"/>
                </a:lnTo>
                <a:lnTo>
                  <a:pt x="181774" y="102914"/>
                </a:lnTo>
                <a:lnTo>
                  <a:pt x="182730" y="102804"/>
                </a:lnTo>
                <a:lnTo>
                  <a:pt x="183673" y="102663"/>
                </a:lnTo>
                <a:lnTo>
                  <a:pt x="184601" y="102491"/>
                </a:lnTo>
                <a:lnTo>
                  <a:pt x="185515" y="102288"/>
                </a:lnTo>
                <a:lnTo>
                  <a:pt x="186414" y="102053"/>
                </a:lnTo>
                <a:lnTo>
                  <a:pt x="187299" y="101787"/>
                </a:lnTo>
                <a:lnTo>
                  <a:pt x="188170" y="101489"/>
                </a:lnTo>
                <a:lnTo>
                  <a:pt x="189027" y="101160"/>
                </a:lnTo>
                <a:lnTo>
                  <a:pt x="189869" y="100800"/>
                </a:lnTo>
                <a:lnTo>
                  <a:pt x="190697" y="100409"/>
                </a:lnTo>
                <a:lnTo>
                  <a:pt x="191511" y="99986"/>
                </a:lnTo>
                <a:lnTo>
                  <a:pt x="192310" y="99532"/>
                </a:lnTo>
                <a:lnTo>
                  <a:pt x="193095" y="99047"/>
                </a:lnTo>
                <a:lnTo>
                  <a:pt x="193866" y="98530"/>
                </a:lnTo>
                <a:lnTo>
                  <a:pt x="194622" y="97982"/>
                </a:lnTo>
                <a:lnTo>
                  <a:pt x="195364" y="97403"/>
                </a:lnTo>
                <a:lnTo>
                  <a:pt x="196092" y="96793"/>
                </a:lnTo>
                <a:lnTo>
                  <a:pt x="196805" y="96151"/>
                </a:lnTo>
                <a:lnTo>
                  <a:pt x="197504" y="95478"/>
                </a:lnTo>
                <a:lnTo>
                  <a:pt x="198189" y="94773"/>
                </a:lnTo>
                <a:lnTo>
                  <a:pt x="198860" y="94037"/>
                </a:lnTo>
                <a:lnTo>
                  <a:pt x="199648" y="93110"/>
                </a:lnTo>
                <a:lnTo>
                  <a:pt x="200404" y="92163"/>
                </a:lnTo>
                <a:lnTo>
                  <a:pt x="201125" y="91195"/>
                </a:lnTo>
                <a:lnTo>
                  <a:pt x="201813" y="90207"/>
                </a:lnTo>
                <a:lnTo>
                  <a:pt x="202468" y="89199"/>
                </a:lnTo>
                <a:lnTo>
                  <a:pt x="203089" y="88171"/>
                </a:lnTo>
                <a:lnTo>
                  <a:pt x="203676" y="87123"/>
                </a:lnTo>
                <a:lnTo>
                  <a:pt x="204230" y="86054"/>
                </a:lnTo>
                <a:lnTo>
                  <a:pt x="204750" y="84965"/>
                </a:lnTo>
                <a:lnTo>
                  <a:pt x="205237" y="83856"/>
                </a:lnTo>
                <a:lnTo>
                  <a:pt x="205690" y="82727"/>
                </a:lnTo>
                <a:lnTo>
                  <a:pt x="206109" y="81577"/>
                </a:lnTo>
                <a:lnTo>
                  <a:pt x="206495" y="80407"/>
                </a:lnTo>
                <a:lnTo>
                  <a:pt x="206848" y="79217"/>
                </a:lnTo>
                <a:lnTo>
                  <a:pt x="207166" y="78007"/>
                </a:lnTo>
                <a:lnTo>
                  <a:pt x="207452" y="76777"/>
                </a:lnTo>
                <a:lnTo>
                  <a:pt x="207703" y="75526"/>
                </a:lnTo>
                <a:lnTo>
                  <a:pt x="207921" y="74255"/>
                </a:lnTo>
                <a:lnTo>
                  <a:pt x="208106" y="72964"/>
                </a:lnTo>
                <a:lnTo>
                  <a:pt x="208257" y="71653"/>
                </a:lnTo>
                <a:lnTo>
                  <a:pt x="208375" y="70322"/>
                </a:lnTo>
                <a:lnTo>
                  <a:pt x="208458" y="68970"/>
                </a:lnTo>
                <a:lnTo>
                  <a:pt x="208509" y="67598"/>
                </a:lnTo>
                <a:lnTo>
                  <a:pt x="208526" y="66206"/>
                </a:lnTo>
                <a:lnTo>
                  <a:pt x="208512" y="64962"/>
                </a:lnTo>
                <a:lnTo>
                  <a:pt x="208470" y="63737"/>
                </a:lnTo>
                <a:lnTo>
                  <a:pt x="208400" y="62532"/>
                </a:lnTo>
                <a:lnTo>
                  <a:pt x="208303" y="61346"/>
                </a:lnTo>
                <a:lnTo>
                  <a:pt x="208177" y="60181"/>
                </a:lnTo>
                <a:lnTo>
                  <a:pt x="208024" y="59035"/>
                </a:lnTo>
                <a:lnTo>
                  <a:pt x="207842" y="57909"/>
                </a:lnTo>
                <a:lnTo>
                  <a:pt x="207633" y="56803"/>
                </a:lnTo>
                <a:lnTo>
                  <a:pt x="207396" y="55716"/>
                </a:lnTo>
                <a:lnTo>
                  <a:pt x="207131" y="54649"/>
                </a:lnTo>
                <a:lnTo>
                  <a:pt x="206839" y="53602"/>
                </a:lnTo>
                <a:lnTo>
                  <a:pt x="206518" y="52574"/>
                </a:lnTo>
                <a:lnTo>
                  <a:pt x="206169" y="51566"/>
                </a:lnTo>
                <a:lnTo>
                  <a:pt x="205793" y="50578"/>
                </a:lnTo>
                <a:lnTo>
                  <a:pt x="205388" y="49610"/>
                </a:lnTo>
                <a:lnTo>
                  <a:pt x="204956" y="48661"/>
                </a:lnTo>
                <a:lnTo>
                  <a:pt x="204496" y="47732"/>
                </a:lnTo>
                <a:lnTo>
                  <a:pt x="204008" y="46823"/>
                </a:lnTo>
                <a:lnTo>
                  <a:pt x="203492" y="45933"/>
                </a:lnTo>
                <a:lnTo>
                  <a:pt x="202948" y="45064"/>
                </a:lnTo>
                <a:lnTo>
                  <a:pt x="202377" y="44213"/>
                </a:lnTo>
                <a:lnTo>
                  <a:pt x="201777" y="43383"/>
                </a:lnTo>
                <a:lnTo>
                  <a:pt x="201150" y="42572"/>
                </a:lnTo>
                <a:lnTo>
                  <a:pt x="200494" y="41782"/>
                </a:lnTo>
                <a:lnTo>
                  <a:pt x="199944" y="41156"/>
                </a:lnTo>
                <a:lnTo>
                  <a:pt x="199382" y="40557"/>
                </a:lnTo>
                <a:lnTo>
                  <a:pt x="198809" y="39985"/>
                </a:lnTo>
                <a:lnTo>
                  <a:pt x="198224" y="39439"/>
                </a:lnTo>
                <a:lnTo>
                  <a:pt x="197628" y="38920"/>
                </a:lnTo>
                <a:lnTo>
                  <a:pt x="197021" y="38427"/>
                </a:lnTo>
                <a:lnTo>
                  <a:pt x="196402" y="37961"/>
                </a:lnTo>
                <a:lnTo>
                  <a:pt x="195772" y="37522"/>
                </a:lnTo>
                <a:lnTo>
                  <a:pt x="195131" y="37110"/>
                </a:lnTo>
                <a:lnTo>
                  <a:pt x="194478" y="36724"/>
                </a:lnTo>
                <a:lnTo>
                  <a:pt x="193814" y="36364"/>
                </a:lnTo>
                <a:lnTo>
                  <a:pt x="193138" y="36031"/>
                </a:lnTo>
                <a:lnTo>
                  <a:pt x="192452" y="35725"/>
                </a:lnTo>
                <a:lnTo>
                  <a:pt x="191754" y="35446"/>
                </a:lnTo>
                <a:lnTo>
                  <a:pt x="191044" y="35193"/>
                </a:lnTo>
                <a:lnTo>
                  <a:pt x="190323" y="34967"/>
                </a:lnTo>
                <a:lnTo>
                  <a:pt x="189591" y="34767"/>
                </a:lnTo>
                <a:lnTo>
                  <a:pt x="188847" y="34594"/>
                </a:lnTo>
                <a:lnTo>
                  <a:pt x="188093" y="34447"/>
                </a:lnTo>
                <a:lnTo>
                  <a:pt x="187326" y="34328"/>
                </a:lnTo>
                <a:lnTo>
                  <a:pt x="186549" y="34234"/>
                </a:lnTo>
                <a:lnTo>
                  <a:pt x="185760" y="34168"/>
                </a:lnTo>
                <a:lnTo>
                  <a:pt x="184959" y="34128"/>
                </a:lnTo>
                <a:lnTo>
                  <a:pt x="184148" y="34115"/>
                </a:lnTo>
                <a:lnTo>
                  <a:pt x="183681" y="34121"/>
                </a:lnTo>
                <a:lnTo>
                  <a:pt x="183216" y="34138"/>
                </a:lnTo>
                <a:lnTo>
                  <a:pt x="182752" y="34167"/>
                </a:lnTo>
                <a:lnTo>
                  <a:pt x="182291" y="34208"/>
                </a:lnTo>
                <a:lnTo>
                  <a:pt x="181832" y="34261"/>
                </a:lnTo>
                <a:lnTo>
                  <a:pt x="181374" y="34326"/>
                </a:lnTo>
                <a:lnTo>
                  <a:pt x="180918" y="34402"/>
                </a:lnTo>
                <a:lnTo>
                  <a:pt x="180464" y="34490"/>
                </a:lnTo>
                <a:lnTo>
                  <a:pt x="180012" y="34589"/>
                </a:lnTo>
                <a:lnTo>
                  <a:pt x="179561" y="34701"/>
                </a:lnTo>
                <a:lnTo>
                  <a:pt x="179113" y="34824"/>
                </a:lnTo>
                <a:lnTo>
                  <a:pt x="178666" y="34959"/>
                </a:lnTo>
                <a:lnTo>
                  <a:pt x="178222" y="35105"/>
                </a:lnTo>
                <a:lnTo>
                  <a:pt x="177779" y="35263"/>
                </a:lnTo>
                <a:lnTo>
                  <a:pt x="177338" y="35433"/>
                </a:lnTo>
                <a:lnTo>
                  <a:pt x="176898" y="35615"/>
                </a:lnTo>
                <a:lnTo>
                  <a:pt x="176461" y="35808"/>
                </a:lnTo>
                <a:lnTo>
                  <a:pt x="176026" y="36014"/>
                </a:lnTo>
                <a:lnTo>
                  <a:pt x="175592" y="36230"/>
                </a:lnTo>
                <a:lnTo>
                  <a:pt x="175160" y="36459"/>
                </a:lnTo>
                <a:lnTo>
                  <a:pt x="174730" y="36699"/>
                </a:lnTo>
                <a:lnTo>
                  <a:pt x="174302" y="36951"/>
                </a:lnTo>
                <a:lnTo>
                  <a:pt x="173876" y="37215"/>
                </a:lnTo>
                <a:lnTo>
                  <a:pt x="173451" y="37491"/>
                </a:lnTo>
                <a:lnTo>
                  <a:pt x="173028" y="37781"/>
                </a:lnTo>
                <a:lnTo>
                  <a:pt x="172605" y="38090"/>
                </a:lnTo>
                <a:lnTo>
                  <a:pt x="172182" y="38416"/>
                </a:lnTo>
                <a:lnTo>
                  <a:pt x="171759" y="38761"/>
                </a:lnTo>
                <a:lnTo>
                  <a:pt x="171336" y="39124"/>
                </a:lnTo>
                <a:lnTo>
                  <a:pt x="170913" y="39505"/>
                </a:lnTo>
                <a:lnTo>
                  <a:pt x="170490" y="39904"/>
                </a:lnTo>
                <a:lnTo>
                  <a:pt x="170068" y="40322"/>
                </a:lnTo>
                <a:lnTo>
                  <a:pt x="169645" y="40757"/>
                </a:lnTo>
                <a:lnTo>
                  <a:pt x="169223" y="41211"/>
                </a:lnTo>
                <a:lnTo>
                  <a:pt x="168801" y="41683"/>
                </a:lnTo>
                <a:lnTo>
                  <a:pt x="168379" y="42172"/>
                </a:lnTo>
                <a:lnTo>
                  <a:pt x="167957" y="42681"/>
                </a:lnTo>
                <a:lnTo>
                  <a:pt x="167535" y="43207"/>
                </a:lnTo>
                <a:lnTo>
                  <a:pt x="167113" y="43751"/>
                </a:lnTo>
                <a:lnTo>
                  <a:pt x="166692" y="44314"/>
                </a:lnTo>
                <a:lnTo>
                  <a:pt x="166270" y="44894"/>
                </a:lnTo>
                <a:lnTo>
                  <a:pt x="165849" y="45493"/>
                </a:lnTo>
                <a:lnTo>
                  <a:pt x="165428" y="46110"/>
                </a:lnTo>
                <a:lnTo>
                  <a:pt x="165007" y="46745"/>
                </a:lnTo>
                <a:lnTo>
                  <a:pt x="164586" y="47398"/>
                </a:lnTo>
                <a:lnTo>
                  <a:pt x="164165" y="48069"/>
                </a:lnTo>
                <a:lnTo>
                  <a:pt x="163744" y="48759"/>
                </a:lnTo>
                <a:lnTo>
                  <a:pt x="163324" y="49466"/>
                </a:lnTo>
                <a:lnTo>
                  <a:pt x="163324" y="34257"/>
                </a:lnTo>
                <a:lnTo>
                  <a:pt x="160623" y="34257"/>
                </a:lnTo>
                <a:lnTo>
                  <a:pt x="140581" y="42366"/>
                </a:lnTo>
                <a:lnTo>
                  <a:pt x="141433" y="44640"/>
                </a:lnTo>
                <a:lnTo>
                  <a:pt x="141651" y="44559"/>
                </a:lnTo>
                <a:lnTo>
                  <a:pt x="141865" y="44481"/>
                </a:lnTo>
                <a:lnTo>
                  <a:pt x="142076" y="44407"/>
                </a:lnTo>
                <a:lnTo>
                  <a:pt x="142284" y="44336"/>
                </a:lnTo>
                <a:lnTo>
                  <a:pt x="142489" y="44269"/>
                </a:lnTo>
                <a:lnTo>
                  <a:pt x="142691" y="44205"/>
                </a:lnTo>
                <a:lnTo>
                  <a:pt x="142889" y="44144"/>
                </a:lnTo>
                <a:lnTo>
                  <a:pt x="143084" y="44087"/>
                </a:lnTo>
                <a:lnTo>
                  <a:pt x="143276" y="44034"/>
                </a:lnTo>
                <a:lnTo>
                  <a:pt x="143464" y="43984"/>
                </a:lnTo>
                <a:lnTo>
                  <a:pt x="143650" y="43937"/>
                </a:lnTo>
                <a:lnTo>
                  <a:pt x="143832" y="43894"/>
                </a:lnTo>
                <a:lnTo>
                  <a:pt x="144011" y="43854"/>
                </a:lnTo>
                <a:lnTo>
                  <a:pt x="144187" y="43818"/>
                </a:lnTo>
                <a:lnTo>
                  <a:pt x="144360" y="43785"/>
                </a:lnTo>
                <a:lnTo>
                  <a:pt x="144529" y="43756"/>
                </a:lnTo>
                <a:lnTo>
                  <a:pt x="144695" y="43730"/>
                </a:lnTo>
                <a:lnTo>
                  <a:pt x="144858" y="43707"/>
                </a:lnTo>
                <a:lnTo>
                  <a:pt x="145018" y="43688"/>
                </a:lnTo>
                <a:lnTo>
                  <a:pt x="145175" y="43673"/>
                </a:lnTo>
                <a:lnTo>
                  <a:pt x="145328" y="43661"/>
                </a:lnTo>
                <a:lnTo>
                  <a:pt x="145478" y="43652"/>
                </a:lnTo>
                <a:lnTo>
                  <a:pt x="145625" y="43647"/>
                </a:lnTo>
                <a:lnTo>
                  <a:pt x="145769" y="43645"/>
                </a:lnTo>
                <a:lnTo>
                  <a:pt x="145945" y="43646"/>
                </a:lnTo>
                <a:lnTo>
                  <a:pt x="146118" y="43651"/>
                </a:lnTo>
                <a:lnTo>
                  <a:pt x="146288" y="43658"/>
                </a:lnTo>
                <a:lnTo>
                  <a:pt x="146455" y="43669"/>
                </a:lnTo>
                <a:lnTo>
                  <a:pt x="146619" y="43682"/>
                </a:lnTo>
                <a:lnTo>
                  <a:pt x="146779" y="43698"/>
                </a:lnTo>
                <a:lnTo>
                  <a:pt x="146937" y="43718"/>
                </a:lnTo>
                <a:lnTo>
                  <a:pt x="147092" y="43740"/>
                </a:lnTo>
                <a:lnTo>
                  <a:pt x="147243" y="43765"/>
                </a:lnTo>
                <a:lnTo>
                  <a:pt x="147391" y="43793"/>
                </a:lnTo>
                <a:lnTo>
                  <a:pt x="147537" y="43825"/>
                </a:lnTo>
                <a:lnTo>
                  <a:pt x="147679" y="43859"/>
                </a:lnTo>
                <a:lnTo>
                  <a:pt x="147818" y="43896"/>
                </a:lnTo>
                <a:lnTo>
                  <a:pt x="147954" y="43936"/>
                </a:lnTo>
                <a:lnTo>
                  <a:pt x="148087" y="43979"/>
                </a:lnTo>
                <a:lnTo>
                  <a:pt x="148217" y="44025"/>
                </a:lnTo>
                <a:lnTo>
                  <a:pt x="148344" y="44074"/>
                </a:lnTo>
                <a:lnTo>
                  <a:pt x="148467" y="44126"/>
                </a:lnTo>
                <a:lnTo>
                  <a:pt x="148588" y="44181"/>
                </a:lnTo>
                <a:lnTo>
                  <a:pt x="148706" y="44239"/>
                </a:lnTo>
                <a:lnTo>
                  <a:pt x="148820" y="44300"/>
                </a:lnTo>
                <a:lnTo>
                  <a:pt x="148931" y="44364"/>
                </a:lnTo>
                <a:lnTo>
                  <a:pt x="149040" y="44430"/>
                </a:lnTo>
                <a:lnTo>
                  <a:pt x="149145" y="44500"/>
                </a:lnTo>
                <a:lnTo>
                  <a:pt x="149247" y="44573"/>
                </a:lnTo>
                <a:lnTo>
                  <a:pt x="149347" y="44648"/>
                </a:lnTo>
                <a:lnTo>
                  <a:pt x="149445" y="44727"/>
                </a:lnTo>
                <a:lnTo>
                  <a:pt x="149541" y="44808"/>
                </a:lnTo>
                <a:lnTo>
                  <a:pt x="149634" y="44893"/>
                </a:lnTo>
                <a:lnTo>
                  <a:pt x="149724" y="44980"/>
                </a:lnTo>
                <a:lnTo>
                  <a:pt x="149813" y="45070"/>
                </a:lnTo>
                <a:lnTo>
                  <a:pt x="149899" y="45164"/>
                </a:lnTo>
                <a:lnTo>
                  <a:pt x="149983" y="45260"/>
                </a:lnTo>
                <a:lnTo>
                  <a:pt x="150064" y="45359"/>
                </a:lnTo>
                <a:lnTo>
                  <a:pt x="150143" y="45462"/>
                </a:lnTo>
                <a:lnTo>
                  <a:pt x="150220" y="45567"/>
                </a:lnTo>
                <a:lnTo>
                  <a:pt x="150294" y="45675"/>
                </a:lnTo>
                <a:lnTo>
                  <a:pt x="150366" y="45786"/>
                </a:lnTo>
                <a:lnTo>
                  <a:pt x="150436" y="45900"/>
                </a:lnTo>
                <a:lnTo>
                  <a:pt x="150503" y="46017"/>
                </a:lnTo>
                <a:lnTo>
                  <a:pt x="150568" y="46137"/>
                </a:lnTo>
                <a:lnTo>
                  <a:pt x="150631" y="46260"/>
                </a:lnTo>
                <a:lnTo>
                  <a:pt x="150691" y="46386"/>
                </a:lnTo>
                <a:lnTo>
                  <a:pt x="150749" y="46515"/>
                </a:lnTo>
                <a:lnTo>
                  <a:pt x="150804" y="46647"/>
                </a:lnTo>
                <a:lnTo>
                  <a:pt x="150858" y="46782"/>
                </a:lnTo>
                <a:lnTo>
                  <a:pt x="150909" y="46920"/>
                </a:lnTo>
                <a:lnTo>
                  <a:pt x="150957" y="47061"/>
                </a:lnTo>
                <a:lnTo>
                  <a:pt x="151004" y="47211"/>
                </a:lnTo>
                <a:lnTo>
                  <a:pt x="151048" y="47377"/>
                </a:lnTo>
                <a:lnTo>
                  <a:pt x="151090" y="47560"/>
                </a:lnTo>
                <a:lnTo>
                  <a:pt x="151131" y="47758"/>
                </a:lnTo>
                <a:lnTo>
                  <a:pt x="151169" y="47972"/>
                </a:lnTo>
                <a:lnTo>
                  <a:pt x="151206" y="48203"/>
                </a:lnTo>
                <a:lnTo>
                  <a:pt x="151240" y="48449"/>
                </a:lnTo>
                <a:lnTo>
                  <a:pt x="151273" y="48712"/>
                </a:lnTo>
                <a:lnTo>
                  <a:pt x="151304" y="48990"/>
                </a:lnTo>
                <a:lnTo>
                  <a:pt x="151332" y="49285"/>
                </a:lnTo>
                <a:lnTo>
                  <a:pt x="151359" y="49596"/>
                </a:lnTo>
                <a:lnTo>
                  <a:pt x="151384" y="49923"/>
                </a:lnTo>
                <a:lnTo>
                  <a:pt x="151406" y="50266"/>
                </a:lnTo>
                <a:lnTo>
                  <a:pt x="151427" y="50624"/>
                </a:lnTo>
                <a:lnTo>
                  <a:pt x="151446" y="50999"/>
                </a:lnTo>
                <a:lnTo>
                  <a:pt x="151463" y="51390"/>
                </a:lnTo>
                <a:lnTo>
                  <a:pt x="151477" y="51797"/>
                </a:lnTo>
                <a:lnTo>
                  <a:pt x="151490" y="52221"/>
                </a:lnTo>
                <a:lnTo>
                  <a:pt x="151501" y="52660"/>
                </a:lnTo>
                <a:lnTo>
                  <a:pt x="151510" y="53115"/>
                </a:lnTo>
                <a:lnTo>
                  <a:pt x="151517" y="53586"/>
                </a:lnTo>
                <a:lnTo>
                  <a:pt x="151522" y="54074"/>
                </a:lnTo>
                <a:lnTo>
                  <a:pt x="151525" y="54577"/>
                </a:lnTo>
                <a:lnTo>
                  <a:pt x="151526" y="55097"/>
                </a:lnTo>
                <a:lnTo>
                  <a:pt x="151526" y="116692"/>
                </a:lnTo>
                <a:lnTo>
                  <a:pt x="151524" y="117275"/>
                </a:lnTo>
                <a:lnTo>
                  <a:pt x="151521" y="117840"/>
                </a:lnTo>
                <a:lnTo>
                  <a:pt x="151514" y="118386"/>
                </a:lnTo>
                <a:lnTo>
                  <a:pt x="151505" y="118913"/>
                </a:lnTo>
                <a:lnTo>
                  <a:pt x="151493" y="119422"/>
                </a:lnTo>
                <a:lnTo>
                  <a:pt x="151479" y="119912"/>
                </a:lnTo>
                <a:lnTo>
                  <a:pt x="151462" y="120383"/>
                </a:lnTo>
                <a:lnTo>
                  <a:pt x="151443" y="120836"/>
                </a:lnTo>
                <a:lnTo>
                  <a:pt x="151421" y="121270"/>
                </a:lnTo>
                <a:lnTo>
                  <a:pt x="151396" y="121686"/>
                </a:lnTo>
                <a:lnTo>
                  <a:pt x="151369" y="122083"/>
                </a:lnTo>
                <a:lnTo>
                  <a:pt x="151339" y="122461"/>
                </a:lnTo>
                <a:lnTo>
                  <a:pt x="151307" y="122820"/>
                </a:lnTo>
                <a:lnTo>
                  <a:pt x="151272" y="123161"/>
                </a:lnTo>
                <a:lnTo>
                  <a:pt x="151234" y="123483"/>
                </a:lnTo>
                <a:lnTo>
                  <a:pt x="151194" y="123787"/>
                </a:lnTo>
                <a:lnTo>
                  <a:pt x="151151" y="124072"/>
                </a:lnTo>
                <a:lnTo>
                  <a:pt x="151106" y="124338"/>
                </a:lnTo>
                <a:lnTo>
                  <a:pt x="151058" y="124586"/>
                </a:lnTo>
                <a:lnTo>
                  <a:pt x="151007" y="124815"/>
                </a:lnTo>
                <a:lnTo>
                  <a:pt x="150954" y="125025"/>
                </a:lnTo>
                <a:lnTo>
                  <a:pt x="150899" y="125217"/>
                </a:lnTo>
                <a:lnTo>
                  <a:pt x="150840" y="125390"/>
                </a:lnTo>
                <a:lnTo>
                  <a:pt x="150779" y="125545"/>
                </a:lnTo>
                <a:lnTo>
                  <a:pt x="150716" y="125688"/>
                </a:lnTo>
                <a:lnTo>
                  <a:pt x="150651" y="125829"/>
                </a:lnTo>
                <a:lnTo>
                  <a:pt x="150583" y="125965"/>
                </a:lnTo>
                <a:lnTo>
                  <a:pt x="150514" y="126099"/>
                </a:lnTo>
                <a:lnTo>
                  <a:pt x="150442" y="126229"/>
                </a:lnTo>
                <a:lnTo>
                  <a:pt x="150369" y="126356"/>
                </a:lnTo>
                <a:lnTo>
                  <a:pt x="150293" y="126480"/>
                </a:lnTo>
                <a:lnTo>
                  <a:pt x="150215" y="126600"/>
                </a:lnTo>
                <a:lnTo>
                  <a:pt x="150135" y="126717"/>
                </a:lnTo>
                <a:lnTo>
                  <a:pt x="150053" y="126831"/>
                </a:lnTo>
                <a:lnTo>
                  <a:pt x="149968" y="126941"/>
                </a:lnTo>
                <a:lnTo>
                  <a:pt x="149882" y="127048"/>
                </a:lnTo>
                <a:lnTo>
                  <a:pt x="149794" y="127151"/>
                </a:lnTo>
                <a:lnTo>
                  <a:pt x="149703" y="127251"/>
                </a:lnTo>
                <a:lnTo>
                  <a:pt x="149611" y="127348"/>
                </a:lnTo>
                <a:lnTo>
                  <a:pt x="149516" y="127442"/>
                </a:lnTo>
                <a:lnTo>
                  <a:pt x="149419" y="127532"/>
                </a:lnTo>
                <a:lnTo>
                  <a:pt x="149320" y="127619"/>
                </a:lnTo>
                <a:lnTo>
                  <a:pt x="149219" y="127702"/>
                </a:lnTo>
                <a:lnTo>
                  <a:pt x="149116" y="127783"/>
                </a:lnTo>
                <a:lnTo>
                  <a:pt x="149011" y="127859"/>
                </a:lnTo>
                <a:lnTo>
                  <a:pt x="148904" y="127933"/>
                </a:lnTo>
                <a:lnTo>
                  <a:pt x="148794" y="128003"/>
                </a:lnTo>
                <a:lnTo>
                  <a:pt x="148683" y="128070"/>
                </a:lnTo>
                <a:lnTo>
                  <a:pt x="148450" y="128198"/>
                </a:lnTo>
                <a:lnTo>
                  <a:pt x="148213" y="128320"/>
                </a:lnTo>
                <a:lnTo>
                  <a:pt x="147972" y="128436"/>
                </a:lnTo>
                <a:lnTo>
                  <a:pt x="147727" y="128546"/>
                </a:lnTo>
                <a:lnTo>
                  <a:pt x="147479" y="128651"/>
                </a:lnTo>
                <a:lnTo>
                  <a:pt x="147226" y="128751"/>
                </a:lnTo>
                <a:lnTo>
                  <a:pt x="146969" y="128844"/>
                </a:lnTo>
                <a:lnTo>
                  <a:pt x="146709" y="128932"/>
                </a:lnTo>
                <a:lnTo>
                  <a:pt x="146444" y="129014"/>
                </a:lnTo>
                <a:lnTo>
                  <a:pt x="146176" y="129091"/>
                </a:lnTo>
                <a:lnTo>
                  <a:pt x="145903" y="129161"/>
                </a:lnTo>
                <a:lnTo>
                  <a:pt x="145627" y="129227"/>
                </a:lnTo>
                <a:lnTo>
                  <a:pt x="145346" y="129286"/>
                </a:lnTo>
                <a:lnTo>
                  <a:pt x="145062" y="129340"/>
                </a:lnTo>
                <a:lnTo>
                  <a:pt x="144774" y="129388"/>
                </a:lnTo>
                <a:lnTo>
                  <a:pt x="144482" y="129430"/>
                </a:lnTo>
                <a:lnTo>
                  <a:pt x="144186" y="129467"/>
                </a:lnTo>
                <a:lnTo>
                  <a:pt x="143885" y="129498"/>
                </a:lnTo>
                <a:lnTo>
                  <a:pt x="143581" y="129523"/>
                </a:lnTo>
                <a:lnTo>
                  <a:pt x="143273" y="129543"/>
                </a:lnTo>
                <a:lnTo>
                  <a:pt x="142961" y="129557"/>
                </a:lnTo>
                <a:lnTo>
                  <a:pt x="142646" y="129565"/>
                </a:lnTo>
                <a:lnTo>
                  <a:pt x="142326" y="129568"/>
                </a:lnTo>
                <a:lnTo>
                  <a:pt x="142002" y="129565"/>
                </a:lnTo>
                <a:lnTo>
                  <a:pt x="142002" y="126580"/>
                </a:lnTo>
                <a:lnTo>
                  <a:pt x="66737" y="126580"/>
                </a:lnTo>
                <a:lnTo>
                  <a:pt x="66737" y="132479"/>
                </a:lnTo>
                <a:lnTo>
                  <a:pt x="142002" y="132479"/>
                </a:lnTo>
                <a:lnTo>
                  <a:pt x="142002" y="132194"/>
                </a:lnTo>
                <a:lnTo>
                  <a:pt x="174340" y="132194"/>
                </a:lnTo>
                <a:lnTo>
                  <a:pt x="174340" y="129565"/>
                </a:lnTo>
                <a:lnTo>
                  <a:pt x="173901" y="129563"/>
                </a:lnTo>
                <a:close/>
                <a:moveTo>
                  <a:pt x="164746" y="52271"/>
                </a:moveTo>
                <a:lnTo>
                  <a:pt x="165197" y="51801"/>
                </a:lnTo>
                <a:lnTo>
                  <a:pt x="165637" y="51349"/>
                </a:lnTo>
                <a:lnTo>
                  <a:pt x="166064" y="50914"/>
                </a:lnTo>
                <a:lnTo>
                  <a:pt x="166481" y="50497"/>
                </a:lnTo>
                <a:lnTo>
                  <a:pt x="166885" y="50098"/>
                </a:lnTo>
                <a:lnTo>
                  <a:pt x="167278" y="49716"/>
                </a:lnTo>
                <a:lnTo>
                  <a:pt x="167660" y="49353"/>
                </a:lnTo>
                <a:lnTo>
                  <a:pt x="168029" y="49007"/>
                </a:lnTo>
                <a:lnTo>
                  <a:pt x="168388" y="48678"/>
                </a:lnTo>
                <a:lnTo>
                  <a:pt x="168734" y="48368"/>
                </a:lnTo>
                <a:lnTo>
                  <a:pt x="169069" y="48075"/>
                </a:lnTo>
                <a:lnTo>
                  <a:pt x="169393" y="47800"/>
                </a:lnTo>
                <a:lnTo>
                  <a:pt x="169704" y="47543"/>
                </a:lnTo>
                <a:lnTo>
                  <a:pt x="170005" y="47303"/>
                </a:lnTo>
                <a:lnTo>
                  <a:pt x="170293" y="47082"/>
                </a:lnTo>
                <a:lnTo>
                  <a:pt x="170570" y="46878"/>
                </a:lnTo>
                <a:lnTo>
                  <a:pt x="170836" y="46691"/>
                </a:lnTo>
                <a:lnTo>
                  <a:pt x="171089" y="46523"/>
                </a:lnTo>
                <a:lnTo>
                  <a:pt x="171332" y="46372"/>
                </a:lnTo>
                <a:lnTo>
                  <a:pt x="171562" y="46239"/>
                </a:lnTo>
                <a:lnTo>
                  <a:pt x="171781" y="46124"/>
                </a:lnTo>
                <a:lnTo>
                  <a:pt x="172060" y="45985"/>
                </a:lnTo>
                <a:lnTo>
                  <a:pt x="172338" y="45852"/>
                </a:lnTo>
                <a:lnTo>
                  <a:pt x="172617" y="45724"/>
                </a:lnTo>
                <a:lnTo>
                  <a:pt x="172897" y="45603"/>
                </a:lnTo>
                <a:lnTo>
                  <a:pt x="173176" y="45488"/>
                </a:lnTo>
                <a:lnTo>
                  <a:pt x="173456" y="45378"/>
                </a:lnTo>
                <a:lnTo>
                  <a:pt x="173736" y="45275"/>
                </a:lnTo>
                <a:lnTo>
                  <a:pt x="174016" y="45177"/>
                </a:lnTo>
                <a:lnTo>
                  <a:pt x="174297" y="45086"/>
                </a:lnTo>
                <a:lnTo>
                  <a:pt x="174577" y="45000"/>
                </a:lnTo>
                <a:lnTo>
                  <a:pt x="174858" y="44920"/>
                </a:lnTo>
                <a:lnTo>
                  <a:pt x="175139" y="44846"/>
                </a:lnTo>
                <a:lnTo>
                  <a:pt x="175421" y="44778"/>
                </a:lnTo>
                <a:lnTo>
                  <a:pt x="175703" y="44716"/>
                </a:lnTo>
                <a:lnTo>
                  <a:pt x="175985" y="44660"/>
                </a:lnTo>
                <a:lnTo>
                  <a:pt x="176267" y="44609"/>
                </a:lnTo>
                <a:lnTo>
                  <a:pt x="176549" y="44565"/>
                </a:lnTo>
                <a:lnTo>
                  <a:pt x="176832" y="44527"/>
                </a:lnTo>
                <a:lnTo>
                  <a:pt x="177115" y="44494"/>
                </a:lnTo>
                <a:lnTo>
                  <a:pt x="177398" y="44467"/>
                </a:lnTo>
                <a:lnTo>
                  <a:pt x="177681" y="44447"/>
                </a:lnTo>
                <a:lnTo>
                  <a:pt x="177965" y="44432"/>
                </a:lnTo>
                <a:lnTo>
                  <a:pt x="178249" y="44423"/>
                </a:lnTo>
                <a:lnTo>
                  <a:pt x="178533" y="44420"/>
                </a:lnTo>
                <a:lnTo>
                  <a:pt x="179051" y="44430"/>
                </a:lnTo>
                <a:lnTo>
                  <a:pt x="179564" y="44459"/>
                </a:lnTo>
                <a:lnTo>
                  <a:pt x="180070" y="44507"/>
                </a:lnTo>
                <a:lnTo>
                  <a:pt x="180571" y="44574"/>
                </a:lnTo>
                <a:lnTo>
                  <a:pt x="181065" y="44660"/>
                </a:lnTo>
                <a:lnTo>
                  <a:pt x="181554" y="44766"/>
                </a:lnTo>
                <a:lnTo>
                  <a:pt x="182036" y="44891"/>
                </a:lnTo>
                <a:lnTo>
                  <a:pt x="182513" y="45035"/>
                </a:lnTo>
                <a:lnTo>
                  <a:pt x="182984" y="45199"/>
                </a:lnTo>
                <a:lnTo>
                  <a:pt x="183449" y="45381"/>
                </a:lnTo>
                <a:lnTo>
                  <a:pt x="183908" y="45583"/>
                </a:lnTo>
                <a:lnTo>
                  <a:pt x="184361" y="45804"/>
                </a:lnTo>
                <a:lnTo>
                  <a:pt x="184808" y="46045"/>
                </a:lnTo>
                <a:lnTo>
                  <a:pt x="185249" y="46304"/>
                </a:lnTo>
                <a:lnTo>
                  <a:pt x="185685" y="46583"/>
                </a:lnTo>
                <a:lnTo>
                  <a:pt x="186114" y="46881"/>
                </a:lnTo>
                <a:lnTo>
                  <a:pt x="186538" y="47198"/>
                </a:lnTo>
                <a:lnTo>
                  <a:pt x="186955" y="47535"/>
                </a:lnTo>
                <a:lnTo>
                  <a:pt x="187367" y="47890"/>
                </a:lnTo>
                <a:lnTo>
                  <a:pt x="187773" y="48265"/>
                </a:lnTo>
                <a:lnTo>
                  <a:pt x="188172" y="48659"/>
                </a:lnTo>
                <a:lnTo>
                  <a:pt x="188566" y="49073"/>
                </a:lnTo>
                <a:lnTo>
                  <a:pt x="188954" y="49505"/>
                </a:lnTo>
                <a:lnTo>
                  <a:pt x="189336" y="49957"/>
                </a:lnTo>
                <a:lnTo>
                  <a:pt x="189870" y="50637"/>
                </a:lnTo>
                <a:lnTo>
                  <a:pt x="190380" y="51342"/>
                </a:lnTo>
                <a:lnTo>
                  <a:pt x="190869" y="52070"/>
                </a:lnTo>
                <a:lnTo>
                  <a:pt x="191334" y="52822"/>
                </a:lnTo>
                <a:lnTo>
                  <a:pt x="191777" y="53598"/>
                </a:lnTo>
                <a:lnTo>
                  <a:pt x="192197" y="54397"/>
                </a:lnTo>
                <a:lnTo>
                  <a:pt x="192594" y="55221"/>
                </a:lnTo>
                <a:lnTo>
                  <a:pt x="192969" y="56069"/>
                </a:lnTo>
                <a:lnTo>
                  <a:pt x="193321" y="56940"/>
                </a:lnTo>
                <a:lnTo>
                  <a:pt x="193650" y="57836"/>
                </a:lnTo>
                <a:lnTo>
                  <a:pt x="193956" y="58755"/>
                </a:lnTo>
                <a:lnTo>
                  <a:pt x="194240" y="59698"/>
                </a:lnTo>
                <a:lnTo>
                  <a:pt x="194501" y="60666"/>
                </a:lnTo>
                <a:lnTo>
                  <a:pt x="194740" y="61657"/>
                </a:lnTo>
                <a:lnTo>
                  <a:pt x="194955" y="62672"/>
                </a:lnTo>
                <a:lnTo>
                  <a:pt x="195148" y="63711"/>
                </a:lnTo>
                <a:lnTo>
                  <a:pt x="195319" y="64773"/>
                </a:lnTo>
                <a:lnTo>
                  <a:pt x="195466" y="65860"/>
                </a:lnTo>
                <a:lnTo>
                  <a:pt x="195591" y="66971"/>
                </a:lnTo>
                <a:lnTo>
                  <a:pt x="195693" y="68105"/>
                </a:lnTo>
                <a:lnTo>
                  <a:pt x="195773" y="69264"/>
                </a:lnTo>
                <a:lnTo>
                  <a:pt x="195829" y="70446"/>
                </a:lnTo>
                <a:lnTo>
                  <a:pt x="195863" y="71652"/>
                </a:lnTo>
                <a:lnTo>
                  <a:pt x="195875" y="72882"/>
                </a:lnTo>
                <a:lnTo>
                  <a:pt x="195865" y="73967"/>
                </a:lnTo>
                <a:lnTo>
                  <a:pt x="195835" y="75030"/>
                </a:lnTo>
                <a:lnTo>
                  <a:pt x="195785" y="76073"/>
                </a:lnTo>
                <a:lnTo>
                  <a:pt x="195715" y="77096"/>
                </a:lnTo>
                <a:lnTo>
                  <a:pt x="195625" y="78099"/>
                </a:lnTo>
                <a:lnTo>
                  <a:pt x="195515" y="79080"/>
                </a:lnTo>
                <a:lnTo>
                  <a:pt x="195385" y="80042"/>
                </a:lnTo>
                <a:lnTo>
                  <a:pt x="195235" y="80983"/>
                </a:lnTo>
                <a:lnTo>
                  <a:pt x="195065" y="81903"/>
                </a:lnTo>
                <a:lnTo>
                  <a:pt x="194875" y="82803"/>
                </a:lnTo>
                <a:lnTo>
                  <a:pt x="194665" y="83682"/>
                </a:lnTo>
                <a:lnTo>
                  <a:pt x="194436" y="84542"/>
                </a:lnTo>
                <a:lnTo>
                  <a:pt x="194186" y="85380"/>
                </a:lnTo>
                <a:lnTo>
                  <a:pt x="193916" y="86198"/>
                </a:lnTo>
                <a:lnTo>
                  <a:pt x="193626" y="86996"/>
                </a:lnTo>
                <a:lnTo>
                  <a:pt x="193316" y="87773"/>
                </a:lnTo>
                <a:lnTo>
                  <a:pt x="192986" y="88530"/>
                </a:lnTo>
                <a:lnTo>
                  <a:pt x="192637" y="89266"/>
                </a:lnTo>
                <a:lnTo>
                  <a:pt x="192267" y="89982"/>
                </a:lnTo>
                <a:lnTo>
                  <a:pt x="191877" y="90677"/>
                </a:lnTo>
                <a:lnTo>
                  <a:pt x="191467" y="91352"/>
                </a:lnTo>
                <a:lnTo>
                  <a:pt x="191037" y="92006"/>
                </a:lnTo>
                <a:lnTo>
                  <a:pt x="190588" y="92640"/>
                </a:lnTo>
                <a:lnTo>
                  <a:pt x="190118" y="93253"/>
                </a:lnTo>
                <a:lnTo>
                  <a:pt x="189746" y="93705"/>
                </a:lnTo>
                <a:lnTo>
                  <a:pt x="189365" y="94138"/>
                </a:lnTo>
                <a:lnTo>
                  <a:pt x="188974" y="94551"/>
                </a:lnTo>
                <a:lnTo>
                  <a:pt x="188574" y="94945"/>
                </a:lnTo>
                <a:lnTo>
                  <a:pt x="188165" y="95320"/>
                </a:lnTo>
                <a:lnTo>
                  <a:pt x="187746" y="95676"/>
                </a:lnTo>
                <a:lnTo>
                  <a:pt x="187318" y="96012"/>
                </a:lnTo>
                <a:lnTo>
                  <a:pt x="186880" y="96330"/>
                </a:lnTo>
                <a:lnTo>
                  <a:pt x="186433" y="96628"/>
                </a:lnTo>
                <a:lnTo>
                  <a:pt x="185977" y="96906"/>
                </a:lnTo>
                <a:lnTo>
                  <a:pt x="185511" y="97166"/>
                </a:lnTo>
                <a:lnTo>
                  <a:pt x="185036" y="97406"/>
                </a:lnTo>
                <a:lnTo>
                  <a:pt x="184552" y="97627"/>
                </a:lnTo>
                <a:lnTo>
                  <a:pt x="184058" y="97829"/>
                </a:lnTo>
                <a:lnTo>
                  <a:pt x="183555" y="98012"/>
                </a:lnTo>
                <a:lnTo>
                  <a:pt x="183042" y="98175"/>
                </a:lnTo>
                <a:lnTo>
                  <a:pt x="182520" y="98319"/>
                </a:lnTo>
                <a:lnTo>
                  <a:pt x="181989" y="98444"/>
                </a:lnTo>
                <a:lnTo>
                  <a:pt x="181448" y="98550"/>
                </a:lnTo>
                <a:lnTo>
                  <a:pt x="180898" y="98637"/>
                </a:lnTo>
                <a:lnTo>
                  <a:pt x="180339" y="98704"/>
                </a:lnTo>
                <a:lnTo>
                  <a:pt x="179770" y="98752"/>
                </a:lnTo>
                <a:lnTo>
                  <a:pt x="179192" y="98781"/>
                </a:lnTo>
                <a:lnTo>
                  <a:pt x="178604" y="98790"/>
                </a:lnTo>
                <a:lnTo>
                  <a:pt x="178116" y="98785"/>
                </a:lnTo>
                <a:lnTo>
                  <a:pt x="177635" y="98769"/>
                </a:lnTo>
                <a:lnTo>
                  <a:pt x="177161" y="98742"/>
                </a:lnTo>
                <a:lnTo>
                  <a:pt x="176694" y="98704"/>
                </a:lnTo>
                <a:lnTo>
                  <a:pt x="176234" y="98655"/>
                </a:lnTo>
                <a:lnTo>
                  <a:pt x="175781" y="98595"/>
                </a:lnTo>
                <a:lnTo>
                  <a:pt x="175335" y="98525"/>
                </a:lnTo>
                <a:lnTo>
                  <a:pt x="174897" y="98443"/>
                </a:lnTo>
                <a:lnTo>
                  <a:pt x="174465" y="98351"/>
                </a:lnTo>
                <a:lnTo>
                  <a:pt x="174040" y="98248"/>
                </a:lnTo>
                <a:lnTo>
                  <a:pt x="173622" y="98134"/>
                </a:lnTo>
                <a:lnTo>
                  <a:pt x="173212" y="98010"/>
                </a:lnTo>
                <a:lnTo>
                  <a:pt x="172808" y="97874"/>
                </a:lnTo>
                <a:lnTo>
                  <a:pt x="172411" y="97728"/>
                </a:lnTo>
                <a:lnTo>
                  <a:pt x="172022" y="97571"/>
                </a:lnTo>
                <a:lnTo>
                  <a:pt x="171639" y="97403"/>
                </a:lnTo>
                <a:lnTo>
                  <a:pt x="171264" y="97224"/>
                </a:lnTo>
                <a:lnTo>
                  <a:pt x="170895" y="97034"/>
                </a:lnTo>
                <a:lnTo>
                  <a:pt x="170534" y="96833"/>
                </a:lnTo>
                <a:lnTo>
                  <a:pt x="170179" y="96622"/>
                </a:lnTo>
                <a:lnTo>
                  <a:pt x="169832" y="96400"/>
                </a:lnTo>
                <a:lnTo>
                  <a:pt x="169491" y="96166"/>
                </a:lnTo>
                <a:lnTo>
                  <a:pt x="169158" y="95922"/>
                </a:lnTo>
                <a:lnTo>
                  <a:pt x="168832" y="95668"/>
                </a:lnTo>
                <a:lnTo>
                  <a:pt x="168514" y="95406"/>
                </a:lnTo>
                <a:lnTo>
                  <a:pt x="168206" y="95140"/>
                </a:lnTo>
                <a:lnTo>
                  <a:pt x="167908" y="94871"/>
                </a:lnTo>
                <a:lnTo>
                  <a:pt x="167621" y="94599"/>
                </a:lnTo>
                <a:lnTo>
                  <a:pt x="167343" y="94323"/>
                </a:lnTo>
                <a:lnTo>
                  <a:pt x="167075" y="94044"/>
                </a:lnTo>
                <a:lnTo>
                  <a:pt x="166817" y="93761"/>
                </a:lnTo>
                <a:lnTo>
                  <a:pt x="166569" y="93475"/>
                </a:lnTo>
                <a:lnTo>
                  <a:pt x="166331" y="93186"/>
                </a:lnTo>
                <a:lnTo>
                  <a:pt x="166104" y="92893"/>
                </a:lnTo>
                <a:lnTo>
                  <a:pt x="165886" y="92596"/>
                </a:lnTo>
                <a:lnTo>
                  <a:pt x="165678" y="92296"/>
                </a:lnTo>
                <a:lnTo>
                  <a:pt x="165480" y="91993"/>
                </a:lnTo>
                <a:lnTo>
                  <a:pt x="165292" y="91686"/>
                </a:lnTo>
                <a:lnTo>
                  <a:pt x="165114" y="91376"/>
                </a:lnTo>
                <a:lnTo>
                  <a:pt x="164946" y="91062"/>
                </a:lnTo>
                <a:lnTo>
                  <a:pt x="164789" y="90745"/>
                </a:lnTo>
                <a:lnTo>
                  <a:pt x="164641" y="90424"/>
                </a:lnTo>
                <a:lnTo>
                  <a:pt x="164503" y="90100"/>
                </a:lnTo>
                <a:lnTo>
                  <a:pt x="164375" y="89772"/>
                </a:lnTo>
                <a:lnTo>
                  <a:pt x="164257" y="89441"/>
                </a:lnTo>
                <a:lnTo>
                  <a:pt x="164149" y="89107"/>
                </a:lnTo>
                <a:lnTo>
                  <a:pt x="164051" y="88769"/>
                </a:lnTo>
                <a:lnTo>
                  <a:pt x="163963" y="88427"/>
                </a:lnTo>
                <a:lnTo>
                  <a:pt x="163911" y="88211"/>
                </a:lnTo>
                <a:lnTo>
                  <a:pt x="163861" y="87976"/>
                </a:lnTo>
                <a:lnTo>
                  <a:pt x="163813" y="87722"/>
                </a:lnTo>
                <a:lnTo>
                  <a:pt x="163768" y="87450"/>
                </a:lnTo>
                <a:lnTo>
                  <a:pt x="163725" y="87158"/>
                </a:lnTo>
                <a:lnTo>
                  <a:pt x="163683" y="86848"/>
                </a:lnTo>
                <a:lnTo>
                  <a:pt x="163645" y="86520"/>
                </a:lnTo>
                <a:lnTo>
                  <a:pt x="163608" y="86172"/>
                </a:lnTo>
                <a:lnTo>
                  <a:pt x="163574" y="85806"/>
                </a:lnTo>
                <a:lnTo>
                  <a:pt x="163541" y="85421"/>
                </a:lnTo>
                <a:lnTo>
                  <a:pt x="163511" y="85017"/>
                </a:lnTo>
                <a:lnTo>
                  <a:pt x="163484" y="84595"/>
                </a:lnTo>
                <a:lnTo>
                  <a:pt x="163458" y="84154"/>
                </a:lnTo>
                <a:lnTo>
                  <a:pt x="163435" y="83694"/>
                </a:lnTo>
                <a:lnTo>
                  <a:pt x="163414" y="83215"/>
                </a:lnTo>
                <a:lnTo>
                  <a:pt x="163395" y="82718"/>
                </a:lnTo>
                <a:lnTo>
                  <a:pt x="163378" y="82202"/>
                </a:lnTo>
                <a:lnTo>
                  <a:pt x="163364" y="81667"/>
                </a:lnTo>
                <a:lnTo>
                  <a:pt x="163351" y="81113"/>
                </a:lnTo>
                <a:lnTo>
                  <a:pt x="163341" y="80541"/>
                </a:lnTo>
                <a:lnTo>
                  <a:pt x="163334" y="79950"/>
                </a:lnTo>
                <a:lnTo>
                  <a:pt x="163328" y="79340"/>
                </a:lnTo>
                <a:lnTo>
                  <a:pt x="163325" y="78711"/>
                </a:lnTo>
                <a:lnTo>
                  <a:pt x="163324" y="78064"/>
                </a:lnTo>
                <a:lnTo>
                  <a:pt x="163324" y="53788"/>
                </a:lnTo>
                <a:lnTo>
                  <a:pt x="163809" y="53265"/>
                </a:lnTo>
                <a:lnTo>
                  <a:pt x="164284" y="52759"/>
                </a:lnTo>
                <a:lnTo>
                  <a:pt x="164746" y="52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4">
            <a:extLst xmlns:a="http://schemas.openxmlformats.org/drawingml/2006/main">
              <a:ext uri="{FF2B5EF4-FFF2-40B4-BE49-F238E27FC236}">
                <a16:creationId xmlns:a16="http://schemas.microsoft.com/office/drawing/2014/main" id="{4E0C890B-723A-4FFD-AE1F-EB54812B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108" y="2368818"/>
            <a:ext cx="44207" cy="65386"/>
          </a:xfrm>
          <a:custGeom xmlns:a="http://schemas.openxmlformats.org/drawingml/2006/main">
            <a:pathLst>
              <a:path w="44207" h="65386">
                <a:moveTo>
                  <a:pt x="44207" y="0"/>
                </a:moveTo>
                <a:lnTo>
                  <a:pt x="31895" y="42264"/>
                </a:lnTo>
                <a:lnTo>
                  <a:pt x="39611" y="42264"/>
                </a:lnTo>
                <a:lnTo>
                  <a:pt x="37905" y="48140"/>
                </a:lnTo>
                <a:lnTo>
                  <a:pt x="30183" y="48140"/>
                </a:lnTo>
                <a:lnTo>
                  <a:pt x="25160" y="65386"/>
                </a:lnTo>
                <a:lnTo>
                  <a:pt x="18194" y="65386"/>
                </a:lnTo>
                <a:lnTo>
                  <a:pt x="23221" y="48140"/>
                </a:lnTo>
                <a:lnTo>
                  <a:pt x="0" y="48140"/>
                </a:lnTo>
                <a:lnTo>
                  <a:pt x="1990" y="41506"/>
                </a:lnTo>
                <a:lnTo>
                  <a:pt x="40606" y="0"/>
                </a:lnTo>
                <a:lnTo>
                  <a:pt x="44207" y="0"/>
                </a:lnTo>
                <a:moveTo>
                  <a:pt x="33688" y="12224"/>
                </a:moveTo>
                <a:lnTo>
                  <a:pt x="6065" y="42264"/>
                </a:lnTo>
                <a:lnTo>
                  <a:pt x="24933" y="42264"/>
                </a:lnTo>
                <a:lnTo>
                  <a:pt x="33688" y="122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,seq=arb">
            <a:extLst xmlns:a="http://schemas.openxmlformats.org/drawingml/2006/main">
              <a:ext uri="{FF2B5EF4-FFF2-40B4-BE49-F238E27FC236}">
                <a16:creationId xmlns:a16="http://schemas.microsoft.com/office/drawing/2014/main" id="{DEE3EEB8-EA71-4DFD-838C-0399F5DE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412" y="2296099"/>
            <a:ext cx="538925" cy="132194"/>
          </a:xfrm>
          <a:custGeom xmlns:a="http://schemas.openxmlformats.org/drawingml/2006/main">
            <a:pathLst>
              <a:path w="538925" h="132194">
                <a:moveTo>
                  <a:pt x="0" y="125371"/>
                </a:moveTo>
                <a:lnTo>
                  <a:pt x="0" y="122244"/>
                </a:lnTo>
                <a:cubicBezTo>
                  <a:pt x="4880" y="120627"/>
                  <a:pt x="8659" y="118118"/>
                  <a:pt x="11336" y="114717"/>
                </a:cubicBezTo>
                <a:cubicBezTo>
                  <a:pt x="14013" y="111318"/>
                  <a:pt x="15352" y="107715"/>
                  <a:pt x="15352" y="103910"/>
                </a:cubicBezTo>
                <a:cubicBezTo>
                  <a:pt x="15352" y="103008"/>
                  <a:pt x="15138" y="102249"/>
                  <a:pt x="14712" y="101633"/>
                </a:cubicBezTo>
                <a:cubicBezTo>
                  <a:pt x="14380" y="101207"/>
                  <a:pt x="14049" y="100994"/>
                  <a:pt x="13717" y="100994"/>
                </a:cubicBezTo>
                <a:cubicBezTo>
                  <a:pt x="13196" y="100994"/>
                  <a:pt x="12059" y="101467"/>
                  <a:pt x="10305" y="102415"/>
                </a:cubicBezTo>
                <a:cubicBezTo>
                  <a:pt x="9453" y="102842"/>
                  <a:pt x="8552" y="103055"/>
                  <a:pt x="7605" y="103055"/>
                </a:cubicBezTo>
                <a:cubicBezTo>
                  <a:pt x="5283" y="103055"/>
                  <a:pt x="3435" y="102368"/>
                  <a:pt x="2061" y="100994"/>
                </a:cubicBezTo>
                <a:cubicBezTo>
                  <a:pt x="687" y="99620"/>
                  <a:pt x="0" y="97724"/>
                  <a:pt x="0" y="95308"/>
                </a:cubicBezTo>
                <a:cubicBezTo>
                  <a:pt x="0" y="92986"/>
                  <a:pt x="888" y="90996"/>
                  <a:pt x="2665" y="89338"/>
                </a:cubicBezTo>
                <a:cubicBezTo>
                  <a:pt x="4442" y="87679"/>
                  <a:pt x="6610" y="86850"/>
                  <a:pt x="9168" y="86850"/>
                </a:cubicBezTo>
                <a:cubicBezTo>
                  <a:pt x="12295" y="86850"/>
                  <a:pt x="15079" y="88215"/>
                  <a:pt x="17519" y="90946"/>
                </a:cubicBezTo>
                <a:cubicBezTo>
                  <a:pt x="19959" y="93675"/>
                  <a:pt x="21180" y="97293"/>
                  <a:pt x="21180" y="101802"/>
                </a:cubicBezTo>
                <a:cubicBezTo>
                  <a:pt x="21180" y="106693"/>
                  <a:pt x="19486" y="111238"/>
                  <a:pt x="16098" y="115439"/>
                </a:cubicBezTo>
                <a:cubicBezTo>
                  <a:pt x="12710" y="119640"/>
                  <a:pt x="7344" y="122951"/>
                  <a:pt x="0" y="125371"/>
                </a:cubicBezTo>
                <a:close/>
                <a:moveTo>
                  <a:pt x="111583" y="34115"/>
                </a:moveTo>
                <a:lnTo>
                  <a:pt x="111583" y="56147"/>
                </a:lnTo>
                <a:lnTo>
                  <a:pt x="109238" y="56147"/>
                </a:lnTo>
                <a:cubicBezTo>
                  <a:pt x="107437" y="49237"/>
                  <a:pt x="105127" y="44536"/>
                  <a:pt x="102308" y="42046"/>
                </a:cubicBezTo>
                <a:cubicBezTo>
                  <a:pt x="99489" y="39554"/>
                  <a:pt x="95900" y="38308"/>
                  <a:pt x="91541" y="38308"/>
                </a:cubicBezTo>
                <a:cubicBezTo>
                  <a:pt x="88224" y="38308"/>
                  <a:pt x="85547" y="39184"/>
                  <a:pt x="83510" y="40935"/>
                </a:cubicBezTo>
                <a:cubicBezTo>
                  <a:pt x="81472" y="42686"/>
                  <a:pt x="80453" y="44626"/>
                  <a:pt x="80453" y="46757"/>
                </a:cubicBezTo>
                <a:cubicBezTo>
                  <a:pt x="80453" y="49407"/>
                  <a:pt x="81212" y="51678"/>
                  <a:pt x="82728" y="53571"/>
                </a:cubicBezTo>
                <a:cubicBezTo>
                  <a:pt x="84197" y="55512"/>
                  <a:pt x="87182" y="57571"/>
                  <a:pt x="91683" y="59747"/>
                </a:cubicBezTo>
                <a:lnTo>
                  <a:pt x="102059" y="64789"/>
                </a:lnTo>
                <a:cubicBezTo>
                  <a:pt x="111678" y="69474"/>
                  <a:pt x="116487" y="75650"/>
                  <a:pt x="116487" y="83319"/>
                </a:cubicBezTo>
                <a:cubicBezTo>
                  <a:pt x="116487" y="89234"/>
                  <a:pt x="114248" y="94003"/>
                  <a:pt x="109771" y="97624"/>
                </a:cubicBezTo>
                <a:cubicBezTo>
                  <a:pt x="105293" y="101245"/>
                  <a:pt x="100283" y="103055"/>
                  <a:pt x="94739" y="103055"/>
                </a:cubicBezTo>
                <a:cubicBezTo>
                  <a:pt x="90759" y="103055"/>
                  <a:pt x="86210" y="102344"/>
                  <a:pt x="81093" y="100923"/>
                </a:cubicBezTo>
                <a:cubicBezTo>
                  <a:pt x="79530" y="100449"/>
                  <a:pt x="78250" y="100212"/>
                  <a:pt x="77255" y="100212"/>
                </a:cubicBezTo>
                <a:cubicBezTo>
                  <a:pt x="76165" y="100212"/>
                  <a:pt x="75313" y="100828"/>
                  <a:pt x="74697" y="102060"/>
                </a:cubicBezTo>
                <a:lnTo>
                  <a:pt x="72351" y="102060"/>
                </a:lnTo>
                <a:lnTo>
                  <a:pt x="72351" y="78748"/>
                </a:lnTo>
                <a:lnTo>
                  <a:pt x="74697" y="78748"/>
                </a:lnTo>
                <a:cubicBezTo>
                  <a:pt x="76023" y="85405"/>
                  <a:pt x="78558" y="90422"/>
                  <a:pt x="82301" y="93798"/>
                </a:cubicBezTo>
                <a:cubicBezTo>
                  <a:pt x="86044" y="97173"/>
                  <a:pt x="90238" y="98861"/>
                  <a:pt x="94881" y="98861"/>
                </a:cubicBezTo>
                <a:cubicBezTo>
                  <a:pt x="98150" y="98861"/>
                  <a:pt x="100816" y="97903"/>
                  <a:pt x="102877" y="95987"/>
                </a:cubicBezTo>
                <a:cubicBezTo>
                  <a:pt x="104938" y="94070"/>
                  <a:pt x="105968" y="91762"/>
                  <a:pt x="105968" y="89065"/>
                </a:cubicBezTo>
                <a:cubicBezTo>
                  <a:pt x="105968" y="85798"/>
                  <a:pt x="104819" y="83053"/>
                  <a:pt x="102521" y="80829"/>
                </a:cubicBezTo>
                <a:cubicBezTo>
                  <a:pt x="100223" y="78605"/>
                  <a:pt x="95639" y="75790"/>
                  <a:pt x="88769" y="72383"/>
                </a:cubicBezTo>
                <a:cubicBezTo>
                  <a:pt x="81899" y="68974"/>
                  <a:pt x="77397" y="65897"/>
                  <a:pt x="75265" y="63152"/>
                </a:cubicBezTo>
                <a:cubicBezTo>
                  <a:pt x="73133" y="60454"/>
                  <a:pt x="72067" y="57047"/>
                  <a:pt x="72067" y="52929"/>
                </a:cubicBezTo>
                <a:cubicBezTo>
                  <a:pt x="72067" y="47581"/>
                  <a:pt x="73903" y="43108"/>
                  <a:pt x="77575" y="39512"/>
                </a:cubicBezTo>
                <a:cubicBezTo>
                  <a:pt x="81247" y="35914"/>
                  <a:pt x="85997" y="34115"/>
                  <a:pt x="91825" y="34115"/>
                </a:cubicBezTo>
                <a:cubicBezTo>
                  <a:pt x="94384" y="34115"/>
                  <a:pt x="97487" y="34660"/>
                  <a:pt x="101135" y="35749"/>
                </a:cubicBezTo>
                <a:cubicBezTo>
                  <a:pt x="103552" y="36460"/>
                  <a:pt x="105163" y="36815"/>
                  <a:pt x="105968" y="36815"/>
                </a:cubicBezTo>
                <a:cubicBezTo>
                  <a:pt x="106726" y="36815"/>
                  <a:pt x="107319" y="36650"/>
                  <a:pt x="107745" y="36318"/>
                </a:cubicBezTo>
                <a:cubicBezTo>
                  <a:pt x="108172" y="35986"/>
                  <a:pt x="108669" y="35252"/>
                  <a:pt x="109238" y="34115"/>
                </a:cubicBezTo>
                <a:lnTo>
                  <a:pt x="111583" y="34115"/>
                </a:lnTo>
                <a:close/>
                <a:moveTo>
                  <a:pt x="137221" y="60554"/>
                </a:moveTo>
                <a:cubicBezTo>
                  <a:pt x="137173" y="70197"/>
                  <a:pt x="139519" y="77761"/>
                  <a:pt x="144257" y="83246"/>
                </a:cubicBezTo>
                <a:cubicBezTo>
                  <a:pt x="148995" y="88728"/>
                  <a:pt x="154562" y="91470"/>
                  <a:pt x="160959" y="91470"/>
                </a:cubicBezTo>
                <a:cubicBezTo>
                  <a:pt x="165223" y="91470"/>
                  <a:pt x="168931" y="90297"/>
                  <a:pt x="172082" y="87952"/>
                </a:cubicBezTo>
                <a:cubicBezTo>
                  <a:pt x="175233" y="85606"/>
                  <a:pt x="177874" y="81591"/>
                  <a:pt x="180006" y="75905"/>
                </a:cubicBezTo>
                <a:lnTo>
                  <a:pt x="182210" y="77327"/>
                </a:lnTo>
                <a:cubicBezTo>
                  <a:pt x="181215" y="83818"/>
                  <a:pt x="178324" y="89729"/>
                  <a:pt x="173539" y="95059"/>
                </a:cubicBezTo>
                <a:cubicBezTo>
                  <a:pt x="168753" y="100390"/>
                  <a:pt x="162759" y="103055"/>
                  <a:pt x="155557" y="103055"/>
                </a:cubicBezTo>
                <a:cubicBezTo>
                  <a:pt x="147740" y="103055"/>
                  <a:pt x="141047" y="100017"/>
                  <a:pt x="135480" y="93942"/>
                </a:cubicBezTo>
                <a:cubicBezTo>
                  <a:pt x="129912" y="87865"/>
                  <a:pt x="127129" y="79696"/>
                  <a:pt x="127129" y="69435"/>
                </a:cubicBezTo>
                <a:cubicBezTo>
                  <a:pt x="127129" y="58324"/>
                  <a:pt x="129983" y="49660"/>
                  <a:pt x="135693" y="43443"/>
                </a:cubicBezTo>
                <a:cubicBezTo>
                  <a:pt x="141402" y="37224"/>
                  <a:pt x="148569" y="34115"/>
                  <a:pt x="157192" y="34115"/>
                </a:cubicBezTo>
                <a:cubicBezTo>
                  <a:pt x="164489" y="34115"/>
                  <a:pt x="170483" y="36513"/>
                  <a:pt x="175173" y="41311"/>
                </a:cubicBezTo>
                <a:cubicBezTo>
                  <a:pt x="179864" y="46107"/>
                  <a:pt x="182210" y="52521"/>
                  <a:pt x="182210" y="60554"/>
                </a:cubicBezTo>
                <a:lnTo>
                  <a:pt x="137221" y="60554"/>
                </a:lnTo>
                <a:moveTo>
                  <a:pt x="137221" y="56431"/>
                </a:moveTo>
                <a:lnTo>
                  <a:pt x="167355" y="56431"/>
                </a:lnTo>
                <a:cubicBezTo>
                  <a:pt x="167119" y="52262"/>
                  <a:pt x="166621" y="49324"/>
                  <a:pt x="165863" y="47618"/>
                </a:cubicBezTo>
                <a:cubicBezTo>
                  <a:pt x="164678" y="44965"/>
                  <a:pt x="162913" y="42880"/>
                  <a:pt x="160568" y="41364"/>
                </a:cubicBezTo>
                <a:cubicBezTo>
                  <a:pt x="158223" y="39848"/>
                  <a:pt x="155771" y="39090"/>
                  <a:pt x="153212" y="39090"/>
                </a:cubicBezTo>
                <a:cubicBezTo>
                  <a:pt x="149279" y="39090"/>
                  <a:pt x="145761" y="40618"/>
                  <a:pt x="142658" y="43674"/>
                </a:cubicBezTo>
                <a:cubicBezTo>
                  <a:pt x="139554" y="46730"/>
                  <a:pt x="137742" y="50982"/>
                  <a:pt x="137221" y="56431"/>
                </a:cubicBezTo>
                <a:close/>
                <a:moveTo>
                  <a:pt x="248440" y="34115"/>
                </a:moveTo>
                <a:lnTo>
                  <a:pt x="248440" y="117776"/>
                </a:lnTo>
                <a:cubicBezTo>
                  <a:pt x="248440" y="121942"/>
                  <a:pt x="248724" y="124617"/>
                  <a:pt x="249293" y="125800"/>
                </a:cubicBezTo>
                <a:cubicBezTo>
                  <a:pt x="249861" y="126985"/>
                  <a:pt x="250750" y="127908"/>
                  <a:pt x="251958" y="128570"/>
                </a:cubicBezTo>
                <a:cubicBezTo>
                  <a:pt x="253166" y="129233"/>
                  <a:pt x="255523" y="129565"/>
                  <a:pt x="259030" y="129565"/>
                </a:cubicBezTo>
                <a:lnTo>
                  <a:pt x="259030" y="132194"/>
                </a:lnTo>
                <a:lnTo>
                  <a:pt x="226194" y="132194"/>
                </a:lnTo>
                <a:lnTo>
                  <a:pt x="226194" y="129565"/>
                </a:lnTo>
                <a:lnTo>
                  <a:pt x="227545" y="129565"/>
                </a:lnTo>
                <a:cubicBezTo>
                  <a:pt x="230198" y="129565"/>
                  <a:pt x="232212" y="129186"/>
                  <a:pt x="233586" y="128428"/>
                </a:cubicBezTo>
                <a:cubicBezTo>
                  <a:pt x="234533" y="127906"/>
                  <a:pt x="235292" y="126971"/>
                  <a:pt x="235860" y="125620"/>
                </a:cubicBezTo>
                <a:cubicBezTo>
                  <a:pt x="236429" y="124270"/>
                  <a:pt x="236713" y="121652"/>
                  <a:pt x="236713" y="117767"/>
                </a:cubicBezTo>
                <a:lnTo>
                  <a:pt x="236713" y="89764"/>
                </a:lnTo>
                <a:cubicBezTo>
                  <a:pt x="232401" y="94881"/>
                  <a:pt x="228634" y="98376"/>
                  <a:pt x="225413" y="100247"/>
                </a:cubicBezTo>
                <a:cubicBezTo>
                  <a:pt x="222191" y="102119"/>
                  <a:pt x="218850" y="103055"/>
                  <a:pt x="215391" y="103055"/>
                </a:cubicBezTo>
                <a:cubicBezTo>
                  <a:pt x="209090" y="103055"/>
                  <a:pt x="203463" y="100191"/>
                  <a:pt x="198512" y="94464"/>
                </a:cubicBezTo>
                <a:cubicBezTo>
                  <a:pt x="193560" y="88737"/>
                  <a:pt x="191085" y="81069"/>
                  <a:pt x="191085" y="71461"/>
                </a:cubicBezTo>
                <a:cubicBezTo>
                  <a:pt x="191085" y="60431"/>
                  <a:pt x="194354" y="51450"/>
                  <a:pt x="200893" y="44516"/>
                </a:cubicBezTo>
                <a:cubicBezTo>
                  <a:pt x="207431" y="37582"/>
                  <a:pt x="215320" y="34115"/>
                  <a:pt x="224560" y="34115"/>
                </a:cubicBezTo>
                <a:cubicBezTo>
                  <a:pt x="227260" y="34115"/>
                  <a:pt x="229748" y="34494"/>
                  <a:pt x="232022" y="35252"/>
                </a:cubicBezTo>
                <a:cubicBezTo>
                  <a:pt x="234297" y="36010"/>
                  <a:pt x="236334" y="37147"/>
                  <a:pt x="238134" y="38663"/>
                </a:cubicBezTo>
                <a:cubicBezTo>
                  <a:pt x="240883" y="37337"/>
                  <a:pt x="243512" y="35820"/>
                  <a:pt x="246023" y="34115"/>
                </a:cubicBezTo>
                <a:lnTo>
                  <a:pt x="248440" y="34115"/>
                </a:lnTo>
                <a:moveTo>
                  <a:pt x="236713" y="85298"/>
                </a:moveTo>
                <a:lnTo>
                  <a:pt x="236713" y="54777"/>
                </a:lnTo>
                <a:cubicBezTo>
                  <a:pt x="236713" y="51228"/>
                  <a:pt x="236251" y="48436"/>
                  <a:pt x="235327" y="46401"/>
                </a:cubicBezTo>
                <a:cubicBezTo>
                  <a:pt x="234403" y="44365"/>
                  <a:pt x="232757" y="42638"/>
                  <a:pt x="230388" y="41220"/>
                </a:cubicBezTo>
                <a:cubicBezTo>
                  <a:pt x="228019" y="39800"/>
                  <a:pt x="225341" y="39090"/>
                  <a:pt x="222356" y="39090"/>
                </a:cubicBezTo>
                <a:cubicBezTo>
                  <a:pt x="217050" y="39090"/>
                  <a:pt x="212501" y="41337"/>
                  <a:pt x="208711" y="45833"/>
                </a:cubicBezTo>
                <a:cubicBezTo>
                  <a:pt x="204920" y="50328"/>
                  <a:pt x="203025" y="57142"/>
                  <a:pt x="203025" y="66275"/>
                </a:cubicBezTo>
                <a:cubicBezTo>
                  <a:pt x="203025" y="75029"/>
                  <a:pt x="204956" y="81677"/>
                  <a:pt x="208817" y="86219"/>
                </a:cubicBezTo>
                <a:cubicBezTo>
                  <a:pt x="212679" y="90762"/>
                  <a:pt x="217334" y="93034"/>
                  <a:pt x="222783" y="93034"/>
                </a:cubicBezTo>
                <a:cubicBezTo>
                  <a:pt x="225578" y="93034"/>
                  <a:pt x="228066" y="92430"/>
                  <a:pt x="230245" y="91223"/>
                </a:cubicBezTo>
                <a:cubicBezTo>
                  <a:pt x="232425" y="90017"/>
                  <a:pt x="234581" y="88041"/>
                  <a:pt x="236713" y="85298"/>
                </a:cubicBezTo>
                <a:close/>
                <a:moveTo>
                  <a:pt x="261660" y="38237"/>
                </a:moveTo>
                <a:lnTo>
                  <a:pt x="338347" y="38237"/>
                </a:lnTo>
                <a:lnTo>
                  <a:pt x="338347" y="44136"/>
                </a:lnTo>
                <a:lnTo>
                  <a:pt x="261660" y="44136"/>
                </a:lnTo>
                <a:lnTo>
                  <a:pt x="261660" y="38237"/>
                </a:lnTo>
                <a:moveTo>
                  <a:pt x="261660" y="61335"/>
                </a:moveTo>
                <a:lnTo>
                  <a:pt x="338347" y="61335"/>
                </a:lnTo>
                <a:lnTo>
                  <a:pt x="338347" y="67234"/>
                </a:lnTo>
                <a:lnTo>
                  <a:pt x="261660" y="67234"/>
                </a:lnTo>
                <a:lnTo>
                  <a:pt x="261660" y="61335"/>
                </a:lnTo>
                <a:close/>
                <a:moveTo>
                  <a:pt x="409380" y="36673"/>
                </a:moveTo>
                <a:lnTo>
                  <a:pt x="395521" y="84934"/>
                </a:lnTo>
                <a:lnTo>
                  <a:pt x="393958" y="91419"/>
                </a:lnTo>
                <a:cubicBezTo>
                  <a:pt x="393816" y="92027"/>
                  <a:pt x="393744" y="92542"/>
                  <a:pt x="393744" y="92962"/>
                </a:cubicBezTo>
                <a:cubicBezTo>
                  <a:pt x="393744" y="93721"/>
                  <a:pt x="393981" y="94384"/>
                  <a:pt x="394455" y="94952"/>
                </a:cubicBezTo>
                <a:cubicBezTo>
                  <a:pt x="394834" y="95379"/>
                  <a:pt x="395308" y="95592"/>
                  <a:pt x="395877" y="95592"/>
                </a:cubicBezTo>
                <a:cubicBezTo>
                  <a:pt x="396493" y="95592"/>
                  <a:pt x="397298" y="95213"/>
                  <a:pt x="398293" y="94455"/>
                </a:cubicBezTo>
                <a:cubicBezTo>
                  <a:pt x="400141" y="93081"/>
                  <a:pt x="402605" y="90238"/>
                  <a:pt x="405685" y="85926"/>
                </a:cubicBezTo>
                <a:lnTo>
                  <a:pt x="408101" y="87632"/>
                </a:lnTo>
                <a:cubicBezTo>
                  <a:pt x="404832" y="92560"/>
                  <a:pt x="401468" y="96315"/>
                  <a:pt x="398009" y="98897"/>
                </a:cubicBezTo>
                <a:cubicBezTo>
                  <a:pt x="394550" y="101479"/>
                  <a:pt x="391352" y="102770"/>
                  <a:pt x="388414" y="102770"/>
                </a:cubicBezTo>
                <a:cubicBezTo>
                  <a:pt x="386377" y="102770"/>
                  <a:pt x="384849" y="102261"/>
                  <a:pt x="383830" y="101242"/>
                </a:cubicBezTo>
                <a:cubicBezTo>
                  <a:pt x="382811" y="100224"/>
                  <a:pt x="382302" y="98743"/>
                  <a:pt x="382302" y="96800"/>
                </a:cubicBezTo>
                <a:cubicBezTo>
                  <a:pt x="382302" y="94479"/>
                  <a:pt x="382823" y="91423"/>
                  <a:pt x="383865" y="87632"/>
                </a:cubicBezTo>
                <a:lnTo>
                  <a:pt x="385358" y="82126"/>
                </a:lnTo>
                <a:cubicBezTo>
                  <a:pt x="379151" y="90298"/>
                  <a:pt x="373442" y="96009"/>
                  <a:pt x="368230" y="99259"/>
                </a:cubicBezTo>
                <a:cubicBezTo>
                  <a:pt x="364486" y="101600"/>
                  <a:pt x="360814" y="102770"/>
                  <a:pt x="357213" y="102770"/>
                </a:cubicBezTo>
                <a:cubicBezTo>
                  <a:pt x="353754" y="102770"/>
                  <a:pt x="350769" y="101336"/>
                  <a:pt x="348258" y="98466"/>
                </a:cubicBezTo>
                <a:cubicBezTo>
                  <a:pt x="345747" y="95597"/>
                  <a:pt x="344491" y="91648"/>
                  <a:pt x="344491" y="86619"/>
                </a:cubicBezTo>
                <a:cubicBezTo>
                  <a:pt x="344491" y="79078"/>
                  <a:pt x="346754" y="71122"/>
                  <a:pt x="351279" y="62750"/>
                </a:cubicBezTo>
                <a:cubicBezTo>
                  <a:pt x="355804" y="54378"/>
                  <a:pt x="361549" y="47678"/>
                  <a:pt x="368514" y="42650"/>
                </a:cubicBezTo>
                <a:cubicBezTo>
                  <a:pt x="373963" y="38666"/>
                  <a:pt x="379104" y="36673"/>
                  <a:pt x="383936" y="36673"/>
                </a:cubicBezTo>
                <a:cubicBezTo>
                  <a:pt x="386827" y="36673"/>
                  <a:pt x="389231" y="37438"/>
                  <a:pt x="391150" y="38968"/>
                </a:cubicBezTo>
                <a:cubicBezTo>
                  <a:pt x="393069" y="40497"/>
                  <a:pt x="394526" y="43030"/>
                  <a:pt x="395521" y="46566"/>
                </a:cubicBezTo>
                <a:lnTo>
                  <a:pt x="398080" y="38379"/>
                </a:lnTo>
                <a:lnTo>
                  <a:pt x="409380" y="36673"/>
                </a:lnTo>
                <a:moveTo>
                  <a:pt x="384079" y="40227"/>
                </a:moveTo>
                <a:cubicBezTo>
                  <a:pt x="381046" y="40227"/>
                  <a:pt x="377824" y="41654"/>
                  <a:pt x="374413" y="44509"/>
                </a:cubicBezTo>
                <a:cubicBezTo>
                  <a:pt x="369580" y="48551"/>
                  <a:pt x="365280" y="54544"/>
                  <a:pt x="361513" y="62488"/>
                </a:cubicBezTo>
                <a:cubicBezTo>
                  <a:pt x="357746" y="70432"/>
                  <a:pt x="355863" y="77615"/>
                  <a:pt x="355863" y="84036"/>
                </a:cubicBezTo>
                <a:cubicBezTo>
                  <a:pt x="355863" y="87272"/>
                  <a:pt x="356668" y="89829"/>
                  <a:pt x="358279" y="91708"/>
                </a:cubicBezTo>
                <a:cubicBezTo>
                  <a:pt x="359890" y="93587"/>
                  <a:pt x="361738" y="94526"/>
                  <a:pt x="363823" y="94526"/>
                </a:cubicBezTo>
                <a:cubicBezTo>
                  <a:pt x="368988" y="94526"/>
                  <a:pt x="374602" y="90697"/>
                  <a:pt x="380667" y="83039"/>
                </a:cubicBezTo>
                <a:cubicBezTo>
                  <a:pt x="388769" y="72859"/>
                  <a:pt x="392821" y="62418"/>
                  <a:pt x="392821" y="51714"/>
                </a:cubicBezTo>
                <a:cubicBezTo>
                  <a:pt x="392821" y="47672"/>
                  <a:pt x="392039" y="44747"/>
                  <a:pt x="390475" y="42939"/>
                </a:cubicBezTo>
                <a:cubicBezTo>
                  <a:pt x="388912" y="41131"/>
                  <a:pt x="386779" y="40227"/>
                  <a:pt x="384079" y="40227"/>
                </a:cubicBezTo>
                <a:close/>
                <a:moveTo>
                  <a:pt x="421462" y="40653"/>
                </a:moveTo>
                <a:lnTo>
                  <a:pt x="445982" y="36673"/>
                </a:lnTo>
                <a:lnTo>
                  <a:pt x="435748" y="71285"/>
                </a:lnTo>
                <a:cubicBezTo>
                  <a:pt x="444040" y="57089"/>
                  <a:pt x="451573" y="47165"/>
                  <a:pt x="458349" y="41515"/>
                </a:cubicBezTo>
                <a:cubicBezTo>
                  <a:pt x="462187" y="38287"/>
                  <a:pt x="465314" y="36673"/>
                  <a:pt x="467730" y="36673"/>
                </a:cubicBezTo>
                <a:cubicBezTo>
                  <a:pt x="469294" y="36673"/>
                  <a:pt x="470526" y="37137"/>
                  <a:pt x="471426" y="38066"/>
                </a:cubicBezTo>
                <a:cubicBezTo>
                  <a:pt x="472326" y="38993"/>
                  <a:pt x="472776" y="40336"/>
                  <a:pt x="472776" y="42097"/>
                </a:cubicBezTo>
                <a:cubicBezTo>
                  <a:pt x="472776" y="45236"/>
                  <a:pt x="471971" y="48233"/>
                  <a:pt x="470360" y="51088"/>
                </a:cubicBezTo>
                <a:cubicBezTo>
                  <a:pt x="469223" y="53229"/>
                  <a:pt x="467588" y="54299"/>
                  <a:pt x="465456" y="54299"/>
                </a:cubicBezTo>
                <a:cubicBezTo>
                  <a:pt x="464366" y="54299"/>
                  <a:pt x="463430" y="53944"/>
                  <a:pt x="462649" y="53233"/>
                </a:cubicBezTo>
                <a:cubicBezTo>
                  <a:pt x="461867" y="52522"/>
                  <a:pt x="461381" y="51433"/>
                  <a:pt x="461192" y="49964"/>
                </a:cubicBezTo>
                <a:cubicBezTo>
                  <a:pt x="461097" y="49064"/>
                  <a:pt x="460884" y="48471"/>
                  <a:pt x="460552" y="48187"/>
                </a:cubicBezTo>
                <a:cubicBezTo>
                  <a:pt x="460173" y="47808"/>
                  <a:pt x="459723" y="47618"/>
                  <a:pt x="459202" y="47618"/>
                </a:cubicBezTo>
                <a:cubicBezTo>
                  <a:pt x="458396" y="47618"/>
                  <a:pt x="457638" y="47808"/>
                  <a:pt x="456927" y="48187"/>
                </a:cubicBezTo>
                <a:cubicBezTo>
                  <a:pt x="455695" y="48850"/>
                  <a:pt x="453824" y="50697"/>
                  <a:pt x="451313" y="53728"/>
                </a:cubicBezTo>
                <a:cubicBezTo>
                  <a:pt x="447380" y="58372"/>
                  <a:pt x="443116" y="64388"/>
                  <a:pt x="438520" y="71779"/>
                </a:cubicBezTo>
                <a:cubicBezTo>
                  <a:pt x="436530" y="74904"/>
                  <a:pt x="434824" y="78433"/>
                  <a:pt x="433402" y="82366"/>
                </a:cubicBezTo>
                <a:cubicBezTo>
                  <a:pt x="431412" y="87766"/>
                  <a:pt x="430275" y="91011"/>
                  <a:pt x="429991" y="92101"/>
                </a:cubicBezTo>
                <a:lnTo>
                  <a:pt x="427717" y="101065"/>
                </a:lnTo>
                <a:lnTo>
                  <a:pt x="416843" y="101065"/>
                </a:lnTo>
                <a:lnTo>
                  <a:pt x="429991" y="56858"/>
                </a:lnTo>
                <a:cubicBezTo>
                  <a:pt x="431507" y="51714"/>
                  <a:pt x="432265" y="48046"/>
                  <a:pt x="432265" y="45855"/>
                </a:cubicBezTo>
                <a:cubicBezTo>
                  <a:pt x="432265" y="44998"/>
                  <a:pt x="431910" y="44283"/>
                  <a:pt x="431199" y="43712"/>
                </a:cubicBezTo>
                <a:cubicBezTo>
                  <a:pt x="430252" y="42952"/>
                  <a:pt x="428996" y="42572"/>
                  <a:pt x="427432" y="42572"/>
                </a:cubicBezTo>
                <a:cubicBezTo>
                  <a:pt x="426437" y="42572"/>
                  <a:pt x="424613" y="42785"/>
                  <a:pt x="421960" y="43212"/>
                </a:cubicBezTo>
                <a:lnTo>
                  <a:pt x="421462" y="40653"/>
                </a:lnTo>
                <a:close/>
                <a:moveTo>
                  <a:pt x="512628" y="0"/>
                </a:moveTo>
                <a:lnTo>
                  <a:pt x="498627" y="49104"/>
                </a:lnTo>
                <a:cubicBezTo>
                  <a:pt x="503175" y="44341"/>
                  <a:pt x="507143" y="41078"/>
                  <a:pt x="510531" y="39316"/>
                </a:cubicBezTo>
                <a:cubicBezTo>
                  <a:pt x="513919" y="37554"/>
                  <a:pt x="517461" y="36673"/>
                  <a:pt x="521156" y="36673"/>
                </a:cubicBezTo>
                <a:cubicBezTo>
                  <a:pt x="526368" y="36673"/>
                  <a:pt x="530633" y="38405"/>
                  <a:pt x="533949" y="41868"/>
                </a:cubicBezTo>
                <a:cubicBezTo>
                  <a:pt x="537266" y="45330"/>
                  <a:pt x="538925" y="50025"/>
                  <a:pt x="538925" y="55954"/>
                </a:cubicBezTo>
                <a:cubicBezTo>
                  <a:pt x="538925" y="63591"/>
                  <a:pt x="536745" y="71193"/>
                  <a:pt x="532386" y="78759"/>
                </a:cubicBezTo>
                <a:cubicBezTo>
                  <a:pt x="528027" y="86324"/>
                  <a:pt x="522554" y="92217"/>
                  <a:pt x="515968" y="96438"/>
                </a:cubicBezTo>
                <a:cubicBezTo>
                  <a:pt x="509382" y="100660"/>
                  <a:pt x="502891" y="102770"/>
                  <a:pt x="496494" y="102770"/>
                </a:cubicBezTo>
                <a:cubicBezTo>
                  <a:pt x="489340" y="102770"/>
                  <a:pt x="481996" y="100070"/>
                  <a:pt x="474462" y="94668"/>
                </a:cubicBezTo>
                <a:lnTo>
                  <a:pt x="496068" y="20185"/>
                </a:lnTo>
                <a:cubicBezTo>
                  <a:pt x="497726" y="14451"/>
                  <a:pt x="498556" y="11087"/>
                  <a:pt x="498556" y="10092"/>
                </a:cubicBezTo>
                <a:cubicBezTo>
                  <a:pt x="498556" y="8860"/>
                  <a:pt x="498176" y="7936"/>
                  <a:pt x="497418" y="7320"/>
                </a:cubicBezTo>
                <a:cubicBezTo>
                  <a:pt x="496329" y="6468"/>
                  <a:pt x="494718" y="6041"/>
                  <a:pt x="492585" y="6041"/>
                </a:cubicBezTo>
                <a:cubicBezTo>
                  <a:pt x="491590" y="6041"/>
                  <a:pt x="490074" y="6207"/>
                  <a:pt x="488037" y="6539"/>
                </a:cubicBezTo>
                <a:lnTo>
                  <a:pt x="488037" y="3980"/>
                </a:lnTo>
                <a:lnTo>
                  <a:pt x="512628" y="0"/>
                </a:lnTo>
                <a:moveTo>
                  <a:pt x="485123" y="95450"/>
                </a:moveTo>
                <a:cubicBezTo>
                  <a:pt x="489861" y="98056"/>
                  <a:pt x="494031" y="99359"/>
                  <a:pt x="497632" y="99359"/>
                </a:cubicBezTo>
                <a:cubicBezTo>
                  <a:pt x="501801" y="99359"/>
                  <a:pt x="506125" y="97833"/>
                  <a:pt x="510602" y="94781"/>
                </a:cubicBezTo>
                <a:cubicBezTo>
                  <a:pt x="515080" y="91728"/>
                  <a:pt x="518965" y="86582"/>
                  <a:pt x="522258" y="79343"/>
                </a:cubicBezTo>
                <a:cubicBezTo>
                  <a:pt x="525551" y="72103"/>
                  <a:pt x="527198" y="64791"/>
                  <a:pt x="527198" y="57409"/>
                </a:cubicBezTo>
                <a:cubicBezTo>
                  <a:pt x="527198" y="53055"/>
                  <a:pt x="526120" y="49648"/>
                  <a:pt x="523964" y="47188"/>
                </a:cubicBezTo>
                <a:cubicBezTo>
                  <a:pt x="521808" y="44727"/>
                  <a:pt x="519261" y="43496"/>
                  <a:pt x="516324" y="43496"/>
                </a:cubicBezTo>
                <a:cubicBezTo>
                  <a:pt x="511917" y="43496"/>
                  <a:pt x="507605" y="45260"/>
                  <a:pt x="503388" y="48789"/>
                </a:cubicBezTo>
                <a:cubicBezTo>
                  <a:pt x="499171" y="52316"/>
                  <a:pt x="496163" y="57229"/>
                  <a:pt x="494362" y="63527"/>
                </a:cubicBezTo>
                <a:lnTo>
                  <a:pt x="485123" y="95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Discard">
            <a:extLst xmlns:a="http://schemas.openxmlformats.org/drawingml/2006/main">
              <a:ext uri="{FF2B5EF4-FFF2-40B4-BE49-F238E27FC236}">
                <a16:creationId xmlns:a16="http://schemas.microsoft.com/office/drawing/2014/main" id="{162C98DB-3B67-4F6B-A99C-1AFCEE4F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698" y="1738911"/>
            <a:ext cx="450503" cy="103055"/>
          </a:xfrm>
          <a:custGeom xmlns:a="http://schemas.openxmlformats.org/drawingml/2006/main">
            <a:pathLst>
              <a:path w="450503" h="103055">
                <a:moveTo>
                  <a:pt x="0" y="101065"/>
                </a:moveTo>
                <a:lnTo>
                  <a:pt x="0" y="98435"/>
                </a:lnTo>
                <a:lnTo>
                  <a:pt x="3625" y="98435"/>
                </a:lnTo>
                <a:cubicBezTo>
                  <a:pt x="7699" y="98435"/>
                  <a:pt x="10590" y="97132"/>
                  <a:pt x="12295" y="94526"/>
                </a:cubicBezTo>
                <a:cubicBezTo>
                  <a:pt x="13338" y="92962"/>
                  <a:pt x="13859" y="89456"/>
                  <a:pt x="13859" y="84007"/>
                </a:cubicBezTo>
                <a:lnTo>
                  <a:pt x="13859" y="21748"/>
                </a:lnTo>
                <a:cubicBezTo>
                  <a:pt x="13859" y="15731"/>
                  <a:pt x="13196" y="11964"/>
                  <a:pt x="11869" y="10448"/>
                </a:cubicBezTo>
                <a:cubicBezTo>
                  <a:pt x="10021" y="8363"/>
                  <a:pt x="7273" y="7320"/>
                  <a:pt x="3625" y="7320"/>
                </a:cubicBezTo>
                <a:lnTo>
                  <a:pt x="0" y="7320"/>
                </a:lnTo>
                <a:lnTo>
                  <a:pt x="0" y="4691"/>
                </a:lnTo>
                <a:lnTo>
                  <a:pt x="39232" y="4691"/>
                </a:lnTo>
                <a:cubicBezTo>
                  <a:pt x="53636" y="4691"/>
                  <a:pt x="64593" y="6325"/>
                  <a:pt x="72103" y="9595"/>
                </a:cubicBezTo>
                <a:cubicBezTo>
                  <a:pt x="79613" y="12864"/>
                  <a:pt x="85654" y="18313"/>
                  <a:pt x="90226" y="25941"/>
                </a:cubicBezTo>
                <a:cubicBezTo>
                  <a:pt x="94799" y="33570"/>
                  <a:pt x="97085" y="42383"/>
                  <a:pt x="97085" y="52380"/>
                </a:cubicBezTo>
                <a:cubicBezTo>
                  <a:pt x="97085" y="65789"/>
                  <a:pt x="93010" y="76995"/>
                  <a:pt x="84860" y="85997"/>
                </a:cubicBezTo>
                <a:cubicBezTo>
                  <a:pt x="75716" y="96042"/>
                  <a:pt x="61785" y="101065"/>
                  <a:pt x="43070" y="101065"/>
                </a:cubicBezTo>
                <a:lnTo>
                  <a:pt x="0" y="101065"/>
                </a:lnTo>
                <a:moveTo>
                  <a:pt x="27505" y="94171"/>
                </a:moveTo>
                <a:cubicBezTo>
                  <a:pt x="33522" y="95450"/>
                  <a:pt x="38569" y="96090"/>
                  <a:pt x="42643" y="96090"/>
                </a:cubicBezTo>
                <a:cubicBezTo>
                  <a:pt x="53636" y="96090"/>
                  <a:pt x="62757" y="92228"/>
                  <a:pt x="70006" y="84505"/>
                </a:cubicBezTo>
                <a:cubicBezTo>
                  <a:pt x="77256" y="76782"/>
                  <a:pt x="80880" y="66310"/>
                  <a:pt x="80880" y="53091"/>
                </a:cubicBezTo>
                <a:cubicBezTo>
                  <a:pt x="80880" y="39777"/>
                  <a:pt x="77256" y="29282"/>
                  <a:pt x="70006" y="21606"/>
                </a:cubicBezTo>
                <a:cubicBezTo>
                  <a:pt x="62757" y="13930"/>
                  <a:pt x="53446" y="10092"/>
                  <a:pt x="42075" y="10092"/>
                </a:cubicBezTo>
                <a:cubicBezTo>
                  <a:pt x="37810" y="10092"/>
                  <a:pt x="32954" y="10779"/>
                  <a:pt x="27505" y="12153"/>
                </a:cubicBezTo>
                <a:lnTo>
                  <a:pt x="27505" y="94171"/>
                </a:lnTo>
                <a:close/>
                <a:moveTo>
                  <a:pt x="123902" y="0"/>
                </a:moveTo>
                <a:cubicBezTo>
                  <a:pt x="125892" y="0"/>
                  <a:pt x="127585" y="703"/>
                  <a:pt x="128983" y="2108"/>
                </a:cubicBezTo>
                <a:cubicBezTo>
                  <a:pt x="130381" y="3511"/>
                  <a:pt x="131080" y="5213"/>
                  <a:pt x="131080" y="7214"/>
                </a:cubicBezTo>
                <a:cubicBezTo>
                  <a:pt x="131080" y="9214"/>
                  <a:pt x="130381" y="10929"/>
                  <a:pt x="128983" y="12358"/>
                </a:cubicBezTo>
                <a:cubicBezTo>
                  <a:pt x="127585" y="13785"/>
                  <a:pt x="125892" y="14499"/>
                  <a:pt x="123902" y="14499"/>
                </a:cubicBezTo>
                <a:cubicBezTo>
                  <a:pt x="121911" y="14499"/>
                  <a:pt x="120206" y="13785"/>
                  <a:pt x="118784" y="12358"/>
                </a:cubicBezTo>
                <a:cubicBezTo>
                  <a:pt x="117363" y="10929"/>
                  <a:pt x="116652" y="9214"/>
                  <a:pt x="116652" y="7214"/>
                </a:cubicBezTo>
                <a:cubicBezTo>
                  <a:pt x="116652" y="5213"/>
                  <a:pt x="117351" y="3511"/>
                  <a:pt x="118749" y="2108"/>
                </a:cubicBezTo>
                <a:cubicBezTo>
                  <a:pt x="120147" y="703"/>
                  <a:pt x="121864" y="0"/>
                  <a:pt x="123902" y="0"/>
                </a:cubicBezTo>
                <a:moveTo>
                  <a:pt x="129801" y="34115"/>
                </a:moveTo>
                <a:lnTo>
                  <a:pt x="129801" y="86308"/>
                </a:lnTo>
                <a:cubicBezTo>
                  <a:pt x="129801" y="90374"/>
                  <a:pt x="130097" y="93081"/>
                  <a:pt x="130689" y="94428"/>
                </a:cubicBezTo>
                <a:cubicBezTo>
                  <a:pt x="131281" y="95776"/>
                  <a:pt x="132158" y="96780"/>
                  <a:pt x="133319" y="97442"/>
                </a:cubicBezTo>
                <a:cubicBezTo>
                  <a:pt x="134479" y="98104"/>
                  <a:pt x="136600" y="98435"/>
                  <a:pt x="139680" y="98435"/>
                </a:cubicBezTo>
                <a:lnTo>
                  <a:pt x="139680" y="101065"/>
                </a:lnTo>
                <a:lnTo>
                  <a:pt x="108052" y="101065"/>
                </a:lnTo>
                <a:lnTo>
                  <a:pt x="108052" y="98435"/>
                </a:lnTo>
                <a:cubicBezTo>
                  <a:pt x="111227" y="98435"/>
                  <a:pt x="113359" y="98128"/>
                  <a:pt x="114449" y="97513"/>
                </a:cubicBezTo>
                <a:cubicBezTo>
                  <a:pt x="115539" y="96899"/>
                  <a:pt x="116403" y="95882"/>
                  <a:pt x="117043" y="94464"/>
                </a:cubicBezTo>
                <a:cubicBezTo>
                  <a:pt x="117683" y="93045"/>
                  <a:pt x="118003" y="90327"/>
                  <a:pt x="118003" y="86308"/>
                </a:cubicBezTo>
                <a:lnTo>
                  <a:pt x="118003" y="61275"/>
                </a:lnTo>
                <a:cubicBezTo>
                  <a:pt x="118003" y="54230"/>
                  <a:pt x="117789" y="49668"/>
                  <a:pt x="117363" y="47590"/>
                </a:cubicBezTo>
                <a:cubicBezTo>
                  <a:pt x="117031" y="46076"/>
                  <a:pt x="116510" y="45024"/>
                  <a:pt x="115799" y="44433"/>
                </a:cubicBezTo>
                <a:cubicBezTo>
                  <a:pt x="115089" y="43843"/>
                  <a:pt x="114117" y="43547"/>
                  <a:pt x="112885" y="43547"/>
                </a:cubicBezTo>
                <a:cubicBezTo>
                  <a:pt x="111559" y="43547"/>
                  <a:pt x="109948" y="43902"/>
                  <a:pt x="108052" y="44611"/>
                </a:cubicBezTo>
                <a:lnTo>
                  <a:pt x="107057" y="42057"/>
                </a:lnTo>
                <a:lnTo>
                  <a:pt x="126673" y="34115"/>
                </a:lnTo>
                <a:lnTo>
                  <a:pt x="129801" y="34115"/>
                </a:lnTo>
                <a:close/>
                <a:moveTo>
                  <a:pt x="189692" y="34115"/>
                </a:moveTo>
                <a:lnTo>
                  <a:pt x="189692" y="56147"/>
                </a:lnTo>
                <a:lnTo>
                  <a:pt x="187347" y="56147"/>
                </a:lnTo>
                <a:cubicBezTo>
                  <a:pt x="185546" y="49237"/>
                  <a:pt x="183236" y="44536"/>
                  <a:pt x="180417" y="42046"/>
                </a:cubicBezTo>
                <a:cubicBezTo>
                  <a:pt x="177598" y="39554"/>
                  <a:pt x="174009" y="38308"/>
                  <a:pt x="169650" y="38308"/>
                </a:cubicBezTo>
                <a:cubicBezTo>
                  <a:pt x="166333" y="38308"/>
                  <a:pt x="163656" y="39184"/>
                  <a:pt x="161618" y="40935"/>
                </a:cubicBezTo>
                <a:cubicBezTo>
                  <a:pt x="159581" y="42686"/>
                  <a:pt x="158562" y="44626"/>
                  <a:pt x="158562" y="46757"/>
                </a:cubicBezTo>
                <a:cubicBezTo>
                  <a:pt x="158562" y="49407"/>
                  <a:pt x="159320" y="51678"/>
                  <a:pt x="160837" y="53571"/>
                </a:cubicBezTo>
                <a:cubicBezTo>
                  <a:pt x="162305" y="55512"/>
                  <a:pt x="165291" y="57571"/>
                  <a:pt x="169792" y="59747"/>
                </a:cubicBezTo>
                <a:lnTo>
                  <a:pt x="180168" y="64789"/>
                </a:lnTo>
                <a:cubicBezTo>
                  <a:pt x="189787" y="69474"/>
                  <a:pt x="194596" y="75650"/>
                  <a:pt x="194596" y="83319"/>
                </a:cubicBezTo>
                <a:cubicBezTo>
                  <a:pt x="194596" y="89234"/>
                  <a:pt x="192357" y="94003"/>
                  <a:pt x="187880" y="97624"/>
                </a:cubicBezTo>
                <a:cubicBezTo>
                  <a:pt x="183402" y="101245"/>
                  <a:pt x="178392" y="103055"/>
                  <a:pt x="172848" y="103055"/>
                </a:cubicBezTo>
                <a:cubicBezTo>
                  <a:pt x="168868" y="103055"/>
                  <a:pt x="164319" y="102344"/>
                  <a:pt x="159202" y="100923"/>
                </a:cubicBezTo>
                <a:cubicBezTo>
                  <a:pt x="157638" y="100449"/>
                  <a:pt x="156359" y="100212"/>
                  <a:pt x="155364" y="100212"/>
                </a:cubicBezTo>
                <a:cubicBezTo>
                  <a:pt x="154274" y="100212"/>
                  <a:pt x="153421" y="100828"/>
                  <a:pt x="152806" y="102060"/>
                </a:cubicBezTo>
                <a:lnTo>
                  <a:pt x="150460" y="102060"/>
                </a:lnTo>
                <a:lnTo>
                  <a:pt x="150460" y="78748"/>
                </a:lnTo>
                <a:lnTo>
                  <a:pt x="152806" y="78748"/>
                </a:lnTo>
                <a:cubicBezTo>
                  <a:pt x="154132" y="85405"/>
                  <a:pt x="156667" y="90422"/>
                  <a:pt x="160410" y="93798"/>
                </a:cubicBezTo>
                <a:cubicBezTo>
                  <a:pt x="164153" y="97173"/>
                  <a:pt x="168347" y="98861"/>
                  <a:pt x="172990" y="98861"/>
                </a:cubicBezTo>
                <a:cubicBezTo>
                  <a:pt x="176259" y="98861"/>
                  <a:pt x="178925" y="97903"/>
                  <a:pt x="180986" y="95987"/>
                </a:cubicBezTo>
                <a:cubicBezTo>
                  <a:pt x="183047" y="94070"/>
                  <a:pt x="184077" y="91762"/>
                  <a:pt x="184077" y="89065"/>
                </a:cubicBezTo>
                <a:cubicBezTo>
                  <a:pt x="184077" y="85798"/>
                  <a:pt x="182928" y="83053"/>
                  <a:pt x="180630" y="80829"/>
                </a:cubicBezTo>
                <a:cubicBezTo>
                  <a:pt x="178332" y="78605"/>
                  <a:pt x="173748" y="75790"/>
                  <a:pt x="166878" y="72383"/>
                </a:cubicBezTo>
                <a:cubicBezTo>
                  <a:pt x="160007" y="68974"/>
                  <a:pt x="155506" y="65897"/>
                  <a:pt x="153374" y="63152"/>
                </a:cubicBezTo>
                <a:cubicBezTo>
                  <a:pt x="151242" y="60454"/>
                  <a:pt x="150176" y="57047"/>
                  <a:pt x="150176" y="52929"/>
                </a:cubicBezTo>
                <a:cubicBezTo>
                  <a:pt x="150176" y="47581"/>
                  <a:pt x="152012" y="43108"/>
                  <a:pt x="155684" y="39512"/>
                </a:cubicBezTo>
                <a:cubicBezTo>
                  <a:pt x="159356" y="35914"/>
                  <a:pt x="164106" y="34115"/>
                  <a:pt x="169934" y="34115"/>
                </a:cubicBezTo>
                <a:cubicBezTo>
                  <a:pt x="172493" y="34115"/>
                  <a:pt x="175596" y="34660"/>
                  <a:pt x="179244" y="35749"/>
                </a:cubicBezTo>
                <a:cubicBezTo>
                  <a:pt x="181661" y="36460"/>
                  <a:pt x="183272" y="36815"/>
                  <a:pt x="184077" y="36815"/>
                </a:cubicBezTo>
                <a:cubicBezTo>
                  <a:pt x="184835" y="36815"/>
                  <a:pt x="185428" y="36650"/>
                  <a:pt x="185854" y="36318"/>
                </a:cubicBezTo>
                <a:cubicBezTo>
                  <a:pt x="186281" y="35986"/>
                  <a:pt x="186778" y="35252"/>
                  <a:pt x="187347" y="34115"/>
                </a:cubicBezTo>
                <a:lnTo>
                  <a:pt x="189692" y="34115"/>
                </a:lnTo>
                <a:close/>
                <a:moveTo>
                  <a:pt x="259678" y="76332"/>
                </a:moveTo>
                <a:cubicBezTo>
                  <a:pt x="257925" y="84908"/>
                  <a:pt x="254490" y="91505"/>
                  <a:pt x="249373" y="96125"/>
                </a:cubicBezTo>
                <a:cubicBezTo>
                  <a:pt x="244256" y="100745"/>
                  <a:pt x="238594" y="103055"/>
                  <a:pt x="232387" y="103055"/>
                </a:cubicBezTo>
                <a:cubicBezTo>
                  <a:pt x="224995" y="103055"/>
                  <a:pt x="218551" y="99955"/>
                  <a:pt x="213055" y="93755"/>
                </a:cubicBezTo>
                <a:cubicBezTo>
                  <a:pt x="207559" y="87554"/>
                  <a:pt x="204811" y="79176"/>
                  <a:pt x="204811" y="68620"/>
                </a:cubicBezTo>
                <a:cubicBezTo>
                  <a:pt x="204811" y="58396"/>
                  <a:pt x="207855" y="50090"/>
                  <a:pt x="213943" y="43701"/>
                </a:cubicBezTo>
                <a:cubicBezTo>
                  <a:pt x="220032" y="37310"/>
                  <a:pt x="227340" y="34115"/>
                  <a:pt x="235869" y="34115"/>
                </a:cubicBezTo>
                <a:cubicBezTo>
                  <a:pt x="242266" y="34115"/>
                  <a:pt x="247525" y="35803"/>
                  <a:pt x="251647" y="39181"/>
                </a:cubicBezTo>
                <a:cubicBezTo>
                  <a:pt x="255769" y="42557"/>
                  <a:pt x="257830" y="46063"/>
                  <a:pt x="257830" y="49699"/>
                </a:cubicBezTo>
                <a:cubicBezTo>
                  <a:pt x="257830" y="51494"/>
                  <a:pt x="257250" y="52947"/>
                  <a:pt x="256089" y="54057"/>
                </a:cubicBezTo>
                <a:cubicBezTo>
                  <a:pt x="254928" y="55166"/>
                  <a:pt x="253305" y="55721"/>
                  <a:pt x="251221" y="55721"/>
                </a:cubicBezTo>
                <a:cubicBezTo>
                  <a:pt x="248425" y="55721"/>
                  <a:pt x="246317" y="54820"/>
                  <a:pt x="244895" y="53020"/>
                </a:cubicBezTo>
                <a:cubicBezTo>
                  <a:pt x="244090" y="52025"/>
                  <a:pt x="243557" y="50130"/>
                  <a:pt x="243296" y="47334"/>
                </a:cubicBezTo>
                <a:cubicBezTo>
                  <a:pt x="243036" y="44539"/>
                  <a:pt x="242076" y="42406"/>
                  <a:pt x="240418" y="40938"/>
                </a:cubicBezTo>
                <a:cubicBezTo>
                  <a:pt x="238759" y="39516"/>
                  <a:pt x="236461" y="38805"/>
                  <a:pt x="233524" y="38805"/>
                </a:cubicBezTo>
                <a:cubicBezTo>
                  <a:pt x="228786" y="38805"/>
                  <a:pt x="224971" y="40559"/>
                  <a:pt x="222081" y="44065"/>
                </a:cubicBezTo>
                <a:cubicBezTo>
                  <a:pt x="218243" y="48708"/>
                  <a:pt x="216324" y="54844"/>
                  <a:pt x="216324" y="62472"/>
                </a:cubicBezTo>
                <a:cubicBezTo>
                  <a:pt x="216324" y="70243"/>
                  <a:pt x="218231" y="77102"/>
                  <a:pt x="222046" y="83048"/>
                </a:cubicBezTo>
                <a:cubicBezTo>
                  <a:pt x="225860" y="88994"/>
                  <a:pt x="231012" y="91967"/>
                  <a:pt x="237504" y="91967"/>
                </a:cubicBezTo>
                <a:cubicBezTo>
                  <a:pt x="242147" y="91967"/>
                  <a:pt x="246317" y="90380"/>
                  <a:pt x="250012" y="87206"/>
                </a:cubicBezTo>
                <a:cubicBezTo>
                  <a:pt x="252618" y="85026"/>
                  <a:pt x="255153" y="81070"/>
                  <a:pt x="257617" y="75337"/>
                </a:cubicBezTo>
                <a:lnTo>
                  <a:pt x="259678" y="76332"/>
                </a:lnTo>
                <a:close/>
                <a:moveTo>
                  <a:pt x="305796" y="91683"/>
                </a:moveTo>
                <a:cubicBezTo>
                  <a:pt x="299115" y="96848"/>
                  <a:pt x="294921" y="99833"/>
                  <a:pt x="293216" y="100638"/>
                </a:cubicBezTo>
                <a:cubicBezTo>
                  <a:pt x="290657" y="101870"/>
                  <a:pt x="287933" y="102486"/>
                  <a:pt x="285042" y="102486"/>
                </a:cubicBezTo>
                <a:cubicBezTo>
                  <a:pt x="280541" y="102486"/>
                  <a:pt x="276834" y="100946"/>
                  <a:pt x="273920" y="97866"/>
                </a:cubicBezTo>
                <a:cubicBezTo>
                  <a:pt x="271006" y="94787"/>
                  <a:pt x="269549" y="90736"/>
                  <a:pt x="269549" y="85713"/>
                </a:cubicBezTo>
                <a:cubicBezTo>
                  <a:pt x="269549" y="82539"/>
                  <a:pt x="270259" y="79790"/>
                  <a:pt x="271681" y="77469"/>
                </a:cubicBezTo>
                <a:cubicBezTo>
                  <a:pt x="273623" y="74247"/>
                  <a:pt x="276999" y="71214"/>
                  <a:pt x="281809" y="68371"/>
                </a:cubicBezTo>
                <a:cubicBezTo>
                  <a:pt x="286618" y="65529"/>
                  <a:pt x="294613" y="62070"/>
                  <a:pt x="305796" y="57995"/>
                </a:cubicBezTo>
                <a:lnTo>
                  <a:pt x="305796" y="55436"/>
                </a:lnTo>
                <a:cubicBezTo>
                  <a:pt x="305796" y="48945"/>
                  <a:pt x="304765" y="44491"/>
                  <a:pt x="302704" y="42075"/>
                </a:cubicBezTo>
                <a:cubicBezTo>
                  <a:pt x="300643" y="39658"/>
                  <a:pt x="297646" y="38450"/>
                  <a:pt x="293713" y="38450"/>
                </a:cubicBezTo>
                <a:cubicBezTo>
                  <a:pt x="290728" y="38450"/>
                  <a:pt x="288359" y="39253"/>
                  <a:pt x="286606" y="40858"/>
                </a:cubicBezTo>
                <a:cubicBezTo>
                  <a:pt x="284806" y="42463"/>
                  <a:pt x="283905" y="44304"/>
                  <a:pt x="283905" y="46381"/>
                </a:cubicBezTo>
                <a:lnTo>
                  <a:pt x="284047" y="50488"/>
                </a:lnTo>
                <a:cubicBezTo>
                  <a:pt x="284047" y="52659"/>
                  <a:pt x="283491" y="54334"/>
                  <a:pt x="282377" y="55514"/>
                </a:cubicBezTo>
                <a:cubicBezTo>
                  <a:pt x="281264" y="56694"/>
                  <a:pt x="279807" y="57284"/>
                  <a:pt x="278006" y="57284"/>
                </a:cubicBezTo>
                <a:cubicBezTo>
                  <a:pt x="276253" y="57284"/>
                  <a:pt x="274820" y="56670"/>
                  <a:pt x="273706" y="55443"/>
                </a:cubicBezTo>
                <a:cubicBezTo>
                  <a:pt x="272593" y="54214"/>
                  <a:pt x="272036" y="52536"/>
                  <a:pt x="272036" y="50410"/>
                </a:cubicBezTo>
                <a:cubicBezTo>
                  <a:pt x="272036" y="46349"/>
                  <a:pt x="274121" y="42617"/>
                  <a:pt x="278291" y="39216"/>
                </a:cubicBezTo>
                <a:cubicBezTo>
                  <a:pt x="282460" y="35815"/>
                  <a:pt x="288312" y="34115"/>
                  <a:pt x="295845" y="34115"/>
                </a:cubicBezTo>
                <a:cubicBezTo>
                  <a:pt x="301626" y="34115"/>
                  <a:pt x="306364" y="35085"/>
                  <a:pt x="310060" y="37024"/>
                </a:cubicBezTo>
                <a:cubicBezTo>
                  <a:pt x="312855" y="38492"/>
                  <a:pt x="314916" y="40787"/>
                  <a:pt x="316243" y="43912"/>
                </a:cubicBezTo>
                <a:cubicBezTo>
                  <a:pt x="317096" y="45946"/>
                  <a:pt x="317522" y="50110"/>
                  <a:pt x="317522" y="56405"/>
                </a:cubicBezTo>
                <a:lnTo>
                  <a:pt x="317522" y="78482"/>
                </a:lnTo>
                <a:cubicBezTo>
                  <a:pt x="317522" y="84681"/>
                  <a:pt x="317641" y="88479"/>
                  <a:pt x="317878" y="89875"/>
                </a:cubicBezTo>
                <a:cubicBezTo>
                  <a:pt x="318115" y="91272"/>
                  <a:pt x="318506" y="92207"/>
                  <a:pt x="319050" y="92680"/>
                </a:cubicBezTo>
                <a:cubicBezTo>
                  <a:pt x="319595" y="93153"/>
                  <a:pt x="320223" y="93389"/>
                  <a:pt x="320934" y="93389"/>
                </a:cubicBezTo>
                <a:cubicBezTo>
                  <a:pt x="321692" y="93389"/>
                  <a:pt x="322355" y="93223"/>
                  <a:pt x="322924" y="92891"/>
                </a:cubicBezTo>
                <a:cubicBezTo>
                  <a:pt x="323919" y="92275"/>
                  <a:pt x="325838" y="90546"/>
                  <a:pt x="328681" y="87703"/>
                </a:cubicBezTo>
                <a:lnTo>
                  <a:pt x="328681" y="91683"/>
                </a:lnTo>
                <a:cubicBezTo>
                  <a:pt x="323374" y="98790"/>
                  <a:pt x="318304" y="102344"/>
                  <a:pt x="313471" y="102344"/>
                </a:cubicBezTo>
                <a:cubicBezTo>
                  <a:pt x="311150" y="102344"/>
                  <a:pt x="309302" y="101539"/>
                  <a:pt x="307928" y="99928"/>
                </a:cubicBezTo>
                <a:cubicBezTo>
                  <a:pt x="306554" y="98317"/>
                  <a:pt x="305843" y="95568"/>
                  <a:pt x="305796" y="91683"/>
                </a:cubicBezTo>
                <a:moveTo>
                  <a:pt x="305796" y="87023"/>
                </a:moveTo>
                <a:lnTo>
                  <a:pt x="305796" y="62330"/>
                </a:lnTo>
                <a:cubicBezTo>
                  <a:pt x="298641" y="65160"/>
                  <a:pt x="294021" y="67165"/>
                  <a:pt x="291936" y="68345"/>
                </a:cubicBezTo>
                <a:cubicBezTo>
                  <a:pt x="288193" y="70421"/>
                  <a:pt x="285516" y="72591"/>
                  <a:pt x="283905" y="74855"/>
                </a:cubicBezTo>
                <a:cubicBezTo>
                  <a:pt x="282294" y="77119"/>
                  <a:pt x="281489" y="79595"/>
                  <a:pt x="281489" y="82284"/>
                </a:cubicBezTo>
                <a:cubicBezTo>
                  <a:pt x="281489" y="85681"/>
                  <a:pt x="282508" y="88499"/>
                  <a:pt x="284545" y="90739"/>
                </a:cubicBezTo>
                <a:cubicBezTo>
                  <a:pt x="286582" y="92979"/>
                  <a:pt x="288928" y="94100"/>
                  <a:pt x="291581" y="94100"/>
                </a:cubicBezTo>
                <a:cubicBezTo>
                  <a:pt x="295182" y="94100"/>
                  <a:pt x="299920" y="91741"/>
                  <a:pt x="305796" y="87023"/>
                </a:cubicBezTo>
                <a:close/>
                <a:moveTo>
                  <a:pt x="352496" y="34115"/>
                </a:moveTo>
                <a:lnTo>
                  <a:pt x="352496" y="48756"/>
                </a:lnTo>
                <a:cubicBezTo>
                  <a:pt x="357945" y="38995"/>
                  <a:pt x="363536" y="34115"/>
                  <a:pt x="369269" y="34115"/>
                </a:cubicBezTo>
                <a:cubicBezTo>
                  <a:pt x="371875" y="34115"/>
                  <a:pt x="374031" y="34908"/>
                  <a:pt x="375736" y="36496"/>
                </a:cubicBezTo>
                <a:cubicBezTo>
                  <a:pt x="377442" y="38083"/>
                  <a:pt x="378295" y="39919"/>
                  <a:pt x="378295" y="42004"/>
                </a:cubicBezTo>
                <a:cubicBezTo>
                  <a:pt x="378295" y="43852"/>
                  <a:pt x="377679" y="45415"/>
                  <a:pt x="376447" y="46694"/>
                </a:cubicBezTo>
                <a:cubicBezTo>
                  <a:pt x="375215" y="47974"/>
                  <a:pt x="373746" y="48613"/>
                  <a:pt x="372041" y="48613"/>
                </a:cubicBezTo>
                <a:cubicBezTo>
                  <a:pt x="370382" y="48613"/>
                  <a:pt x="368523" y="47796"/>
                  <a:pt x="366462" y="46161"/>
                </a:cubicBezTo>
                <a:cubicBezTo>
                  <a:pt x="364400" y="44527"/>
                  <a:pt x="362872" y="43709"/>
                  <a:pt x="361877" y="43709"/>
                </a:cubicBezTo>
                <a:cubicBezTo>
                  <a:pt x="361025" y="43709"/>
                  <a:pt x="360101" y="44182"/>
                  <a:pt x="359106" y="45126"/>
                </a:cubicBezTo>
                <a:cubicBezTo>
                  <a:pt x="356973" y="47065"/>
                  <a:pt x="354770" y="50255"/>
                  <a:pt x="352496" y="54697"/>
                </a:cubicBezTo>
                <a:lnTo>
                  <a:pt x="352496" y="85817"/>
                </a:lnTo>
                <a:cubicBezTo>
                  <a:pt x="352496" y="89408"/>
                  <a:pt x="352946" y="92125"/>
                  <a:pt x="353846" y="93969"/>
                </a:cubicBezTo>
                <a:cubicBezTo>
                  <a:pt x="354462" y="95245"/>
                  <a:pt x="355552" y="96309"/>
                  <a:pt x="357116" y="97160"/>
                </a:cubicBezTo>
                <a:cubicBezTo>
                  <a:pt x="358679" y="98010"/>
                  <a:pt x="360930" y="98435"/>
                  <a:pt x="363867" y="98435"/>
                </a:cubicBezTo>
                <a:lnTo>
                  <a:pt x="363867" y="101065"/>
                </a:lnTo>
                <a:lnTo>
                  <a:pt x="330535" y="101065"/>
                </a:lnTo>
                <a:lnTo>
                  <a:pt x="330535" y="98435"/>
                </a:lnTo>
                <a:cubicBezTo>
                  <a:pt x="333851" y="98435"/>
                  <a:pt x="336315" y="97915"/>
                  <a:pt x="337926" y="96876"/>
                </a:cubicBezTo>
                <a:cubicBezTo>
                  <a:pt x="339111" y="96119"/>
                  <a:pt x="339940" y="94913"/>
                  <a:pt x="340414" y="93258"/>
                </a:cubicBezTo>
                <a:cubicBezTo>
                  <a:pt x="340650" y="92454"/>
                  <a:pt x="340769" y="90161"/>
                  <a:pt x="340769" y="86379"/>
                </a:cubicBezTo>
                <a:lnTo>
                  <a:pt x="340769" y="61204"/>
                </a:lnTo>
                <a:cubicBezTo>
                  <a:pt x="340769" y="53640"/>
                  <a:pt x="340615" y="49137"/>
                  <a:pt x="340307" y="47696"/>
                </a:cubicBezTo>
                <a:cubicBezTo>
                  <a:pt x="339999" y="46254"/>
                  <a:pt x="339430" y="45202"/>
                  <a:pt x="338601" y="44540"/>
                </a:cubicBezTo>
                <a:cubicBezTo>
                  <a:pt x="337772" y="43878"/>
                  <a:pt x="336741" y="43547"/>
                  <a:pt x="335510" y="43547"/>
                </a:cubicBezTo>
                <a:cubicBezTo>
                  <a:pt x="334041" y="43547"/>
                  <a:pt x="332382" y="43902"/>
                  <a:pt x="330535" y="44611"/>
                </a:cubicBezTo>
                <a:lnTo>
                  <a:pt x="329824" y="42057"/>
                </a:lnTo>
                <a:lnTo>
                  <a:pt x="349511" y="34115"/>
                </a:lnTo>
                <a:lnTo>
                  <a:pt x="352496" y="34115"/>
                </a:lnTo>
                <a:close/>
                <a:moveTo>
                  <a:pt x="427902" y="93744"/>
                </a:moveTo>
                <a:cubicBezTo>
                  <a:pt x="424728" y="97061"/>
                  <a:pt x="421624" y="99442"/>
                  <a:pt x="418592" y="100887"/>
                </a:cubicBezTo>
                <a:cubicBezTo>
                  <a:pt x="415559" y="102332"/>
                  <a:pt x="412290" y="103055"/>
                  <a:pt x="408784" y="103055"/>
                </a:cubicBezTo>
                <a:cubicBezTo>
                  <a:pt x="401677" y="103055"/>
                  <a:pt x="395470" y="100088"/>
                  <a:pt x="390163" y="94155"/>
                </a:cubicBezTo>
                <a:cubicBezTo>
                  <a:pt x="384856" y="88221"/>
                  <a:pt x="382203" y="80595"/>
                  <a:pt x="382203" y="71279"/>
                </a:cubicBezTo>
                <a:cubicBezTo>
                  <a:pt x="382203" y="61964"/>
                  <a:pt x="385141" y="53441"/>
                  <a:pt x="391016" y="45711"/>
                </a:cubicBezTo>
                <a:cubicBezTo>
                  <a:pt x="396891" y="37980"/>
                  <a:pt x="404448" y="34115"/>
                  <a:pt x="413688" y="34115"/>
                </a:cubicBezTo>
                <a:cubicBezTo>
                  <a:pt x="419421" y="34115"/>
                  <a:pt x="424159" y="35939"/>
                  <a:pt x="427902" y="39587"/>
                </a:cubicBezTo>
                <a:lnTo>
                  <a:pt x="427902" y="27549"/>
                </a:lnTo>
                <a:cubicBezTo>
                  <a:pt x="427902" y="20079"/>
                  <a:pt x="427725" y="15488"/>
                  <a:pt x="427369" y="13775"/>
                </a:cubicBezTo>
                <a:cubicBezTo>
                  <a:pt x="427014" y="12062"/>
                  <a:pt x="426457" y="10896"/>
                  <a:pt x="425699" y="10279"/>
                </a:cubicBezTo>
                <a:cubicBezTo>
                  <a:pt x="424941" y="9660"/>
                  <a:pt x="423993" y="9350"/>
                  <a:pt x="422856" y="9350"/>
                </a:cubicBezTo>
                <a:cubicBezTo>
                  <a:pt x="421624" y="9350"/>
                  <a:pt x="419990" y="9731"/>
                  <a:pt x="417952" y="10492"/>
                </a:cubicBezTo>
                <a:lnTo>
                  <a:pt x="417028" y="7993"/>
                </a:lnTo>
                <a:lnTo>
                  <a:pt x="436431" y="0"/>
                </a:lnTo>
                <a:lnTo>
                  <a:pt x="439629" y="0"/>
                </a:lnTo>
                <a:lnTo>
                  <a:pt x="439629" y="75265"/>
                </a:lnTo>
                <a:cubicBezTo>
                  <a:pt x="439629" y="82894"/>
                  <a:pt x="439807" y="87549"/>
                  <a:pt x="440162" y="89231"/>
                </a:cubicBezTo>
                <a:cubicBezTo>
                  <a:pt x="440518" y="90913"/>
                  <a:pt x="441086" y="92086"/>
                  <a:pt x="441868" y="92749"/>
                </a:cubicBezTo>
                <a:cubicBezTo>
                  <a:pt x="442650" y="93413"/>
                  <a:pt x="443562" y="93744"/>
                  <a:pt x="444604" y="93744"/>
                </a:cubicBezTo>
                <a:cubicBezTo>
                  <a:pt x="445884" y="93744"/>
                  <a:pt x="447589" y="93342"/>
                  <a:pt x="449721" y="92536"/>
                </a:cubicBezTo>
                <a:lnTo>
                  <a:pt x="450503" y="95024"/>
                </a:lnTo>
                <a:lnTo>
                  <a:pt x="431172" y="103055"/>
                </a:lnTo>
                <a:lnTo>
                  <a:pt x="427902" y="103055"/>
                </a:lnTo>
                <a:lnTo>
                  <a:pt x="427902" y="93744"/>
                </a:lnTo>
                <a:moveTo>
                  <a:pt x="427902" y="88785"/>
                </a:moveTo>
                <a:lnTo>
                  <a:pt x="427902" y="55323"/>
                </a:lnTo>
                <a:cubicBezTo>
                  <a:pt x="427618" y="52109"/>
                  <a:pt x="426765" y="49178"/>
                  <a:pt x="425344" y="46532"/>
                </a:cubicBezTo>
                <a:cubicBezTo>
                  <a:pt x="423922" y="43885"/>
                  <a:pt x="422039" y="41888"/>
                  <a:pt x="419693" y="40542"/>
                </a:cubicBezTo>
                <a:cubicBezTo>
                  <a:pt x="417348" y="39195"/>
                  <a:pt x="415062" y="38521"/>
                  <a:pt x="412835" y="38521"/>
                </a:cubicBezTo>
                <a:cubicBezTo>
                  <a:pt x="408665" y="38521"/>
                  <a:pt x="404946" y="40388"/>
                  <a:pt x="401677" y="44123"/>
                </a:cubicBezTo>
                <a:cubicBezTo>
                  <a:pt x="397365" y="49037"/>
                  <a:pt x="395209" y="56220"/>
                  <a:pt x="395209" y="65673"/>
                </a:cubicBezTo>
                <a:cubicBezTo>
                  <a:pt x="395209" y="75220"/>
                  <a:pt x="397294" y="82535"/>
                  <a:pt x="401463" y="87617"/>
                </a:cubicBezTo>
                <a:cubicBezTo>
                  <a:pt x="405633" y="92697"/>
                  <a:pt x="410276" y="95237"/>
                  <a:pt x="415394" y="95237"/>
                </a:cubicBezTo>
                <a:cubicBezTo>
                  <a:pt x="419705" y="95237"/>
                  <a:pt x="423875" y="93086"/>
                  <a:pt x="427902" y="88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Discard">
            <a:extLst xmlns:a="http://schemas.openxmlformats.org/drawingml/2006/main">
              <a:ext uri="{FF2B5EF4-FFF2-40B4-BE49-F238E27FC236}">
                <a16:creationId xmlns:a16="http://schemas.microsoft.com/office/drawing/2014/main" id="{1B449C84-528C-4FBB-A760-DB7E1D0A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913" y="2352721"/>
            <a:ext cx="450503" cy="103055"/>
          </a:xfrm>
          <a:custGeom xmlns:a="http://schemas.openxmlformats.org/drawingml/2006/main">
            <a:pathLst>
              <a:path w="450503" h="103055">
                <a:moveTo>
                  <a:pt x="0" y="101065"/>
                </a:moveTo>
                <a:lnTo>
                  <a:pt x="0" y="98435"/>
                </a:lnTo>
                <a:lnTo>
                  <a:pt x="3625" y="98435"/>
                </a:lnTo>
                <a:cubicBezTo>
                  <a:pt x="7699" y="98435"/>
                  <a:pt x="10590" y="97132"/>
                  <a:pt x="12295" y="94526"/>
                </a:cubicBezTo>
                <a:cubicBezTo>
                  <a:pt x="13338" y="92962"/>
                  <a:pt x="13859" y="89456"/>
                  <a:pt x="13859" y="84007"/>
                </a:cubicBezTo>
                <a:lnTo>
                  <a:pt x="13859" y="21748"/>
                </a:lnTo>
                <a:cubicBezTo>
                  <a:pt x="13859" y="15731"/>
                  <a:pt x="13196" y="11964"/>
                  <a:pt x="11869" y="10448"/>
                </a:cubicBezTo>
                <a:cubicBezTo>
                  <a:pt x="10021" y="8363"/>
                  <a:pt x="7273" y="7320"/>
                  <a:pt x="3625" y="7320"/>
                </a:cubicBezTo>
                <a:lnTo>
                  <a:pt x="0" y="7320"/>
                </a:lnTo>
                <a:lnTo>
                  <a:pt x="0" y="4691"/>
                </a:lnTo>
                <a:lnTo>
                  <a:pt x="39232" y="4691"/>
                </a:lnTo>
                <a:cubicBezTo>
                  <a:pt x="53636" y="4691"/>
                  <a:pt x="64593" y="6325"/>
                  <a:pt x="72103" y="9595"/>
                </a:cubicBezTo>
                <a:cubicBezTo>
                  <a:pt x="79613" y="12864"/>
                  <a:pt x="85654" y="18313"/>
                  <a:pt x="90226" y="25941"/>
                </a:cubicBezTo>
                <a:cubicBezTo>
                  <a:pt x="94799" y="33570"/>
                  <a:pt x="97085" y="42383"/>
                  <a:pt x="97085" y="52380"/>
                </a:cubicBezTo>
                <a:cubicBezTo>
                  <a:pt x="97085" y="65789"/>
                  <a:pt x="93010" y="76995"/>
                  <a:pt x="84860" y="85997"/>
                </a:cubicBezTo>
                <a:cubicBezTo>
                  <a:pt x="75716" y="96042"/>
                  <a:pt x="61785" y="101065"/>
                  <a:pt x="43070" y="101065"/>
                </a:cubicBezTo>
                <a:lnTo>
                  <a:pt x="0" y="101065"/>
                </a:lnTo>
                <a:moveTo>
                  <a:pt x="27505" y="94171"/>
                </a:moveTo>
                <a:cubicBezTo>
                  <a:pt x="33522" y="95450"/>
                  <a:pt x="38569" y="96090"/>
                  <a:pt x="42643" y="96090"/>
                </a:cubicBezTo>
                <a:cubicBezTo>
                  <a:pt x="53636" y="96090"/>
                  <a:pt x="62757" y="92228"/>
                  <a:pt x="70006" y="84505"/>
                </a:cubicBezTo>
                <a:cubicBezTo>
                  <a:pt x="77256" y="76782"/>
                  <a:pt x="80880" y="66310"/>
                  <a:pt x="80880" y="53091"/>
                </a:cubicBezTo>
                <a:cubicBezTo>
                  <a:pt x="80880" y="39777"/>
                  <a:pt x="77256" y="29282"/>
                  <a:pt x="70006" y="21606"/>
                </a:cubicBezTo>
                <a:cubicBezTo>
                  <a:pt x="62757" y="13930"/>
                  <a:pt x="53446" y="10092"/>
                  <a:pt x="42075" y="10092"/>
                </a:cubicBezTo>
                <a:cubicBezTo>
                  <a:pt x="37810" y="10092"/>
                  <a:pt x="32954" y="10779"/>
                  <a:pt x="27505" y="12153"/>
                </a:cubicBezTo>
                <a:lnTo>
                  <a:pt x="27505" y="94171"/>
                </a:lnTo>
                <a:close/>
                <a:moveTo>
                  <a:pt x="123902" y="0"/>
                </a:moveTo>
                <a:cubicBezTo>
                  <a:pt x="125892" y="0"/>
                  <a:pt x="127585" y="703"/>
                  <a:pt x="128983" y="2108"/>
                </a:cubicBezTo>
                <a:cubicBezTo>
                  <a:pt x="130381" y="3511"/>
                  <a:pt x="131080" y="5213"/>
                  <a:pt x="131080" y="7214"/>
                </a:cubicBezTo>
                <a:cubicBezTo>
                  <a:pt x="131080" y="9214"/>
                  <a:pt x="130381" y="10929"/>
                  <a:pt x="128983" y="12358"/>
                </a:cubicBezTo>
                <a:cubicBezTo>
                  <a:pt x="127585" y="13785"/>
                  <a:pt x="125892" y="14499"/>
                  <a:pt x="123902" y="14499"/>
                </a:cubicBezTo>
                <a:cubicBezTo>
                  <a:pt x="121911" y="14499"/>
                  <a:pt x="120206" y="13785"/>
                  <a:pt x="118784" y="12358"/>
                </a:cubicBezTo>
                <a:cubicBezTo>
                  <a:pt x="117363" y="10929"/>
                  <a:pt x="116652" y="9214"/>
                  <a:pt x="116652" y="7214"/>
                </a:cubicBezTo>
                <a:cubicBezTo>
                  <a:pt x="116652" y="5213"/>
                  <a:pt x="117351" y="3511"/>
                  <a:pt x="118749" y="2108"/>
                </a:cubicBezTo>
                <a:cubicBezTo>
                  <a:pt x="120147" y="703"/>
                  <a:pt x="121864" y="0"/>
                  <a:pt x="123902" y="0"/>
                </a:cubicBezTo>
                <a:moveTo>
                  <a:pt x="129801" y="34115"/>
                </a:moveTo>
                <a:lnTo>
                  <a:pt x="129801" y="86308"/>
                </a:lnTo>
                <a:cubicBezTo>
                  <a:pt x="129801" y="90374"/>
                  <a:pt x="130097" y="93081"/>
                  <a:pt x="130689" y="94428"/>
                </a:cubicBezTo>
                <a:cubicBezTo>
                  <a:pt x="131281" y="95776"/>
                  <a:pt x="132158" y="96780"/>
                  <a:pt x="133319" y="97442"/>
                </a:cubicBezTo>
                <a:cubicBezTo>
                  <a:pt x="134479" y="98104"/>
                  <a:pt x="136600" y="98435"/>
                  <a:pt x="139680" y="98435"/>
                </a:cubicBezTo>
                <a:lnTo>
                  <a:pt x="139680" y="101065"/>
                </a:lnTo>
                <a:lnTo>
                  <a:pt x="108052" y="101065"/>
                </a:lnTo>
                <a:lnTo>
                  <a:pt x="108052" y="98435"/>
                </a:lnTo>
                <a:cubicBezTo>
                  <a:pt x="111227" y="98435"/>
                  <a:pt x="113359" y="98128"/>
                  <a:pt x="114449" y="97513"/>
                </a:cubicBezTo>
                <a:cubicBezTo>
                  <a:pt x="115539" y="96899"/>
                  <a:pt x="116403" y="95882"/>
                  <a:pt x="117043" y="94464"/>
                </a:cubicBezTo>
                <a:cubicBezTo>
                  <a:pt x="117683" y="93045"/>
                  <a:pt x="118003" y="90327"/>
                  <a:pt x="118003" y="86308"/>
                </a:cubicBezTo>
                <a:lnTo>
                  <a:pt x="118003" y="61275"/>
                </a:lnTo>
                <a:cubicBezTo>
                  <a:pt x="118003" y="54230"/>
                  <a:pt x="117789" y="49668"/>
                  <a:pt x="117363" y="47590"/>
                </a:cubicBezTo>
                <a:cubicBezTo>
                  <a:pt x="117031" y="46076"/>
                  <a:pt x="116510" y="45024"/>
                  <a:pt x="115799" y="44433"/>
                </a:cubicBezTo>
                <a:cubicBezTo>
                  <a:pt x="115089" y="43843"/>
                  <a:pt x="114117" y="43547"/>
                  <a:pt x="112885" y="43547"/>
                </a:cubicBezTo>
                <a:cubicBezTo>
                  <a:pt x="111559" y="43547"/>
                  <a:pt x="109948" y="43902"/>
                  <a:pt x="108052" y="44611"/>
                </a:cubicBezTo>
                <a:lnTo>
                  <a:pt x="107057" y="42057"/>
                </a:lnTo>
                <a:lnTo>
                  <a:pt x="126673" y="34115"/>
                </a:lnTo>
                <a:lnTo>
                  <a:pt x="129801" y="34115"/>
                </a:lnTo>
                <a:close/>
                <a:moveTo>
                  <a:pt x="189692" y="34115"/>
                </a:moveTo>
                <a:lnTo>
                  <a:pt x="189692" y="56147"/>
                </a:lnTo>
                <a:lnTo>
                  <a:pt x="187346" y="56147"/>
                </a:lnTo>
                <a:cubicBezTo>
                  <a:pt x="185546" y="49237"/>
                  <a:pt x="183236" y="44536"/>
                  <a:pt x="180417" y="42046"/>
                </a:cubicBezTo>
                <a:cubicBezTo>
                  <a:pt x="177598" y="39554"/>
                  <a:pt x="174008" y="38308"/>
                  <a:pt x="169649" y="38308"/>
                </a:cubicBezTo>
                <a:cubicBezTo>
                  <a:pt x="166333" y="38308"/>
                  <a:pt x="163656" y="39184"/>
                  <a:pt x="161618" y="40935"/>
                </a:cubicBezTo>
                <a:cubicBezTo>
                  <a:pt x="159581" y="42686"/>
                  <a:pt x="158562" y="44626"/>
                  <a:pt x="158562" y="46757"/>
                </a:cubicBezTo>
                <a:cubicBezTo>
                  <a:pt x="158562" y="49407"/>
                  <a:pt x="159320" y="51678"/>
                  <a:pt x="160836" y="53571"/>
                </a:cubicBezTo>
                <a:cubicBezTo>
                  <a:pt x="162305" y="55512"/>
                  <a:pt x="165290" y="57571"/>
                  <a:pt x="169792" y="59747"/>
                </a:cubicBezTo>
                <a:lnTo>
                  <a:pt x="180168" y="64789"/>
                </a:lnTo>
                <a:cubicBezTo>
                  <a:pt x="189786" y="69474"/>
                  <a:pt x="194596" y="75650"/>
                  <a:pt x="194596" y="83319"/>
                </a:cubicBezTo>
                <a:cubicBezTo>
                  <a:pt x="194596" y="89234"/>
                  <a:pt x="192357" y="94003"/>
                  <a:pt x="187879" y="97624"/>
                </a:cubicBezTo>
                <a:cubicBezTo>
                  <a:pt x="183402" y="101245"/>
                  <a:pt x="178391" y="103055"/>
                  <a:pt x="172848" y="103055"/>
                </a:cubicBezTo>
                <a:cubicBezTo>
                  <a:pt x="168868" y="103055"/>
                  <a:pt x="164319" y="102344"/>
                  <a:pt x="159202" y="100923"/>
                </a:cubicBezTo>
                <a:cubicBezTo>
                  <a:pt x="157638" y="100449"/>
                  <a:pt x="156359" y="100212"/>
                  <a:pt x="155364" y="100212"/>
                </a:cubicBezTo>
                <a:cubicBezTo>
                  <a:pt x="154274" y="100212"/>
                  <a:pt x="153421" y="100828"/>
                  <a:pt x="152805" y="102060"/>
                </a:cubicBezTo>
                <a:lnTo>
                  <a:pt x="150460" y="102060"/>
                </a:lnTo>
                <a:lnTo>
                  <a:pt x="150460" y="78748"/>
                </a:lnTo>
                <a:lnTo>
                  <a:pt x="152805" y="78748"/>
                </a:lnTo>
                <a:cubicBezTo>
                  <a:pt x="154132" y="85405"/>
                  <a:pt x="156667" y="90422"/>
                  <a:pt x="160410" y="93798"/>
                </a:cubicBezTo>
                <a:cubicBezTo>
                  <a:pt x="164153" y="97173"/>
                  <a:pt x="168346" y="98861"/>
                  <a:pt x="172990" y="98861"/>
                </a:cubicBezTo>
                <a:cubicBezTo>
                  <a:pt x="176259" y="98861"/>
                  <a:pt x="178924" y="97903"/>
                  <a:pt x="180985" y="95987"/>
                </a:cubicBezTo>
                <a:cubicBezTo>
                  <a:pt x="183046" y="94070"/>
                  <a:pt x="184077" y="91762"/>
                  <a:pt x="184077" y="89065"/>
                </a:cubicBezTo>
                <a:cubicBezTo>
                  <a:pt x="184077" y="85798"/>
                  <a:pt x="182928" y="83053"/>
                  <a:pt x="180630" y="80829"/>
                </a:cubicBezTo>
                <a:cubicBezTo>
                  <a:pt x="178332" y="78605"/>
                  <a:pt x="173748" y="75790"/>
                  <a:pt x="166878" y="72383"/>
                </a:cubicBezTo>
                <a:cubicBezTo>
                  <a:pt x="160007" y="68974"/>
                  <a:pt x="155506" y="65897"/>
                  <a:pt x="153374" y="63152"/>
                </a:cubicBezTo>
                <a:cubicBezTo>
                  <a:pt x="151242" y="60454"/>
                  <a:pt x="150176" y="57047"/>
                  <a:pt x="150176" y="52929"/>
                </a:cubicBezTo>
                <a:cubicBezTo>
                  <a:pt x="150176" y="47581"/>
                  <a:pt x="152012" y="43108"/>
                  <a:pt x="155684" y="39512"/>
                </a:cubicBezTo>
                <a:cubicBezTo>
                  <a:pt x="159356" y="35914"/>
                  <a:pt x="164106" y="34115"/>
                  <a:pt x="169934" y="34115"/>
                </a:cubicBezTo>
                <a:cubicBezTo>
                  <a:pt x="172492" y="34115"/>
                  <a:pt x="175596" y="34660"/>
                  <a:pt x="179244" y="35749"/>
                </a:cubicBezTo>
                <a:cubicBezTo>
                  <a:pt x="181661" y="36460"/>
                  <a:pt x="183272" y="36815"/>
                  <a:pt x="184077" y="36815"/>
                </a:cubicBezTo>
                <a:cubicBezTo>
                  <a:pt x="184835" y="36815"/>
                  <a:pt x="185427" y="36650"/>
                  <a:pt x="185854" y="36318"/>
                </a:cubicBezTo>
                <a:cubicBezTo>
                  <a:pt x="186280" y="35986"/>
                  <a:pt x="186778" y="35252"/>
                  <a:pt x="187346" y="34115"/>
                </a:cubicBezTo>
                <a:lnTo>
                  <a:pt x="189692" y="34115"/>
                </a:lnTo>
                <a:close/>
                <a:moveTo>
                  <a:pt x="259678" y="76332"/>
                </a:moveTo>
                <a:cubicBezTo>
                  <a:pt x="257925" y="84908"/>
                  <a:pt x="254490" y="91505"/>
                  <a:pt x="249373" y="96125"/>
                </a:cubicBezTo>
                <a:cubicBezTo>
                  <a:pt x="244255" y="100745"/>
                  <a:pt x="238593" y="103055"/>
                  <a:pt x="232386" y="103055"/>
                </a:cubicBezTo>
                <a:cubicBezTo>
                  <a:pt x="224995" y="103055"/>
                  <a:pt x="218551" y="99955"/>
                  <a:pt x="213055" y="93755"/>
                </a:cubicBezTo>
                <a:cubicBezTo>
                  <a:pt x="207558" y="87554"/>
                  <a:pt x="204810" y="79176"/>
                  <a:pt x="204810" y="68620"/>
                </a:cubicBezTo>
                <a:cubicBezTo>
                  <a:pt x="204810" y="58396"/>
                  <a:pt x="207855" y="50090"/>
                  <a:pt x="213943" y="43701"/>
                </a:cubicBezTo>
                <a:cubicBezTo>
                  <a:pt x="220032" y="37310"/>
                  <a:pt x="227340" y="34115"/>
                  <a:pt x="235869" y="34115"/>
                </a:cubicBezTo>
                <a:cubicBezTo>
                  <a:pt x="242265" y="34115"/>
                  <a:pt x="247525" y="35803"/>
                  <a:pt x="251647" y="39181"/>
                </a:cubicBezTo>
                <a:cubicBezTo>
                  <a:pt x="255769" y="42557"/>
                  <a:pt x="257830" y="46063"/>
                  <a:pt x="257830" y="49699"/>
                </a:cubicBezTo>
                <a:cubicBezTo>
                  <a:pt x="257830" y="51494"/>
                  <a:pt x="257250" y="52947"/>
                  <a:pt x="256089" y="54057"/>
                </a:cubicBezTo>
                <a:cubicBezTo>
                  <a:pt x="254928" y="55166"/>
                  <a:pt x="253305" y="55721"/>
                  <a:pt x="251220" y="55721"/>
                </a:cubicBezTo>
                <a:cubicBezTo>
                  <a:pt x="248425" y="55721"/>
                  <a:pt x="246316" y="54820"/>
                  <a:pt x="244895" y="53020"/>
                </a:cubicBezTo>
                <a:cubicBezTo>
                  <a:pt x="244089" y="52025"/>
                  <a:pt x="243556" y="50130"/>
                  <a:pt x="243296" y="47334"/>
                </a:cubicBezTo>
                <a:cubicBezTo>
                  <a:pt x="243035" y="44539"/>
                  <a:pt x="242076" y="42406"/>
                  <a:pt x="240417" y="40938"/>
                </a:cubicBezTo>
                <a:cubicBezTo>
                  <a:pt x="238759" y="39516"/>
                  <a:pt x="236461" y="38805"/>
                  <a:pt x="233523" y="38805"/>
                </a:cubicBezTo>
                <a:cubicBezTo>
                  <a:pt x="228785" y="38805"/>
                  <a:pt x="224971" y="40559"/>
                  <a:pt x="222081" y="44065"/>
                </a:cubicBezTo>
                <a:cubicBezTo>
                  <a:pt x="218243" y="48708"/>
                  <a:pt x="216324" y="54844"/>
                  <a:pt x="216324" y="62472"/>
                </a:cubicBezTo>
                <a:cubicBezTo>
                  <a:pt x="216324" y="70243"/>
                  <a:pt x="218231" y="77102"/>
                  <a:pt x="222045" y="83048"/>
                </a:cubicBezTo>
                <a:cubicBezTo>
                  <a:pt x="225859" y="88994"/>
                  <a:pt x="231012" y="91967"/>
                  <a:pt x="237503" y="91967"/>
                </a:cubicBezTo>
                <a:cubicBezTo>
                  <a:pt x="242147" y="91967"/>
                  <a:pt x="246316" y="90380"/>
                  <a:pt x="250012" y="87206"/>
                </a:cubicBezTo>
                <a:cubicBezTo>
                  <a:pt x="252618" y="85026"/>
                  <a:pt x="255153" y="81070"/>
                  <a:pt x="257617" y="75337"/>
                </a:cubicBezTo>
                <a:lnTo>
                  <a:pt x="259678" y="76332"/>
                </a:lnTo>
                <a:close/>
                <a:moveTo>
                  <a:pt x="305795" y="91683"/>
                </a:moveTo>
                <a:cubicBezTo>
                  <a:pt x="299114" y="96848"/>
                  <a:pt x="294921" y="99833"/>
                  <a:pt x="293215" y="100638"/>
                </a:cubicBezTo>
                <a:cubicBezTo>
                  <a:pt x="290657" y="101870"/>
                  <a:pt x="287932" y="102486"/>
                  <a:pt x="285042" y="102486"/>
                </a:cubicBezTo>
                <a:cubicBezTo>
                  <a:pt x="280541" y="102486"/>
                  <a:pt x="276833" y="100946"/>
                  <a:pt x="273919" y="97866"/>
                </a:cubicBezTo>
                <a:cubicBezTo>
                  <a:pt x="271005" y="94787"/>
                  <a:pt x="269548" y="90736"/>
                  <a:pt x="269548" y="85713"/>
                </a:cubicBezTo>
                <a:cubicBezTo>
                  <a:pt x="269548" y="82539"/>
                  <a:pt x="270259" y="79790"/>
                  <a:pt x="271681" y="77469"/>
                </a:cubicBezTo>
                <a:cubicBezTo>
                  <a:pt x="273623" y="74247"/>
                  <a:pt x="276999" y="71214"/>
                  <a:pt x="281808" y="68371"/>
                </a:cubicBezTo>
                <a:cubicBezTo>
                  <a:pt x="286618" y="65529"/>
                  <a:pt x="294613" y="62070"/>
                  <a:pt x="305795" y="57995"/>
                </a:cubicBezTo>
                <a:lnTo>
                  <a:pt x="305795" y="55436"/>
                </a:lnTo>
                <a:cubicBezTo>
                  <a:pt x="305795" y="48945"/>
                  <a:pt x="304765" y="44491"/>
                  <a:pt x="302704" y="42075"/>
                </a:cubicBezTo>
                <a:cubicBezTo>
                  <a:pt x="300642" y="39658"/>
                  <a:pt x="297646" y="38450"/>
                  <a:pt x="293713" y="38450"/>
                </a:cubicBezTo>
                <a:cubicBezTo>
                  <a:pt x="290728" y="38450"/>
                  <a:pt x="288359" y="39253"/>
                  <a:pt x="286606" y="40858"/>
                </a:cubicBezTo>
                <a:cubicBezTo>
                  <a:pt x="284805" y="42463"/>
                  <a:pt x="283905" y="44304"/>
                  <a:pt x="283905" y="46381"/>
                </a:cubicBezTo>
                <a:lnTo>
                  <a:pt x="284047" y="50488"/>
                </a:lnTo>
                <a:cubicBezTo>
                  <a:pt x="284047" y="52659"/>
                  <a:pt x="283490" y="54334"/>
                  <a:pt x="282377" y="55514"/>
                </a:cubicBezTo>
                <a:cubicBezTo>
                  <a:pt x="281263" y="56694"/>
                  <a:pt x="279806" y="57284"/>
                  <a:pt x="278006" y="57284"/>
                </a:cubicBezTo>
                <a:cubicBezTo>
                  <a:pt x="276253" y="57284"/>
                  <a:pt x="274820" y="56670"/>
                  <a:pt x="273706" y="55443"/>
                </a:cubicBezTo>
                <a:cubicBezTo>
                  <a:pt x="272593" y="54214"/>
                  <a:pt x="272036" y="52536"/>
                  <a:pt x="272036" y="50410"/>
                </a:cubicBezTo>
                <a:cubicBezTo>
                  <a:pt x="272036" y="46349"/>
                  <a:pt x="274121" y="42617"/>
                  <a:pt x="278290" y="39216"/>
                </a:cubicBezTo>
                <a:cubicBezTo>
                  <a:pt x="282460" y="35815"/>
                  <a:pt x="288311" y="34115"/>
                  <a:pt x="295845" y="34115"/>
                </a:cubicBezTo>
                <a:cubicBezTo>
                  <a:pt x="301626" y="34115"/>
                  <a:pt x="306364" y="35085"/>
                  <a:pt x="310060" y="37024"/>
                </a:cubicBezTo>
                <a:cubicBezTo>
                  <a:pt x="312855" y="38492"/>
                  <a:pt x="314916" y="40787"/>
                  <a:pt x="316243" y="43912"/>
                </a:cubicBezTo>
                <a:cubicBezTo>
                  <a:pt x="317096" y="45946"/>
                  <a:pt x="317522" y="50110"/>
                  <a:pt x="317522" y="56405"/>
                </a:cubicBezTo>
                <a:lnTo>
                  <a:pt x="317522" y="78482"/>
                </a:lnTo>
                <a:cubicBezTo>
                  <a:pt x="317522" y="84681"/>
                  <a:pt x="317641" y="88479"/>
                  <a:pt x="317877" y="89875"/>
                </a:cubicBezTo>
                <a:cubicBezTo>
                  <a:pt x="318114" y="91272"/>
                  <a:pt x="318505" y="92207"/>
                  <a:pt x="319050" y="92680"/>
                </a:cubicBezTo>
                <a:cubicBezTo>
                  <a:pt x="319595" y="93153"/>
                  <a:pt x="320223" y="93389"/>
                  <a:pt x="320934" y="93389"/>
                </a:cubicBezTo>
                <a:cubicBezTo>
                  <a:pt x="321692" y="93389"/>
                  <a:pt x="322355" y="93223"/>
                  <a:pt x="322924" y="92891"/>
                </a:cubicBezTo>
                <a:cubicBezTo>
                  <a:pt x="323919" y="92275"/>
                  <a:pt x="325838" y="90546"/>
                  <a:pt x="328680" y="87703"/>
                </a:cubicBezTo>
                <a:lnTo>
                  <a:pt x="328680" y="91683"/>
                </a:lnTo>
                <a:cubicBezTo>
                  <a:pt x="323374" y="98790"/>
                  <a:pt x="318304" y="102344"/>
                  <a:pt x="313471" y="102344"/>
                </a:cubicBezTo>
                <a:cubicBezTo>
                  <a:pt x="311149" y="102344"/>
                  <a:pt x="309301" y="101539"/>
                  <a:pt x="307927" y="99928"/>
                </a:cubicBezTo>
                <a:cubicBezTo>
                  <a:pt x="306553" y="98317"/>
                  <a:pt x="305843" y="95568"/>
                  <a:pt x="305795" y="91683"/>
                </a:cubicBezTo>
                <a:moveTo>
                  <a:pt x="305795" y="87023"/>
                </a:moveTo>
                <a:lnTo>
                  <a:pt x="305795" y="62330"/>
                </a:lnTo>
                <a:cubicBezTo>
                  <a:pt x="298641" y="65160"/>
                  <a:pt x="294021" y="67165"/>
                  <a:pt x="291936" y="68345"/>
                </a:cubicBezTo>
                <a:cubicBezTo>
                  <a:pt x="288193" y="70421"/>
                  <a:pt x="285516" y="72591"/>
                  <a:pt x="283905" y="74855"/>
                </a:cubicBezTo>
                <a:cubicBezTo>
                  <a:pt x="282294" y="77119"/>
                  <a:pt x="281489" y="79595"/>
                  <a:pt x="281489" y="82284"/>
                </a:cubicBezTo>
                <a:cubicBezTo>
                  <a:pt x="281489" y="85681"/>
                  <a:pt x="282507" y="88499"/>
                  <a:pt x="284545" y="90739"/>
                </a:cubicBezTo>
                <a:cubicBezTo>
                  <a:pt x="286582" y="92979"/>
                  <a:pt x="288927" y="94100"/>
                  <a:pt x="291581" y="94100"/>
                </a:cubicBezTo>
                <a:cubicBezTo>
                  <a:pt x="295182" y="94100"/>
                  <a:pt x="299920" y="91741"/>
                  <a:pt x="305795" y="87023"/>
                </a:cubicBezTo>
                <a:close/>
                <a:moveTo>
                  <a:pt x="352496" y="34115"/>
                </a:moveTo>
                <a:lnTo>
                  <a:pt x="352496" y="48756"/>
                </a:lnTo>
                <a:cubicBezTo>
                  <a:pt x="357945" y="38995"/>
                  <a:pt x="363536" y="34115"/>
                  <a:pt x="369269" y="34115"/>
                </a:cubicBezTo>
                <a:cubicBezTo>
                  <a:pt x="371875" y="34115"/>
                  <a:pt x="374031" y="34908"/>
                  <a:pt x="375736" y="36496"/>
                </a:cubicBezTo>
                <a:cubicBezTo>
                  <a:pt x="377442" y="38083"/>
                  <a:pt x="378295" y="39919"/>
                  <a:pt x="378295" y="42004"/>
                </a:cubicBezTo>
                <a:cubicBezTo>
                  <a:pt x="378295" y="43852"/>
                  <a:pt x="377679" y="45415"/>
                  <a:pt x="376447" y="46694"/>
                </a:cubicBezTo>
                <a:cubicBezTo>
                  <a:pt x="375215" y="47974"/>
                  <a:pt x="373746" y="48613"/>
                  <a:pt x="372041" y="48613"/>
                </a:cubicBezTo>
                <a:cubicBezTo>
                  <a:pt x="370382" y="48613"/>
                  <a:pt x="368523" y="47796"/>
                  <a:pt x="366462" y="46161"/>
                </a:cubicBezTo>
                <a:cubicBezTo>
                  <a:pt x="364400" y="44527"/>
                  <a:pt x="362872" y="43709"/>
                  <a:pt x="361877" y="43709"/>
                </a:cubicBezTo>
                <a:cubicBezTo>
                  <a:pt x="361024" y="43709"/>
                  <a:pt x="360101" y="44182"/>
                  <a:pt x="359106" y="45126"/>
                </a:cubicBezTo>
                <a:cubicBezTo>
                  <a:pt x="356973" y="47065"/>
                  <a:pt x="354770" y="50255"/>
                  <a:pt x="352496" y="54697"/>
                </a:cubicBezTo>
                <a:lnTo>
                  <a:pt x="352496" y="85817"/>
                </a:lnTo>
                <a:cubicBezTo>
                  <a:pt x="352496" y="89408"/>
                  <a:pt x="352946" y="92125"/>
                  <a:pt x="353846" y="93969"/>
                </a:cubicBezTo>
                <a:cubicBezTo>
                  <a:pt x="354462" y="95245"/>
                  <a:pt x="355552" y="96309"/>
                  <a:pt x="357116" y="97160"/>
                </a:cubicBezTo>
                <a:cubicBezTo>
                  <a:pt x="358679" y="98010"/>
                  <a:pt x="360930" y="98435"/>
                  <a:pt x="363867" y="98435"/>
                </a:cubicBezTo>
                <a:lnTo>
                  <a:pt x="363867" y="101065"/>
                </a:lnTo>
                <a:lnTo>
                  <a:pt x="330534" y="101065"/>
                </a:lnTo>
                <a:lnTo>
                  <a:pt x="330534" y="98435"/>
                </a:lnTo>
                <a:cubicBezTo>
                  <a:pt x="333851" y="98435"/>
                  <a:pt x="336315" y="97915"/>
                  <a:pt x="337926" y="96876"/>
                </a:cubicBezTo>
                <a:cubicBezTo>
                  <a:pt x="339111" y="96119"/>
                  <a:pt x="339940" y="94913"/>
                  <a:pt x="340414" y="93258"/>
                </a:cubicBezTo>
                <a:cubicBezTo>
                  <a:pt x="340650" y="92454"/>
                  <a:pt x="340769" y="90161"/>
                  <a:pt x="340769" y="86379"/>
                </a:cubicBezTo>
                <a:lnTo>
                  <a:pt x="340769" y="61204"/>
                </a:lnTo>
                <a:cubicBezTo>
                  <a:pt x="340769" y="53640"/>
                  <a:pt x="340615" y="49137"/>
                  <a:pt x="340307" y="47696"/>
                </a:cubicBezTo>
                <a:cubicBezTo>
                  <a:pt x="339999" y="46254"/>
                  <a:pt x="339430" y="45202"/>
                  <a:pt x="338601" y="44540"/>
                </a:cubicBezTo>
                <a:cubicBezTo>
                  <a:pt x="337772" y="43878"/>
                  <a:pt x="336741" y="43547"/>
                  <a:pt x="335510" y="43547"/>
                </a:cubicBezTo>
                <a:cubicBezTo>
                  <a:pt x="334041" y="43547"/>
                  <a:pt x="332382" y="43902"/>
                  <a:pt x="330534" y="44611"/>
                </a:cubicBezTo>
                <a:lnTo>
                  <a:pt x="329824" y="42057"/>
                </a:lnTo>
                <a:lnTo>
                  <a:pt x="349511" y="34115"/>
                </a:lnTo>
                <a:lnTo>
                  <a:pt x="352496" y="34115"/>
                </a:lnTo>
                <a:close/>
                <a:moveTo>
                  <a:pt x="427902" y="93744"/>
                </a:moveTo>
                <a:cubicBezTo>
                  <a:pt x="424727" y="97061"/>
                  <a:pt x="421624" y="99442"/>
                  <a:pt x="418592" y="100887"/>
                </a:cubicBezTo>
                <a:cubicBezTo>
                  <a:pt x="415559" y="102332"/>
                  <a:pt x="412290" y="103055"/>
                  <a:pt x="408784" y="103055"/>
                </a:cubicBezTo>
                <a:cubicBezTo>
                  <a:pt x="401676" y="103055"/>
                  <a:pt x="395469" y="100088"/>
                  <a:pt x="390163" y="94155"/>
                </a:cubicBezTo>
                <a:cubicBezTo>
                  <a:pt x="384856" y="88221"/>
                  <a:pt x="382203" y="80595"/>
                  <a:pt x="382203" y="71279"/>
                </a:cubicBezTo>
                <a:cubicBezTo>
                  <a:pt x="382203" y="61964"/>
                  <a:pt x="385140" y="53441"/>
                  <a:pt x="391016" y="45711"/>
                </a:cubicBezTo>
                <a:cubicBezTo>
                  <a:pt x="396891" y="37980"/>
                  <a:pt x="404448" y="34115"/>
                  <a:pt x="413688" y="34115"/>
                </a:cubicBezTo>
                <a:cubicBezTo>
                  <a:pt x="419421" y="34115"/>
                  <a:pt x="424159" y="35939"/>
                  <a:pt x="427902" y="39587"/>
                </a:cubicBezTo>
                <a:lnTo>
                  <a:pt x="427902" y="27549"/>
                </a:lnTo>
                <a:cubicBezTo>
                  <a:pt x="427902" y="20079"/>
                  <a:pt x="427724" y="15488"/>
                  <a:pt x="427369" y="13775"/>
                </a:cubicBezTo>
                <a:cubicBezTo>
                  <a:pt x="427014" y="12062"/>
                  <a:pt x="426457" y="10896"/>
                  <a:pt x="425699" y="10279"/>
                </a:cubicBezTo>
                <a:cubicBezTo>
                  <a:pt x="424941" y="9660"/>
                  <a:pt x="423993" y="9350"/>
                  <a:pt x="422856" y="9350"/>
                </a:cubicBezTo>
                <a:cubicBezTo>
                  <a:pt x="421624" y="9350"/>
                  <a:pt x="419989" y="9731"/>
                  <a:pt x="417952" y="10492"/>
                </a:cubicBezTo>
                <a:lnTo>
                  <a:pt x="417028" y="7993"/>
                </a:lnTo>
                <a:lnTo>
                  <a:pt x="436431" y="0"/>
                </a:lnTo>
                <a:lnTo>
                  <a:pt x="439629" y="0"/>
                </a:lnTo>
                <a:lnTo>
                  <a:pt x="439629" y="75265"/>
                </a:lnTo>
                <a:cubicBezTo>
                  <a:pt x="439629" y="82894"/>
                  <a:pt x="439807" y="87549"/>
                  <a:pt x="440162" y="89231"/>
                </a:cubicBezTo>
                <a:cubicBezTo>
                  <a:pt x="440517" y="90913"/>
                  <a:pt x="441086" y="92086"/>
                  <a:pt x="441868" y="92749"/>
                </a:cubicBezTo>
                <a:cubicBezTo>
                  <a:pt x="442649" y="93413"/>
                  <a:pt x="443562" y="93744"/>
                  <a:pt x="444604" y="93744"/>
                </a:cubicBezTo>
                <a:cubicBezTo>
                  <a:pt x="445883" y="93744"/>
                  <a:pt x="447589" y="93342"/>
                  <a:pt x="449721" y="92536"/>
                </a:cubicBezTo>
                <a:lnTo>
                  <a:pt x="450503" y="95024"/>
                </a:lnTo>
                <a:lnTo>
                  <a:pt x="431171" y="103055"/>
                </a:lnTo>
                <a:lnTo>
                  <a:pt x="427902" y="103055"/>
                </a:lnTo>
                <a:lnTo>
                  <a:pt x="427902" y="93744"/>
                </a:lnTo>
                <a:moveTo>
                  <a:pt x="427902" y="88785"/>
                </a:moveTo>
                <a:lnTo>
                  <a:pt x="427902" y="55323"/>
                </a:lnTo>
                <a:cubicBezTo>
                  <a:pt x="427618" y="52109"/>
                  <a:pt x="426765" y="49178"/>
                  <a:pt x="425343" y="46532"/>
                </a:cubicBezTo>
                <a:cubicBezTo>
                  <a:pt x="423922" y="43885"/>
                  <a:pt x="422039" y="41888"/>
                  <a:pt x="419693" y="40542"/>
                </a:cubicBezTo>
                <a:cubicBezTo>
                  <a:pt x="417348" y="39195"/>
                  <a:pt x="415062" y="38521"/>
                  <a:pt x="412835" y="38521"/>
                </a:cubicBezTo>
                <a:cubicBezTo>
                  <a:pt x="408665" y="38521"/>
                  <a:pt x="404946" y="40388"/>
                  <a:pt x="401676" y="44123"/>
                </a:cubicBezTo>
                <a:cubicBezTo>
                  <a:pt x="397365" y="49037"/>
                  <a:pt x="395209" y="56220"/>
                  <a:pt x="395209" y="65673"/>
                </a:cubicBezTo>
                <a:cubicBezTo>
                  <a:pt x="395209" y="75220"/>
                  <a:pt x="397294" y="82535"/>
                  <a:pt x="401463" y="87617"/>
                </a:cubicBezTo>
                <a:cubicBezTo>
                  <a:pt x="405633" y="92697"/>
                  <a:pt x="410276" y="95237"/>
                  <a:pt x="415393" y="95237"/>
                </a:cubicBezTo>
                <a:cubicBezTo>
                  <a:pt x="419705" y="95237"/>
                  <a:pt x="423875" y="93086"/>
                  <a:pt x="427902" y="88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AC403-F1A3-4CE0-B1B9-0448212E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648" y="1603724"/>
            <a:ext cx="373593" cy="244534"/>
          </a:xfrm>
          <a:custGeom xmlns:a="http://schemas.openxmlformats.org/drawingml/2006/main">
            <a:pathLst>
              <a:path w="373593" h="244534" fill="none">
                <a:moveTo>
                  <a:pt x="0" y="0"/>
                </a:moveTo>
                <a:lnTo>
                  <a:pt x="373593" y="0"/>
                </a:lnTo>
                <a:lnTo>
                  <a:pt x="373593" y="244534"/>
                </a:lnTo>
                <a:lnTo>
                  <a:pt x="0" y="24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C9BF0-E608-41E3-B882-B9AD3ED5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737" y="860904"/>
            <a:ext cx="373593" cy="245019"/>
          </a:xfrm>
          <a:custGeom xmlns:a="http://schemas.openxmlformats.org/drawingml/2006/main">
            <a:pathLst>
              <a:path w="373593" h="245019" fill="none">
                <a:moveTo>
                  <a:pt x="0" y="0"/>
                </a:moveTo>
                <a:lnTo>
                  <a:pt x="373593" y="0"/>
                </a:lnTo>
                <a:lnTo>
                  <a:pt x="373593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79" name="Text x">
            <a:extLst xmlns:a="http://schemas.openxmlformats.org/drawingml/2006/main">
              <a:ext uri="{FF2B5EF4-FFF2-40B4-BE49-F238E27FC236}">
                <a16:creationId xmlns:a16="http://schemas.microsoft.com/office/drawing/2014/main" id="{8DA28432-F6CD-4CBE-B9FA-25C4CDE0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740" y="1192258"/>
            <a:ext cx="80596" cy="67945"/>
          </a:xfrm>
          <a:custGeom xmlns:a="http://schemas.openxmlformats.org/drawingml/2006/main">
            <a:pathLst>
              <a:path w="80596" h="67945">
                <a:moveTo>
                  <a:pt x="13219" y="4264"/>
                </a:moveTo>
                <a:lnTo>
                  <a:pt x="38024" y="0"/>
                </a:lnTo>
                <a:cubicBezTo>
                  <a:pt x="42525" y="7067"/>
                  <a:pt x="45699" y="14846"/>
                  <a:pt x="47547" y="23336"/>
                </a:cubicBezTo>
                <a:cubicBezTo>
                  <a:pt x="52191" y="16458"/>
                  <a:pt x="55697" y="11644"/>
                  <a:pt x="58066" y="8893"/>
                </a:cubicBezTo>
                <a:cubicBezTo>
                  <a:pt x="61241" y="5194"/>
                  <a:pt x="63858" y="2787"/>
                  <a:pt x="65919" y="1672"/>
                </a:cubicBezTo>
                <a:cubicBezTo>
                  <a:pt x="67981" y="557"/>
                  <a:pt x="70172" y="0"/>
                  <a:pt x="72494" y="0"/>
                </a:cubicBezTo>
                <a:cubicBezTo>
                  <a:pt x="75100" y="0"/>
                  <a:pt x="77102" y="717"/>
                  <a:pt x="78499" y="2152"/>
                </a:cubicBezTo>
                <a:cubicBezTo>
                  <a:pt x="79897" y="3585"/>
                  <a:pt x="80596" y="5521"/>
                  <a:pt x="80596" y="7960"/>
                </a:cubicBezTo>
                <a:cubicBezTo>
                  <a:pt x="80596" y="10255"/>
                  <a:pt x="79897" y="12132"/>
                  <a:pt x="78499" y="13590"/>
                </a:cubicBezTo>
                <a:cubicBezTo>
                  <a:pt x="77102" y="15049"/>
                  <a:pt x="75360" y="15778"/>
                  <a:pt x="73275" y="15778"/>
                </a:cubicBezTo>
                <a:cubicBezTo>
                  <a:pt x="71759" y="15778"/>
                  <a:pt x="70018" y="15494"/>
                  <a:pt x="68052" y="14925"/>
                </a:cubicBezTo>
                <a:cubicBezTo>
                  <a:pt x="66085" y="14357"/>
                  <a:pt x="64723" y="14072"/>
                  <a:pt x="63965" y="14072"/>
                </a:cubicBezTo>
                <a:cubicBezTo>
                  <a:pt x="61975" y="14072"/>
                  <a:pt x="60080" y="14781"/>
                  <a:pt x="58279" y="16198"/>
                </a:cubicBezTo>
                <a:cubicBezTo>
                  <a:pt x="55815" y="18135"/>
                  <a:pt x="52783" y="22269"/>
                  <a:pt x="49182" y="28600"/>
                </a:cubicBezTo>
                <a:cubicBezTo>
                  <a:pt x="53209" y="42835"/>
                  <a:pt x="56431" y="51518"/>
                  <a:pt x="58848" y="54650"/>
                </a:cubicBezTo>
                <a:cubicBezTo>
                  <a:pt x="60269" y="56501"/>
                  <a:pt x="61714" y="57426"/>
                  <a:pt x="63183" y="57426"/>
                </a:cubicBezTo>
                <a:cubicBezTo>
                  <a:pt x="64415" y="57426"/>
                  <a:pt x="65481" y="57092"/>
                  <a:pt x="66381" y="56425"/>
                </a:cubicBezTo>
                <a:cubicBezTo>
                  <a:pt x="67756" y="55345"/>
                  <a:pt x="69864" y="52647"/>
                  <a:pt x="72707" y="48329"/>
                </a:cubicBezTo>
                <a:lnTo>
                  <a:pt x="75265" y="49877"/>
                </a:lnTo>
                <a:cubicBezTo>
                  <a:pt x="71096" y="56859"/>
                  <a:pt x="67021" y="61775"/>
                  <a:pt x="63041" y="64627"/>
                </a:cubicBezTo>
                <a:cubicBezTo>
                  <a:pt x="60009" y="66839"/>
                  <a:pt x="57024" y="67945"/>
                  <a:pt x="54086" y="67945"/>
                </a:cubicBezTo>
                <a:cubicBezTo>
                  <a:pt x="51054" y="67945"/>
                  <a:pt x="48530" y="67267"/>
                  <a:pt x="46517" y="65911"/>
                </a:cubicBezTo>
                <a:cubicBezTo>
                  <a:pt x="44503" y="64553"/>
                  <a:pt x="42714" y="62338"/>
                  <a:pt x="41151" y="59268"/>
                </a:cubicBezTo>
                <a:cubicBezTo>
                  <a:pt x="39587" y="56197"/>
                  <a:pt x="37739" y="51281"/>
                  <a:pt x="35607" y="44520"/>
                </a:cubicBezTo>
                <a:cubicBezTo>
                  <a:pt x="30064" y="51614"/>
                  <a:pt x="25716" y="56792"/>
                  <a:pt x="22565" y="60054"/>
                </a:cubicBezTo>
                <a:cubicBezTo>
                  <a:pt x="19415" y="63314"/>
                  <a:pt x="16797" y="65444"/>
                  <a:pt x="14712" y="66444"/>
                </a:cubicBezTo>
                <a:cubicBezTo>
                  <a:pt x="12627" y="67445"/>
                  <a:pt x="10400" y="67945"/>
                  <a:pt x="8031" y="67945"/>
                </a:cubicBezTo>
                <a:cubicBezTo>
                  <a:pt x="5567" y="67945"/>
                  <a:pt x="3613" y="67231"/>
                  <a:pt x="2168" y="65804"/>
                </a:cubicBezTo>
                <a:cubicBezTo>
                  <a:pt x="723" y="64375"/>
                  <a:pt x="0" y="62519"/>
                  <a:pt x="0" y="60236"/>
                </a:cubicBezTo>
                <a:cubicBezTo>
                  <a:pt x="0" y="57808"/>
                  <a:pt x="782" y="55809"/>
                  <a:pt x="2345" y="54239"/>
                </a:cubicBezTo>
                <a:cubicBezTo>
                  <a:pt x="3909" y="52668"/>
                  <a:pt x="5899" y="51883"/>
                  <a:pt x="8315" y="51883"/>
                </a:cubicBezTo>
                <a:cubicBezTo>
                  <a:pt x="9595" y="51883"/>
                  <a:pt x="11040" y="52281"/>
                  <a:pt x="12651" y="53078"/>
                </a:cubicBezTo>
                <a:cubicBezTo>
                  <a:pt x="15020" y="54271"/>
                  <a:pt x="16726" y="54868"/>
                  <a:pt x="17768" y="54868"/>
                </a:cubicBezTo>
                <a:cubicBezTo>
                  <a:pt x="19142" y="54868"/>
                  <a:pt x="20374" y="54582"/>
                  <a:pt x="21464" y="54010"/>
                </a:cubicBezTo>
                <a:cubicBezTo>
                  <a:pt x="22885" y="53295"/>
                  <a:pt x="24686" y="51746"/>
                  <a:pt x="26865" y="49362"/>
                </a:cubicBezTo>
                <a:cubicBezTo>
                  <a:pt x="28192" y="47884"/>
                  <a:pt x="30632" y="44738"/>
                  <a:pt x="34186" y="39923"/>
                </a:cubicBezTo>
                <a:cubicBezTo>
                  <a:pt x="29637" y="23028"/>
                  <a:pt x="26084" y="12920"/>
                  <a:pt x="23525" y="9599"/>
                </a:cubicBezTo>
                <a:cubicBezTo>
                  <a:pt x="21914" y="7464"/>
                  <a:pt x="19877" y="6396"/>
                  <a:pt x="17413" y="6396"/>
                </a:cubicBezTo>
                <a:cubicBezTo>
                  <a:pt x="16133" y="6396"/>
                  <a:pt x="14570" y="6586"/>
                  <a:pt x="12722" y="6965"/>
                </a:cubicBezTo>
                <a:lnTo>
                  <a:pt x="13219" y="4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2">
            <a:extLst xmlns:a="http://schemas.openxmlformats.org/drawingml/2006/main">
              <a:ext uri="{FF2B5EF4-FFF2-40B4-BE49-F238E27FC236}">
                <a16:creationId xmlns:a16="http://schemas.microsoft.com/office/drawing/2014/main" id="{28465319-8381-4B60-B77A-557F1507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506" y="1228541"/>
            <a:ext cx="46481" cy="65576"/>
          </a:xfrm>
          <a:custGeom xmlns:a="http://schemas.openxmlformats.org/drawingml/2006/main">
            <a:pathLst>
              <a:path w="46481" h="65576">
                <a:moveTo>
                  <a:pt x="34115" y="65576"/>
                </a:moveTo>
                <a:lnTo>
                  <a:pt x="0" y="65576"/>
                </a:lnTo>
                <a:lnTo>
                  <a:pt x="0" y="63823"/>
                </a:lnTo>
                <a:cubicBezTo>
                  <a:pt x="8876" y="55612"/>
                  <a:pt x="16362" y="48063"/>
                  <a:pt x="22459" y="41175"/>
                </a:cubicBezTo>
                <a:cubicBezTo>
                  <a:pt x="27576" y="35466"/>
                  <a:pt x="30790" y="31106"/>
                  <a:pt x="32101" y="28094"/>
                </a:cubicBezTo>
                <a:cubicBezTo>
                  <a:pt x="33412" y="25082"/>
                  <a:pt x="34067" y="22045"/>
                  <a:pt x="34067" y="18985"/>
                </a:cubicBezTo>
                <a:cubicBezTo>
                  <a:pt x="34067" y="16116"/>
                  <a:pt x="33159" y="13782"/>
                  <a:pt x="31343" y="11985"/>
                </a:cubicBezTo>
                <a:cubicBezTo>
                  <a:pt x="29527" y="10186"/>
                  <a:pt x="27260" y="9287"/>
                  <a:pt x="24544" y="9287"/>
                </a:cubicBezTo>
                <a:cubicBezTo>
                  <a:pt x="20153" y="9287"/>
                  <a:pt x="16394" y="11701"/>
                  <a:pt x="13267" y="16529"/>
                </a:cubicBezTo>
                <a:lnTo>
                  <a:pt x="11514" y="15723"/>
                </a:lnTo>
                <a:cubicBezTo>
                  <a:pt x="13156" y="11036"/>
                  <a:pt x="15288" y="7474"/>
                  <a:pt x="17910" y="5036"/>
                </a:cubicBezTo>
                <a:cubicBezTo>
                  <a:pt x="21543" y="1679"/>
                  <a:pt x="25807" y="0"/>
                  <a:pt x="30703" y="0"/>
                </a:cubicBezTo>
                <a:cubicBezTo>
                  <a:pt x="35252" y="0"/>
                  <a:pt x="39019" y="1406"/>
                  <a:pt x="42004" y="4218"/>
                </a:cubicBezTo>
                <a:cubicBezTo>
                  <a:pt x="44989" y="7031"/>
                  <a:pt x="46481" y="10285"/>
                  <a:pt x="46481" y="13982"/>
                </a:cubicBezTo>
                <a:cubicBezTo>
                  <a:pt x="46481" y="17236"/>
                  <a:pt x="45755" y="20452"/>
                  <a:pt x="44302" y="23627"/>
                </a:cubicBezTo>
                <a:cubicBezTo>
                  <a:pt x="42849" y="26803"/>
                  <a:pt x="39848" y="30792"/>
                  <a:pt x="35299" y="35594"/>
                </a:cubicBezTo>
                <a:cubicBezTo>
                  <a:pt x="31825" y="39256"/>
                  <a:pt x="24781" y="45618"/>
                  <a:pt x="14167" y="54678"/>
                </a:cubicBezTo>
                <a:lnTo>
                  <a:pt x="26534" y="54678"/>
                </a:lnTo>
                <a:cubicBezTo>
                  <a:pt x="30514" y="54678"/>
                  <a:pt x="33301" y="54225"/>
                  <a:pt x="34896" y="53319"/>
                </a:cubicBezTo>
                <a:cubicBezTo>
                  <a:pt x="36492" y="52412"/>
                  <a:pt x="37984" y="50591"/>
                  <a:pt x="39374" y="47855"/>
                </a:cubicBezTo>
                <a:lnTo>
                  <a:pt x="41601" y="47855"/>
                </a:lnTo>
                <a:lnTo>
                  <a:pt x="34115" y="655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x">
            <a:extLst xmlns:a="http://schemas.openxmlformats.org/drawingml/2006/main">
              <a:ext uri="{FF2B5EF4-FFF2-40B4-BE49-F238E27FC236}">
                <a16:creationId xmlns:a16="http://schemas.microsoft.com/office/drawing/2014/main" id="{BA390D94-4640-41E7-8A9F-81F76574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971" y="1432449"/>
            <a:ext cx="80596" cy="67945"/>
          </a:xfrm>
          <a:custGeom xmlns:a="http://schemas.openxmlformats.org/drawingml/2006/main">
            <a:pathLst>
              <a:path w="80596" h="67945">
                <a:moveTo>
                  <a:pt x="13219" y="4264"/>
                </a:moveTo>
                <a:lnTo>
                  <a:pt x="38024" y="0"/>
                </a:lnTo>
                <a:cubicBezTo>
                  <a:pt x="42525" y="7067"/>
                  <a:pt x="45699" y="14846"/>
                  <a:pt x="47547" y="23336"/>
                </a:cubicBezTo>
                <a:cubicBezTo>
                  <a:pt x="52191" y="16458"/>
                  <a:pt x="55697" y="11644"/>
                  <a:pt x="58066" y="8893"/>
                </a:cubicBezTo>
                <a:cubicBezTo>
                  <a:pt x="61241" y="5194"/>
                  <a:pt x="63858" y="2787"/>
                  <a:pt x="65919" y="1672"/>
                </a:cubicBezTo>
                <a:cubicBezTo>
                  <a:pt x="67981" y="557"/>
                  <a:pt x="70172" y="0"/>
                  <a:pt x="72494" y="0"/>
                </a:cubicBezTo>
                <a:cubicBezTo>
                  <a:pt x="75100" y="0"/>
                  <a:pt x="77102" y="717"/>
                  <a:pt x="78499" y="2152"/>
                </a:cubicBezTo>
                <a:cubicBezTo>
                  <a:pt x="79897" y="3585"/>
                  <a:pt x="80596" y="5521"/>
                  <a:pt x="80596" y="7960"/>
                </a:cubicBezTo>
                <a:cubicBezTo>
                  <a:pt x="80596" y="10255"/>
                  <a:pt x="79897" y="12132"/>
                  <a:pt x="78499" y="13590"/>
                </a:cubicBezTo>
                <a:cubicBezTo>
                  <a:pt x="77102" y="15049"/>
                  <a:pt x="75360" y="15778"/>
                  <a:pt x="73275" y="15778"/>
                </a:cubicBezTo>
                <a:cubicBezTo>
                  <a:pt x="71759" y="15778"/>
                  <a:pt x="70018" y="15494"/>
                  <a:pt x="68052" y="14925"/>
                </a:cubicBezTo>
                <a:cubicBezTo>
                  <a:pt x="66085" y="14357"/>
                  <a:pt x="64723" y="14072"/>
                  <a:pt x="63965" y="14072"/>
                </a:cubicBezTo>
                <a:cubicBezTo>
                  <a:pt x="61975" y="14072"/>
                  <a:pt x="60080" y="14781"/>
                  <a:pt x="58279" y="16198"/>
                </a:cubicBezTo>
                <a:cubicBezTo>
                  <a:pt x="55815" y="18135"/>
                  <a:pt x="52783" y="22269"/>
                  <a:pt x="49182" y="28600"/>
                </a:cubicBezTo>
                <a:cubicBezTo>
                  <a:pt x="53209" y="42835"/>
                  <a:pt x="56431" y="51518"/>
                  <a:pt x="58848" y="54650"/>
                </a:cubicBezTo>
                <a:cubicBezTo>
                  <a:pt x="60269" y="56501"/>
                  <a:pt x="61714" y="57426"/>
                  <a:pt x="63183" y="57426"/>
                </a:cubicBezTo>
                <a:cubicBezTo>
                  <a:pt x="64415" y="57426"/>
                  <a:pt x="65481" y="57092"/>
                  <a:pt x="66381" y="56425"/>
                </a:cubicBezTo>
                <a:cubicBezTo>
                  <a:pt x="67756" y="55345"/>
                  <a:pt x="69864" y="52647"/>
                  <a:pt x="72707" y="48329"/>
                </a:cubicBezTo>
                <a:lnTo>
                  <a:pt x="75265" y="49877"/>
                </a:lnTo>
                <a:cubicBezTo>
                  <a:pt x="71096" y="56859"/>
                  <a:pt x="67021" y="61775"/>
                  <a:pt x="63041" y="64627"/>
                </a:cubicBezTo>
                <a:cubicBezTo>
                  <a:pt x="60009" y="66839"/>
                  <a:pt x="57024" y="67945"/>
                  <a:pt x="54086" y="67945"/>
                </a:cubicBezTo>
                <a:cubicBezTo>
                  <a:pt x="51054" y="67945"/>
                  <a:pt x="48530" y="67267"/>
                  <a:pt x="46517" y="65911"/>
                </a:cubicBezTo>
                <a:cubicBezTo>
                  <a:pt x="44503" y="64553"/>
                  <a:pt x="42714" y="62338"/>
                  <a:pt x="41151" y="59268"/>
                </a:cubicBezTo>
                <a:cubicBezTo>
                  <a:pt x="39587" y="56197"/>
                  <a:pt x="37739" y="51281"/>
                  <a:pt x="35607" y="44520"/>
                </a:cubicBezTo>
                <a:cubicBezTo>
                  <a:pt x="30064" y="51614"/>
                  <a:pt x="25716" y="56792"/>
                  <a:pt x="22565" y="60054"/>
                </a:cubicBezTo>
                <a:cubicBezTo>
                  <a:pt x="19415" y="63314"/>
                  <a:pt x="16797" y="65444"/>
                  <a:pt x="14712" y="66444"/>
                </a:cubicBezTo>
                <a:cubicBezTo>
                  <a:pt x="12627" y="67445"/>
                  <a:pt x="10400" y="67945"/>
                  <a:pt x="8031" y="67945"/>
                </a:cubicBezTo>
                <a:cubicBezTo>
                  <a:pt x="5567" y="67945"/>
                  <a:pt x="3613" y="67231"/>
                  <a:pt x="2168" y="65804"/>
                </a:cubicBezTo>
                <a:cubicBezTo>
                  <a:pt x="723" y="64375"/>
                  <a:pt x="0" y="62519"/>
                  <a:pt x="0" y="60236"/>
                </a:cubicBezTo>
                <a:cubicBezTo>
                  <a:pt x="0" y="57808"/>
                  <a:pt x="782" y="55809"/>
                  <a:pt x="2345" y="54239"/>
                </a:cubicBezTo>
                <a:cubicBezTo>
                  <a:pt x="3909" y="52668"/>
                  <a:pt x="5899" y="51883"/>
                  <a:pt x="8315" y="51883"/>
                </a:cubicBezTo>
                <a:cubicBezTo>
                  <a:pt x="9595" y="51883"/>
                  <a:pt x="11040" y="52281"/>
                  <a:pt x="12651" y="53078"/>
                </a:cubicBezTo>
                <a:cubicBezTo>
                  <a:pt x="15020" y="54271"/>
                  <a:pt x="16726" y="54868"/>
                  <a:pt x="17768" y="54868"/>
                </a:cubicBezTo>
                <a:cubicBezTo>
                  <a:pt x="19142" y="54868"/>
                  <a:pt x="20374" y="54582"/>
                  <a:pt x="21464" y="54010"/>
                </a:cubicBezTo>
                <a:cubicBezTo>
                  <a:pt x="22885" y="53295"/>
                  <a:pt x="24686" y="51746"/>
                  <a:pt x="26865" y="49362"/>
                </a:cubicBezTo>
                <a:cubicBezTo>
                  <a:pt x="28192" y="47884"/>
                  <a:pt x="30632" y="44738"/>
                  <a:pt x="34186" y="39923"/>
                </a:cubicBezTo>
                <a:cubicBezTo>
                  <a:pt x="29637" y="23028"/>
                  <a:pt x="26084" y="12920"/>
                  <a:pt x="23525" y="9599"/>
                </a:cubicBezTo>
                <a:cubicBezTo>
                  <a:pt x="21914" y="7464"/>
                  <a:pt x="19877" y="6396"/>
                  <a:pt x="17413" y="6396"/>
                </a:cubicBezTo>
                <a:cubicBezTo>
                  <a:pt x="16133" y="6396"/>
                  <a:pt x="14570" y="6586"/>
                  <a:pt x="12722" y="6965"/>
                </a:cubicBezTo>
                <a:lnTo>
                  <a:pt x="13219" y="4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3">
            <a:extLst xmlns:a="http://schemas.openxmlformats.org/drawingml/2006/main">
              <a:ext uri="{FF2B5EF4-FFF2-40B4-BE49-F238E27FC236}">
                <a16:creationId xmlns:a16="http://schemas.microsoft.com/office/drawing/2014/main" id="{C656C595-FC3D-49A6-8073-007CC362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543" y="1468731"/>
            <a:ext cx="44396" cy="66997"/>
          </a:xfrm>
          <a:custGeom xmlns:a="http://schemas.openxmlformats.org/drawingml/2006/main">
            <a:pathLst>
              <a:path w="44396" h="66997">
                <a:moveTo>
                  <a:pt x="11182" y="30703"/>
                </a:moveTo>
                <a:lnTo>
                  <a:pt x="11798" y="28618"/>
                </a:lnTo>
                <a:cubicBezTo>
                  <a:pt x="16189" y="27991"/>
                  <a:pt x="19726" y="27065"/>
                  <a:pt x="22411" y="25841"/>
                </a:cubicBezTo>
                <a:cubicBezTo>
                  <a:pt x="26012" y="24272"/>
                  <a:pt x="28634" y="22428"/>
                  <a:pt x="30277" y="20307"/>
                </a:cubicBezTo>
                <a:cubicBezTo>
                  <a:pt x="31919" y="18187"/>
                  <a:pt x="32741" y="15908"/>
                  <a:pt x="32741" y="13471"/>
                </a:cubicBezTo>
                <a:cubicBezTo>
                  <a:pt x="32741" y="11382"/>
                  <a:pt x="31998" y="9594"/>
                  <a:pt x="30514" y="8107"/>
                </a:cubicBezTo>
                <a:cubicBezTo>
                  <a:pt x="29029" y="6619"/>
                  <a:pt x="27181" y="5875"/>
                  <a:pt x="24970" y="5875"/>
                </a:cubicBezTo>
                <a:cubicBezTo>
                  <a:pt x="23233" y="5875"/>
                  <a:pt x="21622" y="6333"/>
                  <a:pt x="20137" y="7249"/>
                </a:cubicBezTo>
                <a:cubicBezTo>
                  <a:pt x="18653" y="8165"/>
                  <a:pt x="17042" y="9761"/>
                  <a:pt x="15304" y="12035"/>
                </a:cubicBezTo>
                <a:lnTo>
                  <a:pt x="13409" y="11087"/>
                </a:lnTo>
                <a:cubicBezTo>
                  <a:pt x="16062" y="7107"/>
                  <a:pt x="18724" y="4264"/>
                  <a:pt x="21393" y="2559"/>
                </a:cubicBezTo>
                <a:cubicBezTo>
                  <a:pt x="24062" y="853"/>
                  <a:pt x="27055" y="0"/>
                  <a:pt x="30372" y="0"/>
                </a:cubicBezTo>
                <a:cubicBezTo>
                  <a:pt x="34541" y="0"/>
                  <a:pt x="37921" y="1179"/>
                  <a:pt x="40511" y="3536"/>
                </a:cubicBezTo>
                <a:cubicBezTo>
                  <a:pt x="43101" y="5892"/>
                  <a:pt x="44396" y="8715"/>
                  <a:pt x="44396" y="12005"/>
                </a:cubicBezTo>
                <a:cubicBezTo>
                  <a:pt x="44396" y="14599"/>
                  <a:pt x="43765" y="16861"/>
                  <a:pt x="42501" y="18791"/>
                </a:cubicBezTo>
                <a:cubicBezTo>
                  <a:pt x="41238" y="20721"/>
                  <a:pt x="39374" y="22398"/>
                  <a:pt x="36910" y="23821"/>
                </a:cubicBezTo>
                <a:cubicBezTo>
                  <a:pt x="35110" y="24864"/>
                  <a:pt x="32283" y="25924"/>
                  <a:pt x="28429" y="27000"/>
                </a:cubicBezTo>
                <a:cubicBezTo>
                  <a:pt x="31935" y="28518"/>
                  <a:pt x="34399" y="30226"/>
                  <a:pt x="35820" y="32125"/>
                </a:cubicBezTo>
                <a:cubicBezTo>
                  <a:pt x="37937" y="34940"/>
                  <a:pt x="38995" y="38340"/>
                  <a:pt x="38995" y="42325"/>
                </a:cubicBezTo>
                <a:cubicBezTo>
                  <a:pt x="38995" y="49791"/>
                  <a:pt x="35773" y="55959"/>
                  <a:pt x="29329" y="60829"/>
                </a:cubicBezTo>
                <a:cubicBezTo>
                  <a:pt x="23928" y="64941"/>
                  <a:pt x="17673" y="66997"/>
                  <a:pt x="10566" y="66997"/>
                </a:cubicBezTo>
                <a:cubicBezTo>
                  <a:pt x="6776" y="66997"/>
                  <a:pt x="3917" y="66284"/>
                  <a:pt x="1990" y="64856"/>
                </a:cubicBezTo>
                <a:cubicBezTo>
                  <a:pt x="663" y="63873"/>
                  <a:pt x="0" y="62573"/>
                  <a:pt x="0" y="60955"/>
                </a:cubicBezTo>
                <a:cubicBezTo>
                  <a:pt x="0" y="59495"/>
                  <a:pt x="505" y="58289"/>
                  <a:pt x="1516" y="57338"/>
                </a:cubicBezTo>
                <a:cubicBezTo>
                  <a:pt x="2527" y="56386"/>
                  <a:pt x="3775" y="55910"/>
                  <a:pt x="5259" y="55910"/>
                </a:cubicBezTo>
                <a:cubicBezTo>
                  <a:pt x="6017" y="55910"/>
                  <a:pt x="6744" y="56069"/>
                  <a:pt x="7439" y="56387"/>
                </a:cubicBezTo>
                <a:cubicBezTo>
                  <a:pt x="8639" y="56896"/>
                  <a:pt x="10440" y="57971"/>
                  <a:pt x="12840" y="59610"/>
                </a:cubicBezTo>
                <a:cubicBezTo>
                  <a:pt x="15241" y="61250"/>
                  <a:pt x="17231" y="62070"/>
                  <a:pt x="18810" y="62070"/>
                </a:cubicBezTo>
                <a:cubicBezTo>
                  <a:pt x="20769" y="62070"/>
                  <a:pt x="22490" y="61073"/>
                  <a:pt x="23975" y="59080"/>
                </a:cubicBezTo>
                <a:cubicBezTo>
                  <a:pt x="26155" y="56138"/>
                  <a:pt x="27244" y="52452"/>
                  <a:pt x="27244" y="48024"/>
                </a:cubicBezTo>
                <a:cubicBezTo>
                  <a:pt x="27244" y="44575"/>
                  <a:pt x="26549" y="41554"/>
                  <a:pt x="25160" y="38959"/>
                </a:cubicBezTo>
                <a:cubicBezTo>
                  <a:pt x="23770" y="36365"/>
                  <a:pt x="21985" y="34444"/>
                  <a:pt x="19805" y="33195"/>
                </a:cubicBezTo>
                <a:cubicBezTo>
                  <a:pt x="17626" y="31945"/>
                  <a:pt x="14751" y="31115"/>
                  <a:pt x="11182" y="307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3FA27-533E-4D8B-A660-338A579C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707" y="2783212"/>
            <a:ext cx="373593" cy="244533"/>
          </a:xfrm>
          <a:custGeom xmlns:a="http://schemas.openxmlformats.org/drawingml/2006/main">
            <a:pathLst>
              <a:path w="373593" h="244533">
                <a:moveTo>
                  <a:pt x="0" y="0"/>
                </a:moveTo>
                <a:lnTo>
                  <a:pt x="373593" y="0"/>
                </a:lnTo>
                <a:lnTo>
                  <a:pt x="373593" y="244533"/>
                </a:lnTo>
                <a:lnTo>
                  <a:pt x="0" y="2445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EC25F-2DA4-4C26-AC34-9B4A6A9F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707" y="2783212"/>
            <a:ext cx="373593" cy="244533"/>
          </a:xfrm>
          <a:custGeom xmlns:a="http://schemas.openxmlformats.org/drawingml/2006/main">
            <a:pathLst>
              <a:path w="373593" h="244533" fill="none">
                <a:moveTo>
                  <a:pt x="0" y="0"/>
                </a:moveTo>
                <a:lnTo>
                  <a:pt x="373593" y="0"/>
                </a:lnTo>
                <a:lnTo>
                  <a:pt x="373593" y="244533"/>
                </a:lnTo>
                <a:lnTo>
                  <a:pt x="0" y="2445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85" name="Text S1">
            <a:extLst xmlns:a="http://schemas.openxmlformats.org/drawingml/2006/main">
              <a:ext uri="{FF2B5EF4-FFF2-40B4-BE49-F238E27FC236}">
                <a16:creationId xmlns:a16="http://schemas.microsoft.com/office/drawing/2014/main" id="{8399E68C-3554-485F-889F-7AF3940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347" y="2860541"/>
            <a:ext cx="131507" cy="95379"/>
          </a:xfrm>
          <a:custGeom xmlns:a="http://schemas.openxmlformats.org/drawingml/2006/main">
            <a:pathLst>
              <a:path w="131507" h="95379">
                <a:moveTo>
                  <a:pt x="60056" y="66124"/>
                </a:moveTo>
                <a:cubicBezTo>
                  <a:pt x="60056" y="70964"/>
                  <a:pt x="59156" y="75211"/>
                  <a:pt x="57355" y="78866"/>
                </a:cubicBezTo>
                <a:cubicBezTo>
                  <a:pt x="55555" y="82520"/>
                  <a:pt x="53115" y="85569"/>
                  <a:pt x="50035" y="88012"/>
                </a:cubicBezTo>
                <a:cubicBezTo>
                  <a:pt x="46955" y="90455"/>
                  <a:pt x="43354" y="92294"/>
                  <a:pt x="39232" y="93529"/>
                </a:cubicBezTo>
                <a:cubicBezTo>
                  <a:pt x="35110" y="94762"/>
                  <a:pt x="30703" y="95379"/>
                  <a:pt x="26012" y="95379"/>
                </a:cubicBezTo>
                <a:cubicBezTo>
                  <a:pt x="22838" y="95379"/>
                  <a:pt x="19888" y="95121"/>
                  <a:pt x="17164" y="94604"/>
                </a:cubicBezTo>
                <a:cubicBezTo>
                  <a:pt x="14440" y="94087"/>
                  <a:pt x="12035" y="93465"/>
                  <a:pt x="9950" y="92738"/>
                </a:cubicBezTo>
                <a:cubicBezTo>
                  <a:pt x="7865" y="92010"/>
                  <a:pt x="6124" y="91246"/>
                  <a:pt x="4726" y="90448"/>
                </a:cubicBezTo>
                <a:cubicBezTo>
                  <a:pt x="3329" y="89650"/>
                  <a:pt x="2322" y="88946"/>
                  <a:pt x="1706" y="88336"/>
                </a:cubicBezTo>
                <a:cubicBezTo>
                  <a:pt x="1090" y="87725"/>
                  <a:pt x="651" y="86835"/>
                  <a:pt x="391" y="85669"/>
                </a:cubicBezTo>
                <a:cubicBezTo>
                  <a:pt x="130" y="84502"/>
                  <a:pt x="0" y="82824"/>
                  <a:pt x="0" y="80634"/>
                </a:cubicBezTo>
                <a:cubicBezTo>
                  <a:pt x="0" y="79157"/>
                  <a:pt x="47" y="77920"/>
                  <a:pt x="142" y="76920"/>
                </a:cubicBezTo>
                <a:cubicBezTo>
                  <a:pt x="237" y="75921"/>
                  <a:pt x="391" y="75111"/>
                  <a:pt x="604" y="74493"/>
                </a:cubicBezTo>
                <a:cubicBezTo>
                  <a:pt x="817" y="73874"/>
                  <a:pt x="1102" y="73433"/>
                  <a:pt x="1457" y="73171"/>
                </a:cubicBezTo>
                <a:cubicBezTo>
                  <a:pt x="1812" y="72909"/>
                  <a:pt x="2227" y="72778"/>
                  <a:pt x="2701" y="72778"/>
                </a:cubicBezTo>
                <a:cubicBezTo>
                  <a:pt x="3364" y="72778"/>
                  <a:pt x="4300" y="73169"/>
                  <a:pt x="5508" y="73951"/>
                </a:cubicBezTo>
                <a:cubicBezTo>
                  <a:pt x="6716" y="74732"/>
                  <a:pt x="8268" y="75597"/>
                  <a:pt x="10163" y="76545"/>
                </a:cubicBezTo>
                <a:cubicBezTo>
                  <a:pt x="12059" y="77492"/>
                  <a:pt x="14321" y="78357"/>
                  <a:pt x="16951" y="79139"/>
                </a:cubicBezTo>
                <a:cubicBezTo>
                  <a:pt x="19580" y="79921"/>
                  <a:pt x="22625" y="80312"/>
                  <a:pt x="26084" y="80312"/>
                </a:cubicBezTo>
                <a:cubicBezTo>
                  <a:pt x="28358" y="80312"/>
                  <a:pt x="30395" y="80038"/>
                  <a:pt x="32196" y="79492"/>
                </a:cubicBezTo>
                <a:cubicBezTo>
                  <a:pt x="33996" y="78944"/>
                  <a:pt x="35524" y="78171"/>
                  <a:pt x="36780" y="77173"/>
                </a:cubicBezTo>
                <a:cubicBezTo>
                  <a:pt x="38035" y="76175"/>
                  <a:pt x="38995" y="74940"/>
                  <a:pt x="39658" y="73466"/>
                </a:cubicBezTo>
                <a:cubicBezTo>
                  <a:pt x="40322" y="71992"/>
                  <a:pt x="40653" y="70351"/>
                  <a:pt x="40653" y="68545"/>
                </a:cubicBezTo>
                <a:cubicBezTo>
                  <a:pt x="40653" y="66457"/>
                  <a:pt x="40085" y="64666"/>
                  <a:pt x="38948" y="63172"/>
                </a:cubicBezTo>
                <a:cubicBezTo>
                  <a:pt x="37810" y="61677"/>
                  <a:pt x="36330" y="60348"/>
                  <a:pt x="34506" y="59185"/>
                </a:cubicBezTo>
                <a:cubicBezTo>
                  <a:pt x="32681" y="58023"/>
                  <a:pt x="30608" y="56932"/>
                  <a:pt x="28287" y="55912"/>
                </a:cubicBezTo>
                <a:cubicBezTo>
                  <a:pt x="25965" y="54890"/>
                  <a:pt x="23572" y="53810"/>
                  <a:pt x="21108" y="52671"/>
                </a:cubicBezTo>
                <a:cubicBezTo>
                  <a:pt x="18645" y="51533"/>
                  <a:pt x="16252" y="50240"/>
                  <a:pt x="13930" y="48793"/>
                </a:cubicBezTo>
                <a:cubicBezTo>
                  <a:pt x="11608" y="47345"/>
                  <a:pt x="9536" y="45613"/>
                  <a:pt x="7711" y="43596"/>
                </a:cubicBezTo>
                <a:cubicBezTo>
                  <a:pt x="5887" y="41579"/>
                  <a:pt x="4406" y="39196"/>
                  <a:pt x="3269" y="36445"/>
                </a:cubicBezTo>
                <a:cubicBezTo>
                  <a:pt x="2132" y="33692"/>
                  <a:pt x="1564" y="30394"/>
                  <a:pt x="1564" y="26550"/>
                </a:cubicBezTo>
                <a:cubicBezTo>
                  <a:pt x="1564" y="22136"/>
                  <a:pt x="2381" y="18257"/>
                  <a:pt x="4016" y="14912"/>
                </a:cubicBezTo>
                <a:cubicBezTo>
                  <a:pt x="5650" y="11567"/>
                  <a:pt x="7853" y="8791"/>
                  <a:pt x="10625" y="6585"/>
                </a:cubicBezTo>
                <a:cubicBezTo>
                  <a:pt x="13397" y="4378"/>
                  <a:pt x="16666" y="2728"/>
                  <a:pt x="20433" y="1637"/>
                </a:cubicBezTo>
                <a:cubicBezTo>
                  <a:pt x="24200" y="546"/>
                  <a:pt x="28192" y="0"/>
                  <a:pt x="32409" y="0"/>
                </a:cubicBezTo>
                <a:cubicBezTo>
                  <a:pt x="34588" y="0"/>
                  <a:pt x="36768" y="166"/>
                  <a:pt x="38948" y="498"/>
                </a:cubicBezTo>
                <a:cubicBezTo>
                  <a:pt x="41127" y="829"/>
                  <a:pt x="43165" y="1279"/>
                  <a:pt x="45060" y="1848"/>
                </a:cubicBezTo>
                <a:cubicBezTo>
                  <a:pt x="46955" y="2416"/>
                  <a:pt x="48637" y="3056"/>
                  <a:pt x="50106" y="3767"/>
                </a:cubicBezTo>
                <a:cubicBezTo>
                  <a:pt x="51575" y="4478"/>
                  <a:pt x="52546" y="5070"/>
                  <a:pt x="53020" y="5544"/>
                </a:cubicBezTo>
                <a:cubicBezTo>
                  <a:pt x="53494" y="6017"/>
                  <a:pt x="53814" y="6421"/>
                  <a:pt x="53979" y="6754"/>
                </a:cubicBezTo>
                <a:cubicBezTo>
                  <a:pt x="54145" y="7087"/>
                  <a:pt x="54287" y="7528"/>
                  <a:pt x="54406" y="8076"/>
                </a:cubicBezTo>
                <a:cubicBezTo>
                  <a:pt x="54524" y="8623"/>
                  <a:pt x="54607" y="9314"/>
                  <a:pt x="54655" y="10148"/>
                </a:cubicBezTo>
                <a:cubicBezTo>
                  <a:pt x="54702" y="10980"/>
                  <a:pt x="54726" y="12015"/>
                  <a:pt x="54726" y="13253"/>
                </a:cubicBezTo>
                <a:cubicBezTo>
                  <a:pt x="54726" y="14634"/>
                  <a:pt x="54690" y="15801"/>
                  <a:pt x="54619" y="16753"/>
                </a:cubicBezTo>
                <a:cubicBezTo>
                  <a:pt x="54548" y="17705"/>
                  <a:pt x="54429" y="18491"/>
                  <a:pt x="54264" y="19110"/>
                </a:cubicBezTo>
                <a:cubicBezTo>
                  <a:pt x="54098" y="19728"/>
                  <a:pt x="53861" y="20181"/>
                  <a:pt x="53553" y="20467"/>
                </a:cubicBezTo>
                <a:cubicBezTo>
                  <a:pt x="53245" y="20752"/>
                  <a:pt x="52830" y="20895"/>
                  <a:pt x="52309" y="20895"/>
                </a:cubicBezTo>
                <a:cubicBezTo>
                  <a:pt x="51788" y="20895"/>
                  <a:pt x="50959" y="20564"/>
                  <a:pt x="49822" y="19900"/>
                </a:cubicBezTo>
                <a:cubicBezTo>
                  <a:pt x="48684" y="19237"/>
                  <a:pt x="47287" y="18514"/>
                  <a:pt x="45628" y="17733"/>
                </a:cubicBezTo>
                <a:cubicBezTo>
                  <a:pt x="43970" y="16951"/>
                  <a:pt x="42051" y="16240"/>
                  <a:pt x="39872" y="15600"/>
                </a:cubicBezTo>
                <a:cubicBezTo>
                  <a:pt x="37692" y="14961"/>
                  <a:pt x="35299" y="14641"/>
                  <a:pt x="32693" y="14641"/>
                </a:cubicBezTo>
                <a:cubicBezTo>
                  <a:pt x="30656" y="14641"/>
                  <a:pt x="28879" y="14889"/>
                  <a:pt x="27363" y="15385"/>
                </a:cubicBezTo>
                <a:cubicBezTo>
                  <a:pt x="25847" y="15881"/>
                  <a:pt x="24579" y="16566"/>
                  <a:pt x="23560" y="17439"/>
                </a:cubicBezTo>
                <a:cubicBezTo>
                  <a:pt x="22542" y="18311"/>
                  <a:pt x="21784" y="19361"/>
                  <a:pt x="21286" y="20589"/>
                </a:cubicBezTo>
                <a:cubicBezTo>
                  <a:pt x="20789" y="21816"/>
                  <a:pt x="20540" y="23115"/>
                  <a:pt x="20540" y="24484"/>
                </a:cubicBezTo>
                <a:cubicBezTo>
                  <a:pt x="20540" y="26525"/>
                  <a:pt x="21097" y="28293"/>
                  <a:pt x="22210" y="29788"/>
                </a:cubicBezTo>
                <a:cubicBezTo>
                  <a:pt x="23324" y="31282"/>
                  <a:pt x="24816" y="32610"/>
                  <a:pt x="26688" y="33773"/>
                </a:cubicBezTo>
                <a:cubicBezTo>
                  <a:pt x="28559" y="34935"/>
                  <a:pt x="30680" y="36027"/>
                  <a:pt x="33049" y="37049"/>
                </a:cubicBezTo>
                <a:cubicBezTo>
                  <a:pt x="35418" y="38069"/>
                  <a:pt x="37834" y="39148"/>
                  <a:pt x="40298" y="40287"/>
                </a:cubicBezTo>
                <a:cubicBezTo>
                  <a:pt x="42762" y="41425"/>
                  <a:pt x="45178" y="42719"/>
                  <a:pt x="47547" y="44167"/>
                </a:cubicBezTo>
                <a:cubicBezTo>
                  <a:pt x="49916" y="45614"/>
                  <a:pt x="52025" y="47345"/>
                  <a:pt x="53873" y="49362"/>
                </a:cubicBezTo>
                <a:cubicBezTo>
                  <a:pt x="55721" y="51379"/>
                  <a:pt x="57213" y="53751"/>
                  <a:pt x="58350" y="56480"/>
                </a:cubicBezTo>
                <a:cubicBezTo>
                  <a:pt x="59487" y="59208"/>
                  <a:pt x="60056" y="62422"/>
                  <a:pt x="60056" y="66124"/>
                </a:cubicBezTo>
                <a:close/>
                <a:moveTo>
                  <a:pt x="131507" y="86530"/>
                </a:moveTo>
                <a:cubicBezTo>
                  <a:pt x="131507" y="87865"/>
                  <a:pt x="131436" y="88996"/>
                  <a:pt x="131293" y="89924"/>
                </a:cubicBezTo>
                <a:cubicBezTo>
                  <a:pt x="131151" y="90853"/>
                  <a:pt x="130950" y="91591"/>
                  <a:pt x="130689" y="92138"/>
                </a:cubicBezTo>
                <a:cubicBezTo>
                  <a:pt x="130429" y="92685"/>
                  <a:pt x="130133" y="93077"/>
                  <a:pt x="129801" y="93316"/>
                </a:cubicBezTo>
                <a:cubicBezTo>
                  <a:pt x="129469" y="93554"/>
                  <a:pt x="129090" y="93673"/>
                  <a:pt x="128664" y="93673"/>
                </a:cubicBezTo>
                <a:lnTo>
                  <a:pt x="77918" y="93673"/>
                </a:lnTo>
                <a:cubicBezTo>
                  <a:pt x="77539" y="93673"/>
                  <a:pt x="77184" y="93554"/>
                  <a:pt x="76852" y="93316"/>
                </a:cubicBezTo>
                <a:cubicBezTo>
                  <a:pt x="76520" y="93077"/>
                  <a:pt x="76224" y="92685"/>
                  <a:pt x="75964" y="92138"/>
                </a:cubicBezTo>
                <a:cubicBezTo>
                  <a:pt x="75703" y="91591"/>
                  <a:pt x="75502" y="90853"/>
                  <a:pt x="75360" y="89924"/>
                </a:cubicBezTo>
                <a:cubicBezTo>
                  <a:pt x="75217" y="88996"/>
                  <a:pt x="75146" y="87865"/>
                  <a:pt x="75146" y="86530"/>
                </a:cubicBezTo>
                <a:cubicBezTo>
                  <a:pt x="75146" y="85150"/>
                  <a:pt x="75206" y="83996"/>
                  <a:pt x="75324" y="83068"/>
                </a:cubicBezTo>
                <a:cubicBezTo>
                  <a:pt x="75443" y="82139"/>
                  <a:pt x="75632" y="81390"/>
                  <a:pt x="75893" y="80818"/>
                </a:cubicBezTo>
                <a:cubicBezTo>
                  <a:pt x="76153" y="80246"/>
                  <a:pt x="76449" y="79830"/>
                  <a:pt x="76781" y="79568"/>
                </a:cubicBezTo>
                <a:cubicBezTo>
                  <a:pt x="77113" y="79305"/>
                  <a:pt x="77492" y="79174"/>
                  <a:pt x="77918" y="79174"/>
                </a:cubicBezTo>
                <a:lnTo>
                  <a:pt x="95047" y="79174"/>
                </a:lnTo>
                <a:lnTo>
                  <a:pt x="95047" y="19332"/>
                </a:lnTo>
                <a:lnTo>
                  <a:pt x="80264" y="27576"/>
                </a:lnTo>
                <a:cubicBezTo>
                  <a:pt x="79174" y="28097"/>
                  <a:pt x="78285" y="28417"/>
                  <a:pt x="77598" y="28535"/>
                </a:cubicBezTo>
                <a:cubicBezTo>
                  <a:pt x="76911" y="28654"/>
                  <a:pt x="76366" y="28512"/>
                  <a:pt x="75964" y="28109"/>
                </a:cubicBezTo>
                <a:cubicBezTo>
                  <a:pt x="75561" y="27706"/>
                  <a:pt x="75289" y="27006"/>
                  <a:pt x="75146" y="26008"/>
                </a:cubicBezTo>
                <a:cubicBezTo>
                  <a:pt x="75004" y="25010"/>
                  <a:pt x="74933" y="23609"/>
                  <a:pt x="74933" y="21804"/>
                </a:cubicBezTo>
                <a:cubicBezTo>
                  <a:pt x="74933" y="20664"/>
                  <a:pt x="74957" y="19726"/>
                  <a:pt x="75004" y="18990"/>
                </a:cubicBezTo>
                <a:cubicBezTo>
                  <a:pt x="75052" y="18252"/>
                  <a:pt x="75170" y="17622"/>
                  <a:pt x="75360" y="17100"/>
                </a:cubicBezTo>
                <a:cubicBezTo>
                  <a:pt x="75549" y="16577"/>
                  <a:pt x="75810" y="16150"/>
                  <a:pt x="76141" y="15818"/>
                </a:cubicBezTo>
                <a:cubicBezTo>
                  <a:pt x="76473" y="15485"/>
                  <a:pt x="76923" y="15129"/>
                  <a:pt x="77492" y="14750"/>
                </a:cubicBezTo>
                <a:lnTo>
                  <a:pt x="97250" y="1921"/>
                </a:lnTo>
                <a:cubicBezTo>
                  <a:pt x="97487" y="1732"/>
                  <a:pt x="97783" y="1578"/>
                  <a:pt x="98138" y="1459"/>
                </a:cubicBezTo>
                <a:cubicBezTo>
                  <a:pt x="98494" y="1339"/>
                  <a:pt x="98956" y="1244"/>
                  <a:pt x="99524" y="1173"/>
                </a:cubicBezTo>
                <a:cubicBezTo>
                  <a:pt x="100093" y="1102"/>
                  <a:pt x="100839" y="1054"/>
                  <a:pt x="101763" y="1031"/>
                </a:cubicBezTo>
                <a:cubicBezTo>
                  <a:pt x="102687" y="1007"/>
                  <a:pt x="103883" y="995"/>
                  <a:pt x="105352" y="995"/>
                </a:cubicBezTo>
                <a:cubicBezTo>
                  <a:pt x="107153" y="995"/>
                  <a:pt x="108610" y="1031"/>
                  <a:pt x="109723" y="1102"/>
                </a:cubicBezTo>
                <a:cubicBezTo>
                  <a:pt x="110836" y="1173"/>
                  <a:pt x="111678" y="1291"/>
                  <a:pt x="112246" y="1457"/>
                </a:cubicBezTo>
                <a:cubicBezTo>
                  <a:pt x="112815" y="1623"/>
                  <a:pt x="113194" y="1848"/>
                  <a:pt x="113383" y="2132"/>
                </a:cubicBezTo>
                <a:cubicBezTo>
                  <a:pt x="113573" y="2416"/>
                  <a:pt x="113668" y="2772"/>
                  <a:pt x="113668" y="3198"/>
                </a:cubicBezTo>
                <a:lnTo>
                  <a:pt x="113668" y="79174"/>
                </a:lnTo>
                <a:lnTo>
                  <a:pt x="128664" y="79174"/>
                </a:lnTo>
                <a:cubicBezTo>
                  <a:pt x="129090" y="79174"/>
                  <a:pt x="129481" y="79305"/>
                  <a:pt x="129836" y="79568"/>
                </a:cubicBezTo>
                <a:cubicBezTo>
                  <a:pt x="130192" y="79830"/>
                  <a:pt x="130500" y="80246"/>
                  <a:pt x="130760" y="80818"/>
                </a:cubicBezTo>
                <a:cubicBezTo>
                  <a:pt x="131021" y="81390"/>
                  <a:pt x="131211" y="82139"/>
                  <a:pt x="131329" y="83068"/>
                </a:cubicBezTo>
                <a:cubicBezTo>
                  <a:pt x="131447" y="83996"/>
                  <a:pt x="131507" y="85150"/>
                  <a:pt x="131507" y="865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36BF7-4B1D-4071-B755-9FF7026E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737" y="3032598"/>
            <a:ext cx="374079" cy="245019"/>
          </a:xfrm>
          <a:custGeom xmlns:a="http://schemas.openxmlformats.org/drawingml/2006/main">
            <a:pathLst>
              <a:path w="374079" h="245019">
                <a:moveTo>
                  <a:pt x="0" y="0"/>
                </a:moveTo>
                <a:lnTo>
                  <a:pt x="374079" y="0"/>
                </a:lnTo>
                <a:lnTo>
                  <a:pt x="374079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032D7-6166-404D-832A-130EAAE9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737" y="3032598"/>
            <a:ext cx="374079" cy="245019"/>
          </a:xfrm>
          <a:custGeom xmlns:a="http://schemas.openxmlformats.org/drawingml/2006/main">
            <a:pathLst>
              <a:path w="374079" h="245019" fill="none">
                <a:moveTo>
                  <a:pt x="0" y="0"/>
                </a:moveTo>
                <a:lnTo>
                  <a:pt x="374079" y="0"/>
                </a:lnTo>
                <a:lnTo>
                  <a:pt x="374079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88" name="Text S2">
            <a:extLst xmlns:a="http://schemas.openxmlformats.org/drawingml/2006/main">
              <a:ext uri="{FF2B5EF4-FFF2-40B4-BE49-F238E27FC236}">
                <a16:creationId xmlns:a16="http://schemas.microsoft.com/office/drawing/2014/main" id="{565CDBB7-7511-45F3-BAA4-1A44F478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433" y="3110047"/>
            <a:ext cx="132360" cy="95379"/>
          </a:xfrm>
          <a:custGeom xmlns:a="http://schemas.openxmlformats.org/drawingml/2006/main">
            <a:pathLst>
              <a:path w="132360" h="95379">
                <a:moveTo>
                  <a:pt x="60056" y="66124"/>
                </a:moveTo>
                <a:cubicBezTo>
                  <a:pt x="60056" y="70964"/>
                  <a:pt x="59156" y="75211"/>
                  <a:pt x="57355" y="78866"/>
                </a:cubicBezTo>
                <a:cubicBezTo>
                  <a:pt x="55555" y="82520"/>
                  <a:pt x="53115" y="85569"/>
                  <a:pt x="50035" y="88012"/>
                </a:cubicBezTo>
                <a:cubicBezTo>
                  <a:pt x="46955" y="90455"/>
                  <a:pt x="43354" y="92294"/>
                  <a:pt x="39232" y="93529"/>
                </a:cubicBezTo>
                <a:cubicBezTo>
                  <a:pt x="35110" y="94762"/>
                  <a:pt x="30703" y="95379"/>
                  <a:pt x="26012" y="95379"/>
                </a:cubicBezTo>
                <a:cubicBezTo>
                  <a:pt x="22838" y="95379"/>
                  <a:pt x="19888" y="95121"/>
                  <a:pt x="17164" y="94604"/>
                </a:cubicBezTo>
                <a:cubicBezTo>
                  <a:pt x="14440" y="94087"/>
                  <a:pt x="12035" y="93465"/>
                  <a:pt x="9950" y="92738"/>
                </a:cubicBezTo>
                <a:cubicBezTo>
                  <a:pt x="7865" y="92010"/>
                  <a:pt x="6124" y="91246"/>
                  <a:pt x="4726" y="90448"/>
                </a:cubicBezTo>
                <a:cubicBezTo>
                  <a:pt x="3329" y="89650"/>
                  <a:pt x="2322" y="88946"/>
                  <a:pt x="1706" y="88336"/>
                </a:cubicBezTo>
                <a:cubicBezTo>
                  <a:pt x="1090" y="87725"/>
                  <a:pt x="651" y="86835"/>
                  <a:pt x="391" y="85669"/>
                </a:cubicBezTo>
                <a:cubicBezTo>
                  <a:pt x="130" y="84502"/>
                  <a:pt x="0" y="82824"/>
                  <a:pt x="0" y="80634"/>
                </a:cubicBezTo>
                <a:cubicBezTo>
                  <a:pt x="0" y="79157"/>
                  <a:pt x="47" y="77920"/>
                  <a:pt x="142" y="76920"/>
                </a:cubicBezTo>
                <a:cubicBezTo>
                  <a:pt x="237" y="75921"/>
                  <a:pt x="391" y="75111"/>
                  <a:pt x="604" y="74493"/>
                </a:cubicBezTo>
                <a:cubicBezTo>
                  <a:pt x="817" y="73874"/>
                  <a:pt x="1102" y="73433"/>
                  <a:pt x="1457" y="73171"/>
                </a:cubicBezTo>
                <a:cubicBezTo>
                  <a:pt x="1812" y="72909"/>
                  <a:pt x="2227" y="72778"/>
                  <a:pt x="2701" y="72778"/>
                </a:cubicBezTo>
                <a:cubicBezTo>
                  <a:pt x="3364" y="72778"/>
                  <a:pt x="4300" y="73169"/>
                  <a:pt x="5508" y="73951"/>
                </a:cubicBezTo>
                <a:cubicBezTo>
                  <a:pt x="6716" y="74732"/>
                  <a:pt x="8268" y="75597"/>
                  <a:pt x="10163" y="76545"/>
                </a:cubicBezTo>
                <a:cubicBezTo>
                  <a:pt x="12059" y="77492"/>
                  <a:pt x="14321" y="78357"/>
                  <a:pt x="16951" y="79139"/>
                </a:cubicBezTo>
                <a:cubicBezTo>
                  <a:pt x="19580" y="79921"/>
                  <a:pt x="22625" y="80312"/>
                  <a:pt x="26084" y="80312"/>
                </a:cubicBezTo>
                <a:cubicBezTo>
                  <a:pt x="28358" y="80312"/>
                  <a:pt x="30395" y="80038"/>
                  <a:pt x="32196" y="79492"/>
                </a:cubicBezTo>
                <a:cubicBezTo>
                  <a:pt x="33996" y="78944"/>
                  <a:pt x="35524" y="78171"/>
                  <a:pt x="36780" y="77173"/>
                </a:cubicBezTo>
                <a:cubicBezTo>
                  <a:pt x="38035" y="76175"/>
                  <a:pt x="38995" y="74940"/>
                  <a:pt x="39658" y="73466"/>
                </a:cubicBezTo>
                <a:cubicBezTo>
                  <a:pt x="40322" y="71992"/>
                  <a:pt x="40653" y="70351"/>
                  <a:pt x="40653" y="68545"/>
                </a:cubicBezTo>
                <a:cubicBezTo>
                  <a:pt x="40653" y="66457"/>
                  <a:pt x="40085" y="64666"/>
                  <a:pt x="38948" y="63172"/>
                </a:cubicBezTo>
                <a:cubicBezTo>
                  <a:pt x="37810" y="61677"/>
                  <a:pt x="36330" y="60348"/>
                  <a:pt x="34506" y="59185"/>
                </a:cubicBezTo>
                <a:cubicBezTo>
                  <a:pt x="32681" y="58023"/>
                  <a:pt x="30608" y="56932"/>
                  <a:pt x="28287" y="55912"/>
                </a:cubicBezTo>
                <a:cubicBezTo>
                  <a:pt x="25965" y="54890"/>
                  <a:pt x="23572" y="53810"/>
                  <a:pt x="21108" y="52671"/>
                </a:cubicBezTo>
                <a:cubicBezTo>
                  <a:pt x="18645" y="51533"/>
                  <a:pt x="16252" y="50240"/>
                  <a:pt x="13930" y="48793"/>
                </a:cubicBezTo>
                <a:cubicBezTo>
                  <a:pt x="11608" y="47345"/>
                  <a:pt x="9536" y="45613"/>
                  <a:pt x="7711" y="43596"/>
                </a:cubicBezTo>
                <a:cubicBezTo>
                  <a:pt x="5887" y="41579"/>
                  <a:pt x="4406" y="39196"/>
                  <a:pt x="3269" y="36445"/>
                </a:cubicBezTo>
                <a:cubicBezTo>
                  <a:pt x="2132" y="33692"/>
                  <a:pt x="1564" y="30394"/>
                  <a:pt x="1564" y="26550"/>
                </a:cubicBezTo>
                <a:cubicBezTo>
                  <a:pt x="1564" y="22136"/>
                  <a:pt x="2381" y="18257"/>
                  <a:pt x="4016" y="14912"/>
                </a:cubicBezTo>
                <a:cubicBezTo>
                  <a:pt x="5650" y="11567"/>
                  <a:pt x="7853" y="8791"/>
                  <a:pt x="10625" y="6585"/>
                </a:cubicBezTo>
                <a:cubicBezTo>
                  <a:pt x="13397" y="4378"/>
                  <a:pt x="16666" y="2728"/>
                  <a:pt x="20433" y="1637"/>
                </a:cubicBezTo>
                <a:cubicBezTo>
                  <a:pt x="24200" y="546"/>
                  <a:pt x="28192" y="0"/>
                  <a:pt x="32409" y="0"/>
                </a:cubicBezTo>
                <a:cubicBezTo>
                  <a:pt x="34588" y="0"/>
                  <a:pt x="36768" y="166"/>
                  <a:pt x="38948" y="498"/>
                </a:cubicBezTo>
                <a:cubicBezTo>
                  <a:pt x="41127" y="829"/>
                  <a:pt x="43165" y="1279"/>
                  <a:pt x="45060" y="1848"/>
                </a:cubicBezTo>
                <a:cubicBezTo>
                  <a:pt x="46955" y="2416"/>
                  <a:pt x="48637" y="3056"/>
                  <a:pt x="50106" y="3767"/>
                </a:cubicBezTo>
                <a:cubicBezTo>
                  <a:pt x="51575" y="4478"/>
                  <a:pt x="52546" y="5070"/>
                  <a:pt x="53020" y="5544"/>
                </a:cubicBezTo>
                <a:cubicBezTo>
                  <a:pt x="53494" y="6017"/>
                  <a:pt x="53814" y="6421"/>
                  <a:pt x="53979" y="6754"/>
                </a:cubicBezTo>
                <a:cubicBezTo>
                  <a:pt x="54145" y="7087"/>
                  <a:pt x="54287" y="7528"/>
                  <a:pt x="54406" y="8076"/>
                </a:cubicBezTo>
                <a:cubicBezTo>
                  <a:pt x="54524" y="8623"/>
                  <a:pt x="54607" y="9314"/>
                  <a:pt x="54655" y="10148"/>
                </a:cubicBezTo>
                <a:cubicBezTo>
                  <a:pt x="54702" y="10980"/>
                  <a:pt x="54726" y="12015"/>
                  <a:pt x="54726" y="13253"/>
                </a:cubicBezTo>
                <a:cubicBezTo>
                  <a:pt x="54726" y="14634"/>
                  <a:pt x="54690" y="15801"/>
                  <a:pt x="54619" y="16753"/>
                </a:cubicBezTo>
                <a:cubicBezTo>
                  <a:pt x="54548" y="17705"/>
                  <a:pt x="54429" y="18491"/>
                  <a:pt x="54264" y="19110"/>
                </a:cubicBezTo>
                <a:cubicBezTo>
                  <a:pt x="54098" y="19728"/>
                  <a:pt x="53861" y="20181"/>
                  <a:pt x="53553" y="20467"/>
                </a:cubicBezTo>
                <a:cubicBezTo>
                  <a:pt x="53245" y="20752"/>
                  <a:pt x="52830" y="20895"/>
                  <a:pt x="52309" y="20895"/>
                </a:cubicBezTo>
                <a:cubicBezTo>
                  <a:pt x="51788" y="20895"/>
                  <a:pt x="50959" y="20564"/>
                  <a:pt x="49822" y="19900"/>
                </a:cubicBezTo>
                <a:cubicBezTo>
                  <a:pt x="48684" y="19237"/>
                  <a:pt x="47287" y="18514"/>
                  <a:pt x="45628" y="17733"/>
                </a:cubicBezTo>
                <a:cubicBezTo>
                  <a:pt x="43970" y="16951"/>
                  <a:pt x="42051" y="16240"/>
                  <a:pt x="39872" y="15600"/>
                </a:cubicBezTo>
                <a:cubicBezTo>
                  <a:pt x="37692" y="14961"/>
                  <a:pt x="35299" y="14641"/>
                  <a:pt x="32693" y="14641"/>
                </a:cubicBezTo>
                <a:cubicBezTo>
                  <a:pt x="30656" y="14641"/>
                  <a:pt x="28879" y="14889"/>
                  <a:pt x="27363" y="15385"/>
                </a:cubicBezTo>
                <a:cubicBezTo>
                  <a:pt x="25847" y="15881"/>
                  <a:pt x="24579" y="16566"/>
                  <a:pt x="23560" y="17439"/>
                </a:cubicBezTo>
                <a:cubicBezTo>
                  <a:pt x="22542" y="18311"/>
                  <a:pt x="21784" y="19361"/>
                  <a:pt x="21286" y="20589"/>
                </a:cubicBezTo>
                <a:cubicBezTo>
                  <a:pt x="20789" y="21816"/>
                  <a:pt x="20540" y="23115"/>
                  <a:pt x="20540" y="24484"/>
                </a:cubicBezTo>
                <a:cubicBezTo>
                  <a:pt x="20540" y="26525"/>
                  <a:pt x="21097" y="28293"/>
                  <a:pt x="22210" y="29788"/>
                </a:cubicBezTo>
                <a:cubicBezTo>
                  <a:pt x="23324" y="31282"/>
                  <a:pt x="24816" y="32610"/>
                  <a:pt x="26688" y="33773"/>
                </a:cubicBezTo>
                <a:cubicBezTo>
                  <a:pt x="28559" y="34935"/>
                  <a:pt x="30680" y="36027"/>
                  <a:pt x="33049" y="37049"/>
                </a:cubicBezTo>
                <a:cubicBezTo>
                  <a:pt x="35418" y="38069"/>
                  <a:pt x="37834" y="39148"/>
                  <a:pt x="40298" y="40287"/>
                </a:cubicBezTo>
                <a:cubicBezTo>
                  <a:pt x="42762" y="41425"/>
                  <a:pt x="45178" y="42719"/>
                  <a:pt x="47547" y="44167"/>
                </a:cubicBezTo>
                <a:cubicBezTo>
                  <a:pt x="49916" y="45614"/>
                  <a:pt x="52025" y="47345"/>
                  <a:pt x="53873" y="49362"/>
                </a:cubicBezTo>
                <a:cubicBezTo>
                  <a:pt x="55721" y="51379"/>
                  <a:pt x="57213" y="53751"/>
                  <a:pt x="58350" y="56480"/>
                </a:cubicBezTo>
                <a:cubicBezTo>
                  <a:pt x="59487" y="59208"/>
                  <a:pt x="60056" y="62422"/>
                  <a:pt x="60056" y="66124"/>
                </a:cubicBezTo>
                <a:close/>
                <a:moveTo>
                  <a:pt x="132360" y="86033"/>
                </a:moveTo>
                <a:cubicBezTo>
                  <a:pt x="132360" y="87413"/>
                  <a:pt x="132300" y="88591"/>
                  <a:pt x="132182" y="89567"/>
                </a:cubicBezTo>
                <a:cubicBezTo>
                  <a:pt x="132063" y="90542"/>
                  <a:pt x="131886" y="91340"/>
                  <a:pt x="131649" y="91959"/>
                </a:cubicBezTo>
                <a:cubicBezTo>
                  <a:pt x="131412" y="92577"/>
                  <a:pt x="131104" y="93018"/>
                  <a:pt x="130725" y="93280"/>
                </a:cubicBezTo>
                <a:cubicBezTo>
                  <a:pt x="130346" y="93542"/>
                  <a:pt x="129919" y="93673"/>
                  <a:pt x="129446" y="93673"/>
                </a:cubicBezTo>
                <a:lnTo>
                  <a:pt x="76568" y="93673"/>
                </a:lnTo>
                <a:cubicBezTo>
                  <a:pt x="75525" y="93673"/>
                  <a:pt x="74625" y="93578"/>
                  <a:pt x="73867" y="93389"/>
                </a:cubicBezTo>
                <a:cubicBezTo>
                  <a:pt x="73109" y="93198"/>
                  <a:pt x="72493" y="92829"/>
                  <a:pt x="72019" y="92283"/>
                </a:cubicBezTo>
                <a:cubicBezTo>
                  <a:pt x="71545" y="91735"/>
                  <a:pt x="71202" y="90938"/>
                  <a:pt x="70989" y="89893"/>
                </a:cubicBezTo>
                <a:cubicBezTo>
                  <a:pt x="70775" y="88848"/>
                  <a:pt x="70669" y="87493"/>
                  <a:pt x="70669" y="85829"/>
                </a:cubicBezTo>
                <a:cubicBezTo>
                  <a:pt x="70669" y="84259"/>
                  <a:pt x="70740" y="82916"/>
                  <a:pt x="70882" y="81800"/>
                </a:cubicBezTo>
                <a:cubicBezTo>
                  <a:pt x="71024" y="80682"/>
                  <a:pt x="71285" y="79683"/>
                  <a:pt x="71664" y="78804"/>
                </a:cubicBezTo>
                <a:cubicBezTo>
                  <a:pt x="72043" y="77923"/>
                  <a:pt x="72529" y="77066"/>
                  <a:pt x="73121" y="76234"/>
                </a:cubicBezTo>
                <a:cubicBezTo>
                  <a:pt x="73713" y="75402"/>
                  <a:pt x="74483" y="74487"/>
                  <a:pt x="75431" y="73489"/>
                </a:cubicBezTo>
                <a:lnTo>
                  <a:pt x="91351" y="56460"/>
                </a:lnTo>
                <a:cubicBezTo>
                  <a:pt x="94525" y="53142"/>
                  <a:pt x="97084" y="50121"/>
                  <a:pt x="99027" y="47396"/>
                </a:cubicBezTo>
                <a:cubicBezTo>
                  <a:pt x="100969" y="44672"/>
                  <a:pt x="102486" y="42184"/>
                  <a:pt x="103575" y="39934"/>
                </a:cubicBezTo>
                <a:cubicBezTo>
                  <a:pt x="104665" y="37682"/>
                  <a:pt x="105411" y="35608"/>
                  <a:pt x="105814" y="33713"/>
                </a:cubicBezTo>
                <a:cubicBezTo>
                  <a:pt x="106217" y="31816"/>
                  <a:pt x="106418" y="30015"/>
                  <a:pt x="106418" y="28309"/>
                </a:cubicBezTo>
                <a:cubicBezTo>
                  <a:pt x="106418" y="26753"/>
                  <a:pt x="106169" y="25279"/>
                  <a:pt x="105672" y="23887"/>
                </a:cubicBezTo>
                <a:cubicBezTo>
                  <a:pt x="105174" y="22495"/>
                  <a:pt x="104440" y="21280"/>
                  <a:pt x="103469" y="20242"/>
                </a:cubicBezTo>
                <a:cubicBezTo>
                  <a:pt x="102497" y="19204"/>
                  <a:pt x="101277" y="18391"/>
                  <a:pt x="99808" y="17801"/>
                </a:cubicBezTo>
                <a:cubicBezTo>
                  <a:pt x="98340" y="17211"/>
                  <a:pt x="96610" y="16915"/>
                  <a:pt x="94620" y="16915"/>
                </a:cubicBezTo>
                <a:cubicBezTo>
                  <a:pt x="91825" y="16915"/>
                  <a:pt x="89349" y="17271"/>
                  <a:pt x="87193" y="17981"/>
                </a:cubicBezTo>
                <a:cubicBezTo>
                  <a:pt x="85037" y="18692"/>
                  <a:pt x="83142" y="19486"/>
                  <a:pt x="81507" y="20362"/>
                </a:cubicBezTo>
                <a:cubicBezTo>
                  <a:pt x="79873" y="21239"/>
                  <a:pt x="78510" y="22044"/>
                  <a:pt x="77421" y="22779"/>
                </a:cubicBezTo>
                <a:cubicBezTo>
                  <a:pt x="76331" y="23513"/>
                  <a:pt x="75478" y="23880"/>
                  <a:pt x="74862" y="23880"/>
                </a:cubicBezTo>
                <a:cubicBezTo>
                  <a:pt x="74436" y="23880"/>
                  <a:pt x="74068" y="23737"/>
                  <a:pt x="73760" y="23452"/>
                </a:cubicBezTo>
                <a:cubicBezTo>
                  <a:pt x="73453" y="23166"/>
                  <a:pt x="73204" y="22691"/>
                  <a:pt x="73014" y="22026"/>
                </a:cubicBezTo>
                <a:cubicBezTo>
                  <a:pt x="72825" y="21359"/>
                  <a:pt x="72671" y="20467"/>
                  <a:pt x="72552" y="19349"/>
                </a:cubicBezTo>
                <a:cubicBezTo>
                  <a:pt x="72434" y="18230"/>
                  <a:pt x="72375" y="16862"/>
                  <a:pt x="72375" y="15245"/>
                </a:cubicBezTo>
                <a:cubicBezTo>
                  <a:pt x="72375" y="14151"/>
                  <a:pt x="72410" y="13235"/>
                  <a:pt x="72481" y="12498"/>
                </a:cubicBezTo>
                <a:cubicBezTo>
                  <a:pt x="72552" y="11760"/>
                  <a:pt x="72659" y="11118"/>
                  <a:pt x="72801" y="10570"/>
                </a:cubicBezTo>
                <a:cubicBezTo>
                  <a:pt x="72943" y="10022"/>
                  <a:pt x="73133" y="9546"/>
                  <a:pt x="73370" y="9142"/>
                </a:cubicBezTo>
                <a:cubicBezTo>
                  <a:pt x="73606" y="8737"/>
                  <a:pt x="74021" y="8250"/>
                  <a:pt x="74613" y="7680"/>
                </a:cubicBezTo>
                <a:cubicBezTo>
                  <a:pt x="75206" y="7109"/>
                  <a:pt x="76295" y="6385"/>
                  <a:pt x="77883" y="5508"/>
                </a:cubicBezTo>
                <a:cubicBezTo>
                  <a:pt x="79470" y="4632"/>
                  <a:pt x="81424" y="3779"/>
                  <a:pt x="83746" y="2950"/>
                </a:cubicBezTo>
                <a:cubicBezTo>
                  <a:pt x="86068" y="2120"/>
                  <a:pt x="88626" y="1421"/>
                  <a:pt x="91422" y="853"/>
                </a:cubicBezTo>
                <a:cubicBezTo>
                  <a:pt x="94217" y="284"/>
                  <a:pt x="97131" y="0"/>
                  <a:pt x="100164" y="0"/>
                </a:cubicBezTo>
                <a:cubicBezTo>
                  <a:pt x="104949" y="0"/>
                  <a:pt x="109131" y="605"/>
                  <a:pt x="112708" y="1815"/>
                </a:cubicBezTo>
                <a:cubicBezTo>
                  <a:pt x="116285" y="3023"/>
                  <a:pt x="119259" y="4706"/>
                  <a:pt x="121628" y="6863"/>
                </a:cubicBezTo>
                <a:cubicBezTo>
                  <a:pt x="123997" y="9020"/>
                  <a:pt x="125762" y="11581"/>
                  <a:pt x="126923" y="14545"/>
                </a:cubicBezTo>
                <a:cubicBezTo>
                  <a:pt x="128083" y="17508"/>
                  <a:pt x="128664" y="20697"/>
                  <a:pt x="128664" y="24111"/>
                </a:cubicBezTo>
                <a:cubicBezTo>
                  <a:pt x="128664" y="27096"/>
                  <a:pt x="128379" y="30034"/>
                  <a:pt x="127811" y="32924"/>
                </a:cubicBezTo>
                <a:cubicBezTo>
                  <a:pt x="127242" y="35813"/>
                  <a:pt x="126058" y="38928"/>
                  <a:pt x="124257" y="42268"/>
                </a:cubicBezTo>
                <a:cubicBezTo>
                  <a:pt x="122457" y="45608"/>
                  <a:pt x="119922" y="49304"/>
                  <a:pt x="116653" y="53355"/>
                </a:cubicBezTo>
                <a:cubicBezTo>
                  <a:pt x="113383" y="57405"/>
                  <a:pt x="109048" y="62107"/>
                  <a:pt x="103646" y="67461"/>
                </a:cubicBezTo>
                <a:lnTo>
                  <a:pt x="92914" y="78464"/>
                </a:lnTo>
                <a:lnTo>
                  <a:pt x="129161" y="78464"/>
                </a:lnTo>
                <a:cubicBezTo>
                  <a:pt x="129635" y="78464"/>
                  <a:pt x="130073" y="78607"/>
                  <a:pt x="130476" y="78892"/>
                </a:cubicBezTo>
                <a:cubicBezTo>
                  <a:pt x="130879" y="79178"/>
                  <a:pt x="131222" y="79619"/>
                  <a:pt x="131507" y="80214"/>
                </a:cubicBezTo>
                <a:cubicBezTo>
                  <a:pt x="131791" y="80809"/>
                  <a:pt x="132004" y="81595"/>
                  <a:pt x="132146" y="82570"/>
                </a:cubicBezTo>
                <a:cubicBezTo>
                  <a:pt x="132288" y="83546"/>
                  <a:pt x="132360" y="84700"/>
                  <a:pt x="132360" y="860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A58BE-B721-40A8-A04D-143A5F75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648" y="3278102"/>
            <a:ext cx="373593" cy="245019"/>
          </a:xfrm>
          <a:custGeom xmlns:a="http://schemas.openxmlformats.org/drawingml/2006/main">
            <a:pathLst>
              <a:path w="373593" h="245019" fill="none">
                <a:moveTo>
                  <a:pt x="0" y="0"/>
                </a:moveTo>
                <a:lnTo>
                  <a:pt x="373593" y="0"/>
                </a:lnTo>
                <a:lnTo>
                  <a:pt x="373593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3E65A-5591-4C6C-B6B1-B0F4C575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737" y="2535767"/>
            <a:ext cx="373593" cy="244534"/>
          </a:xfrm>
          <a:custGeom xmlns:a="http://schemas.openxmlformats.org/drawingml/2006/main">
            <a:pathLst>
              <a:path w="373593" h="244534" fill="none">
                <a:moveTo>
                  <a:pt x="0" y="0"/>
                </a:moveTo>
                <a:lnTo>
                  <a:pt x="373593" y="0"/>
                </a:lnTo>
                <a:lnTo>
                  <a:pt x="373593" y="244534"/>
                </a:lnTo>
                <a:lnTo>
                  <a:pt x="0" y="24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FC2B1-EEDD-4DE9-9789-C69B4565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959" y="2528247"/>
            <a:ext cx="649665" cy="156230"/>
          </a:xfrm>
          <a:custGeom xmlns:a="http://schemas.openxmlformats.org/drawingml/2006/main">
            <a:pathLst>
              <a:path w="649665" h="156230">
                <a:moveTo>
                  <a:pt x="0" y="0"/>
                </a:moveTo>
                <a:lnTo>
                  <a:pt x="649665" y="0"/>
                </a:lnTo>
                <a:lnTo>
                  <a:pt x="649665" y="156230"/>
                </a:lnTo>
                <a:lnTo>
                  <a:pt x="0" y="1562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2325B-7FE0-4BAC-A20A-8BC18902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959" y="2774722"/>
            <a:ext cx="649665" cy="156230"/>
          </a:xfrm>
          <a:custGeom xmlns:a="http://schemas.openxmlformats.org/drawingml/2006/main">
            <a:pathLst>
              <a:path w="649665" h="156230">
                <a:moveTo>
                  <a:pt x="0" y="0"/>
                </a:moveTo>
                <a:lnTo>
                  <a:pt x="649665" y="0"/>
                </a:lnTo>
                <a:lnTo>
                  <a:pt x="649665" y="156230"/>
                </a:lnTo>
                <a:lnTo>
                  <a:pt x="0" y="1562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s_port=">
            <a:extLst xmlns:a="http://schemas.openxmlformats.org/drawingml/2006/main">
              <a:ext uri="{FF2B5EF4-FFF2-40B4-BE49-F238E27FC236}">
                <a16:creationId xmlns:a16="http://schemas.microsoft.com/office/drawing/2014/main" id="{CC0DF23E-C1A0-4A78-94EB-D218857D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704" y="2799835"/>
            <a:ext cx="436099" cy="117980"/>
          </a:xfrm>
          <a:custGeom xmlns:a="http://schemas.openxmlformats.org/drawingml/2006/main">
            <a:pathLst>
              <a:path w="436099" h="117980">
                <a:moveTo>
                  <a:pt x="436099" y="23738"/>
                </a:moveTo>
                <a:lnTo>
                  <a:pt x="359412" y="23738"/>
                </a:lnTo>
                <a:lnTo>
                  <a:pt x="359412" y="29637"/>
                </a:lnTo>
                <a:lnTo>
                  <a:pt x="436099" y="29637"/>
                </a:lnTo>
                <a:lnTo>
                  <a:pt x="436099" y="23738"/>
                </a:lnTo>
                <a:close/>
                <a:moveTo>
                  <a:pt x="337238" y="1169"/>
                </a:moveTo>
                <a:lnTo>
                  <a:pt x="337006" y="1730"/>
                </a:lnTo>
                <a:lnTo>
                  <a:pt x="336779" y="2275"/>
                </a:lnTo>
                <a:lnTo>
                  <a:pt x="336556" y="2805"/>
                </a:lnTo>
                <a:lnTo>
                  <a:pt x="336337" y="3319"/>
                </a:lnTo>
                <a:lnTo>
                  <a:pt x="336123" y="3818"/>
                </a:lnTo>
                <a:lnTo>
                  <a:pt x="335914" y="4301"/>
                </a:lnTo>
                <a:lnTo>
                  <a:pt x="335709" y="4769"/>
                </a:lnTo>
                <a:lnTo>
                  <a:pt x="335508" y="5220"/>
                </a:lnTo>
                <a:lnTo>
                  <a:pt x="335312" y="5657"/>
                </a:lnTo>
                <a:lnTo>
                  <a:pt x="335120" y="6077"/>
                </a:lnTo>
                <a:lnTo>
                  <a:pt x="334933" y="6482"/>
                </a:lnTo>
                <a:lnTo>
                  <a:pt x="334750" y="6872"/>
                </a:lnTo>
                <a:lnTo>
                  <a:pt x="334572" y="7246"/>
                </a:lnTo>
                <a:lnTo>
                  <a:pt x="334398" y="7604"/>
                </a:lnTo>
                <a:lnTo>
                  <a:pt x="334228" y="7946"/>
                </a:lnTo>
                <a:lnTo>
                  <a:pt x="334063" y="8273"/>
                </a:lnTo>
                <a:lnTo>
                  <a:pt x="333902" y="8585"/>
                </a:lnTo>
                <a:lnTo>
                  <a:pt x="333746" y="8881"/>
                </a:lnTo>
                <a:lnTo>
                  <a:pt x="333594" y="9161"/>
                </a:lnTo>
                <a:lnTo>
                  <a:pt x="333447" y="9425"/>
                </a:lnTo>
                <a:lnTo>
                  <a:pt x="333304" y="9674"/>
                </a:lnTo>
                <a:lnTo>
                  <a:pt x="333166" y="9908"/>
                </a:lnTo>
                <a:lnTo>
                  <a:pt x="332898" y="10333"/>
                </a:lnTo>
                <a:lnTo>
                  <a:pt x="332627" y="10754"/>
                </a:lnTo>
                <a:lnTo>
                  <a:pt x="332352" y="11169"/>
                </a:lnTo>
                <a:lnTo>
                  <a:pt x="332075" y="11580"/>
                </a:lnTo>
                <a:lnTo>
                  <a:pt x="331795" y="11986"/>
                </a:lnTo>
                <a:lnTo>
                  <a:pt x="331511" y="12387"/>
                </a:lnTo>
                <a:lnTo>
                  <a:pt x="331225" y="12784"/>
                </a:lnTo>
                <a:lnTo>
                  <a:pt x="330935" y="13175"/>
                </a:lnTo>
                <a:lnTo>
                  <a:pt x="330642" y="13562"/>
                </a:lnTo>
                <a:lnTo>
                  <a:pt x="330346" y="13944"/>
                </a:lnTo>
                <a:lnTo>
                  <a:pt x="330047" y="14321"/>
                </a:lnTo>
                <a:lnTo>
                  <a:pt x="329745" y="14693"/>
                </a:lnTo>
                <a:lnTo>
                  <a:pt x="329440" y="15060"/>
                </a:lnTo>
                <a:lnTo>
                  <a:pt x="329132" y="15423"/>
                </a:lnTo>
                <a:lnTo>
                  <a:pt x="328821" y="15781"/>
                </a:lnTo>
                <a:lnTo>
                  <a:pt x="328507" y="16134"/>
                </a:lnTo>
                <a:lnTo>
                  <a:pt x="328189" y="16482"/>
                </a:lnTo>
                <a:lnTo>
                  <a:pt x="327869" y="16825"/>
                </a:lnTo>
                <a:lnTo>
                  <a:pt x="327545" y="17163"/>
                </a:lnTo>
                <a:lnTo>
                  <a:pt x="327218" y="17497"/>
                </a:lnTo>
                <a:lnTo>
                  <a:pt x="326889" y="17826"/>
                </a:lnTo>
                <a:lnTo>
                  <a:pt x="326556" y="18150"/>
                </a:lnTo>
                <a:lnTo>
                  <a:pt x="326220" y="18469"/>
                </a:lnTo>
                <a:lnTo>
                  <a:pt x="325881" y="18783"/>
                </a:lnTo>
                <a:lnTo>
                  <a:pt x="325541" y="19091"/>
                </a:lnTo>
                <a:lnTo>
                  <a:pt x="325201" y="19392"/>
                </a:lnTo>
                <a:lnTo>
                  <a:pt x="324862" y="19685"/>
                </a:lnTo>
                <a:lnTo>
                  <a:pt x="324524" y="19970"/>
                </a:lnTo>
                <a:lnTo>
                  <a:pt x="324186" y="20248"/>
                </a:lnTo>
                <a:lnTo>
                  <a:pt x="323849" y="20518"/>
                </a:lnTo>
                <a:lnTo>
                  <a:pt x="323512" y="20781"/>
                </a:lnTo>
                <a:lnTo>
                  <a:pt x="323176" y="21036"/>
                </a:lnTo>
                <a:lnTo>
                  <a:pt x="322841" y="21284"/>
                </a:lnTo>
                <a:lnTo>
                  <a:pt x="322506" y="21524"/>
                </a:lnTo>
                <a:lnTo>
                  <a:pt x="322172" y="21757"/>
                </a:lnTo>
                <a:lnTo>
                  <a:pt x="321839" y="21982"/>
                </a:lnTo>
                <a:lnTo>
                  <a:pt x="321506" y="22199"/>
                </a:lnTo>
                <a:lnTo>
                  <a:pt x="321174" y="22409"/>
                </a:lnTo>
                <a:lnTo>
                  <a:pt x="320842" y="22612"/>
                </a:lnTo>
                <a:lnTo>
                  <a:pt x="320511" y="22807"/>
                </a:lnTo>
                <a:lnTo>
                  <a:pt x="320181" y="22994"/>
                </a:lnTo>
                <a:lnTo>
                  <a:pt x="319851" y="23174"/>
                </a:lnTo>
                <a:lnTo>
                  <a:pt x="319522" y="23346"/>
                </a:lnTo>
                <a:lnTo>
                  <a:pt x="319193" y="23510"/>
                </a:lnTo>
                <a:lnTo>
                  <a:pt x="318865" y="23668"/>
                </a:lnTo>
                <a:lnTo>
                  <a:pt x="318538" y="23817"/>
                </a:lnTo>
                <a:lnTo>
                  <a:pt x="318211" y="23959"/>
                </a:lnTo>
                <a:lnTo>
                  <a:pt x="317885" y="24093"/>
                </a:lnTo>
                <a:lnTo>
                  <a:pt x="317885" y="26439"/>
                </a:lnTo>
                <a:lnTo>
                  <a:pt x="328191" y="26439"/>
                </a:lnTo>
                <a:lnTo>
                  <a:pt x="328191" y="70270"/>
                </a:lnTo>
                <a:lnTo>
                  <a:pt x="328193" y="70851"/>
                </a:lnTo>
                <a:lnTo>
                  <a:pt x="328201" y="71419"/>
                </a:lnTo>
                <a:lnTo>
                  <a:pt x="328214" y="71974"/>
                </a:lnTo>
                <a:lnTo>
                  <a:pt x="328232" y="72517"/>
                </a:lnTo>
                <a:lnTo>
                  <a:pt x="328255" y="73047"/>
                </a:lnTo>
                <a:lnTo>
                  <a:pt x="328284" y="73564"/>
                </a:lnTo>
                <a:lnTo>
                  <a:pt x="328318" y="74068"/>
                </a:lnTo>
                <a:lnTo>
                  <a:pt x="328357" y="74560"/>
                </a:lnTo>
                <a:lnTo>
                  <a:pt x="328401" y="75039"/>
                </a:lnTo>
                <a:lnTo>
                  <a:pt x="328450" y="75505"/>
                </a:lnTo>
                <a:lnTo>
                  <a:pt x="328504" y="75959"/>
                </a:lnTo>
                <a:lnTo>
                  <a:pt x="328564" y="76399"/>
                </a:lnTo>
                <a:lnTo>
                  <a:pt x="328629" y="76827"/>
                </a:lnTo>
                <a:lnTo>
                  <a:pt x="328699" y="77243"/>
                </a:lnTo>
                <a:lnTo>
                  <a:pt x="328774" y="77645"/>
                </a:lnTo>
                <a:lnTo>
                  <a:pt x="328854" y="78035"/>
                </a:lnTo>
                <a:lnTo>
                  <a:pt x="328940" y="78412"/>
                </a:lnTo>
                <a:lnTo>
                  <a:pt x="329030" y="78777"/>
                </a:lnTo>
                <a:lnTo>
                  <a:pt x="329126" y="79128"/>
                </a:lnTo>
                <a:lnTo>
                  <a:pt x="329227" y="79467"/>
                </a:lnTo>
                <a:lnTo>
                  <a:pt x="329333" y="79793"/>
                </a:lnTo>
                <a:lnTo>
                  <a:pt x="329445" y="80107"/>
                </a:lnTo>
                <a:lnTo>
                  <a:pt x="329561" y="80408"/>
                </a:lnTo>
                <a:lnTo>
                  <a:pt x="329683" y="80696"/>
                </a:lnTo>
                <a:lnTo>
                  <a:pt x="329810" y="80975"/>
                </a:lnTo>
                <a:lnTo>
                  <a:pt x="329943" y="81248"/>
                </a:lnTo>
                <a:lnTo>
                  <a:pt x="330082" y="81516"/>
                </a:lnTo>
                <a:lnTo>
                  <a:pt x="330226" y="81778"/>
                </a:lnTo>
                <a:lnTo>
                  <a:pt x="330376" y="82036"/>
                </a:lnTo>
                <a:lnTo>
                  <a:pt x="330532" y="82287"/>
                </a:lnTo>
                <a:lnTo>
                  <a:pt x="330693" y="82533"/>
                </a:lnTo>
                <a:lnTo>
                  <a:pt x="330860" y="82774"/>
                </a:lnTo>
                <a:lnTo>
                  <a:pt x="331032" y="83010"/>
                </a:lnTo>
                <a:lnTo>
                  <a:pt x="331211" y="83240"/>
                </a:lnTo>
                <a:lnTo>
                  <a:pt x="331395" y="83464"/>
                </a:lnTo>
                <a:lnTo>
                  <a:pt x="331584" y="83683"/>
                </a:lnTo>
                <a:lnTo>
                  <a:pt x="331780" y="83897"/>
                </a:lnTo>
                <a:lnTo>
                  <a:pt x="331981" y="84105"/>
                </a:lnTo>
                <a:lnTo>
                  <a:pt x="332187" y="84308"/>
                </a:lnTo>
                <a:lnTo>
                  <a:pt x="332400" y="84505"/>
                </a:lnTo>
                <a:lnTo>
                  <a:pt x="332618" y="84697"/>
                </a:lnTo>
                <a:lnTo>
                  <a:pt x="332841" y="84884"/>
                </a:lnTo>
                <a:lnTo>
                  <a:pt x="333071" y="85065"/>
                </a:lnTo>
                <a:lnTo>
                  <a:pt x="333306" y="85240"/>
                </a:lnTo>
                <a:lnTo>
                  <a:pt x="333547" y="85410"/>
                </a:lnTo>
                <a:lnTo>
                  <a:pt x="333793" y="85575"/>
                </a:lnTo>
                <a:lnTo>
                  <a:pt x="334045" y="85735"/>
                </a:lnTo>
                <a:lnTo>
                  <a:pt x="334303" y="85889"/>
                </a:lnTo>
                <a:lnTo>
                  <a:pt x="334564" y="86037"/>
                </a:lnTo>
                <a:lnTo>
                  <a:pt x="334825" y="86178"/>
                </a:lnTo>
                <a:lnTo>
                  <a:pt x="335087" y="86314"/>
                </a:lnTo>
                <a:lnTo>
                  <a:pt x="335349" y="86443"/>
                </a:lnTo>
                <a:lnTo>
                  <a:pt x="335612" y="86566"/>
                </a:lnTo>
                <a:lnTo>
                  <a:pt x="335875" y="86682"/>
                </a:lnTo>
                <a:lnTo>
                  <a:pt x="336139" y="86793"/>
                </a:lnTo>
                <a:lnTo>
                  <a:pt x="336403" y="86897"/>
                </a:lnTo>
                <a:lnTo>
                  <a:pt x="336668" y="86994"/>
                </a:lnTo>
                <a:lnTo>
                  <a:pt x="336934" y="87086"/>
                </a:lnTo>
                <a:lnTo>
                  <a:pt x="337199" y="87171"/>
                </a:lnTo>
                <a:lnTo>
                  <a:pt x="337466" y="87249"/>
                </a:lnTo>
                <a:lnTo>
                  <a:pt x="337732" y="87322"/>
                </a:lnTo>
                <a:lnTo>
                  <a:pt x="338000" y="87388"/>
                </a:lnTo>
                <a:lnTo>
                  <a:pt x="338267" y="87448"/>
                </a:lnTo>
                <a:lnTo>
                  <a:pt x="338536" y="87502"/>
                </a:lnTo>
                <a:lnTo>
                  <a:pt x="338804" y="87549"/>
                </a:lnTo>
                <a:lnTo>
                  <a:pt x="339074" y="87590"/>
                </a:lnTo>
                <a:lnTo>
                  <a:pt x="339343" y="87624"/>
                </a:lnTo>
                <a:lnTo>
                  <a:pt x="339614" y="87653"/>
                </a:lnTo>
                <a:lnTo>
                  <a:pt x="339884" y="87675"/>
                </a:lnTo>
                <a:lnTo>
                  <a:pt x="340156" y="87691"/>
                </a:lnTo>
                <a:lnTo>
                  <a:pt x="340427" y="87700"/>
                </a:lnTo>
                <a:lnTo>
                  <a:pt x="340699" y="87703"/>
                </a:lnTo>
                <a:lnTo>
                  <a:pt x="341102" y="87697"/>
                </a:lnTo>
                <a:lnTo>
                  <a:pt x="341503" y="87678"/>
                </a:lnTo>
                <a:lnTo>
                  <a:pt x="341903" y="87647"/>
                </a:lnTo>
                <a:lnTo>
                  <a:pt x="342302" y="87604"/>
                </a:lnTo>
                <a:lnTo>
                  <a:pt x="342701" y="87548"/>
                </a:lnTo>
                <a:lnTo>
                  <a:pt x="343098" y="87479"/>
                </a:lnTo>
                <a:lnTo>
                  <a:pt x="343494" y="87399"/>
                </a:lnTo>
                <a:lnTo>
                  <a:pt x="343890" y="87306"/>
                </a:lnTo>
                <a:lnTo>
                  <a:pt x="344284" y="87200"/>
                </a:lnTo>
                <a:lnTo>
                  <a:pt x="344677" y="87082"/>
                </a:lnTo>
                <a:lnTo>
                  <a:pt x="345070" y="86951"/>
                </a:lnTo>
                <a:lnTo>
                  <a:pt x="345461" y="86809"/>
                </a:lnTo>
                <a:lnTo>
                  <a:pt x="345852" y="86653"/>
                </a:lnTo>
                <a:lnTo>
                  <a:pt x="346241" y="86486"/>
                </a:lnTo>
                <a:lnTo>
                  <a:pt x="346630" y="86305"/>
                </a:lnTo>
                <a:lnTo>
                  <a:pt x="347017" y="86113"/>
                </a:lnTo>
                <a:lnTo>
                  <a:pt x="347403" y="85908"/>
                </a:lnTo>
                <a:lnTo>
                  <a:pt x="347789" y="85690"/>
                </a:lnTo>
                <a:lnTo>
                  <a:pt x="348173" y="85461"/>
                </a:lnTo>
                <a:lnTo>
                  <a:pt x="348557" y="85218"/>
                </a:lnTo>
                <a:lnTo>
                  <a:pt x="348939" y="84964"/>
                </a:lnTo>
                <a:lnTo>
                  <a:pt x="349321" y="84697"/>
                </a:lnTo>
                <a:lnTo>
                  <a:pt x="349701" y="84417"/>
                </a:lnTo>
                <a:lnTo>
                  <a:pt x="350081" y="84125"/>
                </a:lnTo>
                <a:lnTo>
                  <a:pt x="350456" y="83821"/>
                </a:lnTo>
                <a:lnTo>
                  <a:pt x="350825" y="83505"/>
                </a:lnTo>
                <a:lnTo>
                  <a:pt x="351186" y="83177"/>
                </a:lnTo>
                <a:lnTo>
                  <a:pt x="351540" y="82837"/>
                </a:lnTo>
                <a:lnTo>
                  <a:pt x="351887" y="82486"/>
                </a:lnTo>
                <a:lnTo>
                  <a:pt x="352226" y="82122"/>
                </a:lnTo>
                <a:lnTo>
                  <a:pt x="352559" y="81747"/>
                </a:lnTo>
                <a:lnTo>
                  <a:pt x="352884" y="81360"/>
                </a:lnTo>
                <a:lnTo>
                  <a:pt x="353203" y="80961"/>
                </a:lnTo>
                <a:lnTo>
                  <a:pt x="353514" y="80550"/>
                </a:lnTo>
                <a:lnTo>
                  <a:pt x="353818" y="80128"/>
                </a:lnTo>
                <a:lnTo>
                  <a:pt x="354114" y="79694"/>
                </a:lnTo>
                <a:lnTo>
                  <a:pt x="354404" y="79247"/>
                </a:lnTo>
                <a:lnTo>
                  <a:pt x="354686" y="78790"/>
                </a:lnTo>
                <a:lnTo>
                  <a:pt x="354962" y="78320"/>
                </a:lnTo>
                <a:lnTo>
                  <a:pt x="355230" y="77838"/>
                </a:lnTo>
                <a:lnTo>
                  <a:pt x="355491" y="77345"/>
                </a:lnTo>
                <a:lnTo>
                  <a:pt x="355745" y="76839"/>
                </a:lnTo>
                <a:lnTo>
                  <a:pt x="355991" y="76322"/>
                </a:lnTo>
                <a:lnTo>
                  <a:pt x="356231" y="75794"/>
                </a:lnTo>
                <a:lnTo>
                  <a:pt x="356463" y="75253"/>
                </a:lnTo>
                <a:lnTo>
                  <a:pt x="356688" y="74700"/>
                </a:lnTo>
                <a:lnTo>
                  <a:pt x="356906" y="74136"/>
                </a:lnTo>
                <a:lnTo>
                  <a:pt x="357117" y="73560"/>
                </a:lnTo>
                <a:lnTo>
                  <a:pt x="354345" y="73560"/>
                </a:lnTo>
                <a:lnTo>
                  <a:pt x="354243" y="73794"/>
                </a:lnTo>
                <a:lnTo>
                  <a:pt x="354137" y="74024"/>
                </a:lnTo>
                <a:lnTo>
                  <a:pt x="354028" y="74249"/>
                </a:lnTo>
                <a:lnTo>
                  <a:pt x="353915" y="74469"/>
                </a:lnTo>
                <a:lnTo>
                  <a:pt x="353799" y="74684"/>
                </a:lnTo>
                <a:lnTo>
                  <a:pt x="353679" y="74895"/>
                </a:lnTo>
                <a:lnTo>
                  <a:pt x="353556" y="75100"/>
                </a:lnTo>
                <a:lnTo>
                  <a:pt x="353429" y="75301"/>
                </a:lnTo>
                <a:lnTo>
                  <a:pt x="353299" y="75497"/>
                </a:lnTo>
                <a:lnTo>
                  <a:pt x="353166" y="75688"/>
                </a:lnTo>
                <a:lnTo>
                  <a:pt x="353029" y="75875"/>
                </a:lnTo>
                <a:lnTo>
                  <a:pt x="352888" y="76056"/>
                </a:lnTo>
                <a:lnTo>
                  <a:pt x="352744" y="76233"/>
                </a:lnTo>
                <a:lnTo>
                  <a:pt x="352597" y="76405"/>
                </a:lnTo>
                <a:lnTo>
                  <a:pt x="352446" y="76572"/>
                </a:lnTo>
                <a:lnTo>
                  <a:pt x="352292" y="76734"/>
                </a:lnTo>
                <a:lnTo>
                  <a:pt x="352134" y="76892"/>
                </a:lnTo>
                <a:lnTo>
                  <a:pt x="351973" y="77045"/>
                </a:lnTo>
                <a:lnTo>
                  <a:pt x="351809" y="77192"/>
                </a:lnTo>
                <a:lnTo>
                  <a:pt x="351641" y="77335"/>
                </a:lnTo>
                <a:lnTo>
                  <a:pt x="351469" y="77474"/>
                </a:lnTo>
                <a:lnTo>
                  <a:pt x="351294" y="77607"/>
                </a:lnTo>
                <a:lnTo>
                  <a:pt x="351116" y="77736"/>
                </a:lnTo>
                <a:lnTo>
                  <a:pt x="350934" y="77860"/>
                </a:lnTo>
                <a:lnTo>
                  <a:pt x="350750" y="77979"/>
                </a:lnTo>
                <a:lnTo>
                  <a:pt x="350566" y="78092"/>
                </a:lnTo>
                <a:lnTo>
                  <a:pt x="350381" y="78201"/>
                </a:lnTo>
                <a:lnTo>
                  <a:pt x="350195" y="78305"/>
                </a:lnTo>
                <a:lnTo>
                  <a:pt x="350010" y="78403"/>
                </a:lnTo>
                <a:lnTo>
                  <a:pt x="349823" y="78497"/>
                </a:lnTo>
                <a:lnTo>
                  <a:pt x="349637" y="78586"/>
                </a:lnTo>
                <a:lnTo>
                  <a:pt x="349449" y="78669"/>
                </a:lnTo>
                <a:lnTo>
                  <a:pt x="349261" y="78747"/>
                </a:lnTo>
                <a:lnTo>
                  <a:pt x="349073" y="78821"/>
                </a:lnTo>
                <a:lnTo>
                  <a:pt x="348884" y="78889"/>
                </a:lnTo>
                <a:lnTo>
                  <a:pt x="348695" y="78952"/>
                </a:lnTo>
                <a:lnTo>
                  <a:pt x="348505" y="79011"/>
                </a:lnTo>
                <a:lnTo>
                  <a:pt x="348315" y="79064"/>
                </a:lnTo>
                <a:lnTo>
                  <a:pt x="348124" y="79112"/>
                </a:lnTo>
                <a:lnTo>
                  <a:pt x="347933" y="79155"/>
                </a:lnTo>
                <a:lnTo>
                  <a:pt x="347741" y="79193"/>
                </a:lnTo>
                <a:lnTo>
                  <a:pt x="347549" y="79226"/>
                </a:lnTo>
                <a:lnTo>
                  <a:pt x="347356" y="79253"/>
                </a:lnTo>
                <a:lnTo>
                  <a:pt x="347163" y="79276"/>
                </a:lnTo>
                <a:lnTo>
                  <a:pt x="346969" y="79294"/>
                </a:lnTo>
                <a:lnTo>
                  <a:pt x="346775" y="79306"/>
                </a:lnTo>
                <a:lnTo>
                  <a:pt x="346580" y="79314"/>
                </a:lnTo>
                <a:lnTo>
                  <a:pt x="346385" y="79317"/>
                </a:lnTo>
                <a:lnTo>
                  <a:pt x="346150" y="79313"/>
                </a:lnTo>
                <a:lnTo>
                  <a:pt x="345919" y="79301"/>
                </a:lnTo>
                <a:lnTo>
                  <a:pt x="345691" y="79282"/>
                </a:lnTo>
                <a:lnTo>
                  <a:pt x="345466" y="79256"/>
                </a:lnTo>
                <a:lnTo>
                  <a:pt x="345245" y="79221"/>
                </a:lnTo>
                <a:lnTo>
                  <a:pt x="345028" y="79179"/>
                </a:lnTo>
                <a:lnTo>
                  <a:pt x="344815" y="79130"/>
                </a:lnTo>
                <a:lnTo>
                  <a:pt x="344604" y="79072"/>
                </a:lnTo>
                <a:lnTo>
                  <a:pt x="344398" y="79007"/>
                </a:lnTo>
                <a:lnTo>
                  <a:pt x="344195" y="78935"/>
                </a:lnTo>
                <a:lnTo>
                  <a:pt x="343996" y="78855"/>
                </a:lnTo>
                <a:lnTo>
                  <a:pt x="343800" y="78767"/>
                </a:lnTo>
                <a:lnTo>
                  <a:pt x="343608" y="78671"/>
                </a:lnTo>
                <a:lnTo>
                  <a:pt x="343419" y="78568"/>
                </a:lnTo>
                <a:lnTo>
                  <a:pt x="343234" y="78458"/>
                </a:lnTo>
                <a:lnTo>
                  <a:pt x="343053" y="78339"/>
                </a:lnTo>
                <a:lnTo>
                  <a:pt x="342875" y="78213"/>
                </a:lnTo>
                <a:lnTo>
                  <a:pt x="342701" y="78080"/>
                </a:lnTo>
                <a:lnTo>
                  <a:pt x="342530" y="77939"/>
                </a:lnTo>
                <a:lnTo>
                  <a:pt x="342363" y="77790"/>
                </a:lnTo>
                <a:lnTo>
                  <a:pt x="342199" y="77633"/>
                </a:lnTo>
                <a:lnTo>
                  <a:pt x="342039" y="77469"/>
                </a:lnTo>
                <a:lnTo>
                  <a:pt x="341883" y="77297"/>
                </a:lnTo>
                <a:lnTo>
                  <a:pt x="341730" y="77118"/>
                </a:lnTo>
                <a:lnTo>
                  <a:pt x="341582" y="76927"/>
                </a:lnTo>
                <a:lnTo>
                  <a:pt x="341440" y="76722"/>
                </a:lnTo>
                <a:lnTo>
                  <a:pt x="341305" y="76503"/>
                </a:lnTo>
                <a:lnTo>
                  <a:pt x="341176" y="76270"/>
                </a:lnTo>
                <a:lnTo>
                  <a:pt x="341053" y="76022"/>
                </a:lnTo>
                <a:lnTo>
                  <a:pt x="340937" y="75760"/>
                </a:lnTo>
                <a:lnTo>
                  <a:pt x="340827" y="75484"/>
                </a:lnTo>
                <a:lnTo>
                  <a:pt x="340723" y="75193"/>
                </a:lnTo>
                <a:lnTo>
                  <a:pt x="340626" y="74888"/>
                </a:lnTo>
                <a:lnTo>
                  <a:pt x="340534" y="74569"/>
                </a:lnTo>
                <a:lnTo>
                  <a:pt x="340449" y="74235"/>
                </a:lnTo>
                <a:lnTo>
                  <a:pt x="340371" y="73887"/>
                </a:lnTo>
                <a:lnTo>
                  <a:pt x="340298" y="73525"/>
                </a:lnTo>
                <a:lnTo>
                  <a:pt x="340232" y="73149"/>
                </a:lnTo>
                <a:lnTo>
                  <a:pt x="340172" y="72758"/>
                </a:lnTo>
                <a:lnTo>
                  <a:pt x="340119" y="72353"/>
                </a:lnTo>
                <a:lnTo>
                  <a:pt x="340072" y="71934"/>
                </a:lnTo>
                <a:lnTo>
                  <a:pt x="340031" y="71500"/>
                </a:lnTo>
                <a:lnTo>
                  <a:pt x="339996" y="71052"/>
                </a:lnTo>
                <a:lnTo>
                  <a:pt x="339968" y="70590"/>
                </a:lnTo>
                <a:lnTo>
                  <a:pt x="339946" y="70113"/>
                </a:lnTo>
                <a:lnTo>
                  <a:pt x="339930" y="69623"/>
                </a:lnTo>
                <a:lnTo>
                  <a:pt x="339921" y="69117"/>
                </a:lnTo>
                <a:lnTo>
                  <a:pt x="339918" y="68598"/>
                </a:lnTo>
                <a:lnTo>
                  <a:pt x="339918" y="26439"/>
                </a:lnTo>
                <a:lnTo>
                  <a:pt x="355127" y="26439"/>
                </a:lnTo>
                <a:lnTo>
                  <a:pt x="355127" y="21464"/>
                </a:lnTo>
                <a:lnTo>
                  <a:pt x="339918" y="21464"/>
                </a:lnTo>
                <a:lnTo>
                  <a:pt x="339918" y="0"/>
                </a:lnTo>
                <a:lnTo>
                  <a:pt x="337714" y="0"/>
                </a:lnTo>
                <a:lnTo>
                  <a:pt x="337474" y="592"/>
                </a:lnTo>
                <a:lnTo>
                  <a:pt x="337238" y="1169"/>
                </a:lnTo>
                <a:close/>
                <a:moveTo>
                  <a:pt x="436099" y="46837"/>
                </a:moveTo>
                <a:lnTo>
                  <a:pt x="359412" y="46837"/>
                </a:lnTo>
                <a:lnTo>
                  <a:pt x="359412" y="52736"/>
                </a:lnTo>
                <a:lnTo>
                  <a:pt x="436099" y="52736"/>
                </a:lnTo>
                <a:lnTo>
                  <a:pt x="436099" y="46837"/>
                </a:lnTo>
                <a:close/>
                <a:moveTo>
                  <a:pt x="269628" y="30112"/>
                </a:moveTo>
                <a:lnTo>
                  <a:pt x="269858" y="30026"/>
                </a:lnTo>
                <a:lnTo>
                  <a:pt x="270086" y="29942"/>
                </a:lnTo>
                <a:lnTo>
                  <a:pt x="270312" y="29863"/>
                </a:lnTo>
                <a:lnTo>
                  <a:pt x="270536" y="29787"/>
                </a:lnTo>
                <a:lnTo>
                  <a:pt x="270758" y="29715"/>
                </a:lnTo>
                <a:lnTo>
                  <a:pt x="270978" y="29647"/>
                </a:lnTo>
                <a:lnTo>
                  <a:pt x="271197" y="29582"/>
                </a:lnTo>
                <a:lnTo>
                  <a:pt x="271413" y="29521"/>
                </a:lnTo>
                <a:lnTo>
                  <a:pt x="271627" y="29464"/>
                </a:lnTo>
                <a:lnTo>
                  <a:pt x="271839" y="29411"/>
                </a:lnTo>
                <a:lnTo>
                  <a:pt x="272049" y="29361"/>
                </a:lnTo>
                <a:lnTo>
                  <a:pt x="272258" y="29315"/>
                </a:lnTo>
                <a:lnTo>
                  <a:pt x="272464" y="29272"/>
                </a:lnTo>
                <a:lnTo>
                  <a:pt x="272668" y="29233"/>
                </a:lnTo>
                <a:lnTo>
                  <a:pt x="272871" y="29198"/>
                </a:lnTo>
                <a:lnTo>
                  <a:pt x="273071" y="29167"/>
                </a:lnTo>
                <a:lnTo>
                  <a:pt x="273270" y="29139"/>
                </a:lnTo>
                <a:lnTo>
                  <a:pt x="273466" y="29115"/>
                </a:lnTo>
                <a:lnTo>
                  <a:pt x="273660" y="29095"/>
                </a:lnTo>
                <a:lnTo>
                  <a:pt x="273853" y="29078"/>
                </a:lnTo>
                <a:lnTo>
                  <a:pt x="274043" y="29065"/>
                </a:lnTo>
                <a:lnTo>
                  <a:pt x="274232" y="29056"/>
                </a:lnTo>
                <a:lnTo>
                  <a:pt x="274419" y="29050"/>
                </a:lnTo>
                <a:lnTo>
                  <a:pt x="274603" y="29049"/>
                </a:lnTo>
                <a:lnTo>
                  <a:pt x="274756" y="29050"/>
                </a:lnTo>
                <a:lnTo>
                  <a:pt x="274907" y="29055"/>
                </a:lnTo>
                <a:lnTo>
                  <a:pt x="275056" y="29064"/>
                </a:lnTo>
                <a:lnTo>
                  <a:pt x="275202" y="29076"/>
                </a:lnTo>
                <a:lnTo>
                  <a:pt x="275347" y="29092"/>
                </a:lnTo>
                <a:lnTo>
                  <a:pt x="275489" y="29111"/>
                </a:lnTo>
                <a:lnTo>
                  <a:pt x="275630" y="29133"/>
                </a:lnTo>
                <a:lnTo>
                  <a:pt x="275768" y="29159"/>
                </a:lnTo>
                <a:lnTo>
                  <a:pt x="275904" y="29188"/>
                </a:lnTo>
                <a:lnTo>
                  <a:pt x="276038" y="29221"/>
                </a:lnTo>
                <a:lnTo>
                  <a:pt x="276170" y="29257"/>
                </a:lnTo>
                <a:lnTo>
                  <a:pt x="276300" y="29297"/>
                </a:lnTo>
                <a:lnTo>
                  <a:pt x="276428" y="29340"/>
                </a:lnTo>
                <a:lnTo>
                  <a:pt x="276553" y="29386"/>
                </a:lnTo>
                <a:lnTo>
                  <a:pt x="276677" y="29436"/>
                </a:lnTo>
                <a:lnTo>
                  <a:pt x="276799" y="29490"/>
                </a:lnTo>
                <a:lnTo>
                  <a:pt x="276918" y="29547"/>
                </a:lnTo>
                <a:lnTo>
                  <a:pt x="277035" y="29607"/>
                </a:lnTo>
                <a:lnTo>
                  <a:pt x="277150" y="29671"/>
                </a:lnTo>
                <a:lnTo>
                  <a:pt x="277263" y="29738"/>
                </a:lnTo>
                <a:lnTo>
                  <a:pt x="277374" y="29809"/>
                </a:lnTo>
                <a:lnTo>
                  <a:pt x="277483" y="29883"/>
                </a:lnTo>
                <a:lnTo>
                  <a:pt x="277590" y="29960"/>
                </a:lnTo>
                <a:lnTo>
                  <a:pt x="277695" y="30041"/>
                </a:lnTo>
                <a:lnTo>
                  <a:pt x="277797" y="30126"/>
                </a:lnTo>
                <a:lnTo>
                  <a:pt x="277897" y="30215"/>
                </a:lnTo>
                <a:lnTo>
                  <a:pt x="277994" y="30308"/>
                </a:lnTo>
                <a:lnTo>
                  <a:pt x="278088" y="30405"/>
                </a:lnTo>
                <a:lnTo>
                  <a:pt x="278179" y="30506"/>
                </a:lnTo>
                <a:lnTo>
                  <a:pt x="278268" y="30611"/>
                </a:lnTo>
                <a:lnTo>
                  <a:pt x="278354" y="30720"/>
                </a:lnTo>
                <a:lnTo>
                  <a:pt x="278437" y="30833"/>
                </a:lnTo>
                <a:lnTo>
                  <a:pt x="278518" y="30951"/>
                </a:lnTo>
                <a:lnTo>
                  <a:pt x="278596" y="31072"/>
                </a:lnTo>
                <a:lnTo>
                  <a:pt x="278671" y="31197"/>
                </a:lnTo>
                <a:lnTo>
                  <a:pt x="278743" y="31327"/>
                </a:lnTo>
                <a:lnTo>
                  <a:pt x="278813" y="31460"/>
                </a:lnTo>
                <a:lnTo>
                  <a:pt x="278880" y="31598"/>
                </a:lnTo>
                <a:lnTo>
                  <a:pt x="278944" y="31740"/>
                </a:lnTo>
                <a:lnTo>
                  <a:pt x="279006" y="31885"/>
                </a:lnTo>
                <a:lnTo>
                  <a:pt x="279065" y="32035"/>
                </a:lnTo>
                <a:lnTo>
                  <a:pt x="279121" y="32189"/>
                </a:lnTo>
                <a:lnTo>
                  <a:pt x="279174" y="32347"/>
                </a:lnTo>
                <a:lnTo>
                  <a:pt x="279225" y="32509"/>
                </a:lnTo>
                <a:lnTo>
                  <a:pt x="279273" y="32675"/>
                </a:lnTo>
                <a:lnTo>
                  <a:pt x="279318" y="32845"/>
                </a:lnTo>
                <a:lnTo>
                  <a:pt x="279361" y="33019"/>
                </a:lnTo>
                <a:lnTo>
                  <a:pt x="279401" y="33197"/>
                </a:lnTo>
                <a:lnTo>
                  <a:pt x="279438" y="33393"/>
                </a:lnTo>
                <a:lnTo>
                  <a:pt x="279474" y="33621"/>
                </a:lnTo>
                <a:lnTo>
                  <a:pt x="279509" y="33881"/>
                </a:lnTo>
                <a:lnTo>
                  <a:pt x="279542" y="34173"/>
                </a:lnTo>
                <a:lnTo>
                  <a:pt x="279573" y="34497"/>
                </a:lnTo>
                <a:lnTo>
                  <a:pt x="279603" y="34852"/>
                </a:lnTo>
                <a:lnTo>
                  <a:pt x="279631" y="35239"/>
                </a:lnTo>
                <a:lnTo>
                  <a:pt x="279657" y="35659"/>
                </a:lnTo>
                <a:lnTo>
                  <a:pt x="279682" y="36110"/>
                </a:lnTo>
                <a:lnTo>
                  <a:pt x="279705" y="36593"/>
                </a:lnTo>
                <a:lnTo>
                  <a:pt x="279727" y="37108"/>
                </a:lnTo>
                <a:lnTo>
                  <a:pt x="279747" y="37655"/>
                </a:lnTo>
                <a:lnTo>
                  <a:pt x="279765" y="38234"/>
                </a:lnTo>
                <a:lnTo>
                  <a:pt x="279782" y="38844"/>
                </a:lnTo>
                <a:lnTo>
                  <a:pt x="279798" y="39487"/>
                </a:lnTo>
                <a:lnTo>
                  <a:pt x="279811" y="40161"/>
                </a:lnTo>
                <a:lnTo>
                  <a:pt x="279823" y="40868"/>
                </a:lnTo>
                <a:lnTo>
                  <a:pt x="279834" y="41606"/>
                </a:lnTo>
                <a:lnTo>
                  <a:pt x="279842" y="42376"/>
                </a:lnTo>
                <a:lnTo>
                  <a:pt x="279850" y="43178"/>
                </a:lnTo>
                <a:lnTo>
                  <a:pt x="279855" y="44012"/>
                </a:lnTo>
                <a:lnTo>
                  <a:pt x="279859" y="44878"/>
                </a:lnTo>
                <a:lnTo>
                  <a:pt x="279862" y="45776"/>
                </a:lnTo>
                <a:lnTo>
                  <a:pt x="279863" y="46706"/>
                </a:lnTo>
                <a:lnTo>
                  <a:pt x="279863" y="71881"/>
                </a:lnTo>
                <a:lnTo>
                  <a:pt x="279862" y="72346"/>
                </a:lnTo>
                <a:lnTo>
                  <a:pt x="279860" y="72795"/>
                </a:lnTo>
                <a:lnTo>
                  <a:pt x="279857" y="73229"/>
                </a:lnTo>
                <a:lnTo>
                  <a:pt x="279853" y="73647"/>
                </a:lnTo>
                <a:lnTo>
                  <a:pt x="279847" y="74050"/>
                </a:lnTo>
                <a:lnTo>
                  <a:pt x="279840" y="74438"/>
                </a:lnTo>
                <a:lnTo>
                  <a:pt x="279832" y="74810"/>
                </a:lnTo>
                <a:lnTo>
                  <a:pt x="279823" y="75166"/>
                </a:lnTo>
                <a:lnTo>
                  <a:pt x="279813" y="75507"/>
                </a:lnTo>
                <a:lnTo>
                  <a:pt x="279801" y="75832"/>
                </a:lnTo>
                <a:lnTo>
                  <a:pt x="279788" y="76142"/>
                </a:lnTo>
                <a:lnTo>
                  <a:pt x="279774" y="76437"/>
                </a:lnTo>
                <a:lnTo>
                  <a:pt x="279758" y="76715"/>
                </a:lnTo>
                <a:lnTo>
                  <a:pt x="279742" y="76979"/>
                </a:lnTo>
                <a:lnTo>
                  <a:pt x="279724" y="77227"/>
                </a:lnTo>
                <a:lnTo>
                  <a:pt x="279705" y="77459"/>
                </a:lnTo>
                <a:lnTo>
                  <a:pt x="279684" y="77676"/>
                </a:lnTo>
                <a:lnTo>
                  <a:pt x="279663" y="77877"/>
                </a:lnTo>
                <a:lnTo>
                  <a:pt x="279640" y="78063"/>
                </a:lnTo>
                <a:lnTo>
                  <a:pt x="279616" y="78233"/>
                </a:lnTo>
                <a:lnTo>
                  <a:pt x="279590" y="78388"/>
                </a:lnTo>
                <a:lnTo>
                  <a:pt x="279564" y="78527"/>
                </a:lnTo>
                <a:lnTo>
                  <a:pt x="279536" y="78651"/>
                </a:lnTo>
                <a:lnTo>
                  <a:pt x="279507" y="78759"/>
                </a:lnTo>
                <a:lnTo>
                  <a:pt x="279446" y="78964"/>
                </a:lnTo>
                <a:lnTo>
                  <a:pt x="279381" y="79164"/>
                </a:lnTo>
                <a:lnTo>
                  <a:pt x="279313" y="79359"/>
                </a:lnTo>
                <a:lnTo>
                  <a:pt x="279241" y="79549"/>
                </a:lnTo>
                <a:lnTo>
                  <a:pt x="279165" y="79735"/>
                </a:lnTo>
                <a:lnTo>
                  <a:pt x="279085" y="79916"/>
                </a:lnTo>
                <a:lnTo>
                  <a:pt x="279002" y="80093"/>
                </a:lnTo>
                <a:lnTo>
                  <a:pt x="278915" y="80265"/>
                </a:lnTo>
                <a:lnTo>
                  <a:pt x="278824" y="80432"/>
                </a:lnTo>
                <a:lnTo>
                  <a:pt x="278730" y="80594"/>
                </a:lnTo>
                <a:lnTo>
                  <a:pt x="278632" y="80752"/>
                </a:lnTo>
                <a:lnTo>
                  <a:pt x="278530" y="80905"/>
                </a:lnTo>
                <a:lnTo>
                  <a:pt x="278424" y="81054"/>
                </a:lnTo>
                <a:lnTo>
                  <a:pt x="278315" y="81197"/>
                </a:lnTo>
                <a:lnTo>
                  <a:pt x="278202" y="81336"/>
                </a:lnTo>
                <a:lnTo>
                  <a:pt x="278086" y="81471"/>
                </a:lnTo>
                <a:lnTo>
                  <a:pt x="277965" y="81600"/>
                </a:lnTo>
                <a:lnTo>
                  <a:pt x="277841" y="81725"/>
                </a:lnTo>
                <a:lnTo>
                  <a:pt x="277714" y="81846"/>
                </a:lnTo>
                <a:lnTo>
                  <a:pt x="277582" y="81961"/>
                </a:lnTo>
                <a:lnTo>
                  <a:pt x="277447" y="82072"/>
                </a:lnTo>
                <a:lnTo>
                  <a:pt x="277308" y="82179"/>
                </a:lnTo>
                <a:lnTo>
                  <a:pt x="277166" y="82280"/>
                </a:lnTo>
                <a:lnTo>
                  <a:pt x="277020" y="82377"/>
                </a:lnTo>
                <a:lnTo>
                  <a:pt x="276814" y="82504"/>
                </a:lnTo>
                <a:lnTo>
                  <a:pt x="276599" y="82626"/>
                </a:lnTo>
                <a:lnTo>
                  <a:pt x="276376" y="82743"/>
                </a:lnTo>
                <a:lnTo>
                  <a:pt x="276143" y="82854"/>
                </a:lnTo>
                <a:lnTo>
                  <a:pt x="275902" y="82959"/>
                </a:lnTo>
                <a:lnTo>
                  <a:pt x="275651" y="83059"/>
                </a:lnTo>
                <a:lnTo>
                  <a:pt x="275392" y="83154"/>
                </a:lnTo>
                <a:lnTo>
                  <a:pt x="275124" y="83243"/>
                </a:lnTo>
                <a:lnTo>
                  <a:pt x="274847" y="83327"/>
                </a:lnTo>
                <a:lnTo>
                  <a:pt x="274562" y="83406"/>
                </a:lnTo>
                <a:lnTo>
                  <a:pt x="274267" y="83479"/>
                </a:lnTo>
                <a:lnTo>
                  <a:pt x="273964" y="83547"/>
                </a:lnTo>
                <a:lnTo>
                  <a:pt x="273651" y="83609"/>
                </a:lnTo>
                <a:lnTo>
                  <a:pt x="273330" y="83666"/>
                </a:lnTo>
                <a:lnTo>
                  <a:pt x="273000" y="83717"/>
                </a:lnTo>
                <a:lnTo>
                  <a:pt x="272661" y="83763"/>
                </a:lnTo>
                <a:lnTo>
                  <a:pt x="272313" y="83804"/>
                </a:lnTo>
                <a:lnTo>
                  <a:pt x="271956" y="83839"/>
                </a:lnTo>
                <a:lnTo>
                  <a:pt x="271590" y="83869"/>
                </a:lnTo>
                <a:lnTo>
                  <a:pt x="271215" y="83893"/>
                </a:lnTo>
                <a:lnTo>
                  <a:pt x="270832" y="83912"/>
                </a:lnTo>
                <a:lnTo>
                  <a:pt x="270440" y="83925"/>
                </a:lnTo>
                <a:lnTo>
                  <a:pt x="270038" y="83934"/>
                </a:lnTo>
                <a:lnTo>
                  <a:pt x="269628" y="83936"/>
                </a:lnTo>
                <a:lnTo>
                  <a:pt x="269628" y="86566"/>
                </a:lnTo>
                <a:lnTo>
                  <a:pt x="302961" y="86566"/>
                </a:lnTo>
                <a:lnTo>
                  <a:pt x="302961" y="83936"/>
                </a:lnTo>
                <a:lnTo>
                  <a:pt x="302597" y="83934"/>
                </a:lnTo>
                <a:lnTo>
                  <a:pt x="302241" y="83927"/>
                </a:lnTo>
                <a:lnTo>
                  <a:pt x="301892" y="83916"/>
                </a:lnTo>
                <a:lnTo>
                  <a:pt x="301549" y="83901"/>
                </a:lnTo>
                <a:lnTo>
                  <a:pt x="301214" y="83881"/>
                </a:lnTo>
                <a:lnTo>
                  <a:pt x="300887" y="83857"/>
                </a:lnTo>
                <a:lnTo>
                  <a:pt x="300566" y="83828"/>
                </a:lnTo>
                <a:lnTo>
                  <a:pt x="300252" y="83795"/>
                </a:lnTo>
                <a:lnTo>
                  <a:pt x="299946" y="83757"/>
                </a:lnTo>
                <a:lnTo>
                  <a:pt x="299647" y="83715"/>
                </a:lnTo>
                <a:lnTo>
                  <a:pt x="299355" y="83668"/>
                </a:lnTo>
                <a:lnTo>
                  <a:pt x="299070" y="83618"/>
                </a:lnTo>
                <a:lnTo>
                  <a:pt x="298792" y="83562"/>
                </a:lnTo>
                <a:lnTo>
                  <a:pt x="298521" y="83502"/>
                </a:lnTo>
                <a:lnTo>
                  <a:pt x="298258" y="83438"/>
                </a:lnTo>
                <a:lnTo>
                  <a:pt x="298002" y="83370"/>
                </a:lnTo>
                <a:lnTo>
                  <a:pt x="297753" y="83297"/>
                </a:lnTo>
                <a:lnTo>
                  <a:pt x="297511" y="83219"/>
                </a:lnTo>
                <a:lnTo>
                  <a:pt x="297276" y="83137"/>
                </a:lnTo>
                <a:lnTo>
                  <a:pt x="297048" y="83051"/>
                </a:lnTo>
                <a:lnTo>
                  <a:pt x="296828" y="82960"/>
                </a:lnTo>
                <a:lnTo>
                  <a:pt x="296614" y="82865"/>
                </a:lnTo>
                <a:lnTo>
                  <a:pt x="296408" y="82765"/>
                </a:lnTo>
                <a:lnTo>
                  <a:pt x="296209" y="82661"/>
                </a:lnTo>
                <a:lnTo>
                  <a:pt x="296016" y="82554"/>
                </a:lnTo>
                <a:lnTo>
                  <a:pt x="295828" y="82444"/>
                </a:lnTo>
                <a:lnTo>
                  <a:pt x="295645" y="82332"/>
                </a:lnTo>
                <a:lnTo>
                  <a:pt x="295467" y="82218"/>
                </a:lnTo>
                <a:lnTo>
                  <a:pt x="295294" y="82102"/>
                </a:lnTo>
                <a:lnTo>
                  <a:pt x="295125" y="81983"/>
                </a:lnTo>
                <a:lnTo>
                  <a:pt x="294962" y="81862"/>
                </a:lnTo>
                <a:lnTo>
                  <a:pt x="294803" y="81739"/>
                </a:lnTo>
                <a:lnTo>
                  <a:pt x="294650" y="81614"/>
                </a:lnTo>
                <a:lnTo>
                  <a:pt x="294501" y="81487"/>
                </a:lnTo>
                <a:lnTo>
                  <a:pt x="294358" y="81357"/>
                </a:lnTo>
                <a:lnTo>
                  <a:pt x="294219" y="81225"/>
                </a:lnTo>
                <a:lnTo>
                  <a:pt x="294085" y="81091"/>
                </a:lnTo>
                <a:lnTo>
                  <a:pt x="293957" y="80955"/>
                </a:lnTo>
                <a:lnTo>
                  <a:pt x="293833" y="80816"/>
                </a:lnTo>
                <a:lnTo>
                  <a:pt x="293714" y="80675"/>
                </a:lnTo>
                <a:lnTo>
                  <a:pt x="293600" y="80532"/>
                </a:lnTo>
                <a:lnTo>
                  <a:pt x="293491" y="80387"/>
                </a:lnTo>
                <a:lnTo>
                  <a:pt x="293386" y="80240"/>
                </a:lnTo>
                <a:lnTo>
                  <a:pt x="293287" y="80090"/>
                </a:lnTo>
                <a:lnTo>
                  <a:pt x="293193" y="79939"/>
                </a:lnTo>
                <a:lnTo>
                  <a:pt x="293104" y="79785"/>
                </a:lnTo>
                <a:lnTo>
                  <a:pt x="293019" y="79628"/>
                </a:lnTo>
                <a:lnTo>
                  <a:pt x="292940" y="79470"/>
                </a:lnTo>
                <a:lnTo>
                  <a:pt x="292830" y="79235"/>
                </a:lnTo>
                <a:lnTo>
                  <a:pt x="292724" y="78991"/>
                </a:lnTo>
                <a:lnTo>
                  <a:pt x="292623" y="78738"/>
                </a:lnTo>
                <a:lnTo>
                  <a:pt x="292527" y="78475"/>
                </a:lnTo>
                <a:lnTo>
                  <a:pt x="292436" y="78204"/>
                </a:lnTo>
                <a:lnTo>
                  <a:pt x="292349" y="77923"/>
                </a:lnTo>
                <a:lnTo>
                  <a:pt x="292267" y="77634"/>
                </a:lnTo>
                <a:lnTo>
                  <a:pt x="292190" y="77335"/>
                </a:lnTo>
                <a:lnTo>
                  <a:pt x="292117" y="77027"/>
                </a:lnTo>
                <a:lnTo>
                  <a:pt x="292049" y="76711"/>
                </a:lnTo>
                <a:lnTo>
                  <a:pt x="291986" y="76385"/>
                </a:lnTo>
                <a:lnTo>
                  <a:pt x="291927" y="76049"/>
                </a:lnTo>
                <a:lnTo>
                  <a:pt x="291873" y="75705"/>
                </a:lnTo>
                <a:lnTo>
                  <a:pt x="291824" y="75352"/>
                </a:lnTo>
                <a:lnTo>
                  <a:pt x="291779" y="74990"/>
                </a:lnTo>
                <a:lnTo>
                  <a:pt x="291739" y="74618"/>
                </a:lnTo>
                <a:lnTo>
                  <a:pt x="291704" y="74238"/>
                </a:lnTo>
                <a:lnTo>
                  <a:pt x="291674" y="73848"/>
                </a:lnTo>
                <a:lnTo>
                  <a:pt x="291648" y="73449"/>
                </a:lnTo>
                <a:lnTo>
                  <a:pt x="291627" y="73041"/>
                </a:lnTo>
                <a:lnTo>
                  <a:pt x="291611" y="72624"/>
                </a:lnTo>
                <a:lnTo>
                  <a:pt x="291599" y="72198"/>
                </a:lnTo>
                <a:lnTo>
                  <a:pt x="291592" y="71763"/>
                </a:lnTo>
                <a:lnTo>
                  <a:pt x="291589" y="71319"/>
                </a:lnTo>
                <a:lnTo>
                  <a:pt x="291589" y="40198"/>
                </a:lnTo>
                <a:lnTo>
                  <a:pt x="291873" y="39649"/>
                </a:lnTo>
                <a:lnTo>
                  <a:pt x="292157" y="39114"/>
                </a:lnTo>
                <a:lnTo>
                  <a:pt x="292439" y="38591"/>
                </a:lnTo>
                <a:lnTo>
                  <a:pt x="292721" y="38081"/>
                </a:lnTo>
                <a:lnTo>
                  <a:pt x="293002" y="37585"/>
                </a:lnTo>
                <a:lnTo>
                  <a:pt x="293282" y="37101"/>
                </a:lnTo>
                <a:lnTo>
                  <a:pt x="293561" y="36631"/>
                </a:lnTo>
                <a:lnTo>
                  <a:pt x="293840" y="36173"/>
                </a:lnTo>
                <a:lnTo>
                  <a:pt x="294118" y="35729"/>
                </a:lnTo>
                <a:lnTo>
                  <a:pt x="294395" y="35298"/>
                </a:lnTo>
                <a:lnTo>
                  <a:pt x="294672" y="34879"/>
                </a:lnTo>
                <a:lnTo>
                  <a:pt x="294948" y="34474"/>
                </a:lnTo>
                <a:lnTo>
                  <a:pt x="295223" y="34082"/>
                </a:lnTo>
                <a:lnTo>
                  <a:pt x="295497" y="33702"/>
                </a:lnTo>
                <a:lnTo>
                  <a:pt x="295770" y="33336"/>
                </a:lnTo>
                <a:lnTo>
                  <a:pt x="296043" y="32983"/>
                </a:lnTo>
                <a:lnTo>
                  <a:pt x="296315" y="32643"/>
                </a:lnTo>
                <a:lnTo>
                  <a:pt x="296587" y="32316"/>
                </a:lnTo>
                <a:lnTo>
                  <a:pt x="296857" y="32002"/>
                </a:lnTo>
                <a:lnTo>
                  <a:pt x="297127" y="31701"/>
                </a:lnTo>
                <a:lnTo>
                  <a:pt x="297396" y="31413"/>
                </a:lnTo>
                <a:lnTo>
                  <a:pt x="297665" y="31138"/>
                </a:lnTo>
                <a:lnTo>
                  <a:pt x="297932" y="30876"/>
                </a:lnTo>
                <a:lnTo>
                  <a:pt x="298199" y="30628"/>
                </a:lnTo>
                <a:lnTo>
                  <a:pt x="298323" y="30512"/>
                </a:lnTo>
                <a:lnTo>
                  <a:pt x="298446" y="30401"/>
                </a:lnTo>
                <a:lnTo>
                  <a:pt x="298569" y="30296"/>
                </a:lnTo>
                <a:lnTo>
                  <a:pt x="298691" y="30195"/>
                </a:lnTo>
                <a:lnTo>
                  <a:pt x="298812" y="30099"/>
                </a:lnTo>
                <a:lnTo>
                  <a:pt x="298932" y="30008"/>
                </a:lnTo>
                <a:lnTo>
                  <a:pt x="299052" y="29922"/>
                </a:lnTo>
                <a:lnTo>
                  <a:pt x="299170" y="29840"/>
                </a:lnTo>
                <a:lnTo>
                  <a:pt x="299289" y="29764"/>
                </a:lnTo>
                <a:lnTo>
                  <a:pt x="299406" y="29693"/>
                </a:lnTo>
                <a:lnTo>
                  <a:pt x="299522" y="29626"/>
                </a:lnTo>
                <a:lnTo>
                  <a:pt x="299638" y="29565"/>
                </a:lnTo>
                <a:lnTo>
                  <a:pt x="299753" y="29508"/>
                </a:lnTo>
                <a:lnTo>
                  <a:pt x="299868" y="29457"/>
                </a:lnTo>
                <a:lnTo>
                  <a:pt x="299981" y="29410"/>
                </a:lnTo>
                <a:lnTo>
                  <a:pt x="300094" y="29368"/>
                </a:lnTo>
                <a:lnTo>
                  <a:pt x="300207" y="29331"/>
                </a:lnTo>
                <a:lnTo>
                  <a:pt x="300318" y="29299"/>
                </a:lnTo>
                <a:lnTo>
                  <a:pt x="300429" y="29272"/>
                </a:lnTo>
                <a:lnTo>
                  <a:pt x="300539" y="29250"/>
                </a:lnTo>
                <a:lnTo>
                  <a:pt x="300648" y="29233"/>
                </a:lnTo>
                <a:lnTo>
                  <a:pt x="300756" y="29221"/>
                </a:lnTo>
                <a:lnTo>
                  <a:pt x="300864" y="29213"/>
                </a:lnTo>
                <a:lnTo>
                  <a:pt x="300971" y="29211"/>
                </a:lnTo>
                <a:lnTo>
                  <a:pt x="301098" y="29215"/>
                </a:lnTo>
                <a:lnTo>
                  <a:pt x="301231" y="29228"/>
                </a:lnTo>
                <a:lnTo>
                  <a:pt x="301369" y="29249"/>
                </a:lnTo>
                <a:lnTo>
                  <a:pt x="301513" y="29279"/>
                </a:lnTo>
                <a:lnTo>
                  <a:pt x="301662" y="29317"/>
                </a:lnTo>
                <a:lnTo>
                  <a:pt x="301817" y="29364"/>
                </a:lnTo>
                <a:lnTo>
                  <a:pt x="301978" y="29419"/>
                </a:lnTo>
                <a:lnTo>
                  <a:pt x="302144" y="29483"/>
                </a:lnTo>
                <a:lnTo>
                  <a:pt x="302315" y="29555"/>
                </a:lnTo>
                <a:lnTo>
                  <a:pt x="302492" y="29636"/>
                </a:lnTo>
                <a:lnTo>
                  <a:pt x="302675" y="29726"/>
                </a:lnTo>
                <a:lnTo>
                  <a:pt x="302863" y="29824"/>
                </a:lnTo>
                <a:lnTo>
                  <a:pt x="303057" y="29930"/>
                </a:lnTo>
                <a:lnTo>
                  <a:pt x="303256" y="30045"/>
                </a:lnTo>
                <a:lnTo>
                  <a:pt x="303461" y="30168"/>
                </a:lnTo>
                <a:lnTo>
                  <a:pt x="303672" y="30300"/>
                </a:lnTo>
                <a:lnTo>
                  <a:pt x="303888" y="30441"/>
                </a:lnTo>
                <a:lnTo>
                  <a:pt x="304109" y="30590"/>
                </a:lnTo>
                <a:lnTo>
                  <a:pt x="304336" y="30747"/>
                </a:lnTo>
                <a:lnTo>
                  <a:pt x="304569" y="30913"/>
                </a:lnTo>
                <a:lnTo>
                  <a:pt x="304807" y="31088"/>
                </a:lnTo>
                <a:lnTo>
                  <a:pt x="305051" y="31271"/>
                </a:lnTo>
                <a:lnTo>
                  <a:pt x="305300" y="31463"/>
                </a:lnTo>
                <a:lnTo>
                  <a:pt x="305555" y="31663"/>
                </a:lnTo>
                <a:lnTo>
                  <a:pt x="305812" y="31863"/>
                </a:lnTo>
                <a:lnTo>
                  <a:pt x="306066" y="32054"/>
                </a:lnTo>
                <a:lnTo>
                  <a:pt x="306319" y="32237"/>
                </a:lnTo>
                <a:lnTo>
                  <a:pt x="306569" y="32412"/>
                </a:lnTo>
                <a:lnTo>
                  <a:pt x="306817" y="32578"/>
                </a:lnTo>
                <a:lnTo>
                  <a:pt x="307063" y="32735"/>
                </a:lnTo>
                <a:lnTo>
                  <a:pt x="307307" y="32884"/>
                </a:lnTo>
                <a:lnTo>
                  <a:pt x="307549" y="33025"/>
                </a:lnTo>
                <a:lnTo>
                  <a:pt x="307789" y="33157"/>
                </a:lnTo>
                <a:lnTo>
                  <a:pt x="308027" y="33280"/>
                </a:lnTo>
                <a:lnTo>
                  <a:pt x="308262" y="33395"/>
                </a:lnTo>
                <a:lnTo>
                  <a:pt x="308496" y="33502"/>
                </a:lnTo>
                <a:lnTo>
                  <a:pt x="308727" y="33600"/>
                </a:lnTo>
                <a:lnTo>
                  <a:pt x="308956" y="33689"/>
                </a:lnTo>
                <a:lnTo>
                  <a:pt x="309184" y="33770"/>
                </a:lnTo>
                <a:lnTo>
                  <a:pt x="309409" y="33842"/>
                </a:lnTo>
                <a:lnTo>
                  <a:pt x="309632" y="33906"/>
                </a:lnTo>
                <a:lnTo>
                  <a:pt x="309853" y="33961"/>
                </a:lnTo>
                <a:lnTo>
                  <a:pt x="310072" y="34008"/>
                </a:lnTo>
                <a:lnTo>
                  <a:pt x="310288" y="34047"/>
                </a:lnTo>
                <a:lnTo>
                  <a:pt x="310503" y="34076"/>
                </a:lnTo>
                <a:lnTo>
                  <a:pt x="310716" y="34098"/>
                </a:lnTo>
                <a:lnTo>
                  <a:pt x="310926" y="34110"/>
                </a:lnTo>
                <a:lnTo>
                  <a:pt x="311134" y="34115"/>
                </a:lnTo>
                <a:lnTo>
                  <a:pt x="311346" y="34111"/>
                </a:lnTo>
                <a:lnTo>
                  <a:pt x="311556" y="34101"/>
                </a:lnTo>
                <a:lnTo>
                  <a:pt x="311763" y="34085"/>
                </a:lnTo>
                <a:lnTo>
                  <a:pt x="311967" y="34061"/>
                </a:lnTo>
                <a:lnTo>
                  <a:pt x="312170" y="34031"/>
                </a:lnTo>
                <a:lnTo>
                  <a:pt x="312369" y="33995"/>
                </a:lnTo>
                <a:lnTo>
                  <a:pt x="312566" y="33951"/>
                </a:lnTo>
                <a:lnTo>
                  <a:pt x="312761" y="33901"/>
                </a:lnTo>
                <a:lnTo>
                  <a:pt x="312953" y="33845"/>
                </a:lnTo>
                <a:lnTo>
                  <a:pt x="313143" y="33782"/>
                </a:lnTo>
                <a:lnTo>
                  <a:pt x="313330" y="33712"/>
                </a:lnTo>
                <a:lnTo>
                  <a:pt x="313515" y="33635"/>
                </a:lnTo>
                <a:lnTo>
                  <a:pt x="313698" y="33552"/>
                </a:lnTo>
                <a:lnTo>
                  <a:pt x="313877" y="33462"/>
                </a:lnTo>
                <a:lnTo>
                  <a:pt x="314055" y="33365"/>
                </a:lnTo>
                <a:lnTo>
                  <a:pt x="314230" y="33262"/>
                </a:lnTo>
                <a:lnTo>
                  <a:pt x="314402" y="33152"/>
                </a:lnTo>
                <a:lnTo>
                  <a:pt x="314572" y="33035"/>
                </a:lnTo>
                <a:lnTo>
                  <a:pt x="314740" y="32912"/>
                </a:lnTo>
                <a:lnTo>
                  <a:pt x="314905" y="32782"/>
                </a:lnTo>
                <a:lnTo>
                  <a:pt x="315068" y="32645"/>
                </a:lnTo>
                <a:lnTo>
                  <a:pt x="315228" y="32502"/>
                </a:lnTo>
                <a:lnTo>
                  <a:pt x="315386" y="32352"/>
                </a:lnTo>
                <a:lnTo>
                  <a:pt x="315541" y="32196"/>
                </a:lnTo>
                <a:lnTo>
                  <a:pt x="315692" y="32034"/>
                </a:lnTo>
                <a:lnTo>
                  <a:pt x="315836" y="31870"/>
                </a:lnTo>
                <a:lnTo>
                  <a:pt x="315974" y="31703"/>
                </a:lnTo>
                <a:lnTo>
                  <a:pt x="316105" y="31532"/>
                </a:lnTo>
                <a:lnTo>
                  <a:pt x="316231" y="31359"/>
                </a:lnTo>
                <a:lnTo>
                  <a:pt x="316349" y="31183"/>
                </a:lnTo>
                <a:lnTo>
                  <a:pt x="316461" y="31004"/>
                </a:lnTo>
                <a:lnTo>
                  <a:pt x="316567" y="30822"/>
                </a:lnTo>
                <a:lnTo>
                  <a:pt x="316667" y="30637"/>
                </a:lnTo>
                <a:lnTo>
                  <a:pt x="316760" y="30449"/>
                </a:lnTo>
                <a:lnTo>
                  <a:pt x="316846" y="30258"/>
                </a:lnTo>
                <a:lnTo>
                  <a:pt x="316927" y="30064"/>
                </a:lnTo>
                <a:lnTo>
                  <a:pt x="317000" y="29867"/>
                </a:lnTo>
                <a:lnTo>
                  <a:pt x="317068" y="29667"/>
                </a:lnTo>
                <a:lnTo>
                  <a:pt x="317129" y="29464"/>
                </a:lnTo>
                <a:lnTo>
                  <a:pt x="317183" y="29258"/>
                </a:lnTo>
                <a:lnTo>
                  <a:pt x="317231" y="29049"/>
                </a:lnTo>
                <a:lnTo>
                  <a:pt x="317273" y="28838"/>
                </a:lnTo>
                <a:lnTo>
                  <a:pt x="317308" y="28623"/>
                </a:lnTo>
                <a:lnTo>
                  <a:pt x="317337" y="28405"/>
                </a:lnTo>
                <a:lnTo>
                  <a:pt x="317360" y="28185"/>
                </a:lnTo>
                <a:lnTo>
                  <a:pt x="317376" y="27961"/>
                </a:lnTo>
                <a:lnTo>
                  <a:pt x="317385" y="27734"/>
                </a:lnTo>
                <a:lnTo>
                  <a:pt x="317389" y="27505"/>
                </a:lnTo>
                <a:lnTo>
                  <a:pt x="317384" y="27246"/>
                </a:lnTo>
                <a:lnTo>
                  <a:pt x="317371" y="26989"/>
                </a:lnTo>
                <a:lnTo>
                  <a:pt x="317349" y="26735"/>
                </a:lnTo>
                <a:lnTo>
                  <a:pt x="317318" y="26483"/>
                </a:lnTo>
                <a:lnTo>
                  <a:pt x="317278" y="26234"/>
                </a:lnTo>
                <a:lnTo>
                  <a:pt x="317229" y="25988"/>
                </a:lnTo>
                <a:lnTo>
                  <a:pt x="317171" y="25744"/>
                </a:lnTo>
                <a:lnTo>
                  <a:pt x="317104" y="25503"/>
                </a:lnTo>
                <a:lnTo>
                  <a:pt x="317029" y="25265"/>
                </a:lnTo>
                <a:lnTo>
                  <a:pt x="316944" y="25029"/>
                </a:lnTo>
                <a:lnTo>
                  <a:pt x="316851" y="24795"/>
                </a:lnTo>
                <a:lnTo>
                  <a:pt x="316749" y="24564"/>
                </a:lnTo>
                <a:lnTo>
                  <a:pt x="316638" y="24336"/>
                </a:lnTo>
                <a:lnTo>
                  <a:pt x="316518" y="24111"/>
                </a:lnTo>
                <a:lnTo>
                  <a:pt x="316389" y="23887"/>
                </a:lnTo>
                <a:lnTo>
                  <a:pt x="316251" y="23667"/>
                </a:lnTo>
                <a:lnTo>
                  <a:pt x="316105" y="23449"/>
                </a:lnTo>
                <a:lnTo>
                  <a:pt x="315949" y="23234"/>
                </a:lnTo>
                <a:lnTo>
                  <a:pt x="315785" y="23021"/>
                </a:lnTo>
                <a:lnTo>
                  <a:pt x="315612" y="22811"/>
                </a:lnTo>
                <a:lnTo>
                  <a:pt x="315430" y="22604"/>
                </a:lnTo>
                <a:lnTo>
                  <a:pt x="315239" y="22399"/>
                </a:lnTo>
                <a:lnTo>
                  <a:pt x="315039" y="22197"/>
                </a:lnTo>
                <a:lnTo>
                  <a:pt x="314830" y="21997"/>
                </a:lnTo>
                <a:lnTo>
                  <a:pt x="314614" y="21803"/>
                </a:lnTo>
                <a:lnTo>
                  <a:pt x="314394" y="21617"/>
                </a:lnTo>
                <a:lnTo>
                  <a:pt x="314169" y="21439"/>
                </a:lnTo>
                <a:lnTo>
                  <a:pt x="313940" y="21269"/>
                </a:lnTo>
                <a:lnTo>
                  <a:pt x="313705" y="21108"/>
                </a:lnTo>
                <a:lnTo>
                  <a:pt x="313466" y="20955"/>
                </a:lnTo>
                <a:lnTo>
                  <a:pt x="313223" y="20811"/>
                </a:lnTo>
                <a:lnTo>
                  <a:pt x="312974" y="20674"/>
                </a:lnTo>
                <a:lnTo>
                  <a:pt x="312721" y="20546"/>
                </a:lnTo>
                <a:lnTo>
                  <a:pt x="312463" y="20426"/>
                </a:lnTo>
                <a:lnTo>
                  <a:pt x="312201" y="20315"/>
                </a:lnTo>
                <a:lnTo>
                  <a:pt x="311934" y="20211"/>
                </a:lnTo>
                <a:lnTo>
                  <a:pt x="311662" y="20116"/>
                </a:lnTo>
                <a:lnTo>
                  <a:pt x="311386" y="20029"/>
                </a:lnTo>
                <a:lnTo>
                  <a:pt x="311104" y="19951"/>
                </a:lnTo>
                <a:lnTo>
                  <a:pt x="310818" y="19880"/>
                </a:lnTo>
                <a:lnTo>
                  <a:pt x="310528" y="19818"/>
                </a:lnTo>
                <a:lnTo>
                  <a:pt x="310233" y="19765"/>
                </a:lnTo>
                <a:lnTo>
                  <a:pt x="309933" y="19719"/>
                </a:lnTo>
                <a:lnTo>
                  <a:pt x="309628" y="19682"/>
                </a:lnTo>
                <a:lnTo>
                  <a:pt x="309319" y="19653"/>
                </a:lnTo>
                <a:lnTo>
                  <a:pt x="309005" y="19632"/>
                </a:lnTo>
                <a:lnTo>
                  <a:pt x="308686" y="19620"/>
                </a:lnTo>
                <a:lnTo>
                  <a:pt x="308362" y="19616"/>
                </a:lnTo>
                <a:lnTo>
                  <a:pt x="307647" y="19641"/>
                </a:lnTo>
                <a:lnTo>
                  <a:pt x="306932" y="19718"/>
                </a:lnTo>
                <a:lnTo>
                  <a:pt x="306219" y="19845"/>
                </a:lnTo>
                <a:lnTo>
                  <a:pt x="305508" y="20023"/>
                </a:lnTo>
                <a:lnTo>
                  <a:pt x="304798" y="20251"/>
                </a:lnTo>
                <a:lnTo>
                  <a:pt x="304089" y="20531"/>
                </a:lnTo>
                <a:lnTo>
                  <a:pt x="303382" y="20861"/>
                </a:lnTo>
                <a:lnTo>
                  <a:pt x="302677" y="21243"/>
                </a:lnTo>
                <a:lnTo>
                  <a:pt x="301973" y="21675"/>
                </a:lnTo>
                <a:lnTo>
                  <a:pt x="301270" y="22158"/>
                </a:lnTo>
                <a:lnTo>
                  <a:pt x="300569" y="22692"/>
                </a:lnTo>
                <a:lnTo>
                  <a:pt x="299869" y="23276"/>
                </a:lnTo>
                <a:lnTo>
                  <a:pt x="299171" y="23912"/>
                </a:lnTo>
                <a:lnTo>
                  <a:pt x="298475" y="24598"/>
                </a:lnTo>
                <a:lnTo>
                  <a:pt x="297779" y="25335"/>
                </a:lnTo>
                <a:lnTo>
                  <a:pt x="297086" y="26123"/>
                </a:lnTo>
                <a:lnTo>
                  <a:pt x="296393" y="26962"/>
                </a:lnTo>
                <a:lnTo>
                  <a:pt x="295703" y="27851"/>
                </a:lnTo>
                <a:lnTo>
                  <a:pt x="295013" y="28792"/>
                </a:lnTo>
                <a:lnTo>
                  <a:pt x="294326" y="29783"/>
                </a:lnTo>
                <a:lnTo>
                  <a:pt x="293639" y="30825"/>
                </a:lnTo>
                <a:lnTo>
                  <a:pt x="292955" y="31918"/>
                </a:lnTo>
                <a:lnTo>
                  <a:pt x="292271" y="33062"/>
                </a:lnTo>
                <a:lnTo>
                  <a:pt x="291589" y="34257"/>
                </a:lnTo>
                <a:lnTo>
                  <a:pt x="291589" y="19616"/>
                </a:lnTo>
                <a:lnTo>
                  <a:pt x="288604" y="19616"/>
                </a:lnTo>
                <a:lnTo>
                  <a:pt x="268917" y="27558"/>
                </a:lnTo>
                <a:lnTo>
                  <a:pt x="269628" y="30112"/>
                </a:lnTo>
                <a:close/>
                <a:moveTo>
                  <a:pt x="37030" y="19892"/>
                </a:moveTo>
                <a:lnTo>
                  <a:pt x="36961" y="20023"/>
                </a:lnTo>
                <a:lnTo>
                  <a:pt x="36892" y="20151"/>
                </a:lnTo>
                <a:lnTo>
                  <a:pt x="36825" y="20274"/>
                </a:lnTo>
                <a:lnTo>
                  <a:pt x="36758" y="20393"/>
                </a:lnTo>
                <a:lnTo>
                  <a:pt x="36691" y="20508"/>
                </a:lnTo>
                <a:lnTo>
                  <a:pt x="36626" y="20619"/>
                </a:lnTo>
                <a:lnTo>
                  <a:pt x="36561" y="20725"/>
                </a:lnTo>
                <a:lnTo>
                  <a:pt x="36497" y="20828"/>
                </a:lnTo>
                <a:lnTo>
                  <a:pt x="36434" y="20926"/>
                </a:lnTo>
                <a:lnTo>
                  <a:pt x="36371" y="21020"/>
                </a:lnTo>
                <a:lnTo>
                  <a:pt x="36309" y="21109"/>
                </a:lnTo>
                <a:lnTo>
                  <a:pt x="36248" y="21195"/>
                </a:lnTo>
                <a:lnTo>
                  <a:pt x="36188" y="21276"/>
                </a:lnTo>
                <a:lnTo>
                  <a:pt x="36128" y="21353"/>
                </a:lnTo>
                <a:lnTo>
                  <a:pt x="36070" y="21426"/>
                </a:lnTo>
                <a:lnTo>
                  <a:pt x="36011" y="21495"/>
                </a:lnTo>
                <a:lnTo>
                  <a:pt x="35954" y="21559"/>
                </a:lnTo>
                <a:lnTo>
                  <a:pt x="35897" y="21620"/>
                </a:lnTo>
                <a:lnTo>
                  <a:pt x="35841" y="21676"/>
                </a:lnTo>
                <a:lnTo>
                  <a:pt x="35786" y="21728"/>
                </a:lnTo>
                <a:lnTo>
                  <a:pt x="35732" y="21776"/>
                </a:lnTo>
                <a:lnTo>
                  <a:pt x="35678" y="21819"/>
                </a:lnTo>
                <a:lnTo>
                  <a:pt x="35624" y="21860"/>
                </a:lnTo>
                <a:lnTo>
                  <a:pt x="35568" y="21899"/>
                </a:lnTo>
                <a:lnTo>
                  <a:pt x="35511" y="21936"/>
                </a:lnTo>
                <a:lnTo>
                  <a:pt x="35451" y="21971"/>
                </a:lnTo>
                <a:lnTo>
                  <a:pt x="35390" y="22005"/>
                </a:lnTo>
                <a:lnTo>
                  <a:pt x="35327" y="22037"/>
                </a:lnTo>
                <a:lnTo>
                  <a:pt x="35263" y="22067"/>
                </a:lnTo>
                <a:lnTo>
                  <a:pt x="35197" y="22096"/>
                </a:lnTo>
                <a:lnTo>
                  <a:pt x="35129" y="22122"/>
                </a:lnTo>
                <a:lnTo>
                  <a:pt x="35059" y="22147"/>
                </a:lnTo>
                <a:lnTo>
                  <a:pt x="34987" y="22171"/>
                </a:lnTo>
                <a:lnTo>
                  <a:pt x="34914" y="22192"/>
                </a:lnTo>
                <a:lnTo>
                  <a:pt x="34839" y="22212"/>
                </a:lnTo>
                <a:lnTo>
                  <a:pt x="34763" y="22230"/>
                </a:lnTo>
                <a:lnTo>
                  <a:pt x="34684" y="22247"/>
                </a:lnTo>
                <a:lnTo>
                  <a:pt x="34604" y="22261"/>
                </a:lnTo>
                <a:lnTo>
                  <a:pt x="34522" y="22274"/>
                </a:lnTo>
                <a:lnTo>
                  <a:pt x="34439" y="22286"/>
                </a:lnTo>
                <a:lnTo>
                  <a:pt x="34354" y="22295"/>
                </a:lnTo>
                <a:lnTo>
                  <a:pt x="34267" y="22303"/>
                </a:lnTo>
                <a:lnTo>
                  <a:pt x="34178" y="22309"/>
                </a:lnTo>
                <a:lnTo>
                  <a:pt x="34088" y="22313"/>
                </a:lnTo>
                <a:lnTo>
                  <a:pt x="33995" y="22316"/>
                </a:lnTo>
                <a:lnTo>
                  <a:pt x="33901" y="22317"/>
                </a:lnTo>
                <a:lnTo>
                  <a:pt x="33797" y="22315"/>
                </a:lnTo>
                <a:lnTo>
                  <a:pt x="33683" y="22309"/>
                </a:lnTo>
                <a:lnTo>
                  <a:pt x="33562" y="22300"/>
                </a:lnTo>
                <a:lnTo>
                  <a:pt x="33432" y="22287"/>
                </a:lnTo>
                <a:lnTo>
                  <a:pt x="33293" y="22270"/>
                </a:lnTo>
                <a:lnTo>
                  <a:pt x="33146" y="22250"/>
                </a:lnTo>
                <a:lnTo>
                  <a:pt x="32991" y="22226"/>
                </a:lnTo>
                <a:lnTo>
                  <a:pt x="32827" y="22198"/>
                </a:lnTo>
                <a:lnTo>
                  <a:pt x="32655" y="22167"/>
                </a:lnTo>
                <a:lnTo>
                  <a:pt x="32475" y="22132"/>
                </a:lnTo>
                <a:lnTo>
                  <a:pt x="32286" y="22093"/>
                </a:lnTo>
                <a:lnTo>
                  <a:pt x="32089" y="22050"/>
                </a:lnTo>
                <a:lnTo>
                  <a:pt x="31884" y="22004"/>
                </a:lnTo>
                <a:lnTo>
                  <a:pt x="31670" y="21954"/>
                </a:lnTo>
                <a:lnTo>
                  <a:pt x="31447" y="21900"/>
                </a:lnTo>
                <a:lnTo>
                  <a:pt x="31216" y="21843"/>
                </a:lnTo>
                <a:lnTo>
                  <a:pt x="30977" y="21782"/>
                </a:lnTo>
                <a:lnTo>
                  <a:pt x="30730" y="21717"/>
                </a:lnTo>
                <a:lnTo>
                  <a:pt x="30474" y="21649"/>
                </a:lnTo>
                <a:lnTo>
                  <a:pt x="30210" y="21576"/>
                </a:lnTo>
                <a:lnTo>
                  <a:pt x="29937" y="21500"/>
                </a:lnTo>
                <a:lnTo>
                  <a:pt x="29656" y="21421"/>
                </a:lnTo>
                <a:lnTo>
                  <a:pt x="29366" y="21338"/>
                </a:lnTo>
                <a:lnTo>
                  <a:pt x="29069" y="21251"/>
                </a:lnTo>
                <a:lnTo>
                  <a:pt x="28615" y="21117"/>
                </a:lnTo>
                <a:lnTo>
                  <a:pt x="28168" y="20990"/>
                </a:lnTo>
                <a:lnTo>
                  <a:pt x="27726" y="20867"/>
                </a:lnTo>
                <a:lnTo>
                  <a:pt x="27290" y="20751"/>
                </a:lnTo>
                <a:lnTo>
                  <a:pt x="26859" y="20640"/>
                </a:lnTo>
                <a:lnTo>
                  <a:pt x="26434" y="20535"/>
                </a:lnTo>
                <a:lnTo>
                  <a:pt x="26015" y="20436"/>
                </a:lnTo>
                <a:lnTo>
                  <a:pt x="25602" y="20342"/>
                </a:lnTo>
                <a:lnTo>
                  <a:pt x="25194" y="20254"/>
                </a:lnTo>
                <a:lnTo>
                  <a:pt x="24792" y="20172"/>
                </a:lnTo>
                <a:lnTo>
                  <a:pt x="24395" y="20096"/>
                </a:lnTo>
                <a:lnTo>
                  <a:pt x="24005" y="20025"/>
                </a:lnTo>
                <a:lnTo>
                  <a:pt x="23620" y="19959"/>
                </a:lnTo>
                <a:lnTo>
                  <a:pt x="23240" y="19900"/>
                </a:lnTo>
                <a:lnTo>
                  <a:pt x="22866" y="19846"/>
                </a:lnTo>
                <a:lnTo>
                  <a:pt x="22498" y="19798"/>
                </a:lnTo>
                <a:lnTo>
                  <a:pt x="22136" y="19755"/>
                </a:lnTo>
                <a:lnTo>
                  <a:pt x="21779" y="19718"/>
                </a:lnTo>
                <a:lnTo>
                  <a:pt x="21428" y="19687"/>
                </a:lnTo>
                <a:lnTo>
                  <a:pt x="21083" y="19661"/>
                </a:lnTo>
                <a:lnTo>
                  <a:pt x="20743" y="19641"/>
                </a:lnTo>
                <a:lnTo>
                  <a:pt x="20409" y="19627"/>
                </a:lnTo>
                <a:lnTo>
                  <a:pt x="20081" y="19619"/>
                </a:lnTo>
                <a:lnTo>
                  <a:pt x="19758" y="19616"/>
                </a:lnTo>
                <a:lnTo>
                  <a:pt x="19035" y="19625"/>
                </a:lnTo>
                <a:lnTo>
                  <a:pt x="18324" y="19653"/>
                </a:lnTo>
                <a:lnTo>
                  <a:pt x="17623" y="19700"/>
                </a:lnTo>
                <a:lnTo>
                  <a:pt x="16934" y="19766"/>
                </a:lnTo>
                <a:lnTo>
                  <a:pt x="16256" y="19850"/>
                </a:lnTo>
                <a:lnTo>
                  <a:pt x="15589" y="19953"/>
                </a:lnTo>
                <a:lnTo>
                  <a:pt x="14934" y="20075"/>
                </a:lnTo>
                <a:lnTo>
                  <a:pt x="14289" y="20216"/>
                </a:lnTo>
                <a:lnTo>
                  <a:pt x="13656" y="20375"/>
                </a:lnTo>
                <a:lnTo>
                  <a:pt x="13035" y="20553"/>
                </a:lnTo>
                <a:lnTo>
                  <a:pt x="12424" y="20750"/>
                </a:lnTo>
                <a:lnTo>
                  <a:pt x="11825" y="20965"/>
                </a:lnTo>
                <a:lnTo>
                  <a:pt x="11237" y="21199"/>
                </a:lnTo>
                <a:lnTo>
                  <a:pt x="10660" y="21452"/>
                </a:lnTo>
                <a:lnTo>
                  <a:pt x="10094" y="21724"/>
                </a:lnTo>
                <a:lnTo>
                  <a:pt x="9539" y="22015"/>
                </a:lnTo>
                <a:lnTo>
                  <a:pt x="8996" y="22324"/>
                </a:lnTo>
                <a:lnTo>
                  <a:pt x="8464" y="22652"/>
                </a:lnTo>
                <a:lnTo>
                  <a:pt x="7943" y="22998"/>
                </a:lnTo>
                <a:lnTo>
                  <a:pt x="7434" y="23364"/>
                </a:lnTo>
                <a:lnTo>
                  <a:pt x="6936" y="23748"/>
                </a:lnTo>
                <a:lnTo>
                  <a:pt x="6449" y="24151"/>
                </a:lnTo>
                <a:lnTo>
                  <a:pt x="5973" y="24573"/>
                </a:lnTo>
                <a:lnTo>
                  <a:pt x="5508" y="25013"/>
                </a:lnTo>
                <a:lnTo>
                  <a:pt x="5059" y="25467"/>
                </a:lnTo>
                <a:lnTo>
                  <a:pt x="4628" y="25930"/>
                </a:lnTo>
                <a:lnTo>
                  <a:pt x="4217" y="26403"/>
                </a:lnTo>
                <a:lnTo>
                  <a:pt x="3825" y="26884"/>
                </a:lnTo>
                <a:lnTo>
                  <a:pt x="3452" y="27375"/>
                </a:lnTo>
                <a:lnTo>
                  <a:pt x="3098" y="27875"/>
                </a:lnTo>
                <a:lnTo>
                  <a:pt x="2764" y="28383"/>
                </a:lnTo>
                <a:lnTo>
                  <a:pt x="2448" y="28901"/>
                </a:lnTo>
                <a:lnTo>
                  <a:pt x="2152" y="29429"/>
                </a:lnTo>
                <a:lnTo>
                  <a:pt x="1874" y="29965"/>
                </a:lnTo>
                <a:lnTo>
                  <a:pt x="1616" y="30510"/>
                </a:lnTo>
                <a:lnTo>
                  <a:pt x="1377" y="31065"/>
                </a:lnTo>
                <a:lnTo>
                  <a:pt x="1157" y="31628"/>
                </a:lnTo>
                <a:lnTo>
                  <a:pt x="956" y="32201"/>
                </a:lnTo>
                <a:lnTo>
                  <a:pt x="775" y="32783"/>
                </a:lnTo>
                <a:lnTo>
                  <a:pt x="612" y="33374"/>
                </a:lnTo>
                <a:lnTo>
                  <a:pt x="469" y="33974"/>
                </a:lnTo>
                <a:lnTo>
                  <a:pt x="344" y="34583"/>
                </a:lnTo>
                <a:lnTo>
                  <a:pt x="239" y="35202"/>
                </a:lnTo>
                <a:lnTo>
                  <a:pt x="153" y="35829"/>
                </a:lnTo>
                <a:lnTo>
                  <a:pt x="86" y="36466"/>
                </a:lnTo>
                <a:lnTo>
                  <a:pt x="38" y="37111"/>
                </a:lnTo>
                <a:lnTo>
                  <a:pt x="10" y="37766"/>
                </a:lnTo>
                <a:lnTo>
                  <a:pt x="0" y="38430"/>
                </a:lnTo>
                <a:lnTo>
                  <a:pt x="6" y="38941"/>
                </a:lnTo>
                <a:lnTo>
                  <a:pt x="22" y="39445"/>
                </a:lnTo>
                <a:lnTo>
                  <a:pt x="50" y="39941"/>
                </a:lnTo>
                <a:lnTo>
                  <a:pt x="89" y="40430"/>
                </a:lnTo>
                <a:lnTo>
                  <a:pt x="139" y="40911"/>
                </a:lnTo>
                <a:lnTo>
                  <a:pt x="200" y="41385"/>
                </a:lnTo>
                <a:lnTo>
                  <a:pt x="272" y="41852"/>
                </a:lnTo>
                <a:lnTo>
                  <a:pt x="355" y="42311"/>
                </a:lnTo>
                <a:lnTo>
                  <a:pt x="450" y="42763"/>
                </a:lnTo>
                <a:lnTo>
                  <a:pt x="555" y="43207"/>
                </a:lnTo>
                <a:lnTo>
                  <a:pt x="672" y="43645"/>
                </a:lnTo>
                <a:lnTo>
                  <a:pt x="800" y="44074"/>
                </a:lnTo>
                <a:lnTo>
                  <a:pt x="938" y="44496"/>
                </a:lnTo>
                <a:lnTo>
                  <a:pt x="1088" y="44911"/>
                </a:lnTo>
                <a:lnTo>
                  <a:pt x="1249" y="45319"/>
                </a:lnTo>
                <a:lnTo>
                  <a:pt x="1421" y="45719"/>
                </a:lnTo>
                <a:lnTo>
                  <a:pt x="1605" y="46112"/>
                </a:lnTo>
                <a:lnTo>
                  <a:pt x="1799" y="46497"/>
                </a:lnTo>
                <a:lnTo>
                  <a:pt x="2004" y="46875"/>
                </a:lnTo>
                <a:lnTo>
                  <a:pt x="2221" y="47245"/>
                </a:lnTo>
                <a:lnTo>
                  <a:pt x="2449" y="47608"/>
                </a:lnTo>
                <a:lnTo>
                  <a:pt x="2687" y="47964"/>
                </a:lnTo>
                <a:lnTo>
                  <a:pt x="2937" y="48312"/>
                </a:lnTo>
                <a:lnTo>
                  <a:pt x="3198" y="48653"/>
                </a:lnTo>
                <a:lnTo>
                  <a:pt x="3477" y="48998"/>
                </a:lnTo>
                <a:lnTo>
                  <a:pt x="3781" y="49347"/>
                </a:lnTo>
                <a:lnTo>
                  <a:pt x="4109" y="49698"/>
                </a:lnTo>
                <a:lnTo>
                  <a:pt x="4462" y="50054"/>
                </a:lnTo>
                <a:lnTo>
                  <a:pt x="4839" y="50412"/>
                </a:lnTo>
                <a:lnTo>
                  <a:pt x="5242" y="50774"/>
                </a:lnTo>
                <a:lnTo>
                  <a:pt x="5669" y="51140"/>
                </a:lnTo>
                <a:lnTo>
                  <a:pt x="6120" y="51509"/>
                </a:lnTo>
                <a:lnTo>
                  <a:pt x="6596" y="51882"/>
                </a:lnTo>
                <a:lnTo>
                  <a:pt x="7097" y="52258"/>
                </a:lnTo>
                <a:lnTo>
                  <a:pt x="7623" y="52637"/>
                </a:lnTo>
                <a:lnTo>
                  <a:pt x="8173" y="53020"/>
                </a:lnTo>
                <a:lnTo>
                  <a:pt x="8748" y="53406"/>
                </a:lnTo>
                <a:lnTo>
                  <a:pt x="9348" y="53796"/>
                </a:lnTo>
                <a:lnTo>
                  <a:pt x="9972" y="54189"/>
                </a:lnTo>
                <a:lnTo>
                  <a:pt x="10621" y="54586"/>
                </a:lnTo>
                <a:lnTo>
                  <a:pt x="11295" y="54986"/>
                </a:lnTo>
                <a:lnTo>
                  <a:pt x="11993" y="55390"/>
                </a:lnTo>
                <a:lnTo>
                  <a:pt x="12716" y="55797"/>
                </a:lnTo>
                <a:lnTo>
                  <a:pt x="13464" y="56207"/>
                </a:lnTo>
                <a:lnTo>
                  <a:pt x="14237" y="56621"/>
                </a:lnTo>
                <a:lnTo>
                  <a:pt x="15034" y="57039"/>
                </a:lnTo>
                <a:lnTo>
                  <a:pt x="15856" y="57460"/>
                </a:lnTo>
                <a:lnTo>
                  <a:pt x="16702" y="57884"/>
                </a:lnTo>
                <a:lnTo>
                  <a:pt x="17549" y="58307"/>
                </a:lnTo>
                <a:lnTo>
                  <a:pt x="18372" y="58723"/>
                </a:lnTo>
                <a:lnTo>
                  <a:pt x="19171" y="59134"/>
                </a:lnTo>
                <a:lnTo>
                  <a:pt x="19947" y="59538"/>
                </a:lnTo>
                <a:lnTo>
                  <a:pt x="20698" y="59936"/>
                </a:lnTo>
                <a:lnTo>
                  <a:pt x="21426" y="60328"/>
                </a:lnTo>
                <a:lnTo>
                  <a:pt x="22130" y="60714"/>
                </a:lnTo>
                <a:lnTo>
                  <a:pt x="22810" y="61094"/>
                </a:lnTo>
                <a:lnTo>
                  <a:pt x="23467" y="61467"/>
                </a:lnTo>
                <a:lnTo>
                  <a:pt x="24099" y="61835"/>
                </a:lnTo>
                <a:lnTo>
                  <a:pt x="24708" y="62196"/>
                </a:lnTo>
                <a:lnTo>
                  <a:pt x="25293" y="62551"/>
                </a:lnTo>
                <a:lnTo>
                  <a:pt x="25854" y="62900"/>
                </a:lnTo>
                <a:lnTo>
                  <a:pt x="26391" y="63242"/>
                </a:lnTo>
                <a:lnTo>
                  <a:pt x="26905" y="63579"/>
                </a:lnTo>
                <a:lnTo>
                  <a:pt x="27394" y="63909"/>
                </a:lnTo>
                <a:lnTo>
                  <a:pt x="27860" y="64233"/>
                </a:lnTo>
                <a:lnTo>
                  <a:pt x="28302" y="64551"/>
                </a:lnTo>
                <a:lnTo>
                  <a:pt x="28721" y="64863"/>
                </a:lnTo>
                <a:lnTo>
                  <a:pt x="29115" y="65169"/>
                </a:lnTo>
                <a:lnTo>
                  <a:pt x="29486" y="65469"/>
                </a:lnTo>
                <a:lnTo>
                  <a:pt x="29832" y="65762"/>
                </a:lnTo>
                <a:lnTo>
                  <a:pt x="30155" y="66049"/>
                </a:lnTo>
                <a:lnTo>
                  <a:pt x="30454" y="66330"/>
                </a:lnTo>
                <a:lnTo>
                  <a:pt x="30736" y="66611"/>
                </a:lnTo>
                <a:lnTo>
                  <a:pt x="31005" y="66897"/>
                </a:lnTo>
                <a:lnTo>
                  <a:pt x="31262" y="67189"/>
                </a:lnTo>
                <a:lnTo>
                  <a:pt x="31508" y="67486"/>
                </a:lnTo>
                <a:lnTo>
                  <a:pt x="31741" y="67788"/>
                </a:lnTo>
                <a:lnTo>
                  <a:pt x="31963" y="68096"/>
                </a:lnTo>
                <a:lnTo>
                  <a:pt x="32172" y="68409"/>
                </a:lnTo>
                <a:lnTo>
                  <a:pt x="32369" y="68728"/>
                </a:lnTo>
                <a:lnTo>
                  <a:pt x="32555" y="69052"/>
                </a:lnTo>
                <a:lnTo>
                  <a:pt x="32729" y="69382"/>
                </a:lnTo>
                <a:lnTo>
                  <a:pt x="32890" y="69717"/>
                </a:lnTo>
                <a:lnTo>
                  <a:pt x="33040" y="70057"/>
                </a:lnTo>
                <a:lnTo>
                  <a:pt x="33177" y="70403"/>
                </a:lnTo>
                <a:lnTo>
                  <a:pt x="33303" y="70754"/>
                </a:lnTo>
                <a:lnTo>
                  <a:pt x="33417" y="71111"/>
                </a:lnTo>
                <a:lnTo>
                  <a:pt x="33518" y="71473"/>
                </a:lnTo>
                <a:lnTo>
                  <a:pt x="33608" y="71841"/>
                </a:lnTo>
                <a:lnTo>
                  <a:pt x="33686" y="72214"/>
                </a:lnTo>
                <a:lnTo>
                  <a:pt x="33752" y="72592"/>
                </a:lnTo>
                <a:lnTo>
                  <a:pt x="33806" y="72976"/>
                </a:lnTo>
                <a:lnTo>
                  <a:pt x="33848" y="73365"/>
                </a:lnTo>
                <a:lnTo>
                  <a:pt x="33878" y="73760"/>
                </a:lnTo>
                <a:lnTo>
                  <a:pt x="33895" y="74160"/>
                </a:lnTo>
                <a:lnTo>
                  <a:pt x="33901" y="74566"/>
                </a:lnTo>
                <a:lnTo>
                  <a:pt x="33896" y="74901"/>
                </a:lnTo>
                <a:lnTo>
                  <a:pt x="33880" y="75232"/>
                </a:lnTo>
                <a:lnTo>
                  <a:pt x="33853" y="75559"/>
                </a:lnTo>
                <a:lnTo>
                  <a:pt x="33816" y="75882"/>
                </a:lnTo>
                <a:lnTo>
                  <a:pt x="33767" y="76201"/>
                </a:lnTo>
                <a:lnTo>
                  <a:pt x="33708" y="76516"/>
                </a:lnTo>
                <a:lnTo>
                  <a:pt x="33638" y="76827"/>
                </a:lnTo>
                <a:lnTo>
                  <a:pt x="33558" y="77134"/>
                </a:lnTo>
                <a:lnTo>
                  <a:pt x="33467" y="77436"/>
                </a:lnTo>
                <a:lnTo>
                  <a:pt x="33365" y="77735"/>
                </a:lnTo>
                <a:lnTo>
                  <a:pt x="33252" y="78029"/>
                </a:lnTo>
                <a:lnTo>
                  <a:pt x="33129" y="78320"/>
                </a:lnTo>
                <a:lnTo>
                  <a:pt x="32994" y="78606"/>
                </a:lnTo>
                <a:lnTo>
                  <a:pt x="32849" y="78889"/>
                </a:lnTo>
                <a:lnTo>
                  <a:pt x="32694" y="79167"/>
                </a:lnTo>
                <a:lnTo>
                  <a:pt x="32527" y="79441"/>
                </a:lnTo>
                <a:lnTo>
                  <a:pt x="32350" y="79711"/>
                </a:lnTo>
                <a:lnTo>
                  <a:pt x="32162" y="79977"/>
                </a:lnTo>
                <a:lnTo>
                  <a:pt x="31964" y="80240"/>
                </a:lnTo>
                <a:lnTo>
                  <a:pt x="31754" y="80497"/>
                </a:lnTo>
                <a:lnTo>
                  <a:pt x="31534" y="80751"/>
                </a:lnTo>
                <a:lnTo>
                  <a:pt x="31304" y="81001"/>
                </a:lnTo>
                <a:lnTo>
                  <a:pt x="31062" y="81247"/>
                </a:lnTo>
                <a:lnTo>
                  <a:pt x="30810" y="81489"/>
                </a:lnTo>
                <a:lnTo>
                  <a:pt x="30549" y="81723"/>
                </a:lnTo>
                <a:lnTo>
                  <a:pt x="30282" y="81948"/>
                </a:lnTo>
                <a:lnTo>
                  <a:pt x="30009" y="82162"/>
                </a:lnTo>
                <a:lnTo>
                  <a:pt x="29729" y="82367"/>
                </a:lnTo>
                <a:lnTo>
                  <a:pt x="29443" y="82562"/>
                </a:lnTo>
                <a:lnTo>
                  <a:pt x="29151" y="82746"/>
                </a:lnTo>
                <a:lnTo>
                  <a:pt x="28852" y="82921"/>
                </a:lnTo>
                <a:lnTo>
                  <a:pt x="28547" y="83085"/>
                </a:lnTo>
                <a:lnTo>
                  <a:pt x="28236" y="83240"/>
                </a:lnTo>
                <a:lnTo>
                  <a:pt x="27919" y="83385"/>
                </a:lnTo>
                <a:lnTo>
                  <a:pt x="27595" y="83519"/>
                </a:lnTo>
                <a:lnTo>
                  <a:pt x="27265" y="83644"/>
                </a:lnTo>
                <a:lnTo>
                  <a:pt x="26929" y="83759"/>
                </a:lnTo>
                <a:lnTo>
                  <a:pt x="26586" y="83864"/>
                </a:lnTo>
                <a:lnTo>
                  <a:pt x="26237" y="83959"/>
                </a:lnTo>
                <a:lnTo>
                  <a:pt x="25882" y="84043"/>
                </a:lnTo>
                <a:lnTo>
                  <a:pt x="25521" y="84118"/>
                </a:lnTo>
                <a:lnTo>
                  <a:pt x="25153" y="84183"/>
                </a:lnTo>
                <a:lnTo>
                  <a:pt x="24779" y="84238"/>
                </a:lnTo>
                <a:lnTo>
                  <a:pt x="24399" y="84283"/>
                </a:lnTo>
                <a:lnTo>
                  <a:pt x="24012" y="84318"/>
                </a:lnTo>
                <a:lnTo>
                  <a:pt x="23619" y="84343"/>
                </a:lnTo>
                <a:lnTo>
                  <a:pt x="23220" y="84358"/>
                </a:lnTo>
                <a:lnTo>
                  <a:pt x="22814" y="84363"/>
                </a:lnTo>
                <a:lnTo>
                  <a:pt x="22236" y="84354"/>
                </a:lnTo>
                <a:lnTo>
                  <a:pt x="21663" y="84328"/>
                </a:lnTo>
                <a:lnTo>
                  <a:pt x="21094" y="84284"/>
                </a:lnTo>
                <a:lnTo>
                  <a:pt x="20530" y="84222"/>
                </a:lnTo>
                <a:lnTo>
                  <a:pt x="19971" y="84143"/>
                </a:lnTo>
                <a:lnTo>
                  <a:pt x="19416" y="84046"/>
                </a:lnTo>
                <a:lnTo>
                  <a:pt x="18866" y="83932"/>
                </a:lnTo>
                <a:lnTo>
                  <a:pt x="18321" y="83800"/>
                </a:lnTo>
                <a:lnTo>
                  <a:pt x="17780" y="83651"/>
                </a:lnTo>
                <a:lnTo>
                  <a:pt x="17244" y="83484"/>
                </a:lnTo>
                <a:lnTo>
                  <a:pt x="16713" y="83299"/>
                </a:lnTo>
                <a:lnTo>
                  <a:pt x="16187" y="83097"/>
                </a:lnTo>
                <a:lnTo>
                  <a:pt x="15665" y="82877"/>
                </a:lnTo>
                <a:lnTo>
                  <a:pt x="15148" y="82640"/>
                </a:lnTo>
                <a:lnTo>
                  <a:pt x="14635" y="82385"/>
                </a:lnTo>
                <a:lnTo>
                  <a:pt x="14128" y="82112"/>
                </a:lnTo>
                <a:lnTo>
                  <a:pt x="13625" y="81822"/>
                </a:lnTo>
                <a:lnTo>
                  <a:pt x="13126" y="81514"/>
                </a:lnTo>
                <a:lnTo>
                  <a:pt x="12632" y="81189"/>
                </a:lnTo>
                <a:lnTo>
                  <a:pt x="12143" y="80846"/>
                </a:lnTo>
                <a:lnTo>
                  <a:pt x="11659" y="80486"/>
                </a:lnTo>
                <a:lnTo>
                  <a:pt x="11180" y="80108"/>
                </a:lnTo>
                <a:lnTo>
                  <a:pt x="10705" y="79712"/>
                </a:lnTo>
                <a:lnTo>
                  <a:pt x="10234" y="79299"/>
                </a:lnTo>
                <a:lnTo>
                  <a:pt x="9773" y="78868"/>
                </a:lnTo>
                <a:lnTo>
                  <a:pt x="9324" y="78421"/>
                </a:lnTo>
                <a:lnTo>
                  <a:pt x="8887" y="77956"/>
                </a:lnTo>
                <a:lnTo>
                  <a:pt x="8464" y="77474"/>
                </a:lnTo>
                <a:lnTo>
                  <a:pt x="8052" y="76975"/>
                </a:lnTo>
                <a:lnTo>
                  <a:pt x="7654" y="76459"/>
                </a:lnTo>
                <a:lnTo>
                  <a:pt x="7268" y="75926"/>
                </a:lnTo>
                <a:lnTo>
                  <a:pt x="6894" y="75376"/>
                </a:lnTo>
                <a:lnTo>
                  <a:pt x="6533" y="74809"/>
                </a:lnTo>
                <a:lnTo>
                  <a:pt x="6185" y="74224"/>
                </a:lnTo>
                <a:lnTo>
                  <a:pt x="5849" y="73623"/>
                </a:lnTo>
                <a:lnTo>
                  <a:pt x="5526" y="73005"/>
                </a:lnTo>
                <a:lnTo>
                  <a:pt x="5215" y="72369"/>
                </a:lnTo>
                <a:lnTo>
                  <a:pt x="4917" y="71716"/>
                </a:lnTo>
                <a:lnTo>
                  <a:pt x="4632" y="71046"/>
                </a:lnTo>
                <a:lnTo>
                  <a:pt x="4359" y="70360"/>
                </a:lnTo>
                <a:lnTo>
                  <a:pt x="4099" y="69656"/>
                </a:lnTo>
                <a:lnTo>
                  <a:pt x="3851" y="68935"/>
                </a:lnTo>
                <a:lnTo>
                  <a:pt x="3616" y="68196"/>
                </a:lnTo>
                <a:lnTo>
                  <a:pt x="3394" y="67441"/>
                </a:lnTo>
                <a:lnTo>
                  <a:pt x="3184" y="66669"/>
                </a:lnTo>
                <a:lnTo>
                  <a:pt x="2987" y="65879"/>
                </a:lnTo>
                <a:lnTo>
                  <a:pt x="2802" y="65073"/>
                </a:lnTo>
                <a:lnTo>
                  <a:pt x="2630" y="64249"/>
                </a:lnTo>
                <a:lnTo>
                  <a:pt x="284" y="64249"/>
                </a:lnTo>
                <a:lnTo>
                  <a:pt x="284" y="87561"/>
                </a:lnTo>
                <a:lnTo>
                  <a:pt x="2630" y="87561"/>
                </a:lnTo>
                <a:lnTo>
                  <a:pt x="2708" y="87410"/>
                </a:lnTo>
                <a:lnTo>
                  <a:pt x="2789" y="87266"/>
                </a:lnTo>
                <a:lnTo>
                  <a:pt x="2872" y="87128"/>
                </a:lnTo>
                <a:lnTo>
                  <a:pt x="2957" y="86996"/>
                </a:lnTo>
                <a:lnTo>
                  <a:pt x="3045" y="86871"/>
                </a:lnTo>
                <a:lnTo>
                  <a:pt x="3136" y="86753"/>
                </a:lnTo>
                <a:lnTo>
                  <a:pt x="3229" y="86640"/>
                </a:lnTo>
                <a:lnTo>
                  <a:pt x="3325" y="86534"/>
                </a:lnTo>
                <a:lnTo>
                  <a:pt x="3423" y="86435"/>
                </a:lnTo>
                <a:lnTo>
                  <a:pt x="3523" y="86342"/>
                </a:lnTo>
                <a:lnTo>
                  <a:pt x="3626" y="86255"/>
                </a:lnTo>
                <a:lnTo>
                  <a:pt x="3731" y="86175"/>
                </a:lnTo>
                <a:lnTo>
                  <a:pt x="3839" y="86101"/>
                </a:lnTo>
                <a:lnTo>
                  <a:pt x="3949" y="86034"/>
                </a:lnTo>
                <a:lnTo>
                  <a:pt x="4062" y="85973"/>
                </a:lnTo>
                <a:lnTo>
                  <a:pt x="4177" y="85918"/>
                </a:lnTo>
                <a:lnTo>
                  <a:pt x="4295" y="85870"/>
                </a:lnTo>
                <a:lnTo>
                  <a:pt x="4415" y="85829"/>
                </a:lnTo>
                <a:lnTo>
                  <a:pt x="4538" y="85793"/>
                </a:lnTo>
                <a:lnTo>
                  <a:pt x="4663" y="85764"/>
                </a:lnTo>
                <a:lnTo>
                  <a:pt x="4791" y="85742"/>
                </a:lnTo>
                <a:lnTo>
                  <a:pt x="4921" y="85726"/>
                </a:lnTo>
                <a:lnTo>
                  <a:pt x="5053" y="85716"/>
                </a:lnTo>
                <a:lnTo>
                  <a:pt x="5188" y="85713"/>
                </a:lnTo>
                <a:lnTo>
                  <a:pt x="5314" y="85714"/>
                </a:lnTo>
                <a:lnTo>
                  <a:pt x="5443" y="85718"/>
                </a:lnTo>
                <a:lnTo>
                  <a:pt x="5575" y="85724"/>
                </a:lnTo>
                <a:lnTo>
                  <a:pt x="5709" y="85733"/>
                </a:lnTo>
                <a:lnTo>
                  <a:pt x="5847" y="85744"/>
                </a:lnTo>
                <a:lnTo>
                  <a:pt x="5988" y="85758"/>
                </a:lnTo>
                <a:lnTo>
                  <a:pt x="6131" y="85774"/>
                </a:lnTo>
                <a:lnTo>
                  <a:pt x="6278" y="85792"/>
                </a:lnTo>
                <a:lnTo>
                  <a:pt x="6428" y="85813"/>
                </a:lnTo>
                <a:lnTo>
                  <a:pt x="6580" y="85836"/>
                </a:lnTo>
                <a:lnTo>
                  <a:pt x="6736" y="85862"/>
                </a:lnTo>
                <a:lnTo>
                  <a:pt x="6894" y="85891"/>
                </a:lnTo>
                <a:lnTo>
                  <a:pt x="7055" y="85922"/>
                </a:lnTo>
                <a:lnTo>
                  <a:pt x="7220" y="85955"/>
                </a:lnTo>
                <a:lnTo>
                  <a:pt x="7387" y="85991"/>
                </a:lnTo>
                <a:lnTo>
                  <a:pt x="7557" y="86029"/>
                </a:lnTo>
                <a:lnTo>
                  <a:pt x="7731" y="86070"/>
                </a:lnTo>
                <a:lnTo>
                  <a:pt x="7907" y="86113"/>
                </a:lnTo>
                <a:lnTo>
                  <a:pt x="8086" y="86159"/>
                </a:lnTo>
                <a:lnTo>
                  <a:pt x="8268" y="86207"/>
                </a:lnTo>
                <a:lnTo>
                  <a:pt x="8453" y="86257"/>
                </a:lnTo>
                <a:lnTo>
                  <a:pt x="8641" y="86310"/>
                </a:lnTo>
                <a:lnTo>
                  <a:pt x="8832" y="86366"/>
                </a:lnTo>
                <a:lnTo>
                  <a:pt x="9026" y="86424"/>
                </a:lnTo>
                <a:lnTo>
                  <a:pt x="9663" y="86598"/>
                </a:lnTo>
                <a:lnTo>
                  <a:pt x="10294" y="86764"/>
                </a:lnTo>
                <a:lnTo>
                  <a:pt x="10918" y="86924"/>
                </a:lnTo>
                <a:lnTo>
                  <a:pt x="11537" y="87075"/>
                </a:lnTo>
                <a:lnTo>
                  <a:pt x="12150" y="87220"/>
                </a:lnTo>
                <a:lnTo>
                  <a:pt x="12757" y="87357"/>
                </a:lnTo>
                <a:lnTo>
                  <a:pt x="13359" y="87486"/>
                </a:lnTo>
                <a:lnTo>
                  <a:pt x="13954" y="87608"/>
                </a:lnTo>
                <a:lnTo>
                  <a:pt x="14543" y="87723"/>
                </a:lnTo>
                <a:lnTo>
                  <a:pt x="15127" y="87830"/>
                </a:lnTo>
                <a:lnTo>
                  <a:pt x="15704" y="87930"/>
                </a:lnTo>
                <a:lnTo>
                  <a:pt x="16276" y="88023"/>
                </a:lnTo>
                <a:lnTo>
                  <a:pt x="16841" y="88108"/>
                </a:lnTo>
                <a:lnTo>
                  <a:pt x="17401" y="88186"/>
                </a:lnTo>
                <a:lnTo>
                  <a:pt x="17955" y="88256"/>
                </a:lnTo>
                <a:lnTo>
                  <a:pt x="18502" y="88319"/>
                </a:lnTo>
                <a:lnTo>
                  <a:pt x="19044" y="88375"/>
                </a:lnTo>
                <a:lnTo>
                  <a:pt x="19580" y="88423"/>
                </a:lnTo>
                <a:lnTo>
                  <a:pt x="20110" y="88463"/>
                </a:lnTo>
                <a:lnTo>
                  <a:pt x="20635" y="88497"/>
                </a:lnTo>
                <a:lnTo>
                  <a:pt x="21153" y="88523"/>
                </a:lnTo>
                <a:lnTo>
                  <a:pt x="21665" y="88541"/>
                </a:lnTo>
                <a:lnTo>
                  <a:pt x="22172" y="88552"/>
                </a:lnTo>
                <a:lnTo>
                  <a:pt x="22672" y="88556"/>
                </a:lnTo>
                <a:lnTo>
                  <a:pt x="23362" y="88547"/>
                </a:lnTo>
                <a:lnTo>
                  <a:pt x="24047" y="88518"/>
                </a:lnTo>
                <a:lnTo>
                  <a:pt x="24726" y="88471"/>
                </a:lnTo>
                <a:lnTo>
                  <a:pt x="25399" y="88405"/>
                </a:lnTo>
                <a:lnTo>
                  <a:pt x="26067" y="88320"/>
                </a:lnTo>
                <a:lnTo>
                  <a:pt x="26730" y="88217"/>
                </a:lnTo>
                <a:lnTo>
                  <a:pt x="27387" y="88094"/>
                </a:lnTo>
                <a:lnTo>
                  <a:pt x="28038" y="87953"/>
                </a:lnTo>
                <a:lnTo>
                  <a:pt x="28684" y="87792"/>
                </a:lnTo>
                <a:lnTo>
                  <a:pt x="29324" y="87613"/>
                </a:lnTo>
                <a:lnTo>
                  <a:pt x="29959" y="87415"/>
                </a:lnTo>
                <a:lnTo>
                  <a:pt x="30588" y="87198"/>
                </a:lnTo>
                <a:lnTo>
                  <a:pt x="31211" y="86963"/>
                </a:lnTo>
                <a:lnTo>
                  <a:pt x="31829" y="86708"/>
                </a:lnTo>
                <a:lnTo>
                  <a:pt x="32442" y="86435"/>
                </a:lnTo>
                <a:lnTo>
                  <a:pt x="33049" y="86142"/>
                </a:lnTo>
                <a:lnTo>
                  <a:pt x="33650" y="85831"/>
                </a:lnTo>
                <a:lnTo>
                  <a:pt x="34246" y="85501"/>
                </a:lnTo>
                <a:lnTo>
                  <a:pt x="34836" y="85153"/>
                </a:lnTo>
                <a:lnTo>
                  <a:pt x="35421" y="84785"/>
                </a:lnTo>
                <a:lnTo>
                  <a:pt x="36000" y="84398"/>
                </a:lnTo>
                <a:lnTo>
                  <a:pt x="36573" y="83993"/>
                </a:lnTo>
                <a:lnTo>
                  <a:pt x="37141" y="83569"/>
                </a:lnTo>
                <a:lnTo>
                  <a:pt x="37704" y="83126"/>
                </a:lnTo>
                <a:lnTo>
                  <a:pt x="38252" y="82667"/>
                </a:lnTo>
                <a:lnTo>
                  <a:pt x="38777" y="82196"/>
                </a:lnTo>
                <a:lnTo>
                  <a:pt x="39278" y="81714"/>
                </a:lnTo>
                <a:lnTo>
                  <a:pt x="39756" y="81219"/>
                </a:lnTo>
                <a:lnTo>
                  <a:pt x="40211" y="80713"/>
                </a:lnTo>
                <a:lnTo>
                  <a:pt x="40642" y="80194"/>
                </a:lnTo>
                <a:lnTo>
                  <a:pt x="41050" y="79664"/>
                </a:lnTo>
                <a:lnTo>
                  <a:pt x="41435" y="79122"/>
                </a:lnTo>
                <a:lnTo>
                  <a:pt x="41797" y="78567"/>
                </a:lnTo>
                <a:lnTo>
                  <a:pt x="42135" y="78001"/>
                </a:lnTo>
                <a:lnTo>
                  <a:pt x="42450" y="77423"/>
                </a:lnTo>
                <a:lnTo>
                  <a:pt x="42741" y="76833"/>
                </a:lnTo>
                <a:lnTo>
                  <a:pt x="43009" y="76231"/>
                </a:lnTo>
                <a:lnTo>
                  <a:pt x="43254" y="75617"/>
                </a:lnTo>
                <a:lnTo>
                  <a:pt x="43476" y="74991"/>
                </a:lnTo>
                <a:lnTo>
                  <a:pt x="43674" y="74353"/>
                </a:lnTo>
                <a:lnTo>
                  <a:pt x="43849" y="73703"/>
                </a:lnTo>
                <a:lnTo>
                  <a:pt x="44000" y="73042"/>
                </a:lnTo>
                <a:lnTo>
                  <a:pt x="44129" y="72368"/>
                </a:lnTo>
                <a:lnTo>
                  <a:pt x="44234" y="71682"/>
                </a:lnTo>
                <a:lnTo>
                  <a:pt x="44315" y="70985"/>
                </a:lnTo>
                <a:lnTo>
                  <a:pt x="44373" y="70275"/>
                </a:lnTo>
                <a:lnTo>
                  <a:pt x="44408" y="69554"/>
                </a:lnTo>
                <a:lnTo>
                  <a:pt x="44420" y="68820"/>
                </a:lnTo>
                <a:lnTo>
                  <a:pt x="44395" y="67869"/>
                </a:lnTo>
                <a:lnTo>
                  <a:pt x="44320" y="66934"/>
                </a:lnTo>
                <a:lnTo>
                  <a:pt x="44195" y="66014"/>
                </a:lnTo>
                <a:lnTo>
                  <a:pt x="44019" y="65110"/>
                </a:lnTo>
                <a:lnTo>
                  <a:pt x="43794" y="64222"/>
                </a:lnTo>
                <a:lnTo>
                  <a:pt x="43518" y="63349"/>
                </a:lnTo>
                <a:lnTo>
                  <a:pt x="43193" y="62491"/>
                </a:lnTo>
                <a:lnTo>
                  <a:pt x="42817" y="61649"/>
                </a:lnTo>
                <a:lnTo>
                  <a:pt x="42391" y="60823"/>
                </a:lnTo>
                <a:lnTo>
                  <a:pt x="41915" y="60012"/>
                </a:lnTo>
                <a:lnTo>
                  <a:pt x="41389" y="59216"/>
                </a:lnTo>
                <a:lnTo>
                  <a:pt x="40813" y="58436"/>
                </a:lnTo>
                <a:lnTo>
                  <a:pt x="40187" y="57672"/>
                </a:lnTo>
                <a:lnTo>
                  <a:pt x="39511" y="56923"/>
                </a:lnTo>
                <a:lnTo>
                  <a:pt x="38784" y="56190"/>
                </a:lnTo>
                <a:lnTo>
                  <a:pt x="38008" y="55472"/>
                </a:lnTo>
                <a:lnTo>
                  <a:pt x="37181" y="54770"/>
                </a:lnTo>
                <a:lnTo>
                  <a:pt x="36305" y="54084"/>
                </a:lnTo>
                <a:lnTo>
                  <a:pt x="35378" y="53413"/>
                </a:lnTo>
                <a:lnTo>
                  <a:pt x="34401" y="52757"/>
                </a:lnTo>
                <a:lnTo>
                  <a:pt x="33374" y="52117"/>
                </a:lnTo>
                <a:lnTo>
                  <a:pt x="32297" y="51493"/>
                </a:lnTo>
                <a:lnTo>
                  <a:pt x="31170" y="50884"/>
                </a:lnTo>
                <a:lnTo>
                  <a:pt x="29992" y="50290"/>
                </a:lnTo>
                <a:lnTo>
                  <a:pt x="19616" y="45249"/>
                </a:lnTo>
                <a:lnTo>
                  <a:pt x="19061" y="44977"/>
                </a:lnTo>
                <a:lnTo>
                  <a:pt x="18522" y="44707"/>
                </a:lnTo>
                <a:lnTo>
                  <a:pt x="17999" y="44438"/>
                </a:lnTo>
                <a:lnTo>
                  <a:pt x="17492" y="44170"/>
                </a:lnTo>
                <a:lnTo>
                  <a:pt x="17000" y="43904"/>
                </a:lnTo>
                <a:lnTo>
                  <a:pt x="16524" y="43638"/>
                </a:lnTo>
                <a:lnTo>
                  <a:pt x="16064" y="43374"/>
                </a:lnTo>
                <a:lnTo>
                  <a:pt x="15620" y="43111"/>
                </a:lnTo>
                <a:lnTo>
                  <a:pt x="15192" y="42850"/>
                </a:lnTo>
                <a:lnTo>
                  <a:pt x="14779" y="42589"/>
                </a:lnTo>
                <a:lnTo>
                  <a:pt x="14382" y="42330"/>
                </a:lnTo>
                <a:lnTo>
                  <a:pt x="14001" y="42072"/>
                </a:lnTo>
                <a:lnTo>
                  <a:pt x="13636" y="41815"/>
                </a:lnTo>
                <a:lnTo>
                  <a:pt x="13287" y="41560"/>
                </a:lnTo>
                <a:lnTo>
                  <a:pt x="12953" y="41305"/>
                </a:lnTo>
                <a:lnTo>
                  <a:pt x="12635" y="41052"/>
                </a:lnTo>
                <a:lnTo>
                  <a:pt x="12333" y="40801"/>
                </a:lnTo>
                <a:lnTo>
                  <a:pt x="12047" y="40550"/>
                </a:lnTo>
                <a:lnTo>
                  <a:pt x="11776" y="40301"/>
                </a:lnTo>
                <a:lnTo>
                  <a:pt x="11522" y="40052"/>
                </a:lnTo>
                <a:lnTo>
                  <a:pt x="11283" y="39805"/>
                </a:lnTo>
                <a:lnTo>
                  <a:pt x="11060" y="39560"/>
                </a:lnTo>
                <a:lnTo>
                  <a:pt x="10852" y="39315"/>
                </a:lnTo>
                <a:lnTo>
                  <a:pt x="10661" y="39072"/>
                </a:lnTo>
                <a:lnTo>
                  <a:pt x="10475" y="38833"/>
                </a:lnTo>
                <a:lnTo>
                  <a:pt x="10298" y="38591"/>
                </a:lnTo>
                <a:lnTo>
                  <a:pt x="10128" y="38345"/>
                </a:lnTo>
                <a:lnTo>
                  <a:pt x="9966" y="38094"/>
                </a:lnTo>
                <a:lnTo>
                  <a:pt x="9812" y="37840"/>
                </a:lnTo>
                <a:lnTo>
                  <a:pt x="9666" y="37582"/>
                </a:lnTo>
                <a:lnTo>
                  <a:pt x="9528" y="37319"/>
                </a:lnTo>
                <a:lnTo>
                  <a:pt x="9397" y="37053"/>
                </a:lnTo>
                <a:lnTo>
                  <a:pt x="9275" y="36783"/>
                </a:lnTo>
                <a:lnTo>
                  <a:pt x="9160" y="36509"/>
                </a:lnTo>
                <a:lnTo>
                  <a:pt x="9054" y="36231"/>
                </a:lnTo>
                <a:lnTo>
                  <a:pt x="8955" y="35949"/>
                </a:lnTo>
                <a:lnTo>
                  <a:pt x="8864" y="35663"/>
                </a:lnTo>
                <a:lnTo>
                  <a:pt x="8781" y="35373"/>
                </a:lnTo>
                <a:lnTo>
                  <a:pt x="8706" y="35080"/>
                </a:lnTo>
                <a:lnTo>
                  <a:pt x="8639" y="34782"/>
                </a:lnTo>
                <a:lnTo>
                  <a:pt x="8580" y="34480"/>
                </a:lnTo>
                <a:lnTo>
                  <a:pt x="8529" y="34175"/>
                </a:lnTo>
                <a:lnTo>
                  <a:pt x="8485" y="33865"/>
                </a:lnTo>
                <a:lnTo>
                  <a:pt x="8450" y="33552"/>
                </a:lnTo>
                <a:lnTo>
                  <a:pt x="8422" y="33234"/>
                </a:lnTo>
                <a:lnTo>
                  <a:pt x="8402" y="32913"/>
                </a:lnTo>
                <a:lnTo>
                  <a:pt x="8390" y="32587"/>
                </a:lnTo>
                <a:lnTo>
                  <a:pt x="8387" y="32258"/>
                </a:lnTo>
                <a:lnTo>
                  <a:pt x="8392" y="31993"/>
                </a:lnTo>
                <a:lnTo>
                  <a:pt x="8408" y="31729"/>
                </a:lnTo>
                <a:lnTo>
                  <a:pt x="8434" y="31468"/>
                </a:lnTo>
                <a:lnTo>
                  <a:pt x="8471" y="31208"/>
                </a:lnTo>
                <a:lnTo>
                  <a:pt x="8519" y="30951"/>
                </a:lnTo>
                <a:lnTo>
                  <a:pt x="8578" y="30696"/>
                </a:lnTo>
                <a:lnTo>
                  <a:pt x="8647" y="30442"/>
                </a:lnTo>
                <a:lnTo>
                  <a:pt x="8726" y="30191"/>
                </a:lnTo>
                <a:lnTo>
                  <a:pt x="8816" y="29941"/>
                </a:lnTo>
                <a:lnTo>
                  <a:pt x="8917" y="29694"/>
                </a:lnTo>
                <a:lnTo>
                  <a:pt x="9029" y="29448"/>
                </a:lnTo>
                <a:lnTo>
                  <a:pt x="9151" y="29205"/>
                </a:lnTo>
                <a:lnTo>
                  <a:pt x="9283" y="28963"/>
                </a:lnTo>
                <a:lnTo>
                  <a:pt x="9426" y="28723"/>
                </a:lnTo>
                <a:lnTo>
                  <a:pt x="9580" y="28486"/>
                </a:lnTo>
                <a:lnTo>
                  <a:pt x="9745" y="28250"/>
                </a:lnTo>
                <a:lnTo>
                  <a:pt x="9920" y="28017"/>
                </a:lnTo>
                <a:lnTo>
                  <a:pt x="10106" y="27785"/>
                </a:lnTo>
                <a:lnTo>
                  <a:pt x="10302" y="27555"/>
                </a:lnTo>
                <a:lnTo>
                  <a:pt x="10509" y="27328"/>
                </a:lnTo>
                <a:lnTo>
                  <a:pt x="10726" y="27102"/>
                </a:lnTo>
                <a:lnTo>
                  <a:pt x="10954" y="26878"/>
                </a:lnTo>
                <a:lnTo>
                  <a:pt x="11193" y="26656"/>
                </a:lnTo>
                <a:lnTo>
                  <a:pt x="11443" y="26437"/>
                </a:lnTo>
                <a:lnTo>
                  <a:pt x="11701" y="26222"/>
                </a:lnTo>
                <a:lnTo>
                  <a:pt x="11965" y="26017"/>
                </a:lnTo>
                <a:lnTo>
                  <a:pt x="12237" y="25821"/>
                </a:lnTo>
                <a:lnTo>
                  <a:pt x="12515" y="25634"/>
                </a:lnTo>
                <a:lnTo>
                  <a:pt x="12799" y="25456"/>
                </a:lnTo>
                <a:lnTo>
                  <a:pt x="13091" y="25287"/>
                </a:lnTo>
                <a:lnTo>
                  <a:pt x="13389" y="25127"/>
                </a:lnTo>
                <a:lnTo>
                  <a:pt x="13693" y="24977"/>
                </a:lnTo>
                <a:lnTo>
                  <a:pt x="14005" y="24836"/>
                </a:lnTo>
                <a:lnTo>
                  <a:pt x="14323" y="24703"/>
                </a:lnTo>
                <a:lnTo>
                  <a:pt x="14647" y="24580"/>
                </a:lnTo>
                <a:lnTo>
                  <a:pt x="14978" y="24466"/>
                </a:lnTo>
                <a:lnTo>
                  <a:pt x="15316" y="24361"/>
                </a:lnTo>
                <a:lnTo>
                  <a:pt x="15661" y="24265"/>
                </a:lnTo>
                <a:lnTo>
                  <a:pt x="16012" y="24179"/>
                </a:lnTo>
                <a:lnTo>
                  <a:pt x="16370" y="24101"/>
                </a:lnTo>
                <a:lnTo>
                  <a:pt x="16735" y="24033"/>
                </a:lnTo>
                <a:lnTo>
                  <a:pt x="17106" y="23973"/>
                </a:lnTo>
                <a:lnTo>
                  <a:pt x="17484" y="23923"/>
                </a:lnTo>
                <a:lnTo>
                  <a:pt x="17869" y="23882"/>
                </a:lnTo>
                <a:lnTo>
                  <a:pt x="18260" y="23850"/>
                </a:lnTo>
                <a:lnTo>
                  <a:pt x="18658" y="23827"/>
                </a:lnTo>
                <a:lnTo>
                  <a:pt x="19063" y="23814"/>
                </a:lnTo>
                <a:lnTo>
                  <a:pt x="19474" y="23809"/>
                </a:lnTo>
                <a:lnTo>
                  <a:pt x="20015" y="23816"/>
                </a:lnTo>
                <a:lnTo>
                  <a:pt x="20548" y="23835"/>
                </a:lnTo>
                <a:lnTo>
                  <a:pt x="21072" y="23868"/>
                </a:lnTo>
                <a:lnTo>
                  <a:pt x="21589" y="23913"/>
                </a:lnTo>
                <a:lnTo>
                  <a:pt x="22098" y="23971"/>
                </a:lnTo>
                <a:lnTo>
                  <a:pt x="22599" y="24043"/>
                </a:lnTo>
                <a:lnTo>
                  <a:pt x="23092" y="24127"/>
                </a:lnTo>
                <a:lnTo>
                  <a:pt x="23576" y="24225"/>
                </a:lnTo>
                <a:lnTo>
                  <a:pt x="24053" y="24335"/>
                </a:lnTo>
                <a:lnTo>
                  <a:pt x="24522" y="24458"/>
                </a:lnTo>
                <a:lnTo>
                  <a:pt x="24982" y="24594"/>
                </a:lnTo>
                <a:lnTo>
                  <a:pt x="25435" y="24744"/>
                </a:lnTo>
                <a:lnTo>
                  <a:pt x="25880" y="24906"/>
                </a:lnTo>
                <a:lnTo>
                  <a:pt x="26316" y="25081"/>
                </a:lnTo>
                <a:lnTo>
                  <a:pt x="26745" y="25269"/>
                </a:lnTo>
                <a:lnTo>
                  <a:pt x="27165" y="25471"/>
                </a:lnTo>
                <a:lnTo>
                  <a:pt x="27578" y="25685"/>
                </a:lnTo>
                <a:lnTo>
                  <a:pt x="27982" y="25912"/>
                </a:lnTo>
                <a:lnTo>
                  <a:pt x="28379" y="26152"/>
                </a:lnTo>
                <a:lnTo>
                  <a:pt x="28767" y="26405"/>
                </a:lnTo>
                <a:lnTo>
                  <a:pt x="29148" y="26671"/>
                </a:lnTo>
                <a:lnTo>
                  <a:pt x="29520" y="26950"/>
                </a:lnTo>
                <a:lnTo>
                  <a:pt x="29885" y="27242"/>
                </a:lnTo>
                <a:lnTo>
                  <a:pt x="30241" y="27547"/>
                </a:lnTo>
                <a:lnTo>
                  <a:pt x="30591" y="27870"/>
                </a:lnTo>
                <a:lnTo>
                  <a:pt x="30935" y="28216"/>
                </a:lnTo>
                <a:lnTo>
                  <a:pt x="31275" y="28585"/>
                </a:lnTo>
                <a:lnTo>
                  <a:pt x="31608" y="28977"/>
                </a:lnTo>
                <a:lnTo>
                  <a:pt x="31937" y="29391"/>
                </a:lnTo>
                <a:lnTo>
                  <a:pt x="32260" y="29829"/>
                </a:lnTo>
                <a:lnTo>
                  <a:pt x="32578" y="30290"/>
                </a:lnTo>
                <a:lnTo>
                  <a:pt x="32891" y="30774"/>
                </a:lnTo>
                <a:lnTo>
                  <a:pt x="33198" y="31281"/>
                </a:lnTo>
                <a:lnTo>
                  <a:pt x="33500" y="31811"/>
                </a:lnTo>
                <a:lnTo>
                  <a:pt x="33797" y="32364"/>
                </a:lnTo>
                <a:lnTo>
                  <a:pt x="34088" y="32940"/>
                </a:lnTo>
                <a:lnTo>
                  <a:pt x="34374" y="33539"/>
                </a:lnTo>
                <a:lnTo>
                  <a:pt x="34655" y="34161"/>
                </a:lnTo>
                <a:lnTo>
                  <a:pt x="34930" y="34807"/>
                </a:lnTo>
                <a:lnTo>
                  <a:pt x="35200" y="35475"/>
                </a:lnTo>
                <a:lnTo>
                  <a:pt x="35465" y="36166"/>
                </a:lnTo>
                <a:lnTo>
                  <a:pt x="35725" y="36880"/>
                </a:lnTo>
                <a:lnTo>
                  <a:pt x="35979" y="37617"/>
                </a:lnTo>
                <a:lnTo>
                  <a:pt x="36228" y="38377"/>
                </a:lnTo>
                <a:lnTo>
                  <a:pt x="36472" y="39161"/>
                </a:lnTo>
                <a:lnTo>
                  <a:pt x="36710" y="39967"/>
                </a:lnTo>
                <a:lnTo>
                  <a:pt x="36943" y="40796"/>
                </a:lnTo>
                <a:lnTo>
                  <a:pt x="37171" y="41648"/>
                </a:lnTo>
                <a:lnTo>
                  <a:pt x="39516" y="41648"/>
                </a:lnTo>
                <a:lnTo>
                  <a:pt x="39516" y="19616"/>
                </a:lnTo>
                <a:lnTo>
                  <a:pt x="37171" y="19616"/>
                </a:lnTo>
                <a:lnTo>
                  <a:pt x="37100" y="19756"/>
                </a:lnTo>
                <a:lnTo>
                  <a:pt x="37030" y="19892"/>
                </a:lnTo>
                <a:close/>
                <a:moveTo>
                  <a:pt x="229592" y="19682"/>
                </a:moveTo>
                <a:lnTo>
                  <a:pt x="228927" y="19733"/>
                </a:lnTo>
                <a:lnTo>
                  <a:pt x="228266" y="19799"/>
                </a:lnTo>
                <a:lnTo>
                  <a:pt x="227607" y="19880"/>
                </a:lnTo>
                <a:lnTo>
                  <a:pt x="226951" y="19975"/>
                </a:lnTo>
                <a:lnTo>
                  <a:pt x="226298" y="20085"/>
                </a:lnTo>
                <a:lnTo>
                  <a:pt x="225648" y="20210"/>
                </a:lnTo>
                <a:lnTo>
                  <a:pt x="225001" y="20349"/>
                </a:lnTo>
                <a:lnTo>
                  <a:pt x="224357" y="20503"/>
                </a:lnTo>
                <a:lnTo>
                  <a:pt x="223715" y="20672"/>
                </a:lnTo>
                <a:lnTo>
                  <a:pt x="223077" y="20855"/>
                </a:lnTo>
                <a:lnTo>
                  <a:pt x="222442" y="21053"/>
                </a:lnTo>
                <a:lnTo>
                  <a:pt x="221810" y="21266"/>
                </a:lnTo>
                <a:lnTo>
                  <a:pt x="221181" y="21493"/>
                </a:lnTo>
                <a:lnTo>
                  <a:pt x="220554" y="21735"/>
                </a:lnTo>
                <a:lnTo>
                  <a:pt x="219931" y="21992"/>
                </a:lnTo>
                <a:lnTo>
                  <a:pt x="219310" y="22263"/>
                </a:lnTo>
                <a:lnTo>
                  <a:pt x="218693" y="22550"/>
                </a:lnTo>
                <a:lnTo>
                  <a:pt x="218079" y="22850"/>
                </a:lnTo>
                <a:lnTo>
                  <a:pt x="217467" y="23166"/>
                </a:lnTo>
                <a:lnTo>
                  <a:pt x="216858" y="23496"/>
                </a:lnTo>
                <a:lnTo>
                  <a:pt x="216253" y="23840"/>
                </a:lnTo>
                <a:lnTo>
                  <a:pt x="215654" y="24200"/>
                </a:lnTo>
                <a:lnTo>
                  <a:pt x="215064" y="24576"/>
                </a:lnTo>
                <a:lnTo>
                  <a:pt x="214484" y="24968"/>
                </a:lnTo>
                <a:lnTo>
                  <a:pt x="213914" y="25377"/>
                </a:lnTo>
                <a:lnTo>
                  <a:pt x="213354" y="25801"/>
                </a:lnTo>
                <a:lnTo>
                  <a:pt x="212804" y="26241"/>
                </a:lnTo>
                <a:lnTo>
                  <a:pt x="212263" y="26697"/>
                </a:lnTo>
                <a:lnTo>
                  <a:pt x="211732" y="27169"/>
                </a:lnTo>
                <a:lnTo>
                  <a:pt x="211211" y="27658"/>
                </a:lnTo>
                <a:lnTo>
                  <a:pt x="210699" y="28162"/>
                </a:lnTo>
                <a:lnTo>
                  <a:pt x="210197" y="28682"/>
                </a:lnTo>
                <a:lnTo>
                  <a:pt x="209705" y="29218"/>
                </a:lnTo>
                <a:lnTo>
                  <a:pt x="209223" y="29771"/>
                </a:lnTo>
                <a:lnTo>
                  <a:pt x="208751" y="30339"/>
                </a:lnTo>
                <a:lnTo>
                  <a:pt x="208288" y="30924"/>
                </a:lnTo>
                <a:lnTo>
                  <a:pt x="207835" y="31524"/>
                </a:lnTo>
                <a:lnTo>
                  <a:pt x="207391" y="32140"/>
                </a:lnTo>
                <a:lnTo>
                  <a:pt x="206958" y="32773"/>
                </a:lnTo>
                <a:lnTo>
                  <a:pt x="206534" y="33421"/>
                </a:lnTo>
                <a:lnTo>
                  <a:pt x="206120" y="34086"/>
                </a:lnTo>
                <a:lnTo>
                  <a:pt x="205716" y="34766"/>
                </a:lnTo>
                <a:lnTo>
                  <a:pt x="205321" y="35463"/>
                </a:lnTo>
                <a:lnTo>
                  <a:pt x="204937" y="36176"/>
                </a:lnTo>
                <a:lnTo>
                  <a:pt x="204561" y="36904"/>
                </a:lnTo>
                <a:lnTo>
                  <a:pt x="204199" y="37641"/>
                </a:lnTo>
                <a:lnTo>
                  <a:pt x="203852" y="38378"/>
                </a:lnTo>
                <a:lnTo>
                  <a:pt x="203520" y="39116"/>
                </a:lnTo>
                <a:lnTo>
                  <a:pt x="203204" y="39854"/>
                </a:lnTo>
                <a:lnTo>
                  <a:pt x="202903" y="40592"/>
                </a:lnTo>
                <a:lnTo>
                  <a:pt x="202618" y="41331"/>
                </a:lnTo>
                <a:lnTo>
                  <a:pt x="202348" y="42070"/>
                </a:lnTo>
                <a:lnTo>
                  <a:pt x="202094" y="42809"/>
                </a:lnTo>
                <a:lnTo>
                  <a:pt x="201855" y="43549"/>
                </a:lnTo>
                <a:lnTo>
                  <a:pt x="201631" y="44289"/>
                </a:lnTo>
                <a:lnTo>
                  <a:pt x="201423" y="45030"/>
                </a:lnTo>
                <a:lnTo>
                  <a:pt x="201230" y="45771"/>
                </a:lnTo>
                <a:lnTo>
                  <a:pt x="201053" y="46512"/>
                </a:lnTo>
                <a:lnTo>
                  <a:pt x="200891" y="47253"/>
                </a:lnTo>
                <a:lnTo>
                  <a:pt x="200744" y="47995"/>
                </a:lnTo>
                <a:lnTo>
                  <a:pt x="200613" y="48738"/>
                </a:lnTo>
                <a:lnTo>
                  <a:pt x="200497" y="49481"/>
                </a:lnTo>
                <a:lnTo>
                  <a:pt x="200397" y="50224"/>
                </a:lnTo>
                <a:lnTo>
                  <a:pt x="200312" y="50967"/>
                </a:lnTo>
                <a:lnTo>
                  <a:pt x="200243" y="51711"/>
                </a:lnTo>
                <a:lnTo>
                  <a:pt x="200189" y="52455"/>
                </a:lnTo>
                <a:lnTo>
                  <a:pt x="200150" y="53200"/>
                </a:lnTo>
                <a:lnTo>
                  <a:pt x="200127" y="53945"/>
                </a:lnTo>
                <a:lnTo>
                  <a:pt x="200119" y="54690"/>
                </a:lnTo>
                <a:lnTo>
                  <a:pt x="200132" y="55709"/>
                </a:lnTo>
                <a:lnTo>
                  <a:pt x="200170" y="56720"/>
                </a:lnTo>
                <a:lnTo>
                  <a:pt x="200234" y="57723"/>
                </a:lnTo>
                <a:lnTo>
                  <a:pt x="200323" y="58717"/>
                </a:lnTo>
                <a:lnTo>
                  <a:pt x="200437" y="59703"/>
                </a:lnTo>
                <a:lnTo>
                  <a:pt x="200577" y="60680"/>
                </a:lnTo>
                <a:lnTo>
                  <a:pt x="200742" y="61649"/>
                </a:lnTo>
                <a:lnTo>
                  <a:pt x="200933" y="62610"/>
                </a:lnTo>
                <a:lnTo>
                  <a:pt x="201149" y="63562"/>
                </a:lnTo>
                <a:lnTo>
                  <a:pt x="201390" y="64506"/>
                </a:lnTo>
                <a:lnTo>
                  <a:pt x="201657" y="65442"/>
                </a:lnTo>
                <a:lnTo>
                  <a:pt x="201950" y="66369"/>
                </a:lnTo>
                <a:lnTo>
                  <a:pt x="202267" y="67287"/>
                </a:lnTo>
                <a:lnTo>
                  <a:pt x="202610" y="68198"/>
                </a:lnTo>
                <a:lnTo>
                  <a:pt x="202979" y="69100"/>
                </a:lnTo>
                <a:lnTo>
                  <a:pt x="203373" y="69993"/>
                </a:lnTo>
                <a:lnTo>
                  <a:pt x="203792" y="70879"/>
                </a:lnTo>
                <a:lnTo>
                  <a:pt x="204237" y="71755"/>
                </a:lnTo>
                <a:lnTo>
                  <a:pt x="204707" y="72624"/>
                </a:lnTo>
                <a:lnTo>
                  <a:pt x="205203" y="73484"/>
                </a:lnTo>
                <a:lnTo>
                  <a:pt x="205724" y="74335"/>
                </a:lnTo>
                <a:lnTo>
                  <a:pt x="206271" y="75179"/>
                </a:lnTo>
                <a:lnTo>
                  <a:pt x="206843" y="76014"/>
                </a:lnTo>
                <a:lnTo>
                  <a:pt x="207440" y="76840"/>
                </a:lnTo>
                <a:lnTo>
                  <a:pt x="208173" y="77796"/>
                </a:lnTo>
                <a:lnTo>
                  <a:pt x="208927" y="78711"/>
                </a:lnTo>
                <a:lnTo>
                  <a:pt x="209702" y="79586"/>
                </a:lnTo>
                <a:lnTo>
                  <a:pt x="210498" y="80420"/>
                </a:lnTo>
                <a:lnTo>
                  <a:pt x="211315" y="81213"/>
                </a:lnTo>
                <a:lnTo>
                  <a:pt x="212153" y="81966"/>
                </a:lnTo>
                <a:lnTo>
                  <a:pt x="213012" y="82678"/>
                </a:lnTo>
                <a:lnTo>
                  <a:pt x="213892" y="83349"/>
                </a:lnTo>
                <a:lnTo>
                  <a:pt x="214793" y="83980"/>
                </a:lnTo>
                <a:lnTo>
                  <a:pt x="215714" y="84569"/>
                </a:lnTo>
                <a:lnTo>
                  <a:pt x="216657" y="85119"/>
                </a:lnTo>
                <a:lnTo>
                  <a:pt x="217621" y="85627"/>
                </a:lnTo>
                <a:lnTo>
                  <a:pt x="218606" y="86095"/>
                </a:lnTo>
                <a:lnTo>
                  <a:pt x="219612" y="86522"/>
                </a:lnTo>
                <a:lnTo>
                  <a:pt x="220638" y="86908"/>
                </a:lnTo>
                <a:lnTo>
                  <a:pt x="221686" y="87254"/>
                </a:lnTo>
                <a:lnTo>
                  <a:pt x="222755" y="87559"/>
                </a:lnTo>
                <a:lnTo>
                  <a:pt x="223844" y="87824"/>
                </a:lnTo>
                <a:lnTo>
                  <a:pt x="224955" y="88047"/>
                </a:lnTo>
                <a:lnTo>
                  <a:pt x="226087" y="88231"/>
                </a:lnTo>
                <a:lnTo>
                  <a:pt x="227239" y="88373"/>
                </a:lnTo>
                <a:lnTo>
                  <a:pt x="228413" y="88475"/>
                </a:lnTo>
                <a:lnTo>
                  <a:pt x="229607" y="88536"/>
                </a:lnTo>
                <a:lnTo>
                  <a:pt x="230823" y="88556"/>
                </a:lnTo>
                <a:lnTo>
                  <a:pt x="231572" y="88548"/>
                </a:lnTo>
                <a:lnTo>
                  <a:pt x="232315" y="88524"/>
                </a:lnTo>
                <a:lnTo>
                  <a:pt x="233053" y="88485"/>
                </a:lnTo>
                <a:lnTo>
                  <a:pt x="233785" y="88430"/>
                </a:lnTo>
                <a:lnTo>
                  <a:pt x="234511" y="88359"/>
                </a:lnTo>
                <a:lnTo>
                  <a:pt x="235231" y="88272"/>
                </a:lnTo>
                <a:lnTo>
                  <a:pt x="235946" y="88169"/>
                </a:lnTo>
                <a:lnTo>
                  <a:pt x="236655" y="88051"/>
                </a:lnTo>
                <a:lnTo>
                  <a:pt x="237357" y="87917"/>
                </a:lnTo>
                <a:lnTo>
                  <a:pt x="238055" y="87767"/>
                </a:lnTo>
                <a:lnTo>
                  <a:pt x="238746" y="87601"/>
                </a:lnTo>
                <a:lnTo>
                  <a:pt x="239431" y="87420"/>
                </a:lnTo>
                <a:lnTo>
                  <a:pt x="240111" y="87223"/>
                </a:lnTo>
                <a:lnTo>
                  <a:pt x="240785" y="87010"/>
                </a:lnTo>
                <a:lnTo>
                  <a:pt x="241453" y="86781"/>
                </a:lnTo>
                <a:lnTo>
                  <a:pt x="242115" y="86536"/>
                </a:lnTo>
                <a:lnTo>
                  <a:pt x="242772" y="86276"/>
                </a:lnTo>
                <a:lnTo>
                  <a:pt x="243422" y="86000"/>
                </a:lnTo>
                <a:lnTo>
                  <a:pt x="244067" y="85708"/>
                </a:lnTo>
                <a:lnTo>
                  <a:pt x="244706" y="85400"/>
                </a:lnTo>
                <a:lnTo>
                  <a:pt x="245340" y="85077"/>
                </a:lnTo>
                <a:lnTo>
                  <a:pt x="245967" y="84738"/>
                </a:lnTo>
                <a:lnTo>
                  <a:pt x="246589" y="84383"/>
                </a:lnTo>
                <a:lnTo>
                  <a:pt x="247205" y="84012"/>
                </a:lnTo>
                <a:lnTo>
                  <a:pt x="247812" y="83625"/>
                </a:lnTo>
                <a:lnTo>
                  <a:pt x="248409" y="83224"/>
                </a:lnTo>
                <a:lnTo>
                  <a:pt x="248994" y="82807"/>
                </a:lnTo>
                <a:lnTo>
                  <a:pt x="249569" y="82375"/>
                </a:lnTo>
                <a:lnTo>
                  <a:pt x="250133" y="81927"/>
                </a:lnTo>
                <a:lnTo>
                  <a:pt x="250685" y="81465"/>
                </a:lnTo>
                <a:lnTo>
                  <a:pt x="251227" y="80987"/>
                </a:lnTo>
                <a:lnTo>
                  <a:pt x="251757" y="80493"/>
                </a:lnTo>
                <a:lnTo>
                  <a:pt x="252277" y="79985"/>
                </a:lnTo>
                <a:lnTo>
                  <a:pt x="252786" y="79461"/>
                </a:lnTo>
                <a:lnTo>
                  <a:pt x="253283" y="78922"/>
                </a:lnTo>
                <a:lnTo>
                  <a:pt x="253770" y="78368"/>
                </a:lnTo>
                <a:lnTo>
                  <a:pt x="254246" y="77798"/>
                </a:lnTo>
                <a:lnTo>
                  <a:pt x="254711" y="77213"/>
                </a:lnTo>
                <a:lnTo>
                  <a:pt x="255164" y="76613"/>
                </a:lnTo>
                <a:lnTo>
                  <a:pt x="255607" y="75997"/>
                </a:lnTo>
                <a:lnTo>
                  <a:pt x="256039" y="75367"/>
                </a:lnTo>
                <a:lnTo>
                  <a:pt x="256460" y="74721"/>
                </a:lnTo>
                <a:lnTo>
                  <a:pt x="256870" y="74059"/>
                </a:lnTo>
                <a:lnTo>
                  <a:pt x="257268" y="73383"/>
                </a:lnTo>
                <a:lnTo>
                  <a:pt x="257656" y="72691"/>
                </a:lnTo>
                <a:lnTo>
                  <a:pt x="258033" y="71984"/>
                </a:lnTo>
                <a:lnTo>
                  <a:pt x="258399" y="71261"/>
                </a:lnTo>
                <a:lnTo>
                  <a:pt x="258754" y="70524"/>
                </a:lnTo>
                <a:lnTo>
                  <a:pt x="259096" y="69778"/>
                </a:lnTo>
                <a:lnTo>
                  <a:pt x="259424" y="69034"/>
                </a:lnTo>
                <a:lnTo>
                  <a:pt x="259737" y="68290"/>
                </a:lnTo>
                <a:lnTo>
                  <a:pt x="260035" y="67547"/>
                </a:lnTo>
                <a:lnTo>
                  <a:pt x="260319" y="66805"/>
                </a:lnTo>
                <a:lnTo>
                  <a:pt x="260589" y="66064"/>
                </a:lnTo>
                <a:lnTo>
                  <a:pt x="260843" y="65323"/>
                </a:lnTo>
                <a:lnTo>
                  <a:pt x="261084" y="64583"/>
                </a:lnTo>
                <a:lnTo>
                  <a:pt x="261309" y="63844"/>
                </a:lnTo>
                <a:lnTo>
                  <a:pt x="261520" y="63105"/>
                </a:lnTo>
                <a:lnTo>
                  <a:pt x="261717" y="62368"/>
                </a:lnTo>
                <a:lnTo>
                  <a:pt x="261899" y="61631"/>
                </a:lnTo>
                <a:lnTo>
                  <a:pt x="262066" y="60894"/>
                </a:lnTo>
                <a:lnTo>
                  <a:pt x="262219" y="60159"/>
                </a:lnTo>
                <a:lnTo>
                  <a:pt x="262358" y="59424"/>
                </a:lnTo>
                <a:lnTo>
                  <a:pt x="262481" y="58690"/>
                </a:lnTo>
                <a:lnTo>
                  <a:pt x="262591" y="57957"/>
                </a:lnTo>
                <a:lnTo>
                  <a:pt x="262685" y="57224"/>
                </a:lnTo>
                <a:lnTo>
                  <a:pt x="262765" y="56492"/>
                </a:lnTo>
                <a:lnTo>
                  <a:pt x="262831" y="55761"/>
                </a:lnTo>
                <a:lnTo>
                  <a:pt x="262882" y="55031"/>
                </a:lnTo>
                <a:lnTo>
                  <a:pt x="262918" y="54301"/>
                </a:lnTo>
                <a:lnTo>
                  <a:pt x="262940" y="53573"/>
                </a:lnTo>
                <a:lnTo>
                  <a:pt x="262947" y="52844"/>
                </a:lnTo>
                <a:lnTo>
                  <a:pt x="262934" y="51814"/>
                </a:lnTo>
                <a:lnTo>
                  <a:pt x="262895" y="50793"/>
                </a:lnTo>
                <a:lnTo>
                  <a:pt x="262828" y="49782"/>
                </a:lnTo>
                <a:lnTo>
                  <a:pt x="262736" y="48781"/>
                </a:lnTo>
                <a:lnTo>
                  <a:pt x="262617" y="47790"/>
                </a:lnTo>
                <a:lnTo>
                  <a:pt x="262472" y="46809"/>
                </a:lnTo>
                <a:lnTo>
                  <a:pt x="262300" y="45837"/>
                </a:lnTo>
                <a:lnTo>
                  <a:pt x="262102" y="44876"/>
                </a:lnTo>
                <a:lnTo>
                  <a:pt x="261878" y="43924"/>
                </a:lnTo>
                <a:lnTo>
                  <a:pt x="261627" y="42983"/>
                </a:lnTo>
                <a:lnTo>
                  <a:pt x="261350" y="42051"/>
                </a:lnTo>
                <a:lnTo>
                  <a:pt x="261046" y="41129"/>
                </a:lnTo>
                <a:lnTo>
                  <a:pt x="260716" y="40216"/>
                </a:lnTo>
                <a:lnTo>
                  <a:pt x="260360" y="39314"/>
                </a:lnTo>
                <a:lnTo>
                  <a:pt x="259977" y="38422"/>
                </a:lnTo>
                <a:lnTo>
                  <a:pt x="259567" y="37539"/>
                </a:lnTo>
                <a:lnTo>
                  <a:pt x="259132" y="36667"/>
                </a:lnTo>
                <a:lnTo>
                  <a:pt x="258670" y="35804"/>
                </a:lnTo>
                <a:lnTo>
                  <a:pt x="258181" y="34951"/>
                </a:lnTo>
                <a:lnTo>
                  <a:pt x="257666" y="34108"/>
                </a:lnTo>
                <a:lnTo>
                  <a:pt x="257125" y="33275"/>
                </a:lnTo>
                <a:lnTo>
                  <a:pt x="256557" y="32451"/>
                </a:lnTo>
                <a:lnTo>
                  <a:pt x="255963" y="31638"/>
                </a:lnTo>
                <a:lnTo>
                  <a:pt x="255343" y="30834"/>
                </a:lnTo>
                <a:lnTo>
                  <a:pt x="254586" y="29919"/>
                </a:lnTo>
                <a:lnTo>
                  <a:pt x="253810" y="29042"/>
                </a:lnTo>
                <a:lnTo>
                  <a:pt x="253013" y="28205"/>
                </a:lnTo>
                <a:lnTo>
                  <a:pt x="252196" y="27406"/>
                </a:lnTo>
                <a:lnTo>
                  <a:pt x="251358" y="26647"/>
                </a:lnTo>
                <a:lnTo>
                  <a:pt x="250501" y="25926"/>
                </a:lnTo>
                <a:lnTo>
                  <a:pt x="249623" y="25245"/>
                </a:lnTo>
                <a:lnTo>
                  <a:pt x="248725" y="24602"/>
                </a:lnTo>
                <a:lnTo>
                  <a:pt x="247807" y="23998"/>
                </a:lnTo>
                <a:lnTo>
                  <a:pt x="246868" y="23433"/>
                </a:lnTo>
                <a:lnTo>
                  <a:pt x="245909" y="22907"/>
                </a:lnTo>
                <a:lnTo>
                  <a:pt x="244931" y="22421"/>
                </a:lnTo>
                <a:lnTo>
                  <a:pt x="243931" y="21973"/>
                </a:lnTo>
                <a:lnTo>
                  <a:pt x="242912" y="21564"/>
                </a:lnTo>
                <a:lnTo>
                  <a:pt x="241872" y="21194"/>
                </a:lnTo>
                <a:lnTo>
                  <a:pt x="240812" y="20862"/>
                </a:lnTo>
                <a:lnTo>
                  <a:pt x="239732" y="20570"/>
                </a:lnTo>
                <a:lnTo>
                  <a:pt x="238632" y="20317"/>
                </a:lnTo>
                <a:lnTo>
                  <a:pt x="237511" y="20103"/>
                </a:lnTo>
                <a:lnTo>
                  <a:pt x="236370" y="19928"/>
                </a:lnTo>
                <a:lnTo>
                  <a:pt x="235209" y="19791"/>
                </a:lnTo>
                <a:lnTo>
                  <a:pt x="234028" y="19694"/>
                </a:lnTo>
                <a:lnTo>
                  <a:pt x="232826" y="19635"/>
                </a:lnTo>
                <a:lnTo>
                  <a:pt x="231604" y="19616"/>
                </a:lnTo>
                <a:lnTo>
                  <a:pt x="230931" y="19623"/>
                </a:lnTo>
                <a:lnTo>
                  <a:pt x="230260" y="19645"/>
                </a:lnTo>
                <a:lnTo>
                  <a:pt x="229592" y="19682"/>
                </a:lnTo>
                <a:close/>
                <a:moveTo>
                  <a:pt x="231312" y="24413"/>
                </a:moveTo>
                <a:lnTo>
                  <a:pt x="231930" y="24496"/>
                </a:lnTo>
                <a:lnTo>
                  <a:pt x="232538" y="24602"/>
                </a:lnTo>
                <a:lnTo>
                  <a:pt x="233137" y="24733"/>
                </a:lnTo>
                <a:lnTo>
                  <a:pt x="233726" y="24886"/>
                </a:lnTo>
                <a:lnTo>
                  <a:pt x="234305" y="25064"/>
                </a:lnTo>
                <a:lnTo>
                  <a:pt x="234875" y="25265"/>
                </a:lnTo>
                <a:lnTo>
                  <a:pt x="235435" y="25490"/>
                </a:lnTo>
                <a:lnTo>
                  <a:pt x="235985" y="25738"/>
                </a:lnTo>
                <a:lnTo>
                  <a:pt x="236526" y="26010"/>
                </a:lnTo>
                <a:lnTo>
                  <a:pt x="237057" y="26306"/>
                </a:lnTo>
                <a:lnTo>
                  <a:pt x="237579" y="26625"/>
                </a:lnTo>
                <a:lnTo>
                  <a:pt x="238091" y="26968"/>
                </a:lnTo>
                <a:lnTo>
                  <a:pt x="238593" y="27335"/>
                </a:lnTo>
                <a:lnTo>
                  <a:pt x="239086" y="27726"/>
                </a:lnTo>
                <a:lnTo>
                  <a:pt x="239569" y="28140"/>
                </a:lnTo>
                <a:lnTo>
                  <a:pt x="240042" y="28577"/>
                </a:lnTo>
                <a:lnTo>
                  <a:pt x="240506" y="29039"/>
                </a:lnTo>
                <a:lnTo>
                  <a:pt x="240960" y="29524"/>
                </a:lnTo>
                <a:lnTo>
                  <a:pt x="241405" y="30032"/>
                </a:lnTo>
                <a:lnTo>
                  <a:pt x="241840" y="30565"/>
                </a:lnTo>
                <a:lnTo>
                  <a:pt x="242265" y="31121"/>
                </a:lnTo>
                <a:lnTo>
                  <a:pt x="242874" y="31962"/>
                </a:lnTo>
                <a:lnTo>
                  <a:pt x="243457" y="32829"/>
                </a:lnTo>
                <a:lnTo>
                  <a:pt x="244014" y="33721"/>
                </a:lnTo>
                <a:lnTo>
                  <a:pt x="244546" y="34639"/>
                </a:lnTo>
                <a:lnTo>
                  <a:pt x="245051" y="35582"/>
                </a:lnTo>
                <a:lnTo>
                  <a:pt x="245530" y="36552"/>
                </a:lnTo>
                <a:lnTo>
                  <a:pt x="245984" y="37547"/>
                </a:lnTo>
                <a:lnTo>
                  <a:pt x="246411" y="38567"/>
                </a:lnTo>
                <a:lnTo>
                  <a:pt x="246813" y="39613"/>
                </a:lnTo>
                <a:lnTo>
                  <a:pt x="247189" y="40685"/>
                </a:lnTo>
                <a:lnTo>
                  <a:pt x="247538" y="41782"/>
                </a:lnTo>
                <a:lnTo>
                  <a:pt x="247862" y="42905"/>
                </a:lnTo>
                <a:lnTo>
                  <a:pt x="248160" y="44054"/>
                </a:lnTo>
                <a:lnTo>
                  <a:pt x="248432" y="45228"/>
                </a:lnTo>
                <a:lnTo>
                  <a:pt x="248678" y="46428"/>
                </a:lnTo>
                <a:lnTo>
                  <a:pt x="248899" y="47654"/>
                </a:lnTo>
                <a:lnTo>
                  <a:pt x="249093" y="48905"/>
                </a:lnTo>
                <a:lnTo>
                  <a:pt x="249261" y="50182"/>
                </a:lnTo>
                <a:lnTo>
                  <a:pt x="249404" y="51484"/>
                </a:lnTo>
                <a:lnTo>
                  <a:pt x="249521" y="52813"/>
                </a:lnTo>
                <a:lnTo>
                  <a:pt x="249611" y="54166"/>
                </a:lnTo>
                <a:lnTo>
                  <a:pt x="249676" y="55546"/>
                </a:lnTo>
                <a:lnTo>
                  <a:pt x="249715" y="56951"/>
                </a:lnTo>
                <a:lnTo>
                  <a:pt x="249728" y="58381"/>
                </a:lnTo>
                <a:lnTo>
                  <a:pt x="249720" y="59521"/>
                </a:lnTo>
                <a:lnTo>
                  <a:pt x="249697" y="60632"/>
                </a:lnTo>
                <a:lnTo>
                  <a:pt x="249658" y="61714"/>
                </a:lnTo>
                <a:lnTo>
                  <a:pt x="249604" y="62768"/>
                </a:lnTo>
                <a:lnTo>
                  <a:pt x="249534" y="63794"/>
                </a:lnTo>
                <a:lnTo>
                  <a:pt x="249448" y="64792"/>
                </a:lnTo>
                <a:lnTo>
                  <a:pt x="249347" y="65761"/>
                </a:lnTo>
                <a:lnTo>
                  <a:pt x="249230" y="66702"/>
                </a:lnTo>
                <a:lnTo>
                  <a:pt x="249098" y="67615"/>
                </a:lnTo>
                <a:lnTo>
                  <a:pt x="248951" y="68499"/>
                </a:lnTo>
                <a:lnTo>
                  <a:pt x="248787" y="69355"/>
                </a:lnTo>
                <a:lnTo>
                  <a:pt x="248608" y="70182"/>
                </a:lnTo>
                <a:lnTo>
                  <a:pt x="248414" y="70981"/>
                </a:lnTo>
                <a:lnTo>
                  <a:pt x="248204" y="71752"/>
                </a:lnTo>
                <a:lnTo>
                  <a:pt x="247979" y="72495"/>
                </a:lnTo>
                <a:lnTo>
                  <a:pt x="247738" y="73209"/>
                </a:lnTo>
                <a:lnTo>
                  <a:pt x="247481" y="73895"/>
                </a:lnTo>
                <a:lnTo>
                  <a:pt x="247209" y="74552"/>
                </a:lnTo>
                <a:lnTo>
                  <a:pt x="246922" y="75181"/>
                </a:lnTo>
                <a:lnTo>
                  <a:pt x="246618" y="75782"/>
                </a:lnTo>
                <a:lnTo>
                  <a:pt x="246300" y="76355"/>
                </a:lnTo>
                <a:lnTo>
                  <a:pt x="245966" y="76899"/>
                </a:lnTo>
                <a:lnTo>
                  <a:pt x="245616" y="77414"/>
                </a:lnTo>
                <a:lnTo>
                  <a:pt x="245250" y="77902"/>
                </a:lnTo>
                <a:lnTo>
                  <a:pt x="244873" y="78365"/>
                </a:lnTo>
                <a:lnTo>
                  <a:pt x="244487" y="78809"/>
                </a:lnTo>
                <a:lnTo>
                  <a:pt x="244093" y="79233"/>
                </a:lnTo>
                <a:lnTo>
                  <a:pt x="243691" y="79637"/>
                </a:lnTo>
                <a:lnTo>
                  <a:pt x="243280" y="80022"/>
                </a:lnTo>
                <a:lnTo>
                  <a:pt x="242861" y="80386"/>
                </a:lnTo>
                <a:lnTo>
                  <a:pt x="242433" y="80732"/>
                </a:lnTo>
                <a:lnTo>
                  <a:pt x="241997" y="81057"/>
                </a:lnTo>
                <a:lnTo>
                  <a:pt x="241552" y="81363"/>
                </a:lnTo>
                <a:lnTo>
                  <a:pt x="241100" y="81648"/>
                </a:lnTo>
                <a:lnTo>
                  <a:pt x="240638" y="81915"/>
                </a:lnTo>
                <a:lnTo>
                  <a:pt x="240169" y="82161"/>
                </a:lnTo>
                <a:lnTo>
                  <a:pt x="239691" y="82388"/>
                </a:lnTo>
                <a:lnTo>
                  <a:pt x="239204" y="82595"/>
                </a:lnTo>
                <a:lnTo>
                  <a:pt x="238709" y="82782"/>
                </a:lnTo>
                <a:lnTo>
                  <a:pt x="238206" y="82950"/>
                </a:lnTo>
                <a:lnTo>
                  <a:pt x="237695" y="83098"/>
                </a:lnTo>
                <a:lnTo>
                  <a:pt x="237175" y="83226"/>
                </a:lnTo>
                <a:lnTo>
                  <a:pt x="236646" y="83334"/>
                </a:lnTo>
                <a:lnTo>
                  <a:pt x="236110" y="83423"/>
                </a:lnTo>
                <a:lnTo>
                  <a:pt x="235565" y="83492"/>
                </a:lnTo>
                <a:lnTo>
                  <a:pt x="235011" y="83541"/>
                </a:lnTo>
                <a:lnTo>
                  <a:pt x="234449" y="83571"/>
                </a:lnTo>
                <a:lnTo>
                  <a:pt x="233879" y="83581"/>
                </a:lnTo>
                <a:lnTo>
                  <a:pt x="233115" y="83563"/>
                </a:lnTo>
                <a:lnTo>
                  <a:pt x="232364" y="83509"/>
                </a:lnTo>
                <a:lnTo>
                  <a:pt x="231625" y="83420"/>
                </a:lnTo>
                <a:lnTo>
                  <a:pt x="230899" y="83295"/>
                </a:lnTo>
                <a:lnTo>
                  <a:pt x="230185" y="83134"/>
                </a:lnTo>
                <a:lnTo>
                  <a:pt x="229483" y="82938"/>
                </a:lnTo>
                <a:lnTo>
                  <a:pt x="228794" y="82705"/>
                </a:lnTo>
                <a:lnTo>
                  <a:pt x="228118" y="82437"/>
                </a:lnTo>
                <a:lnTo>
                  <a:pt x="227454" y="82134"/>
                </a:lnTo>
                <a:lnTo>
                  <a:pt x="226802" y="81794"/>
                </a:lnTo>
                <a:lnTo>
                  <a:pt x="226163" y="81419"/>
                </a:lnTo>
                <a:lnTo>
                  <a:pt x="225537" y="81008"/>
                </a:lnTo>
                <a:lnTo>
                  <a:pt x="224923" y="80561"/>
                </a:lnTo>
                <a:lnTo>
                  <a:pt x="224321" y="80079"/>
                </a:lnTo>
                <a:lnTo>
                  <a:pt x="223732" y="79561"/>
                </a:lnTo>
                <a:lnTo>
                  <a:pt x="223155" y="79007"/>
                </a:lnTo>
                <a:lnTo>
                  <a:pt x="222590" y="78417"/>
                </a:lnTo>
                <a:lnTo>
                  <a:pt x="222039" y="77792"/>
                </a:lnTo>
                <a:lnTo>
                  <a:pt x="221499" y="77130"/>
                </a:lnTo>
                <a:lnTo>
                  <a:pt x="220972" y="76434"/>
                </a:lnTo>
                <a:lnTo>
                  <a:pt x="220458" y="75701"/>
                </a:lnTo>
                <a:lnTo>
                  <a:pt x="219956" y="74933"/>
                </a:lnTo>
                <a:lnTo>
                  <a:pt x="219466" y="74129"/>
                </a:lnTo>
                <a:lnTo>
                  <a:pt x="218989" y="73289"/>
                </a:lnTo>
                <a:lnTo>
                  <a:pt x="218528" y="72424"/>
                </a:lnTo>
                <a:lnTo>
                  <a:pt x="218087" y="71546"/>
                </a:lnTo>
                <a:lnTo>
                  <a:pt x="217665" y="70654"/>
                </a:lnTo>
                <a:lnTo>
                  <a:pt x="217263" y="69749"/>
                </a:lnTo>
                <a:lnTo>
                  <a:pt x="216880" y="68830"/>
                </a:lnTo>
                <a:lnTo>
                  <a:pt x="216517" y="67898"/>
                </a:lnTo>
                <a:lnTo>
                  <a:pt x="216174" y="66952"/>
                </a:lnTo>
                <a:lnTo>
                  <a:pt x="215850" y="65992"/>
                </a:lnTo>
                <a:lnTo>
                  <a:pt x="215546" y="65019"/>
                </a:lnTo>
                <a:lnTo>
                  <a:pt x="215262" y="64033"/>
                </a:lnTo>
                <a:lnTo>
                  <a:pt x="214997" y="63033"/>
                </a:lnTo>
                <a:lnTo>
                  <a:pt x="214751" y="62019"/>
                </a:lnTo>
                <a:lnTo>
                  <a:pt x="214526" y="60992"/>
                </a:lnTo>
                <a:lnTo>
                  <a:pt x="214320" y="59951"/>
                </a:lnTo>
                <a:lnTo>
                  <a:pt x="214133" y="58896"/>
                </a:lnTo>
                <a:lnTo>
                  <a:pt x="213967" y="57829"/>
                </a:lnTo>
                <a:lnTo>
                  <a:pt x="213820" y="56747"/>
                </a:lnTo>
                <a:lnTo>
                  <a:pt x="213692" y="55652"/>
                </a:lnTo>
                <a:lnTo>
                  <a:pt x="213584" y="54544"/>
                </a:lnTo>
                <a:lnTo>
                  <a:pt x="213496" y="53422"/>
                </a:lnTo>
                <a:lnTo>
                  <a:pt x="213427" y="52286"/>
                </a:lnTo>
                <a:lnTo>
                  <a:pt x="213378" y="51137"/>
                </a:lnTo>
                <a:lnTo>
                  <a:pt x="213349" y="49974"/>
                </a:lnTo>
                <a:lnTo>
                  <a:pt x="213339" y="48798"/>
                </a:lnTo>
                <a:lnTo>
                  <a:pt x="213343" y="48070"/>
                </a:lnTo>
                <a:lnTo>
                  <a:pt x="213355" y="47353"/>
                </a:lnTo>
                <a:lnTo>
                  <a:pt x="213376" y="46647"/>
                </a:lnTo>
                <a:lnTo>
                  <a:pt x="213404" y="45953"/>
                </a:lnTo>
                <a:lnTo>
                  <a:pt x="213441" y="45269"/>
                </a:lnTo>
                <a:lnTo>
                  <a:pt x="213485" y="44596"/>
                </a:lnTo>
                <a:lnTo>
                  <a:pt x="213538" y="43935"/>
                </a:lnTo>
                <a:lnTo>
                  <a:pt x="213600" y="43285"/>
                </a:lnTo>
                <a:lnTo>
                  <a:pt x="213669" y="42645"/>
                </a:lnTo>
                <a:lnTo>
                  <a:pt x="213746" y="42017"/>
                </a:lnTo>
                <a:lnTo>
                  <a:pt x="213832" y="41400"/>
                </a:lnTo>
                <a:lnTo>
                  <a:pt x="213925" y="40794"/>
                </a:lnTo>
                <a:lnTo>
                  <a:pt x="214027" y="40199"/>
                </a:lnTo>
                <a:lnTo>
                  <a:pt x="214137" y="39616"/>
                </a:lnTo>
                <a:lnTo>
                  <a:pt x="214255" y="39043"/>
                </a:lnTo>
                <a:lnTo>
                  <a:pt x="214381" y="38481"/>
                </a:lnTo>
                <a:lnTo>
                  <a:pt x="214516" y="37931"/>
                </a:lnTo>
                <a:lnTo>
                  <a:pt x="214658" y="37391"/>
                </a:lnTo>
                <a:lnTo>
                  <a:pt x="214809" y="36863"/>
                </a:lnTo>
                <a:lnTo>
                  <a:pt x="214968" y="36346"/>
                </a:lnTo>
                <a:lnTo>
                  <a:pt x="215135" y="35840"/>
                </a:lnTo>
                <a:lnTo>
                  <a:pt x="215310" y="35345"/>
                </a:lnTo>
                <a:lnTo>
                  <a:pt x="215493" y="34861"/>
                </a:lnTo>
                <a:lnTo>
                  <a:pt x="215684" y="34388"/>
                </a:lnTo>
                <a:lnTo>
                  <a:pt x="215882" y="33926"/>
                </a:lnTo>
                <a:lnTo>
                  <a:pt x="216085" y="33477"/>
                </a:lnTo>
                <a:lnTo>
                  <a:pt x="216293" y="33039"/>
                </a:lnTo>
                <a:lnTo>
                  <a:pt x="216507" y="32612"/>
                </a:lnTo>
                <a:lnTo>
                  <a:pt x="216725" y="32197"/>
                </a:lnTo>
                <a:lnTo>
                  <a:pt x="216948" y="31795"/>
                </a:lnTo>
                <a:lnTo>
                  <a:pt x="217176" y="31403"/>
                </a:lnTo>
                <a:lnTo>
                  <a:pt x="217410" y="31024"/>
                </a:lnTo>
                <a:lnTo>
                  <a:pt x="217648" y="30656"/>
                </a:lnTo>
                <a:lnTo>
                  <a:pt x="217892" y="30300"/>
                </a:lnTo>
                <a:lnTo>
                  <a:pt x="218140" y="29955"/>
                </a:lnTo>
                <a:lnTo>
                  <a:pt x="218394" y="29623"/>
                </a:lnTo>
                <a:lnTo>
                  <a:pt x="218653" y="29302"/>
                </a:lnTo>
                <a:lnTo>
                  <a:pt x="218916" y="28992"/>
                </a:lnTo>
                <a:lnTo>
                  <a:pt x="219185" y="28695"/>
                </a:lnTo>
                <a:lnTo>
                  <a:pt x="219459" y="28409"/>
                </a:lnTo>
                <a:lnTo>
                  <a:pt x="219738" y="28135"/>
                </a:lnTo>
                <a:lnTo>
                  <a:pt x="220022" y="27872"/>
                </a:lnTo>
                <a:lnTo>
                  <a:pt x="220311" y="27621"/>
                </a:lnTo>
                <a:lnTo>
                  <a:pt x="220605" y="27382"/>
                </a:lnTo>
                <a:lnTo>
                  <a:pt x="220904" y="27155"/>
                </a:lnTo>
                <a:lnTo>
                  <a:pt x="221208" y="26939"/>
                </a:lnTo>
                <a:lnTo>
                  <a:pt x="221518" y="26735"/>
                </a:lnTo>
                <a:lnTo>
                  <a:pt x="221832" y="26543"/>
                </a:lnTo>
                <a:lnTo>
                  <a:pt x="222149" y="26361"/>
                </a:lnTo>
                <a:lnTo>
                  <a:pt x="222466" y="26186"/>
                </a:lnTo>
                <a:lnTo>
                  <a:pt x="222782" y="26019"/>
                </a:lnTo>
                <a:lnTo>
                  <a:pt x="223099" y="25860"/>
                </a:lnTo>
                <a:lnTo>
                  <a:pt x="223415" y="25708"/>
                </a:lnTo>
                <a:lnTo>
                  <a:pt x="223731" y="25565"/>
                </a:lnTo>
                <a:lnTo>
                  <a:pt x="224047" y="25429"/>
                </a:lnTo>
                <a:lnTo>
                  <a:pt x="224363" y="25301"/>
                </a:lnTo>
                <a:lnTo>
                  <a:pt x="224679" y="25180"/>
                </a:lnTo>
                <a:lnTo>
                  <a:pt x="224995" y="25068"/>
                </a:lnTo>
                <a:lnTo>
                  <a:pt x="225310" y="24963"/>
                </a:lnTo>
                <a:lnTo>
                  <a:pt x="225626" y="24866"/>
                </a:lnTo>
                <a:lnTo>
                  <a:pt x="225941" y="24777"/>
                </a:lnTo>
                <a:lnTo>
                  <a:pt x="226256" y="24695"/>
                </a:lnTo>
                <a:lnTo>
                  <a:pt x="226571" y="24621"/>
                </a:lnTo>
                <a:lnTo>
                  <a:pt x="226886" y="24555"/>
                </a:lnTo>
                <a:lnTo>
                  <a:pt x="227201" y="24497"/>
                </a:lnTo>
                <a:lnTo>
                  <a:pt x="227516" y="24446"/>
                </a:lnTo>
                <a:lnTo>
                  <a:pt x="227830" y="24404"/>
                </a:lnTo>
                <a:lnTo>
                  <a:pt x="228145" y="24369"/>
                </a:lnTo>
                <a:lnTo>
                  <a:pt x="228459" y="24342"/>
                </a:lnTo>
                <a:lnTo>
                  <a:pt x="228773" y="24322"/>
                </a:lnTo>
                <a:lnTo>
                  <a:pt x="229087" y="24311"/>
                </a:lnTo>
                <a:lnTo>
                  <a:pt x="229401" y="24307"/>
                </a:lnTo>
                <a:lnTo>
                  <a:pt x="230048" y="24319"/>
                </a:lnTo>
                <a:lnTo>
                  <a:pt x="230685" y="24354"/>
                </a:lnTo>
                <a:lnTo>
                  <a:pt x="231312" y="24413"/>
                </a:lnTo>
                <a:close/>
                <a:moveTo>
                  <a:pt x="155616" y="115064"/>
                </a:moveTo>
                <a:lnTo>
                  <a:pt x="155189" y="115059"/>
                </a:lnTo>
                <a:lnTo>
                  <a:pt x="154774" y="115049"/>
                </a:lnTo>
                <a:lnTo>
                  <a:pt x="154370" y="115036"/>
                </a:lnTo>
                <a:lnTo>
                  <a:pt x="153977" y="115020"/>
                </a:lnTo>
                <a:lnTo>
                  <a:pt x="153596" y="114999"/>
                </a:lnTo>
                <a:lnTo>
                  <a:pt x="153226" y="114975"/>
                </a:lnTo>
                <a:lnTo>
                  <a:pt x="152868" y="114947"/>
                </a:lnTo>
                <a:lnTo>
                  <a:pt x="152522" y="114916"/>
                </a:lnTo>
                <a:lnTo>
                  <a:pt x="152186" y="114881"/>
                </a:lnTo>
                <a:lnTo>
                  <a:pt x="151863" y="114842"/>
                </a:lnTo>
                <a:lnTo>
                  <a:pt x="151550" y="114799"/>
                </a:lnTo>
                <a:lnTo>
                  <a:pt x="151250" y="114753"/>
                </a:lnTo>
                <a:lnTo>
                  <a:pt x="150960" y="114703"/>
                </a:lnTo>
                <a:lnTo>
                  <a:pt x="150683" y="114649"/>
                </a:lnTo>
                <a:lnTo>
                  <a:pt x="150416" y="114592"/>
                </a:lnTo>
                <a:lnTo>
                  <a:pt x="150161" y="114531"/>
                </a:lnTo>
                <a:lnTo>
                  <a:pt x="149918" y="114466"/>
                </a:lnTo>
                <a:lnTo>
                  <a:pt x="149686" y="114398"/>
                </a:lnTo>
                <a:lnTo>
                  <a:pt x="149466" y="114326"/>
                </a:lnTo>
                <a:lnTo>
                  <a:pt x="149257" y="114250"/>
                </a:lnTo>
                <a:lnTo>
                  <a:pt x="149059" y="114170"/>
                </a:lnTo>
                <a:lnTo>
                  <a:pt x="148873" y="114087"/>
                </a:lnTo>
                <a:lnTo>
                  <a:pt x="148699" y="114000"/>
                </a:lnTo>
                <a:lnTo>
                  <a:pt x="148532" y="113910"/>
                </a:lnTo>
                <a:lnTo>
                  <a:pt x="148370" y="113817"/>
                </a:lnTo>
                <a:lnTo>
                  <a:pt x="148211" y="113722"/>
                </a:lnTo>
                <a:lnTo>
                  <a:pt x="148057" y="113624"/>
                </a:lnTo>
                <a:lnTo>
                  <a:pt x="147907" y="113523"/>
                </a:lnTo>
                <a:lnTo>
                  <a:pt x="147761" y="113420"/>
                </a:lnTo>
                <a:lnTo>
                  <a:pt x="147620" y="113314"/>
                </a:lnTo>
                <a:lnTo>
                  <a:pt x="147483" y="113206"/>
                </a:lnTo>
                <a:lnTo>
                  <a:pt x="147349" y="113095"/>
                </a:lnTo>
                <a:lnTo>
                  <a:pt x="147221" y="112982"/>
                </a:lnTo>
                <a:lnTo>
                  <a:pt x="147096" y="112866"/>
                </a:lnTo>
                <a:lnTo>
                  <a:pt x="146975" y="112747"/>
                </a:lnTo>
                <a:lnTo>
                  <a:pt x="146859" y="112626"/>
                </a:lnTo>
                <a:lnTo>
                  <a:pt x="146747" y="112502"/>
                </a:lnTo>
                <a:lnTo>
                  <a:pt x="146639" y="112376"/>
                </a:lnTo>
                <a:lnTo>
                  <a:pt x="146535" y="112247"/>
                </a:lnTo>
                <a:lnTo>
                  <a:pt x="146435" y="112115"/>
                </a:lnTo>
                <a:lnTo>
                  <a:pt x="146340" y="111981"/>
                </a:lnTo>
                <a:lnTo>
                  <a:pt x="146249" y="111844"/>
                </a:lnTo>
                <a:lnTo>
                  <a:pt x="146162" y="111705"/>
                </a:lnTo>
                <a:lnTo>
                  <a:pt x="146079" y="111563"/>
                </a:lnTo>
                <a:lnTo>
                  <a:pt x="146000" y="111418"/>
                </a:lnTo>
                <a:lnTo>
                  <a:pt x="145926" y="111271"/>
                </a:lnTo>
                <a:lnTo>
                  <a:pt x="145856" y="111121"/>
                </a:lnTo>
                <a:lnTo>
                  <a:pt x="145789" y="110962"/>
                </a:lnTo>
                <a:lnTo>
                  <a:pt x="145725" y="110786"/>
                </a:lnTo>
                <a:lnTo>
                  <a:pt x="145664" y="110592"/>
                </a:lnTo>
                <a:lnTo>
                  <a:pt x="145606" y="110382"/>
                </a:lnTo>
                <a:lnTo>
                  <a:pt x="145551" y="110155"/>
                </a:lnTo>
                <a:lnTo>
                  <a:pt x="145498" y="109911"/>
                </a:lnTo>
                <a:lnTo>
                  <a:pt x="145449" y="109650"/>
                </a:lnTo>
                <a:lnTo>
                  <a:pt x="145402" y="109372"/>
                </a:lnTo>
                <a:lnTo>
                  <a:pt x="145358" y="109078"/>
                </a:lnTo>
                <a:lnTo>
                  <a:pt x="145317" y="108766"/>
                </a:lnTo>
                <a:lnTo>
                  <a:pt x="145278" y="108437"/>
                </a:lnTo>
                <a:lnTo>
                  <a:pt x="145243" y="108092"/>
                </a:lnTo>
                <a:lnTo>
                  <a:pt x="145210" y="107730"/>
                </a:lnTo>
                <a:lnTo>
                  <a:pt x="145180" y="107350"/>
                </a:lnTo>
                <a:lnTo>
                  <a:pt x="145153" y="106954"/>
                </a:lnTo>
                <a:lnTo>
                  <a:pt x="145129" y="106541"/>
                </a:lnTo>
                <a:lnTo>
                  <a:pt x="145108" y="106111"/>
                </a:lnTo>
                <a:lnTo>
                  <a:pt x="145090" y="105664"/>
                </a:lnTo>
                <a:lnTo>
                  <a:pt x="145074" y="105201"/>
                </a:lnTo>
                <a:lnTo>
                  <a:pt x="145061" y="104720"/>
                </a:lnTo>
                <a:lnTo>
                  <a:pt x="145051" y="104222"/>
                </a:lnTo>
                <a:lnTo>
                  <a:pt x="145044" y="103708"/>
                </a:lnTo>
                <a:lnTo>
                  <a:pt x="145040" y="103177"/>
                </a:lnTo>
                <a:lnTo>
                  <a:pt x="145039" y="102628"/>
                </a:lnTo>
                <a:lnTo>
                  <a:pt x="145039" y="82799"/>
                </a:lnTo>
                <a:lnTo>
                  <a:pt x="145333" y="83062"/>
                </a:lnTo>
                <a:lnTo>
                  <a:pt x="145626" y="83317"/>
                </a:lnTo>
                <a:lnTo>
                  <a:pt x="145916" y="83565"/>
                </a:lnTo>
                <a:lnTo>
                  <a:pt x="146203" y="83806"/>
                </a:lnTo>
                <a:lnTo>
                  <a:pt x="146488" y="84039"/>
                </a:lnTo>
                <a:lnTo>
                  <a:pt x="146771" y="84265"/>
                </a:lnTo>
                <a:lnTo>
                  <a:pt x="147051" y="84483"/>
                </a:lnTo>
                <a:lnTo>
                  <a:pt x="147329" y="84694"/>
                </a:lnTo>
                <a:lnTo>
                  <a:pt x="147604" y="84898"/>
                </a:lnTo>
                <a:lnTo>
                  <a:pt x="147876" y="85094"/>
                </a:lnTo>
                <a:lnTo>
                  <a:pt x="148147" y="85283"/>
                </a:lnTo>
                <a:lnTo>
                  <a:pt x="148414" y="85464"/>
                </a:lnTo>
                <a:lnTo>
                  <a:pt x="148680" y="85638"/>
                </a:lnTo>
                <a:lnTo>
                  <a:pt x="148943" y="85805"/>
                </a:lnTo>
                <a:lnTo>
                  <a:pt x="149203" y="85964"/>
                </a:lnTo>
                <a:lnTo>
                  <a:pt x="149461" y="86116"/>
                </a:lnTo>
                <a:lnTo>
                  <a:pt x="149716" y="86260"/>
                </a:lnTo>
                <a:lnTo>
                  <a:pt x="149969" y="86397"/>
                </a:lnTo>
                <a:lnTo>
                  <a:pt x="150220" y="86527"/>
                </a:lnTo>
                <a:lnTo>
                  <a:pt x="150468" y="86649"/>
                </a:lnTo>
                <a:lnTo>
                  <a:pt x="150713" y="86764"/>
                </a:lnTo>
                <a:lnTo>
                  <a:pt x="150956" y="86871"/>
                </a:lnTo>
                <a:lnTo>
                  <a:pt x="151197" y="86971"/>
                </a:lnTo>
                <a:lnTo>
                  <a:pt x="151435" y="87063"/>
                </a:lnTo>
                <a:lnTo>
                  <a:pt x="151757" y="87185"/>
                </a:lnTo>
                <a:lnTo>
                  <a:pt x="152085" y="87302"/>
                </a:lnTo>
                <a:lnTo>
                  <a:pt x="152417" y="87413"/>
                </a:lnTo>
                <a:lnTo>
                  <a:pt x="152754" y="87520"/>
                </a:lnTo>
                <a:lnTo>
                  <a:pt x="153096" y="87621"/>
                </a:lnTo>
                <a:lnTo>
                  <a:pt x="153443" y="87716"/>
                </a:lnTo>
                <a:lnTo>
                  <a:pt x="153795" y="87807"/>
                </a:lnTo>
                <a:lnTo>
                  <a:pt x="154152" y="87893"/>
                </a:lnTo>
                <a:lnTo>
                  <a:pt x="154513" y="87973"/>
                </a:lnTo>
                <a:lnTo>
                  <a:pt x="154880" y="88048"/>
                </a:lnTo>
                <a:lnTo>
                  <a:pt x="155252" y="88118"/>
                </a:lnTo>
                <a:lnTo>
                  <a:pt x="155628" y="88183"/>
                </a:lnTo>
                <a:lnTo>
                  <a:pt x="156010" y="88242"/>
                </a:lnTo>
                <a:lnTo>
                  <a:pt x="156396" y="88297"/>
                </a:lnTo>
                <a:lnTo>
                  <a:pt x="156788" y="88346"/>
                </a:lnTo>
                <a:lnTo>
                  <a:pt x="157184" y="88390"/>
                </a:lnTo>
                <a:lnTo>
                  <a:pt x="157585" y="88429"/>
                </a:lnTo>
                <a:lnTo>
                  <a:pt x="157991" y="88463"/>
                </a:lnTo>
                <a:lnTo>
                  <a:pt x="158403" y="88491"/>
                </a:lnTo>
                <a:lnTo>
                  <a:pt x="158819" y="88515"/>
                </a:lnTo>
                <a:lnTo>
                  <a:pt x="159240" y="88533"/>
                </a:lnTo>
                <a:lnTo>
                  <a:pt x="159666" y="88546"/>
                </a:lnTo>
                <a:lnTo>
                  <a:pt x="160096" y="88553"/>
                </a:lnTo>
                <a:lnTo>
                  <a:pt x="160532" y="88556"/>
                </a:lnTo>
                <a:lnTo>
                  <a:pt x="161532" y="88540"/>
                </a:lnTo>
                <a:lnTo>
                  <a:pt x="162517" y="88493"/>
                </a:lnTo>
                <a:lnTo>
                  <a:pt x="163488" y="88415"/>
                </a:lnTo>
                <a:lnTo>
                  <a:pt x="164445" y="88306"/>
                </a:lnTo>
                <a:lnTo>
                  <a:pt x="165388" y="88165"/>
                </a:lnTo>
                <a:lnTo>
                  <a:pt x="166316" y="87992"/>
                </a:lnTo>
                <a:lnTo>
                  <a:pt x="167230" y="87789"/>
                </a:lnTo>
                <a:lnTo>
                  <a:pt x="168129" y="87554"/>
                </a:lnTo>
                <a:lnTo>
                  <a:pt x="169014" y="87288"/>
                </a:lnTo>
                <a:lnTo>
                  <a:pt x="169885" y="86990"/>
                </a:lnTo>
                <a:lnTo>
                  <a:pt x="170742" y="86662"/>
                </a:lnTo>
                <a:lnTo>
                  <a:pt x="171584" y="86302"/>
                </a:lnTo>
                <a:lnTo>
                  <a:pt x="172412" y="85910"/>
                </a:lnTo>
                <a:lnTo>
                  <a:pt x="173226" y="85488"/>
                </a:lnTo>
                <a:lnTo>
                  <a:pt x="174025" y="85034"/>
                </a:lnTo>
                <a:lnTo>
                  <a:pt x="174810" y="84548"/>
                </a:lnTo>
                <a:lnTo>
                  <a:pt x="175581" y="84032"/>
                </a:lnTo>
                <a:lnTo>
                  <a:pt x="176337" y="83484"/>
                </a:lnTo>
                <a:lnTo>
                  <a:pt x="177079" y="82905"/>
                </a:lnTo>
                <a:lnTo>
                  <a:pt x="177807" y="82294"/>
                </a:lnTo>
                <a:lnTo>
                  <a:pt x="178520" y="81652"/>
                </a:lnTo>
                <a:lnTo>
                  <a:pt x="179219" y="80979"/>
                </a:lnTo>
                <a:lnTo>
                  <a:pt x="179904" y="80274"/>
                </a:lnTo>
                <a:lnTo>
                  <a:pt x="180575" y="79539"/>
                </a:lnTo>
                <a:lnTo>
                  <a:pt x="181363" y="78612"/>
                </a:lnTo>
                <a:lnTo>
                  <a:pt x="182118" y="77664"/>
                </a:lnTo>
                <a:lnTo>
                  <a:pt x="182840" y="76696"/>
                </a:lnTo>
                <a:lnTo>
                  <a:pt x="183528" y="75709"/>
                </a:lnTo>
                <a:lnTo>
                  <a:pt x="184183" y="74701"/>
                </a:lnTo>
                <a:lnTo>
                  <a:pt x="184803" y="73672"/>
                </a:lnTo>
                <a:lnTo>
                  <a:pt x="185391" y="72624"/>
                </a:lnTo>
                <a:lnTo>
                  <a:pt x="185945" y="71555"/>
                </a:lnTo>
                <a:lnTo>
                  <a:pt x="186465" y="70466"/>
                </a:lnTo>
                <a:lnTo>
                  <a:pt x="186951" y="69357"/>
                </a:lnTo>
                <a:lnTo>
                  <a:pt x="187404" y="68228"/>
                </a:lnTo>
                <a:lnTo>
                  <a:pt x="187824" y="67078"/>
                </a:lnTo>
                <a:lnTo>
                  <a:pt x="188210" y="65909"/>
                </a:lnTo>
                <a:lnTo>
                  <a:pt x="188562" y="64719"/>
                </a:lnTo>
                <a:lnTo>
                  <a:pt x="188881" y="63508"/>
                </a:lnTo>
                <a:lnTo>
                  <a:pt x="189166" y="62278"/>
                </a:lnTo>
                <a:lnTo>
                  <a:pt x="189418" y="61027"/>
                </a:lnTo>
                <a:lnTo>
                  <a:pt x="189636" y="59757"/>
                </a:lnTo>
                <a:lnTo>
                  <a:pt x="189821" y="58466"/>
                </a:lnTo>
                <a:lnTo>
                  <a:pt x="189972" y="57154"/>
                </a:lnTo>
                <a:lnTo>
                  <a:pt x="190089" y="55823"/>
                </a:lnTo>
                <a:lnTo>
                  <a:pt x="190173" y="54471"/>
                </a:lnTo>
                <a:lnTo>
                  <a:pt x="190224" y="53099"/>
                </a:lnTo>
                <a:lnTo>
                  <a:pt x="190240" y="51707"/>
                </a:lnTo>
                <a:lnTo>
                  <a:pt x="190226" y="50463"/>
                </a:lnTo>
                <a:lnTo>
                  <a:pt x="190185" y="49238"/>
                </a:lnTo>
                <a:lnTo>
                  <a:pt x="190115" y="48033"/>
                </a:lnTo>
                <a:lnTo>
                  <a:pt x="190017" y="46848"/>
                </a:lnTo>
                <a:lnTo>
                  <a:pt x="189892" y="45682"/>
                </a:lnTo>
                <a:lnTo>
                  <a:pt x="189738" y="44536"/>
                </a:lnTo>
                <a:lnTo>
                  <a:pt x="189557" y="43410"/>
                </a:lnTo>
                <a:lnTo>
                  <a:pt x="189348" y="42304"/>
                </a:lnTo>
                <a:lnTo>
                  <a:pt x="189111" y="41217"/>
                </a:lnTo>
                <a:lnTo>
                  <a:pt x="188846" y="40150"/>
                </a:lnTo>
                <a:lnTo>
                  <a:pt x="188553" y="39103"/>
                </a:lnTo>
                <a:lnTo>
                  <a:pt x="188233" y="38075"/>
                </a:lnTo>
                <a:lnTo>
                  <a:pt x="187884" y="37067"/>
                </a:lnTo>
                <a:lnTo>
                  <a:pt x="187508" y="36079"/>
                </a:lnTo>
                <a:lnTo>
                  <a:pt x="187103" y="35111"/>
                </a:lnTo>
                <a:lnTo>
                  <a:pt x="186671" y="34162"/>
                </a:lnTo>
                <a:lnTo>
                  <a:pt x="186211" y="33233"/>
                </a:lnTo>
                <a:lnTo>
                  <a:pt x="185723" y="32324"/>
                </a:lnTo>
                <a:lnTo>
                  <a:pt x="185207" y="31435"/>
                </a:lnTo>
                <a:lnTo>
                  <a:pt x="184663" y="30565"/>
                </a:lnTo>
                <a:lnTo>
                  <a:pt x="184092" y="29715"/>
                </a:lnTo>
                <a:lnTo>
                  <a:pt x="183492" y="28884"/>
                </a:lnTo>
                <a:lnTo>
                  <a:pt x="182865" y="28074"/>
                </a:lnTo>
                <a:lnTo>
                  <a:pt x="182209" y="27283"/>
                </a:lnTo>
                <a:lnTo>
                  <a:pt x="181659" y="26657"/>
                </a:lnTo>
                <a:lnTo>
                  <a:pt x="181097" y="26058"/>
                </a:lnTo>
                <a:lnTo>
                  <a:pt x="180524" y="25486"/>
                </a:lnTo>
                <a:lnTo>
                  <a:pt x="179939" y="24940"/>
                </a:lnTo>
                <a:lnTo>
                  <a:pt x="179343" y="24421"/>
                </a:lnTo>
                <a:lnTo>
                  <a:pt x="178736" y="23929"/>
                </a:lnTo>
                <a:lnTo>
                  <a:pt x="178117" y="23463"/>
                </a:lnTo>
                <a:lnTo>
                  <a:pt x="177487" y="23023"/>
                </a:lnTo>
                <a:lnTo>
                  <a:pt x="176846" y="22611"/>
                </a:lnTo>
                <a:lnTo>
                  <a:pt x="176193" y="22225"/>
                </a:lnTo>
                <a:lnTo>
                  <a:pt x="175529" y="21865"/>
                </a:lnTo>
                <a:lnTo>
                  <a:pt x="174853" y="21533"/>
                </a:lnTo>
                <a:lnTo>
                  <a:pt x="174167" y="21227"/>
                </a:lnTo>
                <a:lnTo>
                  <a:pt x="173468" y="20947"/>
                </a:lnTo>
                <a:lnTo>
                  <a:pt x="172759" y="20694"/>
                </a:lnTo>
                <a:lnTo>
                  <a:pt x="172038" y="20468"/>
                </a:lnTo>
                <a:lnTo>
                  <a:pt x="171306" y="20268"/>
                </a:lnTo>
                <a:lnTo>
                  <a:pt x="170562" y="20095"/>
                </a:lnTo>
                <a:lnTo>
                  <a:pt x="169807" y="19949"/>
                </a:lnTo>
                <a:lnTo>
                  <a:pt x="169041" y="19829"/>
                </a:lnTo>
                <a:lnTo>
                  <a:pt x="168264" y="19736"/>
                </a:lnTo>
                <a:lnTo>
                  <a:pt x="167475" y="19669"/>
                </a:lnTo>
                <a:lnTo>
                  <a:pt x="166674" y="19629"/>
                </a:lnTo>
                <a:lnTo>
                  <a:pt x="165863" y="19616"/>
                </a:lnTo>
                <a:lnTo>
                  <a:pt x="165396" y="19622"/>
                </a:lnTo>
                <a:lnTo>
                  <a:pt x="164931" y="19639"/>
                </a:lnTo>
                <a:lnTo>
                  <a:pt x="164467" y="19669"/>
                </a:lnTo>
                <a:lnTo>
                  <a:pt x="164006" y="19710"/>
                </a:lnTo>
                <a:lnTo>
                  <a:pt x="163546" y="19762"/>
                </a:lnTo>
                <a:lnTo>
                  <a:pt x="163089" y="19827"/>
                </a:lnTo>
                <a:lnTo>
                  <a:pt x="162633" y="19903"/>
                </a:lnTo>
                <a:lnTo>
                  <a:pt x="162179" y="19991"/>
                </a:lnTo>
                <a:lnTo>
                  <a:pt x="161727" y="20091"/>
                </a:lnTo>
                <a:lnTo>
                  <a:pt x="161276" y="20202"/>
                </a:lnTo>
                <a:lnTo>
                  <a:pt x="160828" y="20325"/>
                </a:lnTo>
                <a:lnTo>
                  <a:pt x="160381" y="20460"/>
                </a:lnTo>
                <a:lnTo>
                  <a:pt x="159936" y="20606"/>
                </a:lnTo>
                <a:lnTo>
                  <a:pt x="159494" y="20765"/>
                </a:lnTo>
                <a:lnTo>
                  <a:pt x="159053" y="20935"/>
                </a:lnTo>
                <a:lnTo>
                  <a:pt x="158613" y="21116"/>
                </a:lnTo>
                <a:lnTo>
                  <a:pt x="158176" y="21310"/>
                </a:lnTo>
                <a:lnTo>
                  <a:pt x="157740" y="21515"/>
                </a:lnTo>
                <a:lnTo>
                  <a:pt x="157307" y="21732"/>
                </a:lnTo>
                <a:lnTo>
                  <a:pt x="156875" y="21960"/>
                </a:lnTo>
                <a:lnTo>
                  <a:pt x="156445" y="22201"/>
                </a:lnTo>
                <a:lnTo>
                  <a:pt x="156017" y="22453"/>
                </a:lnTo>
                <a:lnTo>
                  <a:pt x="155591" y="22716"/>
                </a:lnTo>
                <a:lnTo>
                  <a:pt x="155166" y="22992"/>
                </a:lnTo>
                <a:lnTo>
                  <a:pt x="154743" y="23282"/>
                </a:lnTo>
                <a:lnTo>
                  <a:pt x="154320" y="23591"/>
                </a:lnTo>
                <a:lnTo>
                  <a:pt x="153896" y="23917"/>
                </a:lnTo>
                <a:lnTo>
                  <a:pt x="153473" y="24262"/>
                </a:lnTo>
                <a:lnTo>
                  <a:pt x="153050" y="24625"/>
                </a:lnTo>
                <a:lnTo>
                  <a:pt x="152628" y="25006"/>
                </a:lnTo>
                <a:lnTo>
                  <a:pt x="152205" y="25406"/>
                </a:lnTo>
                <a:lnTo>
                  <a:pt x="151782" y="25823"/>
                </a:lnTo>
                <a:lnTo>
                  <a:pt x="151360" y="26258"/>
                </a:lnTo>
                <a:lnTo>
                  <a:pt x="150938" y="26712"/>
                </a:lnTo>
                <a:lnTo>
                  <a:pt x="150516" y="27184"/>
                </a:lnTo>
                <a:lnTo>
                  <a:pt x="150094" y="27674"/>
                </a:lnTo>
                <a:lnTo>
                  <a:pt x="149672" y="28182"/>
                </a:lnTo>
                <a:lnTo>
                  <a:pt x="149250" y="28708"/>
                </a:lnTo>
                <a:lnTo>
                  <a:pt x="148828" y="29252"/>
                </a:lnTo>
                <a:lnTo>
                  <a:pt x="148407" y="29815"/>
                </a:lnTo>
                <a:lnTo>
                  <a:pt x="147985" y="30395"/>
                </a:lnTo>
                <a:lnTo>
                  <a:pt x="147564" y="30994"/>
                </a:lnTo>
                <a:lnTo>
                  <a:pt x="147143" y="31611"/>
                </a:lnTo>
                <a:lnTo>
                  <a:pt x="146722" y="32246"/>
                </a:lnTo>
                <a:lnTo>
                  <a:pt x="146301" y="32899"/>
                </a:lnTo>
                <a:lnTo>
                  <a:pt x="145880" y="33571"/>
                </a:lnTo>
                <a:lnTo>
                  <a:pt x="145459" y="34260"/>
                </a:lnTo>
                <a:lnTo>
                  <a:pt x="145039" y="34968"/>
                </a:lnTo>
                <a:lnTo>
                  <a:pt x="145039" y="19758"/>
                </a:lnTo>
                <a:lnTo>
                  <a:pt x="142338" y="19758"/>
                </a:lnTo>
                <a:lnTo>
                  <a:pt x="122295" y="27867"/>
                </a:lnTo>
                <a:lnTo>
                  <a:pt x="123148" y="30141"/>
                </a:lnTo>
                <a:lnTo>
                  <a:pt x="123366" y="30060"/>
                </a:lnTo>
                <a:lnTo>
                  <a:pt x="123580" y="29982"/>
                </a:lnTo>
                <a:lnTo>
                  <a:pt x="123791" y="29908"/>
                </a:lnTo>
                <a:lnTo>
                  <a:pt x="123999" y="29837"/>
                </a:lnTo>
                <a:lnTo>
                  <a:pt x="124204" y="29770"/>
                </a:lnTo>
                <a:lnTo>
                  <a:pt x="124405" y="29706"/>
                </a:lnTo>
                <a:lnTo>
                  <a:pt x="124604" y="29646"/>
                </a:lnTo>
                <a:lnTo>
                  <a:pt x="124799" y="29589"/>
                </a:lnTo>
                <a:lnTo>
                  <a:pt x="124991" y="29535"/>
                </a:lnTo>
                <a:lnTo>
                  <a:pt x="125179" y="29485"/>
                </a:lnTo>
                <a:lnTo>
                  <a:pt x="125365" y="29438"/>
                </a:lnTo>
                <a:lnTo>
                  <a:pt x="125547" y="29395"/>
                </a:lnTo>
                <a:lnTo>
                  <a:pt x="125726" y="29355"/>
                </a:lnTo>
                <a:lnTo>
                  <a:pt x="125902" y="29319"/>
                </a:lnTo>
                <a:lnTo>
                  <a:pt x="126074" y="29286"/>
                </a:lnTo>
                <a:lnTo>
                  <a:pt x="126244" y="29257"/>
                </a:lnTo>
                <a:lnTo>
                  <a:pt x="126410" y="29231"/>
                </a:lnTo>
                <a:lnTo>
                  <a:pt x="126573" y="29208"/>
                </a:lnTo>
                <a:lnTo>
                  <a:pt x="126733" y="29189"/>
                </a:lnTo>
                <a:lnTo>
                  <a:pt x="126889" y="29174"/>
                </a:lnTo>
                <a:lnTo>
                  <a:pt x="127043" y="29162"/>
                </a:lnTo>
                <a:lnTo>
                  <a:pt x="127193" y="29153"/>
                </a:lnTo>
                <a:lnTo>
                  <a:pt x="127340" y="29148"/>
                </a:lnTo>
                <a:lnTo>
                  <a:pt x="127484" y="29146"/>
                </a:lnTo>
                <a:lnTo>
                  <a:pt x="127660" y="29148"/>
                </a:lnTo>
                <a:lnTo>
                  <a:pt x="127833" y="29152"/>
                </a:lnTo>
                <a:lnTo>
                  <a:pt x="128003" y="29160"/>
                </a:lnTo>
                <a:lnTo>
                  <a:pt x="128170" y="29170"/>
                </a:lnTo>
                <a:lnTo>
                  <a:pt x="128334" y="29183"/>
                </a:lnTo>
                <a:lnTo>
                  <a:pt x="128494" y="29200"/>
                </a:lnTo>
                <a:lnTo>
                  <a:pt x="128652" y="29219"/>
                </a:lnTo>
                <a:lnTo>
                  <a:pt x="128806" y="29241"/>
                </a:lnTo>
                <a:lnTo>
                  <a:pt x="128958" y="29267"/>
                </a:lnTo>
                <a:lnTo>
                  <a:pt x="129106" y="29295"/>
                </a:lnTo>
                <a:lnTo>
                  <a:pt x="129252" y="29326"/>
                </a:lnTo>
                <a:lnTo>
                  <a:pt x="129394" y="29360"/>
                </a:lnTo>
                <a:lnTo>
                  <a:pt x="129533" y="29397"/>
                </a:lnTo>
                <a:lnTo>
                  <a:pt x="129669" y="29437"/>
                </a:lnTo>
                <a:lnTo>
                  <a:pt x="129802" y="29480"/>
                </a:lnTo>
                <a:lnTo>
                  <a:pt x="129932" y="29526"/>
                </a:lnTo>
                <a:lnTo>
                  <a:pt x="130058" y="29575"/>
                </a:lnTo>
                <a:lnTo>
                  <a:pt x="130182" y="29627"/>
                </a:lnTo>
                <a:lnTo>
                  <a:pt x="130303" y="29682"/>
                </a:lnTo>
                <a:lnTo>
                  <a:pt x="130420" y="29740"/>
                </a:lnTo>
                <a:lnTo>
                  <a:pt x="130535" y="29801"/>
                </a:lnTo>
                <a:lnTo>
                  <a:pt x="130646" y="29865"/>
                </a:lnTo>
                <a:lnTo>
                  <a:pt x="130754" y="29932"/>
                </a:lnTo>
                <a:lnTo>
                  <a:pt x="130860" y="30001"/>
                </a:lnTo>
                <a:lnTo>
                  <a:pt x="130962" y="30074"/>
                </a:lnTo>
                <a:lnTo>
                  <a:pt x="131062" y="30149"/>
                </a:lnTo>
                <a:lnTo>
                  <a:pt x="131160" y="30228"/>
                </a:lnTo>
                <a:lnTo>
                  <a:pt x="131255" y="30309"/>
                </a:lnTo>
                <a:lnTo>
                  <a:pt x="131349" y="30394"/>
                </a:lnTo>
                <a:lnTo>
                  <a:pt x="131439" y="30481"/>
                </a:lnTo>
                <a:lnTo>
                  <a:pt x="131528" y="30572"/>
                </a:lnTo>
                <a:lnTo>
                  <a:pt x="131614" y="30665"/>
                </a:lnTo>
                <a:lnTo>
                  <a:pt x="131697" y="30761"/>
                </a:lnTo>
                <a:lnTo>
                  <a:pt x="131779" y="30861"/>
                </a:lnTo>
                <a:lnTo>
                  <a:pt x="131858" y="30963"/>
                </a:lnTo>
                <a:lnTo>
                  <a:pt x="131935" y="31068"/>
                </a:lnTo>
                <a:lnTo>
                  <a:pt x="132009" y="31176"/>
                </a:lnTo>
                <a:lnTo>
                  <a:pt x="132081" y="31287"/>
                </a:lnTo>
                <a:lnTo>
                  <a:pt x="132151" y="31401"/>
                </a:lnTo>
                <a:lnTo>
                  <a:pt x="132218" y="31519"/>
                </a:lnTo>
                <a:lnTo>
                  <a:pt x="132283" y="31639"/>
                </a:lnTo>
                <a:lnTo>
                  <a:pt x="132345" y="31762"/>
                </a:lnTo>
                <a:lnTo>
                  <a:pt x="132406" y="31888"/>
                </a:lnTo>
                <a:lnTo>
                  <a:pt x="132464" y="32017"/>
                </a:lnTo>
                <a:lnTo>
                  <a:pt x="132519" y="32149"/>
                </a:lnTo>
                <a:lnTo>
                  <a:pt x="132572" y="32283"/>
                </a:lnTo>
                <a:lnTo>
                  <a:pt x="132623" y="32421"/>
                </a:lnTo>
                <a:lnTo>
                  <a:pt x="132672" y="32562"/>
                </a:lnTo>
                <a:lnTo>
                  <a:pt x="132718" y="32712"/>
                </a:lnTo>
                <a:lnTo>
                  <a:pt x="132763" y="32879"/>
                </a:lnTo>
                <a:lnTo>
                  <a:pt x="132805" y="33061"/>
                </a:lnTo>
                <a:lnTo>
                  <a:pt x="132846" y="33259"/>
                </a:lnTo>
                <a:lnTo>
                  <a:pt x="132884" y="33474"/>
                </a:lnTo>
                <a:lnTo>
                  <a:pt x="132921" y="33704"/>
                </a:lnTo>
                <a:lnTo>
                  <a:pt x="132955" y="33951"/>
                </a:lnTo>
                <a:lnTo>
                  <a:pt x="132988" y="34213"/>
                </a:lnTo>
                <a:lnTo>
                  <a:pt x="133018" y="34492"/>
                </a:lnTo>
                <a:lnTo>
                  <a:pt x="133047" y="34786"/>
                </a:lnTo>
                <a:lnTo>
                  <a:pt x="133074" y="35097"/>
                </a:lnTo>
                <a:lnTo>
                  <a:pt x="133098" y="35424"/>
                </a:lnTo>
                <a:lnTo>
                  <a:pt x="133121" y="35767"/>
                </a:lnTo>
                <a:lnTo>
                  <a:pt x="133142" y="36126"/>
                </a:lnTo>
                <a:lnTo>
                  <a:pt x="133161" y="36501"/>
                </a:lnTo>
                <a:lnTo>
                  <a:pt x="133177" y="36892"/>
                </a:lnTo>
                <a:lnTo>
                  <a:pt x="133192" y="37299"/>
                </a:lnTo>
                <a:lnTo>
                  <a:pt x="133205" y="37722"/>
                </a:lnTo>
                <a:lnTo>
                  <a:pt x="133216" y="38161"/>
                </a:lnTo>
                <a:lnTo>
                  <a:pt x="133225" y="38616"/>
                </a:lnTo>
                <a:lnTo>
                  <a:pt x="133232" y="39088"/>
                </a:lnTo>
                <a:lnTo>
                  <a:pt x="133237" y="39575"/>
                </a:lnTo>
                <a:lnTo>
                  <a:pt x="133240" y="40078"/>
                </a:lnTo>
                <a:lnTo>
                  <a:pt x="133241" y="40598"/>
                </a:lnTo>
                <a:lnTo>
                  <a:pt x="133241" y="102193"/>
                </a:lnTo>
                <a:lnTo>
                  <a:pt x="133239" y="102776"/>
                </a:lnTo>
                <a:lnTo>
                  <a:pt x="133235" y="103341"/>
                </a:lnTo>
                <a:lnTo>
                  <a:pt x="133229" y="103887"/>
                </a:lnTo>
                <a:lnTo>
                  <a:pt x="133220" y="104414"/>
                </a:lnTo>
                <a:lnTo>
                  <a:pt x="133208" y="104923"/>
                </a:lnTo>
                <a:lnTo>
                  <a:pt x="133194" y="105413"/>
                </a:lnTo>
                <a:lnTo>
                  <a:pt x="133177" y="105885"/>
                </a:lnTo>
                <a:lnTo>
                  <a:pt x="133158" y="106337"/>
                </a:lnTo>
                <a:lnTo>
                  <a:pt x="133136" y="106772"/>
                </a:lnTo>
                <a:lnTo>
                  <a:pt x="133111" y="107187"/>
                </a:lnTo>
                <a:lnTo>
                  <a:pt x="133084" y="107584"/>
                </a:lnTo>
                <a:lnTo>
                  <a:pt x="133054" y="107962"/>
                </a:lnTo>
                <a:lnTo>
                  <a:pt x="133022" y="108322"/>
                </a:lnTo>
                <a:lnTo>
                  <a:pt x="132987" y="108662"/>
                </a:lnTo>
                <a:lnTo>
                  <a:pt x="132949" y="108985"/>
                </a:lnTo>
                <a:lnTo>
                  <a:pt x="132909" y="109288"/>
                </a:lnTo>
                <a:lnTo>
                  <a:pt x="132866" y="109573"/>
                </a:lnTo>
                <a:lnTo>
                  <a:pt x="132821" y="109840"/>
                </a:lnTo>
                <a:lnTo>
                  <a:pt x="132773" y="110087"/>
                </a:lnTo>
                <a:lnTo>
                  <a:pt x="132722" y="110316"/>
                </a:lnTo>
                <a:lnTo>
                  <a:pt x="132669" y="110527"/>
                </a:lnTo>
                <a:lnTo>
                  <a:pt x="132613" y="110718"/>
                </a:lnTo>
                <a:lnTo>
                  <a:pt x="132555" y="110891"/>
                </a:lnTo>
                <a:lnTo>
                  <a:pt x="132494" y="111046"/>
                </a:lnTo>
                <a:lnTo>
                  <a:pt x="132431" y="111190"/>
                </a:lnTo>
                <a:lnTo>
                  <a:pt x="132366" y="111330"/>
                </a:lnTo>
                <a:lnTo>
                  <a:pt x="132298" y="111467"/>
                </a:lnTo>
                <a:lnTo>
                  <a:pt x="132229" y="111600"/>
                </a:lnTo>
                <a:lnTo>
                  <a:pt x="132157" y="111731"/>
                </a:lnTo>
                <a:lnTo>
                  <a:pt x="132083" y="111858"/>
                </a:lnTo>
                <a:lnTo>
                  <a:pt x="132008" y="111981"/>
                </a:lnTo>
                <a:lnTo>
                  <a:pt x="131930" y="112101"/>
                </a:lnTo>
                <a:lnTo>
                  <a:pt x="131850" y="112218"/>
                </a:lnTo>
                <a:lnTo>
                  <a:pt x="131767" y="112332"/>
                </a:lnTo>
                <a:lnTo>
                  <a:pt x="131683" y="112442"/>
                </a:lnTo>
                <a:lnTo>
                  <a:pt x="131597" y="112549"/>
                </a:lnTo>
                <a:lnTo>
                  <a:pt x="131509" y="112653"/>
                </a:lnTo>
                <a:lnTo>
                  <a:pt x="131418" y="112753"/>
                </a:lnTo>
                <a:lnTo>
                  <a:pt x="131325" y="112850"/>
                </a:lnTo>
                <a:lnTo>
                  <a:pt x="131231" y="112943"/>
                </a:lnTo>
                <a:lnTo>
                  <a:pt x="131134" y="113033"/>
                </a:lnTo>
                <a:lnTo>
                  <a:pt x="131035" y="113120"/>
                </a:lnTo>
                <a:lnTo>
                  <a:pt x="130934" y="113204"/>
                </a:lnTo>
                <a:lnTo>
                  <a:pt x="130831" y="113284"/>
                </a:lnTo>
                <a:lnTo>
                  <a:pt x="130726" y="113361"/>
                </a:lnTo>
                <a:lnTo>
                  <a:pt x="130618" y="113434"/>
                </a:lnTo>
                <a:lnTo>
                  <a:pt x="130509" y="113504"/>
                </a:lnTo>
                <a:lnTo>
                  <a:pt x="130398" y="113571"/>
                </a:lnTo>
                <a:lnTo>
                  <a:pt x="130165" y="113699"/>
                </a:lnTo>
                <a:lnTo>
                  <a:pt x="129928" y="113821"/>
                </a:lnTo>
                <a:lnTo>
                  <a:pt x="129687" y="113937"/>
                </a:lnTo>
                <a:lnTo>
                  <a:pt x="129442" y="114048"/>
                </a:lnTo>
                <a:lnTo>
                  <a:pt x="129193" y="114153"/>
                </a:lnTo>
                <a:lnTo>
                  <a:pt x="128941" y="114252"/>
                </a:lnTo>
                <a:lnTo>
                  <a:pt x="128684" y="114345"/>
                </a:lnTo>
                <a:lnTo>
                  <a:pt x="128423" y="114433"/>
                </a:lnTo>
                <a:lnTo>
                  <a:pt x="128159" y="114515"/>
                </a:lnTo>
                <a:lnTo>
                  <a:pt x="127890" y="114592"/>
                </a:lnTo>
                <a:lnTo>
                  <a:pt x="127618" y="114663"/>
                </a:lnTo>
                <a:lnTo>
                  <a:pt x="127342" y="114728"/>
                </a:lnTo>
                <a:lnTo>
                  <a:pt x="127061" y="114787"/>
                </a:lnTo>
                <a:lnTo>
                  <a:pt x="126777" y="114841"/>
                </a:lnTo>
                <a:lnTo>
                  <a:pt x="126489" y="114889"/>
                </a:lnTo>
                <a:lnTo>
                  <a:pt x="126196" y="114931"/>
                </a:lnTo>
                <a:lnTo>
                  <a:pt x="125900" y="114968"/>
                </a:lnTo>
                <a:lnTo>
                  <a:pt x="125600" y="114999"/>
                </a:lnTo>
                <a:lnTo>
                  <a:pt x="125296" y="115024"/>
                </a:lnTo>
                <a:lnTo>
                  <a:pt x="124988" y="115044"/>
                </a:lnTo>
                <a:lnTo>
                  <a:pt x="124676" y="115058"/>
                </a:lnTo>
                <a:lnTo>
                  <a:pt x="124360" y="115066"/>
                </a:lnTo>
                <a:lnTo>
                  <a:pt x="124041" y="115069"/>
                </a:lnTo>
                <a:lnTo>
                  <a:pt x="123717" y="115066"/>
                </a:lnTo>
                <a:lnTo>
                  <a:pt x="123717" y="112081"/>
                </a:lnTo>
                <a:lnTo>
                  <a:pt x="48452" y="112081"/>
                </a:lnTo>
                <a:lnTo>
                  <a:pt x="48452" y="117980"/>
                </a:lnTo>
                <a:lnTo>
                  <a:pt x="123717" y="117980"/>
                </a:lnTo>
                <a:lnTo>
                  <a:pt x="123717" y="117696"/>
                </a:lnTo>
                <a:lnTo>
                  <a:pt x="156055" y="117696"/>
                </a:lnTo>
                <a:lnTo>
                  <a:pt x="156055" y="115066"/>
                </a:lnTo>
                <a:lnTo>
                  <a:pt x="155616" y="115064"/>
                </a:lnTo>
                <a:close/>
                <a:moveTo>
                  <a:pt x="146461" y="37773"/>
                </a:moveTo>
                <a:lnTo>
                  <a:pt x="146912" y="37302"/>
                </a:lnTo>
                <a:lnTo>
                  <a:pt x="147351" y="36850"/>
                </a:lnTo>
                <a:lnTo>
                  <a:pt x="147779" y="36415"/>
                </a:lnTo>
                <a:lnTo>
                  <a:pt x="148195" y="35998"/>
                </a:lnTo>
                <a:lnTo>
                  <a:pt x="148600" y="35599"/>
                </a:lnTo>
                <a:lnTo>
                  <a:pt x="148993" y="35218"/>
                </a:lnTo>
                <a:lnTo>
                  <a:pt x="149374" y="34854"/>
                </a:lnTo>
                <a:lnTo>
                  <a:pt x="149744" y="34508"/>
                </a:lnTo>
                <a:lnTo>
                  <a:pt x="150102" y="34180"/>
                </a:lnTo>
                <a:lnTo>
                  <a:pt x="150449" y="33869"/>
                </a:lnTo>
                <a:lnTo>
                  <a:pt x="150784" y="33576"/>
                </a:lnTo>
                <a:lnTo>
                  <a:pt x="151107" y="33301"/>
                </a:lnTo>
                <a:lnTo>
                  <a:pt x="151419" y="33044"/>
                </a:lnTo>
                <a:lnTo>
                  <a:pt x="151719" y="32805"/>
                </a:lnTo>
                <a:lnTo>
                  <a:pt x="152008" y="32583"/>
                </a:lnTo>
                <a:lnTo>
                  <a:pt x="152285" y="32379"/>
                </a:lnTo>
                <a:lnTo>
                  <a:pt x="152550" y="32193"/>
                </a:lnTo>
                <a:lnTo>
                  <a:pt x="152804" y="32024"/>
                </a:lnTo>
                <a:lnTo>
                  <a:pt x="153046" y="31873"/>
                </a:lnTo>
                <a:lnTo>
                  <a:pt x="153277" y="31740"/>
                </a:lnTo>
                <a:lnTo>
                  <a:pt x="153496" y="31625"/>
                </a:lnTo>
                <a:lnTo>
                  <a:pt x="153775" y="31486"/>
                </a:lnTo>
                <a:lnTo>
                  <a:pt x="154053" y="31353"/>
                </a:lnTo>
                <a:lnTo>
                  <a:pt x="154332" y="31226"/>
                </a:lnTo>
                <a:lnTo>
                  <a:pt x="154612" y="31104"/>
                </a:lnTo>
                <a:lnTo>
                  <a:pt x="154891" y="30989"/>
                </a:lnTo>
                <a:lnTo>
                  <a:pt x="155171" y="30880"/>
                </a:lnTo>
                <a:lnTo>
                  <a:pt x="155451" y="30776"/>
                </a:lnTo>
                <a:lnTo>
                  <a:pt x="155731" y="30679"/>
                </a:lnTo>
                <a:lnTo>
                  <a:pt x="156011" y="30587"/>
                </a:lnTo>
                <a:lnTo>
                  <a:pt x="156292" y="30501"/>
                </a:lnTo>
                <a:lnTo>
                  <a:pt x="156573" y="30421"/>
                </a:lnTo>
                <a:lnTo>
                  <a:pt x="156854" y="30347"/>
                </a:lnTo>
                <a:lnTo>
                  <a:pt x="157136" y="30279"/>
                </a:lnTo>
                <a:lnTo>
                  <a:pt x="157417" y="30217"/>
                </a:lnTo>
                <a:lnTo>
                  <a:pt x="157699" y="30161"/>
                </a:lnTo>
                <a:lnTo>
                  <a:pt x="157982" y="30111"/>
                </a:lnTo>
                <a:lnTo>
                  <a:pt x="158264" y="30066"/>
                </a:lnTo>
                <a:lnTo>
                  <a:pt x="158547" y="30028"/>
                </a:lnTo>
                <a:lnTo>
                  <a:pt x="158830" y="29995"/>
                </a:lnTo>
                <a:lnTo>
                  <a:pt x="159113" y="29969"/>
                </a:lnTo>
                <a:lnTo>
                  <a:pt x="159396" y="29948"/>
                </a:lnTo>
                <a:lnTo>
                  <a:pt x="159680" y="29933"/>
                </a:lnTo>
                <a:lnTo>
                  <a:pt x="159964" y="29924"/>
                </a:lnTo>
                <a:lnTo>
                  <a:pt x="160248" y="29921"/>
                </a:lnTo>
                <a:lnTo>
                  <a:pt x="160766" y="29931"/>
                </a:lnTo>
                <a:lnTo>
                  <a:pt x="161279" y="29960"/>
                </a:lnTo>
                <a:lnTo>
                  <a:pt x="161785" y="30008"/>
                </a:lnTo>
                <a:lnTo>
                  <a:pt x="162285" y="30075"/>
                </a:lnTo>
                <a:lnTo>
                  <a:pt x="162780" y="30162"/>
                </a:lnTo>
                <a:lnTo>
                  <a:pt x="163269" y="30267"/>
                </a:lnTo>
                <a:lnTo>
                  <a:pt x="163751" y="30392"/>
                </a:lnTo>
                <a:lnTo>
                  <a:pt x="164228" y="30537"/>
                </a:lnTo>
                <a:lnTo>
                  <a:pt x="164699" y="30700"/>
                </a:lnTo>
                <a:lnTo>
                  <a:pt x="165164" y="30883"/>
                </a:lnTo>
                <a:lnTo>
                  <a:pt x="165623" y="31085"/>
                </a:lnTo>
                <a:lnTo>
                  <a:pt x="166076" y="31306"/>
                </a:lnTo>
                <a:lnTo>
                  <a:pt x="166523" y="31546"/>
                </a:lnTo>
                <a:lnTo>
                  <a:pt x="166964" y="31806"/>
                </a:lnTo>
                <a:lnTo>
                  <a:pt x="167400" y="32084"/>
                </a:lnTo>
                <a:lnTo>
                  <a:pt x="167829" y="32382"/>
                </a:lnTo>
                <a:lnTo>
                  <a:pt x="168252" y="32700"/>
                </a:lnTo>
                <a:lnTo>
                  <a:pt x="168670" y="33036"/>
                </a:lnTo>
                <a:lnTo>
                  <a:pt x="169082" y="33392"/>
                </a:lnTo>
                <a:lnTo>
                  <a:pt x="169487" y="33767"/>
                </a:lnTo>
                <a:lnTo>
                  <a:pt x="169887" y="34161"/>
                </a:lnTo>
                <a:lnTo>
                  <a:pt x="170281" y="34574"/>
                </a:lnTo>
                <a:lnTo>
                  <a:pt x="170669" y="35007"/>
                </a:lnTo>
                <a:lnTo>
                  <a:pt x="171051" y="35458"/>
                </a:lnTo>
                <a:lnTo>
                  <a:pt x="171584" y="36139"/>
                </a:lnTo>
                <a:lnTo>
                  <a:pt x="172095" y="36843"/>
                </a:lnTo>
                <a:lnTo>
                  <a:pt x="172583" y="37571"/>
                </a:lnTo>
                <a:lnTo>
                  <a:pt x="173049" y="38323"/>
                </a:lnTo>
                <a:lnTo>
                  <a:pt x="173492" y="39099"/>
                </a:lnTo>
                <a:lnTo>
                  <a:pt x="173912" y="39899"/>
                </a:lnTo>
                <a:lnTo>
                  <a:pt x="174309" y="40722"/>
                </a:lnTo>
                <a:lnTo>
                  <a:pt x="174684" y="41570"/>
                </a:lnTo>
                <a:lnTo>
                  <a:pt x="175035" y="42442"/>
                </a:lnTo>
                <a:lnTo>
                  <a:pt x="175365" y="43337"/>
                </a:lnTo>
                <a:lnTo>
                  <a:pt x="175671" y="44256"/>
                </a:lnTo>
                <a:lnTo>
                  <a:pt x="175955" y="45200"/>
                </a:lnTo>
                <a:lnTo>
                  <a:pt x="176216" y="46167"/>
                </a:lnTo>
                <a:lnTo>
                  <a:pt x="176454" y="47158"/>
                </a:lnTo>
                <a:lnTo>
                  <a:pt x="176670" y="48173"/>
                </a:lnTo>
                <a:lnTo>
                  <a:pt x="176863" y="49212"/>
                </a:lnTo>
                <a:lnTo>
                  <a:pt x="177033" y="50275"/>
                </a:lnTo>
                <a:lnTo>
                  <a:pt x="177181" y="51361"/>
                </a:lnTo>
                <a:lnTo>
                  <a:pt x="177306" y="52472"/>
                </a:lnTo>
                <a:lnTo>
                  <a:pt x="177408" y="53606"/>
                </a:lnTo>
                <a:lnTo>
                  <a:pt x="177487" y="54765"/>
                </a:lnTo>
                <a:lnTo>
                  <a:pt x="177544" y="55947"/>
                </a:lnTo>
                <a:lnTo>
                  <a:pt x="177578" y="57153"/>
                </a:lnTo>
                <a:lnTo>
                  <a:pt x="177590" y="58384"/>
                </a:lnTo>
                <a:lnTo>
                  <a:pt x="177580" y="59468"/>
                </a:lnTo>
                <a:lnTo>
                  <a:pt x="177550" y="60531"/>
                </a:lnTo>
                <a:lnTo>
                  <a:pt x="177500" y="61575"/>
                </a:lnTo>
                <a:lnTo>
                  <a:pt x="177430" y="62597"/>
                </a:lnTo>
                <a:lnTo>
                  <a:pt x="177340" y="63600"/>
                </a:lnTo>
                <a:lnTo>
                  <a:pt x="177230" y="64582"/>
                </a:lnTo>
                <a:lnTo>
                  <a:pt x="177100" y="65543"/>
                </a:lnTo>
                <a:lnTo>
                  <a:pt x="176950" y="66484"/>
                </a:lnTo>
                <a:lnTo>
                  <a:pt x="176780" y="67404"/>
                </a:lnTo>
                <a:lnTo>
                  <a:pt x="176590" y="68304"/>
                </a:lnTo>
                <a:lnTo>
                  <a:pt x="176380" y="69184"/>
                </a:lnTo>
                <a:lnTo>
                  <a:pt x="176150" y="70043"/>
                </a:lnTo>
                <a:lnTo>
                  <a:pt x="175901" y="70881"/>
                </a:lnTo>
                <a:lnTo>
                  <a:pt x="175631" y="71699"/>
                </a:lnTo>
                <a:lnTo>
                  <a:pt x="175341" y="72497"/>
                </a:lnTo>
                <a:lnTo>
                  <a:pt x="175031" y="73274"/>
                </a:lnTo>
                <a:lnTo>
                  <a:pt x="174701" y="74031"/>
                </a:lnTo>
                <a:lnTo>
                  <a:pt x="174351" y="74767"/>
                </a:lnTo>
                <a:lnTo>
                  <a:pt x="173982" y="75483"/>
                </a:lnTo>
                <a:lnTo>
                  <a:pt x="173592" y="76178"/>
                </a:lnTo>
                <a:lnTo>
                  <a:pt x="173182" y="76853"/>
                </a:lnTo>
                <a:lnTo>
                  <a:pt x="172752" y="77507"/>
                </a:lnTo>
                <a:lnTo>
                  <a:pt x="172302" y="78141"/>
                </a:lnTo>
                <a:lnTo>
                  <a:pt x="171833" y="78755"/>
                </a:lnTo>
                <a:lnTo>
                  <a:pt x="171461" y="79206"/>
                </a:lnTo>
                <a:lnTo>
                  <a:pt x="171080" y="79639"/>
                </a:lnTo>
                <a:lnTo>
                  <a:pt x="170689" y="80052"/>
                </a:lnTo>
                <a:lnTo>
                  <a:pt x="170289" y="80447"/>
                </a:lnTo>
                <a:lnTo>
                  <a:pt x="169879" y="80821"/>
                </a:lnTo>
                <a:lnTo>
                  <a:pt x="169461" y="81177"/>
                </a:lnTo>
                <a:lnTo>
                  <a:pt x="169033" y="81514"/>
                </a:lnTo>
                <a:lnTo>
                  <a:pt x="168595" y="81831"/>
                </a:lnTo>
                <a:lnTo>
                  <a:pt x="168148" y="82129"/>
                </a:lnTo>
                <a:lnTo>
                  <a:pt x="167692" y="82408"/>
                </a:lnTo>
                <a:lnTo>
                  <a:pt x="167226" y="82667"/>
                </a:lnTo>
                <a:lnTo>
                  <a:pt x="166751" y="82907"/>
                </a:lnTo>
                <a:lnTo>
                  <a:pt x="166267" y="83129"/>
                </a:lnTo>
                <a:lnTo>
                  <a:pt x="165773" y="83330"/>
                </a:lnTo>
                <a:lnTo>
                  <a:pt x="165270" y="83513"/>
                </a:lnTo>
                <a:lnTo>
                  <a:pt x="164757" y="83676"/>
                </a:lnTo>
                <a:lnTo>
                  <a:pt x="164235" y="83821"/>
                </a:lnTo>
                <a:lnTo>
                  <a:pt x="163704" y="83946"/>
                </a:lnTo>
                <a:lnTo>
                  <a:pt x="163163" y="84051"/>
                </a:lnTo>
                <a:lnTo>
                  <a:pt x="162613" y="84138"/>
                </a:lnTo>
                <a:lnTo>
                  <a:pt x="162054" y="84205"/>
                </a:lnTo>
                <a:lnTo>
                  <a:pt x="161485" y="84253"/>
                </a:lnTo>
                <a:lnTo>
                  <a:pt x="160907" y="84282"/>
                </a:lnTo>
                <a:lnTo>
                  <a:pt x="160319" y="84292"/>
                </a:lnTo>
                <a:lnTo>
                  <a:pt x="159831" y="84286"/>
                </a:lnTo>
                <a:lnTo>
                  <a:pt x="159350" y="84270"/>
                </a:lnTo>
                <a:lnTo>
                  <a:pt x="158876" y="84243"/>
                </a:lnTo>
                <a:lnTo>
                  <a:pt x="158409" y="84205"/>
                </a:lnTo>
                <a:lnTo>
                  <a:pt x="157949" y="84156"/>
                </a:lnTo>
                <a:lnTo>
                  <a:pt x="157496" y="84096"/>
                </a:lnTo>
                <a:lnTo>
                  <a:pt x="157050" y="84026"/>
                </a:lnTo>
                <a:lnTo>
                  <a:pt x="156611" y="83945"/>
                </a:lnTo>
                <a:lnTo>
                  <a:pt x="156180" y="83853"/>
                </a:lnTo>
                <a:lnTo>
                  <a:pt x="155755" y="83750"/>
                </a:lnTo>
                <a:lnTo>
                  <a:pt x="155337" y="83636"/>
                </a:lnTo>
                <a:lnTo>
                  <a:pt x="154926" y="83511"/>
                </a:lnTo>
                <a:lnTo>
                  <a:pt x="154523" y="83375"/>
                </a:lnTo>
                <a:lnTo>
                  <a:pt x="154126" y="83229"/>
                </a:lnTo>
                <a:lnTo>
                  <a:pt x="153737" y="83072"/>
                </a:lnTo>
                <a:lnTo>
                  <a:pt x="153354" y="82904"/>
                </a:lnTo>
                <a:lnTo>
                  <a:pt x="152978" y="82725"/>
                </a:lnTo>
                <a:lnTo>
                  <a:pt x="152610" y="82535"/>
                </a:lnTo>
                <a:lnTo>
                  <a:pt x="152248" y="82335"/>
                </a:lnTo>
                <a:lnTo>
                  <a:pt x="151894" y="82123"/>
                </a:lnTo>
                <a:lnTo>
                  <a:pt x="151547" y="81901"/>
                </a:lnTo>
                <a:lnTo>
                  <a:pt x="151206" y="81668"/>
                </a:lnTo>
                <a:lnTo>
                  <a:pt x="150873" y="81424"/>
                </a:lnTo>
                <a:lnTo>
                  <a:pt x="150547" y="81169"/>
                </a:lnTo>
                <a:lnTo>
                  <a:pt x="150229" y="80907"/>
                </a:lnTo>
                <a:lnTo>
                  <a:pt x="149921" y="80642"/>
                </a:lnTo>
                <a:lnTo>
                  <a:pt x="149623" y="80373"/>
                </a:lnTo>
                <a:lnTo>
                  <a:pt x="149335" y="80100"/>
                </a:lnTo>
                <a:lnTo>
                  <a:pt x="149058" y="79825"/>
                </a:lnTo>
                <a:lnTo>
                  <a:pt x="148790" y="79545"/>
                </a:lnTo>
                <a:lnTo>
                  <a:pt x="148532" y="79263"/>
                </a:lnTo>
                <a:lnTo>
                  <a:pt x="148284" y="78977"/>
                </a:lnTo>
                <a:lnTo>
                  <a:pt x="148046" y="78687"/>
                </a:lnTo>
                <a:lnTo>
                  <a:pt x="147818" y="78394"/>
                </a:lnTo>
                <a:lnTo>
                  <a:pt x="147601" y="78097"/>
                </a:lnTo>
                <a:lnTo>
                  <a:pt x="147393" y="77797"/>
                </a:lnTo>
                <a:lnTo>
                  <a:pt x="147195" y="77494"/>
                </a:lnTo>
                <a:lnTo>
                  <a:pt x="147007" y="77187"/>
                </a:lnTo>
                <a:lnTo>
                  <a:pt x="146829" y="76877"/>
                </a:lnTo>
                <a:lnTo>
                  <a:pt x="146661" y="76563"/>
                </a:lnTo>
                <a:lnTo>
                  <a:pt x="146503" y="76246"/>
                </a:lnTo>
                <a:lnTo>
                  <a:pt x="146356" y="75925"/>
                </a:lnTo>
                <a:lnTo>
                  <a:pt x="146218" y="75601"/>
                </a:lnTo>
                <a:lnTo>
                  <a:pt x="146090" y="75273"/>
                </a:lnTo>
                <a:lnTo>
                  <a:pt x="145972" y="74942"/>
                </a:lnTo>
                <a:lnTo>
                  <a:pt x="145864" y="74608"/>
                </a:lnTo>
                <a:lnTo>
                  <a:pt x="145766" y="74270"/>
                </a:lnTo>
                <a:lnTo>
                  <a:pt x="145678" y="73928"/>
                </a:lnTo>
                <a:lnTo>
                  <a:pt x="145626" y="73712"/>
                </a:lnTo>
                <a:lnTo>
                  <a:pt x="145576" y="73477"/>
                </a:lnTo>
                <a:lnTo>
                  <a:pt x="145528" y="73223"/>
                </a:lnTo>
                <a:lnTo>
                  <a:pt x="145483" y="72951"/>
                </a:lnTo>
                <a:lnTo>
                  <a:pt x="145439" y="72660"/>
                </a:lnTo>
                <a:lnTo>
                  <a:pt x="145398" y="72350"/>
                </a:lnTo>
                <a:lnTo>
                  <a:pt x="145359" y="72021"/>
                </a:lnTo>
                <a:lnTo>
                  <a:pt x="145323" y="71673"/>
                </a:lnTo>
                <a:lnTo>
                  <a:pt x="145288" y="71307"/>
                </a:lnTo>
                <a:lnTo>
                  <a:pt x="145256" y="70922"/>
                </a:lnTo>
                <a:lnTo>
                  <a:pt x="145226" y="70519"/>
                </a:lnTo>
                <a:lnTo>
                  <a:pt x="145198" y="70096"/>
                </a:lnTo>
                <a:lnTo>
                  <a:pt x="145173" y="69655"/>
                </a:lnTo>
                <a:lnTo>
                  <a:pt x="145150" y="69195"/>
                </a:lnTo>
                <a:lnTo>
                  <a:pt x="145128" y="68716"/>
                </a:lnTo>
                <a:lnTo>
                  <a:pt x="145110" y="68219"/>
                </a:lnTo>
                <a:lnTo>
                  <a:pt x="145093" y="67703"/>
                </a:lnTo>
                <a:lnTo>
                  <a:pt x="145078" y="67168"/>
                </a:lnTo>
                <a:lnTo>
                  <a:pt x="145066" y="66614"/>
                </a:lnTo>
                <a:lnTo>
                  <a:pt x="145056" y="66042"/>
                </a:lnTo>
                <a:lnTo>
                  <a:pt x="145049" y="65451"/>
                </a:lnTo>
                <a:lnTo>
                  <a:pt x="145043" y="64841"/>
                </a:lnTo>
                <a:lnTo>
                  <a:pt x="145040" y="64213"/>
                </a:lnTo>
                <a:lnTo>
                  <a:pt x="145039" y="63565"/>
                </a:lnTo>
                <a:lnTo>
                  <a:pt x="145039" y="39290"/>
                </a:lnTo>
                <a:lnTo>
                  <a:pt x="145524" y="38766"/>
                </a:lnTo>
                <a:lnTo>
                  <a:pt x="145998" y="38261"/>
                </a:lnTo>
                <a:lnTo>
                  <a:pt x="146461" y="37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x">
            <a:extLst xmlns:a="http://schemas.openxmlformats.org/drawingml/2006/main">
              <a:ext uri="{FF2B5EF4-FFF2-40B4-BE49-F238E27FC236}">
                <a16:creationId xmlns:a16="http://schemas.microsoft.com/office/drawing/2014/main" id="{FFD0C1D0-13DA-4FDC-B48B-47A7EE7B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825" y="2820446"/>
            <a:ext cx="80596" cy="67945"/>
          </a:xfrm>
          <a:custGeom xmlns:a="http://schemas.openxmlformats.org/drawingml/2006/main">
            <a:pathLst>
              <a:path w="80596" h="67945">
                <a:moveTo>
                  <a:pt x="13219" y="4264"/>
                </a:moveTo>
                <a:lnTo>
                  <a:pt x="38024" y="0"/>
                </a:lnTo>
                <a:cubicBezTo>
                  <a:pt x="42525" y="7067"/>
                  <a:pt x="45699" y="14846"/>
                  <a:pt x="47547" y="23336"/>
                </a:cubicBezTo>
                <a:cubicBezTo>
                  <a:pt x="52191" y="16458"/>
                  <a:pt x="55697" y="11644"/>
                  <a:pt x="58066" y="8893"/>
                </a:cubicBezTo>
                <a:cubicBezTo>
                  <a:pt x="61241" y="5194"/>
                  <a:pt x="63858" y="2787"/>
                  <a:pt x="65919" y="1672"/>
                </a:cubicBezTo>
                <a:cubicBezTo>
                  <a:pt x="67981" y="557"/>
                  <a:pt x="70172" y="0"/>
                  <a:pt x="72494" y="0"/>
                </a:cubicBezTo>
                <a:cubicBezTo>
                  <a:pt x="75100" y="0"/>
                  <a:pt x="77102" y="717"/>
                  <a:pt x="78499" y="2152"/>
                </a:cubicBezTo>
                <a:cubicBezTo>
                  <a:pt x="79897" y="3585"/>
                  <a:pt x="80596" y="5521"/>
                  <a:pt x="80596" y="7960"/>
                </a:cubicBezTo>
                <a:cubicBezTo>
                  <a:pt x="80596" y="10255"/>
                  <a:pt x="79897" y="12132"/>
                  <a:pt x="78499" y="13590"/>
                </a:cubicBezTo>
                <a:cubicBezTo>
                  <a:pt x="77102" y="15049"/>
                  <a:pt x="75360" y="15778"/>
                  <a:pt x="73275" y="15778"/>
                </a:cubicBezTo>
                <a:cubicBezTo>
                  <a:pt x="71759" y="15778"/>
                  <a:pt x="70018" y="15494"/>
                  <a:pt x="68052" y="14925"/>
                </a:cubicBezTo>
                <a:cubicBezTo>
                  <a:pt x="66085" y="14357"/>
                  <a:pt x="64723" y="14072"/>
                  <a:pt x="63965" y="14072"/>
                </a:cubicBezTo>
                <a:cubicBezTo>
                  <a:pt x="61975" y="14072"/>
                  <a:pt x="60080" y="14781"/>
                  <a:pt x="58279" y="16198"/>
                </a:cubicBezTo>
                <a:cubicBezTo>
                  <a:pt x="55815" y="18135"/>
                  <a:pt x="52783" y="22269"/>
                  <a:pt x="49182" y="28600"/>
                </a:cubicBezTo>
                <a:cubicBezTo>
                  <a:pt x="53209" y="42835"/>
                  <a:pt x="56431" y="51518"/>
                  <a:pt x="58848" y="54650"/>
                </a:cubicBezTo>
                <a:cubicBezTo>
                  <a:pt x="60269" y="56501"/>
                  <a:pt x="61714" y="57426"/>
                  <a:pt x="63183" y="57426"/>
                </a:cubicBezTo>
                <a:cubicBezTo>
                  <a:pt x="64415" y="57426"/>
                  <a:pt x="65481" y="57092"/>
                  <a:pt x="66381" y="56425"/>
                </a:cubicBezTo>
                <a:cubicBezTo>
                  <a:pt x="67756" y="55345"/>
                  <a:pt x="69864" y="52647"/>
                  <a:pt x="72707" y="48329"/>
                </a:cubicBezTo>
                <a:lnTo>
                  <a:pt x="75265" y="49877"/>
                </a:lnTo>
                <a:cubicBezTo>
                  <a:pt x="71096" y="56859"/>
                  <a:pt x="67021" y="61775"/>
                  <a:pt x="63041" y="64627"/>
                </a:cubicBezTo>
                <a:cubicBezTo>
                  <a:pt x="60009" y="66839"/>
                  <a:pt x="57024" y="67945"/>
                  <a:pt x="54086" y="67945"/>
                </a:cubicBezTo>
                <a:cubicBezTo>
                  <a:pt x="51054" y="67945"/>
                  <a:pt x="48530" y="67267"/>
                  <a:pt x="46517" y="65911"/>
                </a:cubicBezTo>
                <a:cubicBezTo>
                  <a:pt x="44503" y="64553"/>
                  <a:pt x="42714" y="62338"/>
                  <a:pt x="41151" y="59268"/>
                </a:cubicBezTo>
                <a:cubicBezTo>
                  <a:pt x="39587" y="56197"/>
                  <a:pt x="37739" y="51281"/>
                  <a:pt x="35607" y="44520"/>
                </a:cubicBezTo>
                <a:cubicBezTo>
                  <a:pt x="30064" y="51614"/>
                  <a:pt x="25716" y="56792"/>
                  <a:pt x="22565" y="60054"/>
                </a:cubicBezTo>
                <a:cubicBezTo>
                  <a:pt x="19415" y="63314"/>
                  <a:pt x="16797" y="65444"/>
                  <a:pt x="14712" y="66444"/>
                </a:cubicBezTo>
                <a:cubicBezTo>
                  <a:pt x="12627" y="67445"/>
                  <a:pt x="10400" y="67945"/>
                  <a:pt x="8031" y="67945"/>
                </a:cubicBezTo>
                <a:cubicBezTo>
                  <a:pt x="5567" y="67945"/>
                  <a:pt x="3613" y="67231"/>
                  <a:pt x="2168" y="65804"/>
                </a:cubicBezTo>
                <a:cubicBezTo>
                  <a:pt x="723" y="64375"/>
                  <a:pt x="0" y="62519"/>
                  <a:pt x="0" y="60236"/>
                </a:cubicBezTo>
                <a:cubicBezTo>
                  <a:pt x="0" y="57808"/>
                  <a:pt x="782" y="55809"/>
                  <a:pt x="2345" y="54239"/>
                </a:cubicBezTo>
                <a:cubicBezTo>
                  <a:pt x="3909" y="52668"/>
                  <a:pt x="5899" y="51883"/>
                  <a:pt x="8315" y="51883"/>
                </a:cubicBezTo>
                <a:cubicBezTo>
                  <a:pt x="9595" y="51883"/>
                  <a:pt x="11040" y="52281"/>
                  <a:pt x="12651" y="53078"/>
                </a:cubicBezTo>
                <a:cubicBezTo>
                  <a:pt x="15020" y="54271"/>
                  <a:pt x="16726" y="54868"/>
                  <a:pt x="17768" y="54868"/>
                </a:cubicBezTo>
                <a:cubicBezTo>
                  <a:pt x="19142" y="54868"/>
                  <a:pt x="20374" y="54582"/>
                  <a:pt x="21464" y="54010"/>
                </a:cubicBezTo>
                <a:cubicBezTo>
                  <a:pt x="22885" y="53295"/>
                  <a:pt x="24686" y="51746"/>
                  <a:pt x="26865" y="49362"/>
                </a:cubicBezTo>
                <a:cubicBezTo>
                  <a:pt x="28192" y="47884"/>
                  <a:pt x="30632" y="44738"/>
                  <a:pt x="34186" y="39923"/>
                </a:cubicBezTo>
                <a:cubicBezTo>
                  <a:pt x="29637" y="23028"/>
                  <a:pt x="26084" y="12920"/>
                  <a:pt x="23525" y="9599"/>
                </a:cubicBezTo>
                <a:cubicBezTo>
                  <a:pt x="21914" y="7464"/>
                  <a:pt x="19877" y="6396"/>
                  <a:pt x="17413" y="6396"/>
                </a:cubicBezTo>
                <a:cubicBezTo>
                  <a:pt x="16133" y="6396"/>
                  <a:pt x="14570" y="6586"/>
                  <a:pt x="12722" y="6965"/>
                </a:cubicBezTo>
                <a:lnTo>
                  <a:pt x="13219" y="4264"/>
                </a:lnTo>
                <a:close/>
              </a:path>
            </a:pathLst>
          </a:custGeom>
          <a:solidFill xmlns:a="http://schemas.openxmlformats.org/drawingml/2006/main">
            <a:srgbClr val="009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2">
            <a:extLst xmlns:a="http://schemas.openxmlformats.org/drawingml/2006/main">
              <a:ext uri="{FF2B5EF4-FFF2-40B4-BE49-F238E27FC236}">
                <a16:creationId xmlns:a16="http://schemas.microsoft.com/office/drawing/2014/main" id="{ABB70E7B-47F1-4FC2-BD80-844D38D7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640" y="2856728"/>
            <a:ext cx="46481" cy="65576"/>
          </a:xfrm>
          <a:custGeom xmlns:a="http://schemas.openxmlformats.org/drawingml/2006/main">
            <a:pathLst>
              <a:path w="46481" h="65576">
                <a:moveTo>
                  <a:pt x="34115" y="65576"/>
                </a:moveTo>
                <a:lnTo>
                  <a:pt x="0" y="65576"/>
                </a:lnTo>
                <a:lnTo>
                  <a:pt x="0" y="63823"/>
                </a:lnTo>
                <a:cubicBezTo>
                  <a:pt x="8876" y="55612"/>
                  <a:pt x="16362" y="48063"/>
                  <a:pt x="22459" y="41175"/>
                </a:cubicBezTo>
                <a:cubicBezTo>
                  <a:pt x="27576" y="35466"/>
                  <a:pt x="30790" y="31106"/>
                  <a:pt x="32101" y="28094"/>
                </a:cubicBezTo>
                <a:cubicBezTo>
                  <a:pt x="33412" y="25082"/>
                  <a:pt x="34067" y="22045"/>
                  <a:pt x="34067" y="18985"/>
                </a:cubicBezTo>
                <a:cubicBezTo>
                  <a:pt x="34067" y="16116"/>
                  <a:pt x="33159" y="13782"/>
                  <a:pt x="31343" y="11985"/>
                </a:cubicBezTo>
                <a:cubicBezTo>
                  <a:pt x="29527" y="10186"/>
                  <a:pt x="27260" y="9287"/>
                  <a:pt x="24544" y="9287"/>
                </a:cubicBezTo>
                <a:cubicBezTo>
                  <a:pt x="20153" y="9287"/>
                  <a:pt x="16394" y="11701"/>
                  <a:pt x="13267" y="16529"/>
                </a:cubicBezTo>
                <a:lnTo>
                  <a:pt x="11514" y="15723"/>
                </a:lnTo>
                <a:cubicBezTo>
                  <a:pt x="13156" y="11036"/>
                  <a:pt x="15288" y="7474"/>
                  <a:pt x="17910" y="5036"/>
                </a:cubicBezTo>
                <a:cubicBezTo>
                  <a:pt x="21543" y="1679"/>
                  <a:pt x="25807" y="0"/>
                  <a:pt x="30703" y="0"/>
                </a:cubicBezTo>
                <a:cubicBezTo>
                  <a:pt x="35252" y="0"/>
                  <a:pt x="39019" y="1406"/>
                  <a:pt x="42004" y="4218"/>
                </a:cubicBezTo>
                <a:cubicBezTo>
                  <a:pt x="44989" y="7031"/>
                  <a:pt x="46481" y="10285"/>
                  <a:pt x="46481" y="13982"/>
                </a:cubicBezTo>
                <a:cubicBezTo>
                  <a:pt x="46481" y="17236"/>
                  <a:pt x="45755" y="20452"/>
                  <a:pt x="44302" y="23627"/>
                </a:cubicBezTo>
                <a:cubicBezTo>
                  <a:pt x="42849" y="26803"/>
                  <a:pt x="39848" y="30792"/>
                  <a:pt x="35299" y="35594"/>
                </a:cubicBezTo>
                <a:cubicBezTo>
                  <a:pt x="31825" y="39256"/>
                  <a:pt x="24781" y="45618"/>
                  <a:pt x="14167" y="54678"/>
                </a:cubicBezTo>
                <a:lnTo>
                  <a:pt x="26534" y="54678"/>
                </a:lnTo>
                <a:cubicBezTo>
                  <a:pt x="30514" y="54678"/>
                  <a:pt x="33301" y="54225"/>
                  <a:pt x="34896" y="53319"/>
                </a:cubicBezTo>
                <a:cubicBezTo>
                  <a:pt x="36492" y="52412"/>
                  <a:pt x="37984" y="50591"/>
                  <a:pt x="39374" y="47855"/>
                </a:cubicBezTo>
                <a:lnTo>
                  <a:pt x="41601" y="47855"/>
                </a:lnTo>
                <a:lnTo>
                  <a:pt x="34115" y="65576"/>
                </a:lnTo>
                <a:close/>
              </a:path>
            </a:pathLst>
          </a:custGeom>
          <a:solidFill xmlns:a="http://schemas.openxmlformats.org/drawingml/2006/main">
            <a:srgbClr val="009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,seq=arb">
            <a:extLst xmlns:a="http://schemas.openxmlformats.org/drawingml/2006/main">
              <a:ext uri="{FF2B5EF4-FFF2-40B4-BE49-F238E27FC236}">
                <a16:creationId xmlns:a16="http://schemas.microsoft.com/office/drawing/2014/main" id="{F149830D-434C-4502-8584-7FA6825E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598" y="2785336"/>
            <a:ext cx="538925" cy="132194"/>
          </a:xfrm>
          <a:custGeom xmlns:a="http://schemas.openxmlformats.org/drawingml/2006/main">
            <a:pathLst>
              <a:path w="538925" h="132194">
                <a:moveTo>
                  <a:pt x="0" y="125371"/>
                </a:moveTo>
                <a:lnTo>
                  <a:pt x="0" y="122244"/>
                </a:lnTo>
                <a:cubicBezTo>
                  <a:pt x="4880" y="120627"/>
                  <a:pt x="8659" y="118118"/>
                  <a:pt x="11336" y="114717"/>
                </a:cubicBezTo>
                <a:cubicBezTo>
                  <a:pt x="14013" y="111318"/>
                  <a:pt x="15352" y="107715"/>
                  <a:pt x="15352" y="103910"/>
                </a:cubicBezTo>
                <a:cubicBezTo>
                  <a:pt x="15352" y="103008"/>
                  <a:pt x="15138" y="102249"/>
                  <a:pt x="14712" y="101633"/>
                </a:cubicBezTo>
                <a:cubicBezTo>
                  <a:pt x="14380" y="101207"/>
                  <a:pt x="14049" y="100994"/>
                  <a:pt x="13717" y="100994"/>
                </a:cubicBezTo>
                <a:cubicBezTo>
                  <a:pt x="13196" y="100994"/>
                  <a:pt x="12059" y="101467"/>
                  <a:pt x="10305" y="102415"/>
                </a:cubicBezTo>
                <a:cubicBezTo>
                  <a:pt x="9453" y="102842"/>
                  <a:pt x="8552" y="103055"/>
                  <a:pt x="7605" y="103055"/>
                </a:cubicBezTo>
                <a:cubicBezTo>
                  <a:pt x="5283" y="103055"/>
                  <a:pt x="3435" y="102368"/>
                  <a:pt x="2061" y="100994"/>
                </a:cubicBezTo>
                <a:cubicBezTo>
                  <a:pt x="687" y="99620"/>
                  <a:pt x="0" y="97724"/>
                  <a:pt x="0" y="95308"/>
                </a:cubicBezTo>
                <a:cubicBezTo>
                  <a:pt x="0" y="92986"/>
                  <a:pt x="888" y="90996"/>
                  <a:pt x="2665" y="89338"/>
                </a:cubicBezTo>
                <a:cubicBezTo>
                  <a:pt x="4442" y="87679"/>
                  <a:pt x="6610" y="86850"/>
                  <a:pt x="9168" y="86850"/>
                </a:cubicBezTo>
                <a:cubicBezTo>
                  <a:pt x="12295" y="86850"/>
                  <a:pt x="15079" y="88215"/>
                  <a:pt x="17519" y="90946"/>
                </a:cubicBezTo>
                <a:cubicBezTo>
                  <a:pt x="19959" y="93675"/>
                  <a:pt x="21180" y="97293"/>
                  <a:pt x="21180" y="101802"/>
                </a:cubicBezTo>
                <a:cubicBezTo>
                  <a:pt x="21180" y="106693"/>
                  <a:pt x="19486" y="111238"/>
                  <a:pt x="16098" y="115439"/>
                </a:cubicBezTo>
                <a:cubicBezTo>
                  <a:pt x="12710" y="119640"/>
                  <a:pt x="7344" y="122951"/>
                  <a:pt x="0" y="125371"/>
                </a:cubicBezTo>
                <a:close/>
                <a:moveTo>
                  <a:pt x="111583" y="34115"/>
                </a:moveTo>
                <a:lnTo>
                  <a:pt x="111583" y="56147"/>
                </a:lnTo>
                <a:lnTo>
                  <a:pt x="109238" y="56147"/>
                </a:lnTo>
                <a:cubicBezTo>
                  <a:pt x="107438" y="49237"/>
                  <a:pt x="105128" y="44536"/>
                  <a:pt x="102308" y="42046"/>
                </a:cubicBezTo>
                <a:cubicBezTo>
                  <a:pt x="99489" y="39554"/>
                  <a:pt x="95900" y="38308"/>
                  <a:pt x="91541" y="38308"/>
                </a:cubicBezTo>
                <a:cubicBezTo>
                  <a:pt x="88224" y="38308"/>
                  <a:pt x="85547" y="39184"/>
                  <a:pt x="83510" y="40935"/>
                </a:cubicBezTo>
                <a:cubicBezTo>
                  <a:pt x="81472" y="42686"/>
                  <a:pt x="80454" y="44626"/>
                  <a:pt x="80454" y="46757"/>
                </a:cubicBezTo>
                <a:cubicBezTo>
                  <a:pt x="80454" y="49407"/>
                  <a:pt x="81212" y="51678"/>
                  <a:pt x="82728" y="53571"/>
                </a:cubicBezTo>
                <a:cubicBezTo>
                  <a:pt x="84197" y="55512"/>
                  <a:pt x="87182" y="57571"/>
                  <a:pt x="91683" y="59747"/>
                </a:cubicBezTo>
                <a:lnTo>
                  <a:pt x="102060" y="64789"/>
                </a:lnTo>
                <a:cubicBezTo>
                  <a:pt x="111678" y="69474"/>
                  <a:pt x="116487" y="75650"/>
                  <a:pt x="116487" y="83319"/>
                </a:cubicBezTo>
                <a:cubicBezTo>
                  <a:pt x="116487" y="89234"/>
                  <a:pt x="114249" y="94003"/>
                  <a:pt x="109771" y="97624"/>
                </a:cubicBezTo>
                <a:cubicBezTo>
                  <a:pt x="105293" y="101245"/>
                  <a:pt x="100283" y="103055"/>
                  <a:pt x="94739" y="103055"/>
                </a:cubicBezTo>
                <a:cubicBezTo>
                  <a:pt x="90759" y="103055"/>
                  <a:pt x="86211" y="102344"/>
                  <a:pt x="81093" y="100923"/>
                </a:cubicBezTo>
                <a:cubicBezTo>
                  <a:pt x="79530" y="100449"/>
                  <a:pt x="78251" y="100212"/>
                  <a:pt x="77256" y="100212"/>
                </a:cubicBezTo>
                <a:cubicBezTo>
                  <a:pt x="76166" y="100212"/>
                  <a:pt x="75313" y="100828"/>
                  <a:pt x="74697" y="102060"/>
                </a:cubicBezTo>
                <a:lnTo>
                  <a:pt x="72352" y="102060"/>
                </a:lnTo>
                <a:lnTo>
                  <a:pt x="72352" y="78748"/>
                </a:lnTo>
                <a:lnTo>
                  <a:pt x="74697" y="78748"/>
                </a:lnTo>
                <a:cubicBezTo>
                  <a:pt x="76024" y="85405"/>
                  <a:pt x="78558" y="90422"/>
                  <a:pt x="82302" y="93798"/>
                </a:cubicBezTo>
                <a:cubicBezTo>
                  <a:pt x="86045" y="97173"/>
                  <a:pt x="90238" y="98861"/>
                  <a:pt x="94881" y="98861"/>
                </a:cubicBezTo>
                <a:cubicBezTo>
                  <a:pt x="98151" y="98861"/>
                  <a:pt x="100816" y="97903"/>
                  <a:pt x="102877" y="95987"/>
                </a:cubicBezTo>
                <a:cubicBezTo>
                  <a:pt x="104938" y="94070"/>
                  <a:pt x="105969" y="91762"/>
                  <a:pt x="105969" y="89065"/>
                </a:cubicBezTo>
                <a:cubicBezTo>
                  <a:pt x="105969" y="85798"/>
                  <a:pt x="104820" y="83053"/>
                  <a:pt x="102522" y="80829"/>
                </a:cubicBezTo>
                <a:cubicBezTo>
                  <a:pt x="100224" y="78605"/>
                  <a:pt x="95640" y="75790"/>
                  <a:pt x="88769" y="72383"/>
                </a:cubicBezTo>
                <a:cubicBezTo>
                  <a:pt x="81899" y="68974"/>
                  <a:pt x="77398" y="65897"/>
                  <a:pt x="75265" y="63152"/>
                </a:cubicBezTo>
                <a:cubicBezTo>
                  <a:pt x="73133" y="60454"/>
                  <a:pt x="72067" y="57047"/>
                  <a:pt x="72067" y="52929"/>
                </a:cubicBezTo>
                <a:cubicBezTo>
                  <a:pt x="72067" y="47581"/>
                  <a:pt x="73903" y="43108"/>
                  <a:pt x="77575" y="39512"/>
                </a:cubicBezTo>
                <a:cubicBezTo>
                  <a:pt x="81247" y="35914"/>
                  <a:pt x="85997" y="34115"/>
                  <a:pt x="91825" y="34115"/>
                </a:cubicBezTo>
                <a:cubicBezTo>
                  <a:pt x="94384" y="34115"/>
                  <a:pt x="97487" y="34660"/>
                  <a:pt x="101136" y="35749"/>
                </a:cubicBezTo>
                <a:cubicBezTo>
                  <a:pt x="103552" y="36460"/>
                  <a:pt x="105163" y="36815"/>
                  <a:pt x="105969" y="36815"/>
                </a:cubicBezTo>
                <a:cubicBezTo>
                  <a:pt x="106727" y="36815"/>
                  <a:pt x="107319" y="36650"/>
                  <a:pt x="107745" y="36318"/>
                </a:cubicBezTo>
                <a:cubicBezTo>
                  <a:pt x="108172" y="35986"/>
                  <a:pt x="108669" y="35252"/>
                  <a:pt x="109238" y="34115"/>
                </a:cubicBezTo>
                <a:lnTo>
                  <a:pt x="111583" y="34115"/>
                </a:lnTo>
                <a:close/>
                <a:moveTo>
                  <a:pt x="137221" y="60554"/>
                </a:moveTo>
                <a:cubicBezTo>
                  <a:pt x="137173" y="70197"/>
                  <a:pt x="139519" y="77761"/>
                  <a:pt x="144257" y="83246"/>
                </a:cubicBezTo>
                <a:cubicBezTo>
                  <a:pt x="148995" y="88728"/>
                  <a:pt x="154562" y="91470"/>
                  <a:pt x="160959" y="91470"/>
                </a:cubicBezTo>
                <a:cubicBezTo>
                  <a:pt x="165223" y="91470"/>
                  <a:pt x="168931" y="90297"/>
                  <a:pt x="172082" y="87952"/>
                </a:cubicBezTo>
                <a:cubicBezTo>
                  <a:pt x="175233" y="85606"/>
                  <a:pt x="177874" y="81591"/>
                  <a:pt x="180006" y="75905"/>
                </a:cubicBezTo>
                <a:lnTo>
                  <a:pt x="182210" y="77327"/>
                </a:lnTo>
                <a:cubicBezTo>
                  <a:pt x="181215" y="83818"/>
                  <a:pt x="178324" y="89729"/>
                  <a:pt x="173539" y="95059"/>
                </a:cubicBezTo>
                <a:cubicBezTo>
                  <a:pt x="168753" y="100390"/>
                  <a:pt x="162759" y="103055"/>
                  <a:pt x="155557" y="103055"/>
                </a:cubicBezTo>
                <a:cubicBezTo>
                  <a:pt x="147740" y="103055"/>
                  <a:pt x="141047" y="100017"/>
                  <a:pt x="135480" y="93942"/>
                </a:cubicBezTo>
                <a:cubicBezTo>
                  <a:pt x="129912" y="87865"/>
                  <a:pt x="127129" y="79696"/>
                  <a:pt x="127129" y="69435"/>
                </a:cubicBezTo>
                <a:cubicBezTo>
                  <a:pt x="127129" y="58324"/>
                  <a:pt x="129983" y="49660"/>
                  <a:pt x="135693" y="43443"/>
                </a:cubicBezTo>
                <a:cubicBezTo>
                  <a:pt x="141402" y="37224"/>
                  <a:pt x="148569" y="34115"/>
                  <a:pt x="157192" y="34115"/>
                </a:cubicBezTo>
                <a:cubicBezTo>
                  <a:pt x="164489" y="34115"/>
                  <a:pt x="170483" y="36513"/>
                  <a:pt x="175173" y="41311"/>
                </a:cubicBezTo>
                <a:cubicBezTo>
                  <a:pt x="179864" y="46107"/>
                  <a:pt x="182210" y="52521"/>
                  <a:pt x="182210" y="60554"/>
                </a:cubicBezTo>
                <a:lnTo>
                  <a:pt x="137221" y="60554"/>
                </a:lnTo>
                <a:moveTo>
                  <a:pt x="137221" y="56431"/>
                </a:moveTo>
                <a:lnTo>
                  <a:pt x="167355" y="56431"/>
                </a:lnTo>
                <a:cubicBezTo>
                  <a:pt x="167119" y="52262"/>
                  <a:pt x="166621" y="49324"/>
                  <a:pt x="165863" y="47618"/>
                </a:cubicBezTo>
                <a:cubicBezTo>
                  <a:pt x="164678" y="44965"/>
                  <a:pt x="162913" y="42880"/>
                  <a:pt x="160568" y="41364"/>
                </a:cubicBezTo>
                <a:cubicBezTo>
                  <a:pt x="158223" y="39848"/>
                  <a:pt x="155771" y="39090"/>
                  <a:pt x="153212" y="39090"/>
                </a:cubicBezTo>
                <a:cubicBezTo>
                  <a:pt x="149279" y="39090"/>
                  <a:pt x="145761" y="40618"/>
                  <a:pt x="142658" y="43674"/>
                </a:cubicBezTo>
                <a:cubicBezTo>
                  <a:pt x="139554" y="46730"/>
                  <a:pt x="137742" y="50982"/>
                  <a:pt x="137221" y="56431"/>
                </a:cubicBezTo>
                <a:close/>
                <a:moveTo>
                  <a:pt x="248440" y="34115"/>
                </a:moveTo>
                <a:lnTo>
                  <a:pt x="248440" y="117776"/>
                </a:lnTo>
                <a:cubicBezTo>
                  <a:pt x="248440" y="121942"/>
                  <a:pt x="248724" y="124617"/>
                  <a:pt x="249293" y="125800"/>
                </a:cubicBezTo>
                <a:cubicBezTo>
                  <a:pt x="249861" y="126985"/>
                  <a:pt x="250750" y="127908"/>
                  <a:pt x="251958" y="128570"/>
                </a:cubicBezTo>
                <a:cubicBezTo>
                  <a:pt x="253166" y="129233"/>
                  <a:pt x="255523" y="129565"/>
                  <a:pt x="259030" y="129565"/>
                </a:cubicBezTo>
                <a:lnTo>
                  <a:pt x="259030" y="132194"/>
                </a:lnTo>
                <a:lnTo>
                  <a:pt x="226194" y="132194"/>
                </a:lnTo>
                <a:lnTo>
                  <a:pt x="226194" y="129565"/>
                </a:lnTo>
                <a:lnTo>
                  <a:pt x="227545" y="129565"/>
                </a:lnTo>
                <a:cubicBezTo>
                  <a:pt x="230198" y="129565"/>
                  <a:pt x="232212" y="129186"/>
                  <a:pt x="233586" y="128428"/>
                </a:cubicBezTo>
                <a:cubicBezTo>
                  <a:pt x="234533" y="127906"/>
                  <a:pt x="235292" y="126971"/>
                  <a:pt x="235860" y="125620"/>
                </a:cubicBezTo>
                <a:cubicBezTo>
                  <a:pt x="236429" y="124270"/>
                  <a:pt x="236713" y="121652"/>
                  <a:pt x="236713" y="117767"/>
                </a:cubicBezTo>
                <a:lnTo>
                  <a:pt x="236713" y="89764"/>
                </a:lnTo>
                <a:cubicBezTo>
                  <a:pt x="232401" y="94881"/>
                  <a:pt x="228634" y="98376"/>
                  <a:pt x="225413" y="100247"/>
                </a:cubicBezTo>
                <a:cubicBezTo>
                  <a:pt x="222191" y="102119"/>
                  <a:pt x="218850" y="103055"/>
                  <a:pt x="215391" y="103055"/>
                </a:cubicBezTo>
                <a:cubicBezTo>
                  <a:pt x="209090" y="103055"/>
                  <a:pt x="203463" y="100191"/>
                  <a:pt x="198512" y="94464"/>
                </a:cubicBezTo>
                <a:cubicBezTo>
                  <a:pt x="193560" y="88737"/>
                  <a:pt x="191085" y="81069"/>
                  <a:pt x="191085" y="71461"/>
                </a:cubicBezTo>
                <a:cubicBezTo>
                  <a:pt x="191085" y="60431"/>
                  <a:pt x="194354" y="51450"/>
                  <a:pt x="200893" y="44516"/>
                </a:cubicBezTo>
                <a:cubicBezTo>
                  <a:pt x="207431" y="37582"/>
                  <a:pt x="215320" y="34115"/>
                  <a:pt x="224560" y="34115"/>
                </a:cubicBezTo>
                <a:cubicBezTo>
                  <a:pt x="227260" y="34115"/>
                  <a:pt x="229748" y="34494"/>
                  <a:pt x="232022" y="35252"/>
                </a:cubicBezTo>
                <a:cubicBezTo>
                  <a:pt x="234297" y="36010"/>
                  <a:pt x="236334" y="37147"/>
                  <a:pt x="238134" y="38663"/>
                </a:cubicBezTo>
                <a:cubicBezTo>
                  <a:pt x="240883" y="37337"/>
                  <a:pt x="243512" y="35820"/>
                  <a:pt x="246023" y="34115"/>
                </a:cubicBezTo>
                <a:lnTo>
                  <a:pt x="248440" y="34115"/>
                </a:lnTo>
                <a:moveTo>
                  <a:pt x="236713" y="85298"/>
                </a:moveTo>
                <a:lnTo>
                  <a:pt x="236713" y="54777"/>
                </a:lnTo>
                <a:cubicBezTo>
                  <a:pt x="236713" y="51228"/>
                  <a:pt x="236251" y="48436"/>
                  <a:pt x="235327" y="46401"/>
                </a:cubicBezTo>
                <a:cubicBezTo>
                  <a:pt x="234403" y="44365"/>
                  <a:pt x="232757" y="42638"/>
                  <a:pt x="230388" y="41220"/>
                </a:cubicBezTo>
                <a:cubicBezTo>
                  <a:pt x="228019" y="39800"/>
                  <a:pt x="225341" y="39090"/>
                  <a:pt x="222356" y="39090"/>
                </a:cubicBezTo>
                <a:cubicBezTo>
                  <a:pt x="217050" y="39090"/>
                  <a:pt x="212501" y="41337"/>
                  <a:pt x="208711" y="45833"/>
                </a:cubicBezTo>
                <a:cubicBezTo>
                  <a:pt x="204920" y="50328"/>
                  <a:pt x="203025" y="57142"/>
                  <a:pt x="203025" y="66275"/>
                </a:cubicBezTo>
                <a:cubicBezTo>
                  <a:pt x="203025" y="75029"/>
                  <a:pt x="204956" y="81677"/>
                  <a:pt x="208817" y="86219"/>
                </a:cubicBezTo>
                <a:cubicBezTo>
                  <a:pt x="212679" y="90762"/>
                  <a:pt x="217334" y="93034"/>
                  <a:pt x="222783" y="93034"/>
                </a:cubicBezTo>
                <a:cubicBezTo>
                  <a:pt x="225578" y="93034"/>
                  <a:pt x="228066" y="92430"/>
                  <a:pt x="230245" y="91223"/>
                </a:cubicBezTo>
                <a:cubicBezTo>
                  <a:pt x="232425" y="90017"/>
                  <a:pt x="234581" y="88041"/>
                  <a:pt x="236713" y="85298"/>
                </a:cubicBezTo>
                <a:close/>
                <a:moveTo>
                  <a:pt x="261660" y="38237"/>
                </a:moveTo>
                <a:lnTo>
                  <a:pt x="338347" y="38237"/>
                </a:lnTo>
                <a:lnTo>
                  <a:pt x="338347" y="44136"/>
                </a:lnTo>
                <a:lnTo>
                  <a:pt x="261660" y="44136"/>
                </a:lnTo>
                <a:lnTo>
                  <a:pt x="261660" y="38237"/>
                </a:lnTo>
                <a:moveTo>
                  <a:pt x="261660" y="61335"/>
                </a:moveTo>
                <a:lnTo>
                  <a:pt x="338347" y="61335"/>
                </a:lnTo>
                <a:lnTo>
                  <a:pt x="338347" y="67234"/>
                </a:lnTo>
                <a:lnTo>
                  <a:pt x="261660" y="67234"/>
                </a:lnTo>
                <a:lnTo>
                  <a:pt x="261660" y="61335"/>
                </a:lnTo>
                <a:close/>
                <a:moveTo>
                  <a:pt x="409379" y="36673"/>
                </a:moveTo>
                <a:lnTo>
                  <a:pt x="395520" y="84934"/>
                </a:lnTo>
                <a:lnTo>
                  <a:pt x="393957" y="91419"/>
                </a:lnTo>
                <a:cubicBezTo>
                  <a:pt x="393815" y="92027"/>
                  <a:pt x="393744" y="92542"/>
                  <a:pt x="393744" y="92962"/>
                </a:cubicBezTo>
                <a:cubicBezTo>
                  <a:pt x="393744" y="93721"/>
                  <a:pt x="393981" y="94384"/>
                  <a:pt x="394454" y="94952"/>
                </a:cubicBezTo>
                <a:cubicBezTo>
                  <a:pt x="394833" y="95379"/>
                  <a:pt x="395307" y="95592"/>
                  <a:pt x="395876" y="95592"/>
                </a:cubicBezTo>
                <a:cubicBezTo>
                  <a:pt x="396492" y="95592"/>
                  <a:pt x="397297" y="95213"/>
                  <a:pt x="398292" y="94455"/>
                </a:cubicBezTo>
                <a:cubicBezTo>
                  <a:pt x="400140" y="93081"/>
                  <a:pt x="402604" y="90238"/>
                  <a:pt x="405684" y="85926"/>
                </a:cubicBezTo>
                <a:lnTo>
                  <a:pt x="408100" y="87632"/>
                </a:lnTo>
                <a:cubicBezTo>
                  <a:pt x="404831" y="92560"/>
                  <a:pt x="401467" y="96315"/>
                  <a:pt x="398008" y="98897"/>
                </a:cubicBezTo>
                <a:cubicBezTo>
                  <a:pt x="394549" y="101479"/>
                  <a:pt x="391351" y="102770"/>
                  <a:pt x="388413" y="102770"/>
                </a:cubicBezTo>
                <a:cubicBezTo>
                  <a:pt x="386376" y="102770"/>
                  <a:pt x="384848" y="102261"/>
                  <a:pt x="383829" y="101242"/>
                </a:cubicBezTo>
                <a:cubicBezTo>
                  <a:pt x="382810" y="100224"/>
                  <a:pt x="382301" y="98743"/>
                  <a:pt x="382301" y="96800"/>
                </a:cubicBezTo>
                <a:cubicBezTo>
                  <a:pt x="382301" y="94479"/>
                  <a:pt x="382822" y="91423"/>
                  <a:pt x="383865" y="87632"/>
                </a:cubicBezTo>
                <a:lnTo>
                  <a:pt x="385357" y="82126"/>
                </a:lnTo>
                <a:cubicBezTo>
                  <a:pt x="379150" y="90298"/>
                  <a:pt x="373441" y="96009"/>
                  <a:pt x="368229" y="99259"/>
                </a:cubicBezTo>
                <a:cubicBezTo>
                  <a:pt x="364486" y="101600"/>
                  <a:pt x="360813" y="102770"/>
                  <a:pt x="357212" y="102770"/>
                </a:cubicBezTo>
                <a:cubicBezTo>
                  <a:pt x="353754" y="102770"/>
                  <a:pt x="350769" y="101336"/>
                  <a:pt x="348257" y="98466"/>
                </a:cubicBezTo>
                <a:cubicBezTo>
                  <a:pt x="345746" y="95597"/>
                  <a:pt x="344491" y="91648"/>
                  <a:pt x="344491" y="86619"/>
                </a:cubicBezTo>
                <a:cubicBezTo>
                  <a:pt x="344491" y="79078"/>
                  <a:pt x="346753" y="71122"/>
                  <a:pt x="351278" y="62750"/>
                </a:cubicBezTo>
                <a:cubicBezTo>
                  <a:pt x="355803" y="54378"/>
                  <a:pt x="361548" y="47678"/>
                  <a:pt x="368513" y="42650"/>
                </a:cubicBezTo>
                <a:cubicBezTo>
                  <a:pt x="373962" y="38666"/>
                  <a:pt x="379103" y="36673"/>
                  <a:pt x="383936" y="36673"/>
                </a:cubicBezTo>
                <a:cubicBezTo>
                  <a:pt x="386826" y="36673"/>
                  <a:pt x="389231" y="37438"/>
                  <a:pt x="391149" y="38968"/>
                </a:cubicBezTo>
                <a:cubicBezTo>
                  <a:pt x="393068" y="40497"/>
                  <a:pt x="394525" y="43030"/>
                  <a:pt x="395520" y="46566"/>
                </a:cubicBezTo>
                <a:lnTo>
                  <a:pt x="398079" y="38379"/>
                </a:lnTo>
                <a:lnTo>
                  <a:pt x="409379" y="36673"/>
                </a:lnTo>
                <a:moveTo>
                  <a:pt x="384078" y="40227"/>
                </a:moveTo>
                <a:cubicBezTo>
                  <a:pt x="381045" y="40227"/>
                  <a:pt x="377823" y="41654"/>
                  <a:pt x="374412" y="44509"/>
                </a:cubicBezTo>
                <a:cubicBezTo>
                  <a:pt x="369579" y="48551"/>
                  <a:pt x="365279" y="54544"/>
                  <a:pt x="361512" y="62488"/>
                </a:cubicBezTo>
                <a:cubicBezTo>
                  <a:pt x="357746" y="70432"/>
                  <a:pt x="355862" y="77615"/>
                  <a:pt x="355862" y="84036"/>
                </a:cubicBezTo>
                <a:cubicBezTo>
                  <a:pt x="355862" y="87272"/>
                  <a:pt x="356668" y="89829"/>
                  <a:pt x="358279" y="91708"/>
                </a:cubicBezTo>
                <a:cubicBezTo>
                  <a:pt x="359890" y="93587"/>
                  <a:pt x="361737" y="94526"/>
                  <a:pt x="363822" y="94526"/>
                </a:cubicBezTo>
                <a:cubicBezTo>
                  <a:pt x="368987" y="94526"/>
                  <a:pt x="374601" y="90697"/>
                  <a:pt x="380666" y="83039"/>
                </a:cubicBezTo>
                <a:cubicBezTo>
                  <a:pt x="388769" y="72859"/>
                  <a:pt x="392820" y="62418"/>
                  <a:pt x="392820" y="51714"/>
                </a:cubicBezTo>
                <a:cubicBezTo>
                  <a:pt x="392820" y="47672"/>
                  <a:pt x="392038" y="44747"/>
                  <a:pt x="390474" y="42939"/>
                </a:cubicBezTo>
                <a:cubicBezTo>
                  <a:pt x="388911" y="41131"/>
                  <a:pt x="386779" y="40227"/>
                  <a:pt x="384078" y="40227"/>
                </a:cubicBezTo>
                <a:close/>
                <a:moveTo>
                  <a:pt x="421462" y="40653"/>
                </a:moveTo>
                <a:lnTo>
                  <a:pt x="445982" y="36673"/>
                </a:lnTo>
                <a:lnTo>
                  <a:pt x="435747" y="71285"/>
                </a:lnTo>
                <a:cubicBezTo>
                  <a:pt x="444039" y="57089"/>
                  <a:pt x="451573" y="47165"/>
                  <a:pt x="458348" y="41515"/>
                </a:cubicBezTo>
                <a:cubicBezTo>
                  <a:pt x="462186" y="38287"/>
                  <a:pt x="465313" y="36673"/>
                  <a:pt x="467730" y="36673"/>
                </a:cubicBezTo>
                <a:cubicBezTo>
                  <a:pt x="469293" y="36673"/>
                  <a:pt x="470525" y="37137"/>
                  <a:pt x="471426" y="38066"/>
                </a:cubicBezTo>
                <a:cubicBezTo>
                  <a:pt x="472326" y="38993"/>
                  <a:pt x="472776" y="40336"/>
                  <a:pt x="472776" y="42097"/>
                </a:cubicBezTo>
                <a:cubicBezTo>
                  <a:pt x="472776" y="45236"/>
                  <a:pt x="471970" y="48233"/>
                  <a:pt x="470359" y="51088"/>
                </a:cubicBezTo>
                <a:cubicBezTo>
                  <a:pt x="469222" y="53229"/>
                  <a:pt x="467588" y="54299"/>
                  <a:pt x="465455" y="54299"/>
                </a:cubicBezTo>
                <a:cubicBezTo>
                  <a:pt x="464366" y="54299"/>
                  <a:pt x="463430" y="53944"/>
                  <a:pt x="462648" y="53233"/>
                </a:cubicBezTo>
                <a:cubicBezTo>
                  <a:pt x="461866" y="52522"/>
                  <a:pt x="461381" y="51433"/>
                  <a:pt x="461191" y="49964"/>
                </a:cubicBezTo>
                <a:cubicBezTo>
                  <a:pt x="461096" y="49064"/>
                  <a:pt x="460883" y="48471"/>
                  <a:pt x="460551" y="48187"/>
                </a:cubicBezTo>
                <a:cubicBezTo>
                  <a:pt x="460172" y="47808"/>
                  <a:pt x="459722" y="47618"/>
                  <a:pt x="459201" y="47618"/>
                </a:cubicBezTo>
                <a:cubicBezTo>
                  <a:pt x="458396" y="47618"/>
                  <a:pt x="457638" y="47808"/>
                  <a:pt x="456927" y="48187"/>
                </a:cubicBezTo>
                <a:cubicBezTo>
                  <a:pt x="455695" y="48850"/>
                  <a:pt x="453823" y="50697"/>
                  <a:pt x="451312" y="53728"/>
                </a:cubicBezTo>
                <a:cubicBezTo>
                  <a:pt x="447379" y="58372"/>
                  <a:pt x="443115" y="64388"/>
                  <a:pt x="438519" y="71779"/>
                </a:cubicBezTo>
                <a:cubicBezTo>
                  <a:pt x="436529" y="74904"/>
                  <a:pt x="434823" y="78433"/>
                  <a:pt x="433402" y="82366"/>
                </a:cubicBezTo>
                <a:cubicBezTo>
                  <a:pt x="431412" y="87766"/>
                  <a:pt x="430275" y="91011"/>
                  <a:pt x="429990" y="92101"/>
                </a:cubicBezTo>
                <a:lnTo>
                  <a:pt x="427716" y="101065"/>
                </a:lnTo>
                <a:lnTo>
                  <a:pt x="416842" y="101065"/>
                </a:lnTo>
                <a:lnTo>
                  <a:pt x="429990" y="56858"/>
                </a:lnTo>
                <a:cubicBezTo>
                  <a:pt x="431507" y="51714"/>
                  <a:pt x="432265" y="48046"/>
                  <a:pt x="432265" y="45855"/>
                </a:cubicBezTo>
                <a:cubicBezTo>
                  <a:pt x="432265" y="44998"/>
                  <a:pt x="431909" y="44283"/>
                  <a:pt x="431199" y="43712"/>
                </a:cubicBezTo>
                <a:cubicBezTo>
                  <a:pt x="430251" y="42952"/>
                  <a:pt x="428995" y="42572"/>
                  <a:pt x="427432" y="42572"/>
                </a:cubicBezTo>
                <a:cubicBezTo>
                  <a:pt x="426437" y="42572"/>
                  <a:pt x="424613" y="42785"/>
                  <a:pt x="421959" y="43212"/>
                </a:cubicBezTo>
                <a:lnTo>
                  <a:pt x="421462" y="40653"/>
                </a:lnTo>
                <a:close/>
                <a:moveTo>
                  <a:pt x="512628" y="0"/>
                </a:moveTo>
                <a:lnTo>
                  <a:pt x="498627" y="49104"/>
                </a:lnTo>
                <a:cubicBezTo>
                  <a:pt x="503175" y="44341"/>
                  <a:pt x="507143" y="41078"/>
                  <a:pt x="510531" y="39316"/>
                </a:cubicBezTo>
                <a:cubicBezTo>
                  <a:pt x="513919" y="37554"/>
                  <a:pt x="517461" y="36673"/>
                  <a:pt x="521156" y="36673"/>
                </a:cubicBezTo>
                <a:cubicBezTo>
                  <a:pt x="526368" y="36673"/>
                  <a:pt x="530633" y="38405"/>
                  <a:pt x="533949" y="41868"/>
                </a:cubicBezTo>
                <a:cubicBezTo>
                  <a:pt x="537266" y="45330"/>
                  <a:pt x="538925" y="50025"/>
                  <a:pt x="538925" y="55954"/>
                </a:cubicBezTo>
                <a:cubicBezTo>
                  <a:pt x="538925" y="63591"/>
                  <a:pt x="536745" y="71193"/>
                  <a:pt x="532386" y="78759"/>
                </a:cubicBezTo>
                <a:cubicBezTo>
                  <a:pt x="528027" y="86324"/>
                  <a:pt x="522554" y="92217"/>
                  <a:pt x="515968" y="96438"/>
                </a:cubicBezTo>
                <a:cubicBezTo>
                  <a:pt x="509382" y="100660"/>
                  <a:pt x="502891" y="102770"/>
                  <a:pt x="496494" y="102770"/>
                </a:cubicBezTo>
                <a:cubicBezTo>
                  <a:pt x="489340" y="102770"/>
                  <a:pt x="481996" y="100070"/>
                  <a:pt x="474462" y="94668"/>
                </a:cubicBezTo>
                <a:lnTo>
                  <a:pt x="496068" y="20185"/>
                </a:lnTo>
                <a:cubicBezTo>
                  <a:pt x="497726" y="14451"/>
                  <a:pt x="498556" y="11087"/>
                  <a:pt x="498556" y="10092"/>
                </a:cubicBezTo>
                <a:cubicBezTo>
                  <a:pt x="498556" y="8860"/>
                  <a:pt x="498176" y="7936"/>
                  <a:pt x="497418" y="7320"/>
                </a:cubicBezTo>
                <a:cubicBezTo>
                  <a:pt x="496329" y="6468"/>
                  <a:pt x="494718" y="6041"/>
                  <a:pt x="492585" y="6041"/>
                </a:cubicBezTo>
                <a:cubicBezTo>
                  <a:pt x="491590" y="6041"/>
                  <a:pt x="490074" y="6207"/>
                  <a:pt x="488037" y="6539"/>
                </a:cubicBezTo>
                <a:lnTo>
                  <a:pt x="488037" y="3980"/>
                </a:lnTo>
                <a:lnTo>
                  <a:pt x="512628" y="0"/>
                </a:lnTo>
                <a:moveTo>
                  <a:pt x="485123" y="95450"/>
                </a:moveTo>
                <a:cubicBezTo>
                  <a:pt x="489861" y="98056"/>
                  <a:pt x="494031" y="99359"/>
                  <a:pt x="497632" y="99359"/>
                </a:cubicBezTo>
                <a:cubicBezTo>
                  <a:pt x="501801" y="99359"/>
                  <a:pt x="506125" y="97833"/>
                  <a:pt x="510602" y="94781"/>
                </a:cubicBezTo>
                <a:cubicBezTo>
                  <a:pt x="515080" y="91728"/>
                  <a:pt x="518965" y="86582"/>
                  <a:pt x="522258" y="79343"/>
                </a:cubicBezTo>
                <a:cubicBezTo>
                  <a:pt x="525551" y="72103"/>
                  <a:pt x="527198" y="64791"/>
                  <a:pt x="527198" y="57409"/>
                </a:cubicBezTo>
                <a:cubicBezTo>
                  <a:pt x="527198" y="53055"/>
                  <a:pt x="526120" y="49648"/>
                  <a:pt x="523964" y="47188"/>
                </a:cubicBezTo>
                <a:cubicBezTo>
                  <a:pt x="521808" y="44727"/>
                  <a:pt x="519261" y="43496"/>
                  <a:pt x="516324" y="43496"/>
                </a:cubicBezTo>
                <a:cubicBezTo>
                  <a:pt x="511917" y="43496"/>
                  <a:pt x="507605" y="45260"/>
                  <a:pt x="503388" y="48789"/>
                </a:cubicBezTo>
                <a:cubicBezTo>
                  <a:pt x="499171" y="52316"/>
                  <a:pt x="496163" y="57229"/>
                  <a:pt x="494362" y="63527"/>
                </a:cubicBezTo>
                <a:lnTo>
                  <a:pt x="485123" y="95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F2DE4-580C-4887-AA27-810E60E1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296" y="2997907"/>
            <a:ext cx="649665" cy="156230"/>
          </a:xfrm>
          <a:custGeom xmlns:a="http://schemas.openxmlformats.org/drawingml/2006/main">
            <a:pathLst>
              <a:path w="649665" h="156230">
                <a:moveTo>
                  <a:pt x="0" y="0"/>
                </a:moveTo>
                <a:lnTo>
                  <a:pt x="649665" y="0"/>
                </a:lnTo>
                <a:lnTo>
                  <a:pt x="649665" y="156230"/>
                </a:lnTo>
                <a:lnTo>
                  <a:pt x="0" y="1562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s_port=">
            <a:extLst xmlns:a="http://schemas.openxmlformats.org/drawingml/2006/main">
              <a:ext uri="{FF2B5EF4-FFF2-40B4-BE49-F238E27FC236}">
                <a16:creationId xmlns:a16="http://schemas.microsoft.com/office/drawing/2014/main" id="{5A32238C-CCC0-45AE-8109-A9A04349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943" y="3023477"/>
            <a:ext cx="436099" cy="117980"/>
          </a:xfrm>
          <a:custGeom xmlns:a="http://schemas.openxmlformats.org/drawingml/2006/main">
            <a:pathLst>
              <a:path w="436099" h="117980">
                <a:moveTo>
                  <a:pt x="436099" y="23738"/>
                </a:moveTo>
                <a:lnTo>
                  <a:pt x="359413" y="23738"/>
                </a:lnTo>
                <a:lnTo>
                  <a:pt x="359413" y="29637"/>
                </a:lnTo>
                <a:lnTo>
                  <a:pt x="436099" y="29637"/>
                </a:lnTo>
                <a:lnTo>
                  <a:pt x="436099" y="23738"/>
                </a:lnTo>
                <a:close/>
                <a:moveTo>
                  <a:pt x="337238" y="1169"/>
                </a:moveTo>
                <a:lnTo>
                  <a:pt x="337006" y="1730"/>
                </a:lnTo>
                <a:lnTo>
                  <a:pt x="336779" y="2275"/>
                </a:lnTo>
                <a:lnTo>
                  <a:pt x="336556" y="2805"/>
                </a:lnTo>
                <a:lnTo>
                  <a:pt x="336338" y="3319"/>
                </a:lnTo>
                <a:lnTo>
                  <a:pt x="336124" y="3818"/>
                </a:lnTo>
                <a:lnTo>
                  <a:pt x="335914" y="4301"/>
                </a:lnTo>
                <a:lnTo>
                  <a:pt x="335709" y="4769"/>
                </a:lnTo>
                <a:lnTo>
                  <a:pt x="335508" y="5220"/>
                </a:lnTo>
                <a:lnTo>
                  <a:pt x="335312" y="5657"/>
                </a:lnTo>
                <a:lnTo>
                  <a:pt x="335121" y="6077"/>
                </a:lnTo>
                <a:lnTo>
                  <a:pt x="334933" y="6482"/>
                </a:lnTo>
                <a:lnTo>
                  <a:pt x="334750" y="6872"/>
                </a:lnTo>
                <a:lnTo>
                  <a:pt x="334572" y="7246"/>
                </a:lnTo>
                <a:lnTo>
                  <a:pt x="334398" y="7604"/>
                </a:lnTo>
                <a:lnTo>
                  <a:pt x="334228" y="7946"/>
                </a:lnTo>
                <a:lnTo>
                  <a:pt x="334063" y="8273"/>
                </a:lnTo>
                <a:lnTo>
                  <a:pt x="333903" y="8585"/>
                </a:lnTo>
                <a:lnTo>
                  <a:pt x="333746" y="8881"/>
                </a:lnTo>
                <a:lnTo>
                  <a:pt x="333595" y="9161"/>
                </a:lnTo>
                <a:lnTo>
                  <a:pt x="333447" y="9425"/>
                </a:lnTo>
                <a:lnTo>
                  <a:pt x="333304" y="9674"/>
                </a:lnTo>
                <a:lnTo>
                  <a:pt x="333166" y="9908"/>
                </a:lnTo>
                <a:lnTo>
                  <a:pt x="332898" y="10333"/>
                </a:lnTo>
                <a:lnTo>
                  <a:pt x="332627" y="10754"/>
                </a:lnTo>
                <a:lnTo>
                  <a:pt x="332353" y="11169"/>
                </a:lnTo>
                <a:lnTo>
                  <a:pt x="332075" y="11580"/>
                </a:lnTo>
                <a:lnTo>
                  <a:pt x="331795" y="11986"/>
                </a:lnTo>
                <a:lnTo>
                  <a:pt x="331511" y="12387"/>
                </a:lnTo>
                <a:lnTo>
                  <a:pt x="331225" y="12784"/>
                </a:lnTo>
                <a:lnTo>
                  <a:pt x="330935" y="13175"/>
                </a:lnTo>
                <a:lnTo>
                  <a:pt x="330642" y="13562"/>
                </a:lnTo>
                <a:lnTo>
                  <a:pt x="330347" y="13944"/>
                </a:lnTo>
                <a:lnTo>
                  <a:pt x="330048" y="14321"/>
                </a:lnTo>
                <a:lnTo>
                  <a:pt x="329746" y="14693"/>
                </a:lnTo>
                <a:lnTo>
                  <a:pt x="329441" y="15060"/>
                </a:lnTo>
                <a:lnTo>
                  <a:pt x="329132" y="15423"/>
                </a:lnTo>
                <a:lnTo>
                  <a:pt x="328821" y="15781"/>
                </a:lnTo>
                <a:lnTo>
                  <a:pt x="328507" y="16134"/>
                </a:lnTo>
                <a:lnTo>
                  <a:pt x="328189" y="16482"/>
                </a:lnTo>
                <a:lnTo>
                  <a:pt x="327869" y="16825"/>
                </a:lnTo>
                <a:lnTo>
                  <a:pt x="327545" y="17163"/>
                </a:lnTo>
                <a:lnTo>
                  <a:pt x="327219" y="17497"/>
                </a:lnTo>
                <a:lnTo>
                  <a:pt x="326889" y="17826"/>
                </a:lnTo>
                <a:lnTo>
                  <a:pt x="326556" y="18150"/>
                </a:lnTo>
                <a:lnTo>
                  <a:pt x="326220" y="18469"/>
                </a:lnTo>
                <a:lnTo>
                  <a:pt x="325881" y="18783"/>
                </a:lnTo>
                <a:lnTo>
                  <a:pt x="325541" y="19091"/>
                </a:lnTo>
                <a:lnTo>
                  <a:pt x="325201" y="19392"/>
                </a:lnTo>
                <a:lnTo>
                  <a:pt x="324862" y="19685"/>
                </a:lnTo>
                <a:lnTo>
                  <a:pt x="324524" y="19970"/>
                </a:lnTo>
                <a:lnTo>
                  <a:pt x="324186" y="20248"/>
                </a:lnTo>
                <a:lnTo>
                  <a:pt x="323849" y="20518"/>
                </a:lnTo>
                <a:lnTo>
                  <a:pt x="323512" y="20781"/>
                </a:lnTo>
                <a:lnTo>
                  <a:pt x="323176" y="21036"/>
                </a:lnTo>
                <a:lnTo>
                  <a:pt x="322841" y="21284"/>
                </a:lnTo>
                <a:lnTo>
                  <a:pt x="322506" y="21524"/>
                </a:lnTo>
                <a:lnTo>
                  <a:pt x="322172" y="21757"/>
                </a:lnTo>
                <a:lnTo>
                  <a:pt x="321839" y="21982"/>
                </a:lnTo>
                <a:lnTo>
                  <a:pt x="321506" y="22199"/>
                </a:lnTo>
                <a:lnTo>
                  <a:pt x="321174" y="22409"/>
                </a:lnTo>
                <a:lnTo>
                  <a:pt x="320842" y="22612"/>
                </a:lnTo>
                <a:lnTo>
                  <a:pt x="320511" y="22807"/>
                </a:lnTo>
                <a:lnTo>
                  <a:pt x="320181" y="22994"/>
                </a:lnTo>
                <a:lnTo>
                  <a:pt x="319851" y="23174"/>
                </a:lnTo>
                <a:lnTo>
                  <a:pt x="319522" y="23346"/>
                </a:lnTo>
                <a:lnTo>
                  <a:pt x="319193" y="23510"/>
                </a:lnTo>
                <a:lnTo>
                  <a:pt x="318866" y="23668"/>
                </a:lnTo>
                <a:lnTo>
                  <a:pt x="318538" y="23817"/>
                </a:lnTo>
                <a:lnTo>
                  <a:pt x="318212" y="23959"/>
                </a:lnTo>
                <a:lnTo>
                  <a:pt x="317886" y="24093"/>
                </a:lnTo>
                <a:lnTo>
                  <a:pt x="317886" y="26439"/>
                </a:lnTo>
                <a:lnTo>
                  <a:pt x="328191" y="26439"/>
                </a:lnTo>
                <a:lnTo>
                  <a:pt x="328191" y="70270"/>
                </a:lnTo>
                <a:lnTo>
                  <a:pt x="328194" y="70851"/>
                </a:lnTo>
                <a:lnTo>
                  <a:pt x="328201" y="71419"/>
                </a:lnTo>
                <a:lnTo>
                  <a:pt x="328214" y="71974"/>
                </a:lnTo>
                <a:lnTo>
                  <a:pt x="328232" y="72517"/>
                </a:lnTo>
                <a:lnTo>
                  <a:pt x="328256" y="73047"/>
                </a:lnTo>
                <a:lnTo>
                  <a:pt x="328284" y="73564"/>
                </a:lnTo>
                <a:lnTo>
                  <a:pt x="328318" y="74068"/>
                </a:lnTo>
                <a:lnTo>
                  <a:pt x="328357" y="74560"/>
                </a:lnTo>
                <a:lnTo>
                  <a:pt x="328401" y="75039"/>
                </a:lnTo>
                <a:lnTo>
                  <a:pt x="328450" y="75505"/>
                </a:lnTo>
                <a:lnTo>
                  <a:pt x="328505" y="75959"/>
                </a:lnTo>
                <a:lnTo>
                  <a:pt x="328564" y="76399"/>
                </a:lnTo>
                <a:lnTo>
                  <a:pt x="328629" y="76827"/>
                </a:lnTo>
                <a:lnTo>
                  <a:pt x="328699" y="77243"/>
                </a:lnTo>
                <a:lnTo>
                  <a:pt x="328774" y="77645"/>
                </a:lnTo>
                <a:lnTo>
                  <a:pt x="328854" y="78035"/>
                </a:lnTo>
                <a:lnTo>
                  <a:pt x="328940" y="78412"/>
                </a:lnTo>
                <a:lnTo>
                  <a:pt x="329031" y="78777"/>
                </a:lnTo>
                <a:lnTo>
                  <a:pt x="329126" y="79128"/>
                </a:lnTo>
                <a:lnTo>
                  <a:pt x="329227" y="79467"/>
                </a:lnTo>
                <a:lnTo>
                  <a:pt x="329334" y="79793"/>
                </a:lnTo>
                <a:lnTo>
                  <a:pt x="329445" y="80107"/>
                </a:lnTo>
                <a:lnTo>
                  <a:pt x="329562" y="80408"/>
                </a:lnTo>
                <a:lnTo>
                  <a:pt x="329684" y="80696"/>
                </a:lnTo>
                <a:lnTo>
                  <a:pt x="329811" y="80975"/>
                </a:lnTo>
                <a:lnTo>
                  <a:pt x="329944" y="81248"/>
                </a:lnTo>
                <a:lnTo>
                  <a:pt x="330082" y="81516"/>
                </a:lnTo>
                <a:lnTo>
                  <a:pt x="330226" y="81778"/>
                </a:lnTo>
                <a:lnTo>
                  <a:pt x="330376" y="82036"/>
                </a:lnTo>
                <a:lnTo>
                  <a:pt x="330532" y="82287"/>
                </a:lnTo>
                <a:lnTo>
                  <a:pt x="330693" y="82533"/>
                </a:lnTo>
                <a:lnTo>
                  <a:pt x="330860" y="82774"/>
                </a:lnTo>
                <a:lnTo>
                  <a:pt x="331033" y="83010"/>
                </a:lnTo>
                <a:lnTo>
                  <a:pt x="331211" y="83240"/>
                </a:lnTo>
                <a:lnTo>
                  <a:pt x="331395" y="83464"/>
                </a:lnTo>
                <a:lnTo>
                  <a:pt x="331585" y="83683"/>
                </a:lnTo>
                <a:lnTo>
                  <a:pt x="331780" y="83897"/>
                </a:lnTo>
                <a:lnTo>
                  <a:pt x="331981" y="84105"/>
                </a:lnTo>
                <a:lnTo>
                  <a:pt x="332188" y="84308"/>
                </a:lnTo>
                <a:lnTo>
                  <a:pt x="332400" y="84505"/>
                </a:lnTo>
                <a:lnTo>
                  <a:pt x="332618" y="84697"/>
                </a:lnTo>
                <a:lnTo>
                  <a:pt x="332842" y="84884"/>
                </a:lnTo>
                <a:lnTo>
                  <a:pt x="333071" y="85065"/>
                </a:lnTo>
                <a:lnTo>
                  <a:pt x="333306" y="85240"/>
                </a:lnTo>
                <a:lnTo>
                  <a:pt x="333547" y="85410"/>
                </a:lnTo>
                <a:lnTo>
                  <a:pt x="333793" y="85575"/>
                </a:lnTo>
                <a:lnTo>
                  <a:pt x="334045" y="85735"/>
                </a:lnTo>
                <a:lnTo>
                  <a:pt x="334303" y="85889"/>
                </a:lnTo>
                <a:lnTo>
                  <a:pt x="334564" y="86037"/>
                </a:lnTo>
                <a:lnTo>
                  <a:pt x="334825" y="86178"/>
                </a:lnTo>
                <a:lnTo>
                  <a:pt x="335087" y="86314"/>
                </a:lnTo>
                <a:lnTo>
                  <a:pt x="335350" y="86443"/>
                </a:lnTo>
                <a:lnTo>
                  <a:pt x="335612" y="86566"/>
                </a:lnTo>
                <a:lnTo>
                  <a:pt x="335876" y="86682"/>
                </a:lnTo>
                <a:lnTo>
                  <a:pt x="336139" y="86793"/>
                </a:lnTo>
                <a:lnTo>
                  <a:pt x="336404" y="86897"/>
                </a:lnTo>
                <a:lnTo>
                  <a:pt x="336669" y="86994"/>
                </a:lnTo>
                <a:lnTo>
                  <a:pt x="336934" y="87086"/>
                </a:lnTo>
                <a:lnTo>
                  <a:pt x="337200" y="87171"/>
                </a:lnTo>
                <a:lnTo>
                  <a:pt x="337466" y="87249"/>
                </a:lnTo>
                <a:lnTo>
                  <a:pt x="337733" y="87322"/>
                </a:lnTo>
                <a:lnTo>
                  <a:pt x="338000" y="87388"/>
                </a:lnTo>
                <a:lnTo>
                  <a:pt x="338268" y="87448"/>
                </a:lnTo>
                <a:lnTo>
                  <a:pt x="338536" y="87502"/>
                </a:lnTo>
                <a:lnTo>
                  <a:pt x="338805" y="87549"/>
                </a:lnTo>
                <a:lnTo>
                  <a:pt x="339074" y="87590"/>
                </a:lnTo>
                <a:lnTo>
                  <a:pt x="339344" y="87624"/>
                </a:lnTo>
                <a:lnTo>
                  <a:pt x="339614" y="87653"/>
                </a:lnTo>
                <a:lnTo>
                  <a:pt x="339885" y="87675"/>
                </a:lnTo>
                <a:lnTo>
                  <a:pt x="340156" y="87691"/>
                </a:lnTo>
                <a:lnTo>
                  <a:pt x="340428" y="87700"/>
                </a:lnTo>
                <a:lnTo>
                  <a:pt x="340700" y="87703"/>
                </a:lnTo>
                <a:lnTo>
                  <a:pt x="341102" y="87697"/>
                </a:lnTo>
                <a:lnTo>
                  <a:pt x="341503" y="87678"/>
                </a:lnTo>
                <a:lnTo>
                  <a:pt x="341903" y="87647"/>
                </a:lnTo>
                <a:lnTo>
                  <a:pt x="342303" y="87604"/>
                </a:lnTo>
                <a:lnTo>
                  <a:pt x="342701" y="87548"/>
                </a:lnTo>
                <a:lnTo>
                  <a:pt x="343098" y="87479"/>
                </a:lnTo>
                <a:lnTo>
                  <a:pt x="343495" y="87399"/>
                </a:lnTo>
                <a:lnTo>
                  <a:pt x="343890" y="87306"/>
                </a:lnTo>
                <a:lnTo>
                  <a:pt x="344284" y="87200"/>
                </a:lnTo>
                <a:lnTo>
                  <a:pt x="344678" y="87082"/>
                </a:lnTo>
                <a:lnTo>
                  <a:pt x="345070" y="86951"/>
                </a:lnTo>
                <a:lnTo>
                  <a:pt x="345462" y="86809"/>
                </a:lnTo>
                <a:lnTo>
                  <a:pt x="345852" y="86653"/>
                </a:lnTo>
                <a:lnTo>
                  <a:pt x="346241" y="86486"/>
                </a:lnTo>
                <a:lnTo>
                  <a:pt x="346630" y="86305"/>
                </a:lnTo>
                <a:lnTo>
                  <a:pt x="347017" y="86113"/>
                </a:lnTo>
                <a:lnTo>
                  <a:pt x="347404" y="85908"/>
                </a:lnTo>
                <a:lnTo>
                  <a:pt x="347789" y="85690"/>
                </a:lnTo>
                <a:lnTo>
                  <a:pt x="348174" y="85461"/>
                </a:lnTo>
                <a:lnTo>
                  <a:pt x="348557" y="85218"/>
                </a:lnTo>
                <a:lnTo>
                  <a:pt x="348940" y="84964"/>
                </a:lnTo>
                <a:lnTo>
                  <a:pt x="349321" y="84697"/>
                </a:lnTo>
                <a:lnTo>
                  <a:pt x="349702" y="84417"/>
                </a:lnTo>
                <a:lnTo>
                  <a:pt x="350081" y="84125"/>
                </a:lnTo>
                <a:lnTo>
                  <a:pt x="350457" y="83821"/>
                </a:lnTo>
                <a:lnTo>
                  <a:pt x="350825" y="83505"/>
                </a:lnTo>
                <a:lnTo>
                  <a:pt x="351186" y="83177"/>
                </a:lnTo>
                <a:lnTo>
                  <a:pt x="351540" y="82837"/>
                </a:lnTo>
                <a:lnTo>
                  <a:pt x="351887" y="82486"/>
                </a:lnTo>
                <a:lnTo>
                  <a:pt x="352227" y="82122"/>
                </a:lnTo>
                <a:lnTo>
                  <a:pt x="352559" y="81747"/>
                </a:lnTo>
                <a:lnTo>
                  <a:pt x="352885" y="81360"/>
                </a:lnTo>
                <a:lnTo>
                  <a:pt x="353203" y="80961"/>
                </a:lnTo>
                <a:lnTo>
                  <a:pt x="353514" y="80550"/>
                </a:lnTo>
                <a:lnTo>
                  <a:pt x="353818" y="80128"/>
                </a:lnTo>
                <a:lnTo>
                  <a:pt x="354115" y="79694"/>
                </a:lnTo>
                <a:lnTo>
                  <a:pt x="354404" y="79247"/>
                </a:lnTo>
                <a:lnTo>
                  <a:pt x="354687" y="78790"/>
                </a:lnTo>
                <a:lnTo>
                  <a:pt x="354962" y="78320"/>
                </a:lnTo>
                <a:lnTo>
                  <a:pt x="355230" y="77838"/>
                </a:lnTo>
                <a:lnTo>
                  <a:pt x="355491" y="77345"/>
                </a:lnTo>
                <a:lnTo>
                  <a:pt x="355745" y="76839"/>
                </a:lnTo>
                <a:lnTo>
                  <a:pt x="355991" y="76322"/>
                </a:lnTo>
                <a:lnTo>
                  <a:pt x="356231" y="75794"/>
                </a:lnTo>
                <a:lnTo>
                  <a:pt x="356463" y="75253"/>
                </a:lnTo>
                <a:lnTo>
                  <a:pt x="356688" y="74700"/>
                </a:lnTo>
                <a:lnTo>
                  <a:pt x="356907" y="74136"/>
                </a:lnTo>
                <a:lnTo>
                  <a:pt x="357117" y="73560"/>
                </a:lnTo>
                <a:lnTo>
                  <a:pt x="354346" y="73560"/>
                </a:lnTo>
                <a:lnTo>
                  <a:pt x="354243" y="73794"/>
                </a:lnTo>
                <a:lnTo>
                  <a:pt x="354137" y="74024"/>
                </a:lnTo>
                <a:lnTo>
                  <a:pt x="354028" y="74249"/>
                </a:lnTo>
                <a:lnTo>
                  <a:pt x="353915" y="74469"/>
                </a:lnTo>
                <a:lnTo>
                  <a:pt x="353799" y="74684"/>
                </a:lnTo>
                <a:lnTo>
                  <a:pt x="353679" y="74895"/>
                </a:lnTo>
                <a:lnTo>
                  <a:pt x="353556" y="75100"/>
                </a:lnTo>
                <a:lnTo>
                  <a:pt x="353430" y="75301"/>
                </a:lnTo>
                <a:lnTo>
                  <a:pt x="353299" y="75497"/>
                </a:lnTo>
                <a:lnTo>
                  <a:pt x="353166" y="75688"/>
                </a:lnTo>
                <a:lnTo>
                  <a:pt x="353029" y="75875"/>
                </a:lnTo>
                <a:lnTo>
                  <a:pt x="352889" y="76056"/>
                </a:lnTo>
                <a:lnTo>
                  <a:pt x="352745" y="76233"/>
                </a:lnTo>
                <a:lnTo>
                  <a:pt x="352597" y="76405"/>
                </a:lnTo>
                <a:lnTo>
                  <a:pt x="352447" y="76572"/>
                </a:lnTo>
                <a:lnTo>
                  <a:pt x="352292" y="76734"/>
                </a:lnTo>
                <a:lnTo>
                  <a:pt x="352135" y="76892"/>
                </a:lnTo>
                <a:lnTo>
                  <a:pt x="351974" y="77045"/>
                </a:lnTo>
                <a:lnTo>
                  <a:pt x="351809" y="77192"/>
                </a:lnTo>
                <a:lnTo>
                  <a:pt x="351641" y="77335"/>
                </a:lnTo>
                <a:lnTo>
                  <a:pt x="351469" y="77474"/>
                </a:lnTo>
                <a:lnTo>
                  <a:pt x="351294" y="77607"/>
                </a:lnTo>
                <a:lnTo>
                  <a:pt x="351116" y="77736"/>
                </a:lnTo>
                <a:lnTo>
                  <a:pt x="350934" y="77860"/>
                </a:lnTo>
                <a:lnTo>
                  <a:pt x="350750" y="77979"/>
                </a:lnTo>
                <a:lnTo>
                  <a:pt x="350566" y="78092"/>
                </a:lnTo>
                <a:lnTo>
                  <a:pt x="350381" y="78201"/>
                </a:lnTo>
                <a:lnTo>
                  <a:pt x="350196" y="78305"/>
                </a:lnTo>
                <a:lnTo>
                  <a:pt x="350010" y="78403"/>
                </a:lnTo>
                <a:lnTo>
                  <a:pt x="349824" y="78497"/>
                </a:lnTo>
                <a:lnTo>
                  <a:pt x="349637" y="78586"/>
                </a:lnTo>
                <a:lnTo>
                  <a:pt x="349449" y="78669"/>
                </a:lnTo>
                <a:lnTo>
                  <a:pt x="349262" y="78747"/>
                </a:lnTo>
                <a:lnTo>
                  <a:pt x="349073" y="78821"/>
                </a:lnTo>
                <a:lnTo>
                  <a:pt x="348885" y="78889"/>
                </a:lnTo>
                <a:lnTo>
                  <a:pt x="348695" y="78952"/>
                </a:lnTo>
                <a:lnTo>
                  <a:pt x="348506" y="79011"/>
                </a:lnTo>
                <a:lnTo>
                  <a:pt x="348315" y="79064"/>
                </a:lnTo>
                <a:lnTo>
                  <a:pt x="348125" y="79112"/>
                </a:lnTo>
                <a:lnTo>
                  <a:pt x="347933" y="79155"/>
                </a:lnTo>
                <a:lnTo>
                  <a:pt x="347742" y="79193"/>
                </a:lnTo>
                <a:lnTo>
                  <a:pt x="347549" y="79226"/>
                </a:lnTo>
                <a:lnTo>
                  <a:pt x="347357" y="79253"/>
                </a:lnTo>
                <a:lnTo>
                  <a:pt x="347163" y="79276"/>
                </a:lnTo>
                <a:lnTo>
                  <a:pt x="346970" y="79294"/>
                </a:lnTo>
                <a:lnTo>
                  <a:pt x="346775" y="79306"/>
                </a:lnTo>
                <a:lnTo>
                  <a:pt x="346581" y="79314"/>
                </a:lnTo>
                <a:lnTo>
                  <a:pt x="346385" y="79317"/>
                </a:lnTo>
                <a:lnTo>
                  <a:pt x="346150" y="79313"/>
                </a:lnTo>
                <a:lnTo>
                  <a:pt x="345919" y="79301"/>
                </a:lnTo>
                <a:lnTo>
                  <a:pt x="345691" y="79282"/>
                </a:lnTo>
                <a:lnTo>
                  <a:pt x="345466" y="79256"/>
                </a:lnTo>
                <a:lnTo>
                  <a:pt x="345246" y="79221"/>
                </a:lnTo>
                <a:lnTo>
                  <a:pt x="345028" y="79179"/>
                </a:lnTo>
                <a:lnTo>
                  <a:pt x="344815" y="79130"/>
                </a:lnTo>
                <a:lnTo>
                  <a:pt x="344605" y="79072"/>
                </a:lnTo>
                <a:lnTo>
                  <a:pt x="344398" y="79007"/>
                </a:lnTo>
                <a:lnTo>
                  <a:pt x="344195" y="78935"/>
                </a:lnTo>
                <a:lnTo>
                  <a:pt x="343996" y="78855"/>
                </a:lnTo>
                <a:lnTo>
                  <a:pt x="343800" y="78767"/>
                </a:lnTo>
                <a:lnTo>
                  <a:pt x="343608" y="78671"/>
                </a:lnTo>
                <a:lnTo>
                  <a:pt x="343419" y="78568"/>
                </a:lnTo>
                <a:lnTo>
                  <a:pt x="343234" y="78458"/>
                </a:lnTo>
                <a:lnTo>
                  <a:pt x="343053" y="78339"/>
                </a:lnTo>
                <a:lnTo>
                  <a:pt x="342875" y="78213"/>
                </a:lnTo>
                <a:lnTo>
                  <a:pt x="342701" y="78080"/>
                </a:lnTo>
                <a:lnTo>
                  <a:pt x="342530" y="77939"/>
                </a:lnTo>
                <a:lnTo>
                  <a:pt x="342363" y="77790"/>
                </a:lnTo>
                <a:lnTo>
                  <a:pt x="342199" y="77633"/>
                </a:lnTo>
                <a:lnTo>
                  <a:pt x="342039" y="77469"/>
                </a:lnTo>
                <a:lnTo>
                  <a:pt x="341883" y="77297"/>
                </a:lnTo>
                <a:lnTo>
                  <a:pt x="341730" y="77118"/>
                </a:lnTo>
                <a:lnTo>
                  <a:pt x="341582" y="76927"/>
                </a:lnTo>
                <a:lnTo>
                  <a:pt x="341441" y="76722"/>
                </a:lnTo>
                <a:lnTo>
                  <a:pt x="341305" y="76503"/>
                </a:lnTo>
                <a:lnTo>
                  <a:pt x="341176" y="76270"/>
                </a:lnTo>
                <a:lnTo>
                  <a:pt x="341054" y="76022"/>
                </a:lnTo>
                <a:lnTo>
                  <a:pt x="340937" y="75760"/>
                </a:lnTo>
                <a:lnTo>
                  <a:pt x="340827" y="75484"/>
                </a:lnTo>
                <a:lnTo>
                  <a:pt x="340723" y="75193"/>
                </a:lnTo>
                <a:lnTo>
                  <a:pt x="340626" y="74888"/>
                </a:lnTo>
                <a:lnTo>
                  <a:pt x="340535" y="74569"/>
                </a:lnTo>
                <a:lnTo>
                  <a:pt x="340450" y="74235"/>
                </a:lnTo>
                <a:lnTo>
                  <a:pt x="340371" y="73887"/>
                </a:lnTo>
                <a:lnTo>
                  <a:pt x="340299" y="73525"/>
                </a:lnTo>
                <a:lnTo>
                  <a:pt x="340233" y="73149"/>
                </a:lnTo>
                <a:lnTo>
                  <a:pt x="340173" y="72758"/>
                </a:lnTo>
                <a:lnTo>
                  <a:pt x="340119" y="72353"/>
                </a:lnTo>
                <a:lnTo>
                  <a:pt x="340072" y="71934"/>
                </a:lnTo>
                <a:lnTo>
                  <a:pt x="340031" y="71500"/>
                </a:lnTo>
                <a:lnTo>
                  <a:pt x="339997" y="71052"/>
                </a:lnTo>
                <a:lnTo>
                  <a:pt x="339968" y="70590"/>
                </a:lnTo>
                <a:lnTo>
                  <a:pt x="339946" y="70113"/>
                </a:lnTo>
                <a:lnTo>
                  <a:pt x="339930" y="69623"/>
                </a:lnTo>
                <a:lnTo>
                  <a:pt x="339921" y="69117"/>
                </a:lnTo>
                <a:lnTo>
                  <a:pt x="339918" y="68598"/>
                </a:lnTo>
                <a:lnTo>
                  <a:pt x="339918" y="26439"/>
                </a:lnTo>
                <a:lnTo>
                  <a:pt x="355127" y="26439"/>
                </a:lnTo>
                <a:lnTo>
                  <a:pt x="355127" y="21464"/>
                </a:lnTo>
                <a:lnTo>
                  <a:pt x="339918" y="21464"/>
                </a:lnTo>
                <a:lnTo>
                  <a:pt x="339918" y="0"/>
                </a:lnTo>
                <a:lnTo>
                  <a:pt x="337715" y="0"/>
                </a:lnTo>
                <a:lnTo>
                  <a:pt x="337474" y="592"/>
                </a:lnTo>
                <a:lnTo>
                  <a:pt x="337238" y="1169"/>
                </a:lnTo>
                <a:close/>
                <a:moveTo>
                  <a:pt x="436099" y="46837"/>
                </a:moveTo>
                <a:lnTo>
                  <a:pt x="359413" y="46837"/>
                </a:lnTo>
                <a:lnTo>
                  <a:pt x="359413" y="52736"/>
                </a:lnTo>
                <a:lnTo>
                  <a:pt x="436099" y="52736"/>
                </a:lnTo>
                <a:lnTo>
                  <a:pt x="436099" y="46837"/>
                </a:lnTo>
                <a:close/>
                <a:moveTo>
                  <a:pt x="269628" y="30112"/>
                </a:moveTo>
                <a:lnTo>
                  <a:pt x="269858" y="30026"/>
                </a:lnTo>
                <a:lnTo>
                  <a:pt x="270086" y="29942"/>
                </a:lnTo>
                <a:lnTo>
                  <a:pt x="270312" y="29863"/>
                </a:lnTo>
                <a:lnTo>
                  <a:pt x="270536" y="29787"/>
                </a:lnTo>
                <a:lnTo>
                  <a:pt x="270758" y="29715"/>
                </a:lnTo>
                <a:lnTo>
                  <a:pt x="270978" y="29647"/>
                </a:lnTo>
                <a:lnTo>
                  <a:pt x="271197" y="29582"/>
                </a:lnTo>
                <a:lnTo>
                  <a:pt x="271413" y="29521"/>
                </a:lnTo>
                <a:lnTo>
                  <a:pt x="271627" y="29464"/>
                </a:lnTo>
                <a:lnTo>
                  <a:pt x="271839" y="29411"/>
                </a:lnTo>
                <a:lnTo>
                  <a:pt x="272049" y="29361"/>
                </a:lnTo>
                <a:lnTo>
                  <a:pt x="272258" y="29315"/>
                </a:lnTo>
                <a:lnTo>
                  <a:pt x="272464" y="29272"/>
                </a:lnTo>
                <a:lnTo>
                  <a:pt x="272668" y="29233"/>
                </a:lnTo>
                <a:lnTo>
                  <a:pt x="272871" y="29198"/>
                </a:lnTo>
                <a:lnTo>
                  <a:pt x="273071" y="29167"/>
                </a:lnTo>
                <a:lnTo>
                  <a:pt x="273270" y="29139"/>
                </a:lnTo>
                <a:lnTo>
                  <a:pt x="273466" y="29115"/>
                </a:lnTo>
                <a:lnTo>
                  <a:pt x="273660" y="29095"/>
                </a:lnTo>
                <a:lnTo>
                  <a:pt x="273853" y="29078"/>
                </a:lnTo>
                <a:lnTo>
                  <a:pt x="274043" y="29065"/>
                </a:lnTo>
                <a:lnTo>
                  <a:pt x="274232" y="29056"/>
                </a:lnTo>
                <a:lnTo>
                  <a:pt x="274419" y="29050"/>
                </a:lnTo>
                <a:lnTo>
                  <a:pt x="274603" y="29049"/>
                </a:lnTo>
                <a:lnTo>
                  <a:pt x="274756" y="29050"/>
                </a:lnTo>
                <a:lnTo>
                  <a:pt x="274907" y="29055"/>
                </a:lnTo>
                <a:lnTo>
                  <a:pt x="275056" y="29064"/>
                </a:lnTo>
                <a:lnTo>
                  <a:pt x="275202" y="29076"/>
                </a:lnTo>
                <a:lnTo>
                  <a:pt x="275347" y="29092"/>
                </a:lnTo>
                <a:lnTo>
                  <a:pt x="275489" y="29111"/>
                </a:lnTo>
                <a:lnTo>
                  <a:pt x="275630" y="29133"/>
                </a:lnTo>
                <a:lnTo>
                  <a:pt x="275768" y="29159"/>
                </a:lnTo>
                <a:lnTo>
                  <a:pt x="275904" y="29188"/>
                </a:lnTo>
                <a:lnTo>
                  <a:pt x="276038" y="29221"/>
                </a:lnTo>
                <a:lnTo>
                  <a:pt x="276170" y="29257"/>
                </a:lnTo>
                <a:lnTo>
                  <a:pt x="276300" y="29297"/>
                </a:lnTo>
                <a:lnTo>
                  <a:pt x="276428" y="29340"/>
                </a:lnTo>
                <a:lnTo>
                  <a:pt x="276553" y="29386"/>
                </a:lnTo>
                <a:lnTo>
                  <a:pt x="276677" y="29436"/>
                </a:lnTo>
                <a:lnTo>
                  <a:pt x="276799" y="29490"/>
                </a:lnTo>
                <a:lnTo>
                  <a:pt x="276918" y="29547"/>
                </a:lnTo>
                <a:lnTo>
                  <a:pt x="277035" y="29607"/>
                </a:lnTo>
                <a:lnTo>
                  <a:pt x="277150" y="29671"/>
                </a:lnTo>
                <a:lnTo>
                  <a:pt x="277263" y="29738"/>
                </a:lnTo>
                <a:lnTo>
                  <a:pt x="277374" y="29809"/>
                </a:lnTo>
                <a:lnTo>
                  <a:pt x="277483" y="29883"/>
                </a:lnTo>
                <a:lnTo>
                  <a:pt x="277590" y="29960"/>
                </a:lnTo>
                <a:lnTo>
                  <a:pt x="277695" y="30041"/>
                </a:lnTo>
                <a:lnTo>
                  <a:pt x="277797" y="30126"/>
                </a:lnTo>
                <a:lnTo>
                  <a:pt x="277897" y="30215"/>
                </a:lnTo>
                <a:lnTo>
                  <a:pt x="277994" y="30308"/>
                </a:lnTo>
                <a:lnTo>
                  <a:pt x="278088" y="30405"/>
                </a:lnTo>
                <a:lnTo>
                  <a:pt x="278179" y="30506"/>
                </a:lnTo>
                <a:lnTo>
                  <a:pt x="278268" y="30611"/>
                </a:lnTo>
                <a:lnTo>
                  <a:pt x="278354" y="30720"/>
                </a:lnTo>
                <a:lnTo>
                  <a:pt x="278437" y="30833"/>
                </a:lnTo>
                <a:lnTo>
                  <a:pt x="278518" y="30951"/>
                </a:lnTo>
                <a:lnTo>
                  <a:pt x="278596" y="31072"/>
                </a:lnTo>
                <a:lnTo>
                  <a:pt x="278671" y="31197"/>
                </a:lnTo>
                <a:lnTo>
                  <a:pt x="278743" y="31327"/>
                </a:lnTo>
                <a:lnTo>
                  <a:pt x="278813" y="31460"/>
                </a:lnTo>
                <a:lnTo>
                  <a:pt x="278880" y="31598"/>
                </a:lnTo>
                <a:lnTo>
                  <a:pt x="278944" y="31740"/>
                </a:lnTo>
                <a:lnTo>
                  <a:pt x="279006" y="31885"/>
                </a:lnTo>
                <a:lnTo>
                  <a:pt x="279065" y="32035"/>
                </a:lnTo>
                <a:lnTo>
                  <a:pt x="279121" y="32189"/>
                </a:lnTo>
                <a:lnTo>
                  <a:pt x="279174" y="32347"/>
                </a:lnTo>
                <a:lnTo>
                  <a:pt x="279225" y="32509"/>
                </a:lnTo>
                <a:lnTo>
                  <a:pt x="279273" y="32675"/>
                </a:lnTo>
                <a:lnTo>
                  <a:pt x="279318" y="32845"/>
                </a:lnTo>
                <a:lnTo>
                  <a:pt x="279361" y="33019"/>
                </a:lnTo>
                <a:lnTo>
                  <a:pt x="279401" y="33197"/>
                </a:lnTo>
                <a:lnTo>
                  <a:pt x="279438" y="33393"/>
                </a:lnTo>
                <a:lnTo>
                  <a:pt x="279474" y="33621"/>
                </a:lnTo>
                <a:lnTo>
                  <a:pt x="279509" y="33881"/>
                </a:lnTo>
                <a:lnTo>
                  <a:pt x="279542" y="34173"/>
                </a:lnTo>
                <a:lnTo>
                  <a:pt x="279573" y="34497"/>
                </a:lnTo>
                <a:lnTo>
                  <a:pt x="279603" y="34852"/>
                </a:lnTo>
                <a:lnTo>
                  <a:pt x="279631" y="35239"/>
                </a:lnTo>
                <a:lnTo>
                  <a:pt x="279657" y="35659"/>
                </a:lnTo>
                <a:lnTo>
                  <a:pt x="279682" y="36110"/>
                </a:lnTo>
                <a:lnTo>
                  <a:pt x="279705" y="36593"/>
                </a:lnTo>
                <a:lnTo>
                  <a:pt x="279727" y="37108"/>
                </a:lnTo>
                <a:lnTo>
                  <a:pt x="279747" y="37655"/>
                </a:lnTo>
                <a:lnTo>
                  <a:pt x="279765" y="38234"/>
                </a:lnTo>
                <a:lnTo>
                  <a:pt x="279782" y="38844"/>
                </a:lnTo>
                <a:lnTo>
                  <a:pt x="279798" y="39487"/>
                </a:lnTo>
                <a:lnTo>
                  <a:pt x="279811" y="40161"/>
                </a:lnTo>
                <a:lnTo>
                  <a:pt x="279823" y="40868"/>
                </a:lnTo>
                <a:lnTo>
                  <a:pt x="279834" y="41606"/>
                </a:lnTo>
                <a:lnTo>
                  <a:pt x="279842" y="42376"/>
                </a:lnTo>
                <a:lnTo>
                  <a:pt x="279850" y="43178"/>
                </a:lnTo>
                <a:lnTo>
                  <a:pt x="279855" y="44012"/>
                </a:lnTo>
                <a:lnTo>
                  <a:pt x="279859" y="44878"/>
                </a:lnTo>
                <a:lnTo>
                  <a:pt x="279862" y="45776"/>
                </a:lnTo>
                <a:lnTo>
                  <a:pt x="279863" y="46706"/>
                </a:lnTo>
                <a:lnTo>
                  <a:pt x="279863" y="71881"/>
                </a:lnTo>
                <a:lnTo>
                  <a:pt x="279862" y="72346"/>
                </a:lnTo>
                <a:lnTo>
                  <a:pt x="279860" y="72795"/>
                </a:lnTo>
                <a:lnTo>
                  <a:pt x="279857" y="73229"/>
                </a:lnTo>
                <a:lnTo>
                  <a:pt x="279853" y="73647"/>
                </a:lnTo>
                <a:lnTo>
                  <a:pt x="279847" y="74050"/>
                </a:lnTo>
                <a:lnTo>
                  <a:pt x="279840" y="74438"/>
                </a:lnTo>
                <a:lnTo>
                  <a:pt x="279832" y="74810"/>
                </a:lnTo>
                <a:lnTo>
                  <a:pt x="279823" y="75166"/>
                </a:lnTo>
                <a:lnTo>
                  <a:pt x="279813" y="75507"/>
                </a:lnTo>
                <a:lnTo>
                  <a:pt x="279801" y="75832"/>
                </a:lnTo>
                <a:lnTo>
                  <a:pt x="279788" y="76142"/>
                </a:lnTo>
                <a:lnTo>
                  <a:pt x="279774" y="76437"/>
                </a:lnTo>
                <a:lnTo>
                  <a:pt x="279758" y="76715"/>
                </a:lnTo>
                <a:lnTo>
                  <a:pt x="279742" y="76979"/>
                </a:lnTo>
                <a:lnTo>
                  <a:pt x="279724" y="77227"/>
                </a:lnTo>
                <a:lnTo>
                  <a:pt x="279705" y="77459"/>
                </a:lnTo>
                <a:lnTo>
                  <a:pt x="279684" y="77676"/>
                </a:lnTo>
                <a:lnTo>
                  <a:pt x="279663" y="77877"/>
                </a:lnTo>
                <a:lnTo>
                  <a:pt x="279640" y="78063"/>
                </a:lnTo>
                <a:lnTo>
                  <a:pt x="279616" y="78233"/>
                </a:lnTo>
                <a:lnTo>
                  <a:pt x="279590" y="78388"/>
                </a:lnTo>
                <a:lnTo>
                  <a:pt x="279564" y="78527"/>
                </a:lnTo>
                <a:lnTo>
                  <a:pt x="279536" y="78651"/>
                </a:lnTo>
                <a:lnTo>
                  <a:pt x="279507" y="78759"/>
                </a:lnTo>
                <a:lnTo>
                  <a:pt x="279446" y="78964"/>
                </a:lnTo>
                <a:lnTo>
                  <a:pt x="279381" y="79164"/>
                </a:lnTo>
                <a:lnTo>
                  <a:pt x="279313" y="79359"/>
                </a:lnTo>
                <a:lnTo>
                  <a:pt x="279241" y="79549"/>
                </a:lnTo>
                <a:lnTo>
                  <a:pt x="279165" y="79735"/>
                </a:lnTo>
                <a:lnTo>
                  <a:pt x="279085" y="79916"/>
                </a:lnTo>
                <a:lnTo>
                  <a:pt x="279002" y="80093"/>
                </a:lnTo>
                <a:lnTo>
                  <a:pt x="278915" y="80265"/>
                </a:lnTo>
                <a:lnTo>
                  <a:pt x="278824" y="80432"/>
                </a:lnTo>
                <a:lnTo>
                  <a:pt x="278730" y="80594"/>
                </a:lnTo>
                <a:lnTo>
                  <a:pt x="278632" y="80752"/>
                </a:lnTo>
                <a:lnTo>
                  <a:pt x="278530" y="80905"/>
                </a:lnTo>
                <a:lnTo>
                  <a:pt x="278424" y="81054"/>
                </a:lnTo>
                <a:lnTo>
                  <a:pt x="278315" y="81197"/>
                </a:lnTo>
                <a:lnTo>
                  <a:pt x="278202" y="81336"/>
                </a:lnTo>
                <a:lnTo>
                  <a:pt x="278086" y="81471"/>
                </a:lnTo>
                <a:lnTo>
                  <a:pt x="277965" y="81600"/>
                </a:lnTo>
                <a:lnTo>
                  <a:pt x="277841" y="81725"/>
                </a:lnTo>
                <a:lnTo>
                  <a:pt x="277714" y="81846"/>
                </a:lnTo>
                <a:lnTo>
                  <a:pt x="277582" y="81961"/>
                </a:lnTo>
                <a:lnTo>
                  <a:pt x="277447" y="82072"/>
                </a:lnTo>
                <a:lnTo>
                  <a:pt x="277308" y="82179"/>
                </a:lnTo>
                <a:lnTo>
                  <a:pt x="277166" y="82280"/>
                </a:lnTo>
                <a:lnTo>
                  <a:pt x="277020" y="82377"/>
                </a:lnTo>
                <a:lnTo>
                  <a:pt x="276814" y="82504"/>
                </a:lnTo>
                <a:lnTo>
                  <a:pt x="276599" y="82626"/>
                </a:lnTo>
                <a:lnTo>
                  <a:pt x="276376" y="82743"/>
                </a:lnTo>
                <a:lnTo>
                  <a:pt x="276143" y="82854"/>
                </a:lnTo>
                <a:lnTo>
                  <a:pt x="275902" y="82959"/>
                </a:lnTo>
                <a:lnTo>
                  <a:pt x="275651" y="83059"/>
                </a:lnTo>
                <a:lnTo>
                  <a:pt x="275392" y="83154"/>
                </a:lnTo>
                <a:lnTo>
                  <a:pt x="275124" y="83243"/>
                </a:lnTo>
                <a:lnTo>
                  <a:pt x="274847" y="83327"/>
                </a:lnTo>
                <a:lnTo>
                  <a:pt x="274562" y="83406"/>
                </a:lnTo>
                <a:lnTo>
                  <a:pt x="274267" y="83479"/>
                </a:lnTo>
                <a:lnTo>
                  <a:pt x="273964" y="83547"/>
                </a:lnTo>
                <a:lnTo>
                  <a:pt x="273651" y="83609"/>
                </a:lnTo>
                <a:lnTo>
                  <a:pt x="273330" y="83666"/>
                </a:lnTo>
                <a:lnTo>
                  <a:pt x="273000" y="83717"/>
                </a:lnTo>
                <a:lnTo>
                  <a:pt x="272661" y="83763"/>
                </a:lnTo>
                <a:lnTo>
                  <a:pt x="272313" y="83804"/>
                </a:lnTo>
                <a:lnTo>
                  <a:pt x="271956" y="83839"/>
                </a:lnTo>
                <a:lnTo>
                  <a:pt x="271590" y="83869"/>
                </a:lnTo>
                <a:lnTo>
                  <a:pt x="271215" y="83893"/>
                </a:lnTo>
                <a:lnTo>
                  <a:pt x="270832" y="83912"/>
                </a:lnTo>
                <a:lnTo>
                  <a:pt x="270440" y="83925"/>
                </a:lnTo>
                <a:lnTo>
                  <a:pt x="270038" y="83934"/>
                </a:lnTo>
                <a:lnTo>
                  <a:pt x="269628" y="83936"/>
                </a:lnTo>
                <a:lnTo>
                  <a:pt x="269628" y="86566"/>
                </a:lnTo>
                <a:lnTo>
                  <a:pt x="302961" y="86566"/>
                </a:lnTo>
                <a:lnTo>
                  <a:pt x="302961" y="83936"/>
                </a:lnTo>
                <a:lnTo>
                  <a:pt x="302597" y="83934"/>
                </a:lnTo>
                <a:lnTo>
                  <a:pt x="302241" y="83927"/>
                </a:lnTo>
                <a:lnTo>
                  <a:pt x="301892" y="83916"/>
                </a:lnTo>
                <a:lnTo>
                  <a:pt x="301549" y="83901"/>
                </a:lnTo>
                <a:lnTo>
                  <a:pt x="301214" y="83881"/>
                </a:lnTo>
                <a:lnTo>
                  <a:pt x="300887" y="83857"/>
                </a:lnTo>
                <a:lnTo>
                  <a:pt x="300566" y="83828"/>
                </a:lnTo>
                <a:lnTo>
                  <a:pt x="300252" y="83795"/>
                </a:lnTo>
                <a:lnTo>
                  <a:pt x="299946" y="83757"/>
                </a:lnTo>
                <a:lnTo>
                  <a:pt x="299647" y="83715"/>
                </a:lnTo>
                <a:lnTo>
                  <a:pt x="299355" y="83668"/>
                </a:lnTo>
                <a:lnTo>
                  <a:pt x="299070" y="83618"/>
                </a:lnTo>
                <a:lnTo>
                  <a:pt x="298792" y="83562"/>
                </a:lnTo>
                <a:lnTo>
                  <a:pt x="298521" y="83502"/>
                </a:lnTo>
                <a:lnTo>
                  <a:pt x="298258" y="83438"/>
                </a:lnTo>
                <a:lnTo>
                  <a:pt x="298002" y="83370"/>
                </a:lnTo>
                <a:lnTo>
                  <a:pt x="297753" y="83297"/>
                </a:lnTo>
                <a:lnTo>
                  <a:pt x="297511" y="83219"/>
                </a:lnTo>
                <a:lnTo>
                  <a:pt x="297276" y="83137"/>
                </a:lnTo>
                <a:lnTo>
                  <a:pt x="297048" y="83051"/>
                </a:lnTo>
                <a:lnTo>
                  <a:pt x="296828" y="82960"/>
                </a:lnTo>
                <a:lnTo>
                  <a:pt x="296614" y="82865"/>
                </a:lnTo>
                <a:lnTo>
                  <a:pt x="296408" y="82765"/>
                </a:lnTo>
                <a:lnTo>
                  <a:pt x="296209" y="82661"/>
                </a:lnTo>
                <a:lnTo>
                  <a:pt x="296016" y="82554"/>
                </a:lnTo>
                <a:lnTo>
                  <a:pt x="295828" y="82444"/>
                </a:lnTo>
                <a:lnTo>
                  <a:pt x="295645" y="82332"/>
                </a:lnTo>
                <a:lnTo>
                  <a:pt x="295467" y="82218"/>
                </a:lnTo>
                <a:lnTo>
                  <a:pt x="295294" y="82102"/>
                </a:lnTo>
                <a:lnTo>
                  <a:pt x="295125" y="81983"/>
                </a:lnTo>
                <a:lnTo>
                  <a:pt x="294962" y="81862"/>
                </a:lnTo>
                <a:lnTo>
                  <a:pt x="294803" y="81739"/>
                </a:lnTo>
                <a:lnTo>
                  <a:pt x="294650" y="81614"/>
                </a:lnTo>
                <a:lnTo>
                  <a:pt x="294501" y="81487"/>
                </a:lnTo>
                <a:lnTo>
                  <a:pt x="294358" y="81357"/>
                </a:lnTo>
                <a:lnTo>
                  <a:pt x="294219" y="81225"/>
                </a:lnTo>
                <a:lnTo>
                  <a:pt x="294085" y="81091"/>
                </a:lnTo>
                <a:lnTo>
                  <a:pt x="293957" y="80955"/>
                </a:lnTo>
                <a:lnTo>
                  <a:pt x="293833" y="80816"/>
                </a:lnTo>
                <a:lnTo>
                  <a:pt x="293714" y="80675"/>
                </a:lnTo>
                <a:lnTo>
                  <a:pt x="293600" y="80532"/>
                </a:lnTo>
                <a:lnTo>
                  <a:pt x="293491" y="80387"/>
                </a:lnTo>
                <a:lnTo>
                  <a:pt x="293386" y="80240"/>
                </a:lnTo>
                <a:lnTo>
                  <a:pt x="293287" y="80090"/>
                </a:lnTo>
                <a:lnTo>
                  <a:pt x="293193" y="79939"/>
                </a:lnTo>
                <a:lnTo>
                  <a:pt x="293104" y="79785"/>
                </a:lnTo>
                <a:lnTo>
                  <a:pt x="293019" y="79628"/>
                </a:lnTo>
                <a:lnTo>
                  <a:pt x="292940" y="79470"/>
                </a:lnTo>
                <a:lnTo>
                  <a:pt x="292830" y="79235"/>
                </a:lnTo>
                <a:lnTo>
                  <a:pt x="292724" y="78991"/>
                </a:lnTo>
                <a:lnTo>
                  <a:pt x="292623" y="78738"/>
                </a:lnTo>
                <a:lnTo>
                  <a:pt x="292527" y="78475"/>
                </a:lnTo>
                <a:lnTo>
                  <a:pt x="292436" y="78204"/>
                </a:lnTo>
                <a:lnTo>
                  <a:pt x="292349" y="77923"/>
                </a:lnTo>
                <a:lnTo>
                  <a:pt x="292267" y="77634"/>
                </a:lnTo>
                <a:lnTo>
                  <a:pt x="292190" y="77335"/>
                </a:lnTo>
                <a:lnTo>
                  <a:pt x="292117" y="77027"/>
                </a:lnTo>
                <a:lnTo>
                  <a:pt x="292049" y="76711"/>
                </a:lnTo>
                <a:lnTo>
                  <a:pt x="291986" y="76385"/>
                </a:lnTo>
                <a:lnTo>
                  <a:pt x="291927" y="76049"/>
                </a:lnTo>
                <a:lnTo>
                  <a:pt x="291873" y="75705"/>
                </a:lnTo>
                <a:lnTo>
                  <a:pt x="291824" y="75352"/>
                </a:lnTo>
                <a:lnTo>
                  <a:pt x="291779" y="74990"/>
                </a:lnTo>
                <a:lnTo>
                  <a:pt x="291739" y="74618"/>
                </a:lnTo>
                <a:lnTo>
                  <a:pt x="291704" y="74238"/>
                </a:lnTo>
                <a:lnTo>
                  <a:pt x="291674" y="73848"/>
                </a:lnTo>
                <a:lnTo>
                  <a:pt x="291648" y="73449"/>
                </a:lnTo>
                <a:lnTo>
                  <a:pt x="291627" y="73041"/>
                </a:lnTo>
                <a:lnTo>
                  <a:pt x="291611" y="72624"/>
                </a:lnTo>
                <a:lnTo>
                  <a:pt x="291599" y="72198"/>
                </a:lnTo>
                <a:lnTo>
                  <a:pt x="291592" y="71763"/>
                </a:lnTo>
                <a:lnTo>
                  <a:pt x="291589" y="71319"/>
                </a:lnTo>
                <a:lnTo>
                  <a:pt x="291589" y="40198"/>
                </a:lnTo>
                <a:lnTo>
                  <a:pt x="291873" y="39649"/>
                </a:lnTo>
                <a:lnTo>
                  <a:pt x="292157" y="39114"/>
                </a:lnTo>
                <a:lnTo>
                  <a:pt x="292439" y="38591"/>
                </a:lnTo>
                <a:lnTo>
                  <a:pt x="292721" y="38081"/>
                </a:lnTo>
                <a:lnTo>
                  <a:pt x="293002" y="37585"/>
                </a:lnTo>
                <a:lnTo>
                  <a:pt x="293282" y="37101"/>
                </a:lnTo>
                <a:lnTo>
                  <a:pt x="293561" y="36631"/>
                </a:lnTo>
                <a:lnTo>
                  <a:pt x="293840" y="36173"/>
                </a:lnTo>
                <a:lnTo>
                  <a:pt x="294118" y="35729"/>
                </a:lnTo>
                <a:lnTo>
                  <a:pt x="294395" y="35298"/>
                </a:lnTo>
                <a:lnTo>
                  <a:pt x="294672" y="34879"/>
                </a:lnTo>
                <a:lnTo>
                  <a:pt x="294948" y="34474"/>
                </a:lnTo>
                <a:lnTo>
                  <a:pt x="295223" y="34082"/>
                </a:lnTo>
                <a:lnTo>
                  <a:pt x="295497" y="33702"/>
                </a:lnTo>
                <a:lnTo>
                  <a:pt x="295770" y="33336"/>
                </a:lnTo>
                <a:lnTo>
                  <a:pt x="296043" y="32983"/>
                </a:lnTo>
                <a:lnTo>
                  <a:pt x="296315" y="32643"/>
                </a:lnTo>
                <a:lnTo>
                  <a:pt x="296587" y="32316"/>
                </a:lnTo>
                <a:lnTo>
                  <a:pt x="296857" y="32002"/>
                </a:lnTo>
                <a:lnTo>
                  <a:pt x="297127" y="31701"/>
                </a:lnTo>
                <a:lnTo>
                  <a:pt x="297396" y="31413"/>
                </a:lnTo>
                <a:lnTo>
                  <a:pt x="297665" y="31138"/>
                </a:lnTo>
                <a:lnTo>
                  <a:pt x="297932" y="30876"/>
                </a:lnTo>
                <a:lnTo>
                  <a:pt x="298199" y="30628"/>
                </a:lnTo>
                <a:lnTo>
                  <a:pt x="298323" y="30512"/>
                </a:lnTo>
                <a:lnTo>
                  <a:pt x="298446" y="30401"/>
                </a:lnTo>
                <a:lnTo>
                  <a:pt x="298569" y="30296"/>
                </a:lnTo>
                <a:lnTo>
                  <a:pt x="298691" y="30195"/>
                </a:lnTo>
                <a:lnTo>
                  <a:pt x="298812" y="30099"/>
                </a:lnTo>
                <a:lnTo>
                  <a:pt x="298932" y="30008"/>
                </a:lnTo>
                <a:lnTo>
                  <a:pt x="299052" y="29922"/>
                </a:lnTo>
                <a:lnTo>
                  <a:pt x="299170" y="29840"/>
                </a:lnTo>
                <a:lnTo>
                  <a:pt x="299289" y="29764"/>
                </a:lnTo>
                <a:lnTo>
                  <a:pt x="299406" y="29693"/>
                </a:lnTo>
                <a:lnTo>
                  <a:pt x="299522" y="29626"/>
                </a:lnTo>
                <a:lnTo>
                  <a:pt x="299638" y="29565"/>
                </a:lnTo>
                <a:lnTo>
                  <a:pt x="299753" y="29508"/>
                </a:lnTo>
                <a:lnTo>
                  <a:pt x="299868" y="29457"/>
                </a:lnTo>
                <a:lnTo>
                  <a:pt x="299981" y="29410"/>
                </a:lnTo>
                <a:lnTo>
                  <a:pt x="300094" y="29368"/>
                </a:lnTo>
                <a:lnTo>
                  <a:pt x="300207" y="29331"/>
                </a:lnTo>
                <a:lnTo>
                  <a:pt x="300318" y="29299"/>
                </a:lnTo>
                <a:lnTo>
                  <a:pt x="300429" y="29272"/>
                </a:lnTo>
                <a:lnTo>
                  <a:pt x="300539" y="29250"/>
                </a:lnTo>
                <a:lnTo>
                  <a:pt x="300648" y="29233"/>
                </a:lnTo>
                <a:lnTo>
                  <a:pt x="300756" y="29221"/>
                </a:lnTo>
                <a:lnTo>
                  <a:pt x="300864" y="29213"/>
                </a:lnTo>
                <a:lnTo>
                  <a:pt x="300971" y="29211"/>
                </a:lnTo>
                <a:lnTo>
                  <a:pt x="301098" y="29215"/>
                </a:lnTo>
                <a:lnTo>
                  <a:pt x="301231" y="29228"/>
                </a:lnTo>
                <a:lnTo>
                  <a:pt x="301369" y="29249"/>
                </a:lnTo>
                <a:lnTo>
                  <a:pt x="301513" y="29279"/>
                </a:lnTo>
                <a:lnTo>
                  <a:pt x="301662" y="29317"/>
                </a:lnTo>
                <a:lnTo>
                  <a:pt x="301817" y="29364"/>
                </a:lnTo>
                <a:lnTo>
                  <a:pt x="301978" y="29419"/>
                </a:lnTo>
                <a:lnTo>
                  <a:pt x="302144" y="29483"/>
                </a:lnTo>
                <a:lnTo>
                  <a:pt x="302315" y="29555"/>
                </a:lnTo>
                <a:lnTo>
                  <a:pt x="302492" y="29636"/>
                </a:lnTo>
                <a:lnTo>
                  <a:pt x="302675" y="29726"/>
                </a:lnTo>
                <a:lnTo>
                  <a:pt x="302863" y="29824"/>
                </a:lnTo>
                <a:lnTo>
                  <a:pt x="303057" y="29930"/>
                </a:lnTo>
                <a:lnTo>
                  <a:pt x="303256" y="30045"/>
                </a:lnTo>
                <a:lnTo>
                  <a:pt x="303461" y="30168"/>
                </a:lnTo>
                <a:lnTo>
                  <a:pt x="303672" y="30300"/>
                </a:lnTo>
                <a:lnTo>
                  <a:pt x="303888" y="30441"/>
                </a:lnTo>
                <a:lnTo>
                  <a:pt x="304109" y="30590"/>
                </a:lnTo>
                <a:lnTo>
                  <a:pt x="304336" y="30747"/>
                </a:lnTo>
                <a:lnTo>
                  <a:pt x="304569" y="30913"/>
                </a:lnTo>
                <a:lnTo>
                  <a:pt x="304807" y="31088"/>
                </a:lnTo>
                <a:lnTo>
                  <a:pt x="305051" y="31271"/>
                </a:lnTo>
                <a:lnTo>
                  <a:pt x="305300" y="31463"/>
                </a:lnTo>
                <a:lnTo>
                  <a:pt x="305555" y="31663"/>
                </a:lnTo>
                <a:lnTo>
                  <a:pt x="305812" y="31863"/>
                </a:lnTo>
                <a:lnTo>
                  <a:pt x="306066" y="32054"/>
                </a:lnTo>
                <a:lnTo>
                  <a:pt x="306319" y="32237"/>
                </a:lnTo>
                <a:lnTo>
                  <a:pt x="306569" y="32412"/>
                </a:lnTo>
                <a:lnTo>
                  <a:pt x="306817" y="32578"/>
                </a:lnTo>
                <a:lnTo>
                  <a:pt x="307063" y="32735"/>
                </a:lnTo>
                <a:lnTo>
                  <a:pt x="307307" y="32884"/>
                </a:lnTo>
                <a:lnTo>
                  <a:pt x="307549" y="33025"/>
                </a:lnTo>
                <a:lnTo>
                  <a:pt x="307789" y="33157"/>
                </a:lnTo>
                <a:lnTo>
                  <a:pt x="308027" y="33280"/>
                </a:lnTo>
                <a:lnTo>
                  <a:pt x="308262" y="33395"/>
                </a:lnTo>
                <a:lnTo>
                  <a:pt x="308496" y="33502"/>
                </a:lnTo>
                <a:lnTo>
                  <a:pt x="308727" y="33600"/>
                </a:lnTo>
                <a:lnTo>
                  <a:pt x="308956" y="33689"/>
                </a:lnTo>
                <a:lnTo>
                  <a:pt x="309184" y="33770"/>
                </a:lnTo>
                <a:lnTo>
                  <a:pt x="309409" y="33842"/>
                </a:lnTo>
                <a:lnTo>
                  <a:pt x="309632" y="33906"/>
                </a:lnTo>
                <a:lnTo>
                  <a:pt x="309853" y="33961"/>
                </a:lnTo>
                <a:lnTo>
                  <a:pt x="310072" y="34008"/>
                </a:lnTo>
                <a:lnTo>
                  <a:pt x="310288" y="34047"/>
                </a:lnTo>
                <a:lnTo>
                  <a:pt x="310503" y="34076"/>
                </a:lnTo>
                <a:lnTo>
                  <a:pt x="310716" y="34098"/>
                </a:lnTo>
                <a:lnTo>
                  <a:pt x="310926" y="34110"/>
                </a:lnTo>
                <a:lnTo>
                  <a:pt x="311134" y="34115"/>
                </a:lnTo>
                <a:lnTo>
                  <a:pt x="311346" y="34111"/>
                </a:lnTo>
                <a:lnTo>
                  <a:pt x="311556" y="34101"/>
                </a:lnTo>
                <a:lnTo>
                  <a:pt x="311763" y="34085"/>
                </a:lnTo>
                <a:lnTo>
                  <a:pt x="311967" y="34061"/>
                </a:lnTo>
                <a:lnTo>
                  <a:pt x="312170" y="34031"/>
                </a:lnTo>
                <a:lnTo>
                  <a:pt x="312369" y="33995"/>
                </a:lnTo>
                <a:lnTo>
                  <a:pt x="312566" y="33951"/>
                </a:lnTo>
                <a:lnTo>
                  <a:pt x="312761" y="33901"/>
                </a:lnTo>
                <a:lnTo>
                  <a:pt x="312953" y="33845"/>
                </a:lnTo>
                <a:lnTo>
                  <a:pt x="313143" y="33782"/>
                </a:lnTo>
                <a:lnTo>
                  <a:pt x="313330" y="33712"/>
                </a:lnTo>
                <a:lnTo>
                  <a:pt x="313515" y="33635"/>
                </a:lnTo>
                <a:lnTo>
                  <a:pt x="313698" y="33552"/>
                </a:lnTo>
                <a:lnTo>
                  <a:pt x="313877" y="33462"/>
                </a:lnTo>
                <a:lnTo>
                  <a:pt x="314055" y="33365"/>
                </a:lnTo>
                <a:lnTo>
                  <a:pt x="314230" y="33262"/>
                </a:lnTo>
                <a:lnTo>
                  <a:pt x="314402" y="33152"/>
                </a:lnTo>
                <a:lnTo>
                  <a:pt x="314572" y="33035"/>
                </a:lnTo>
                <a:lnTo>
                  <a:pt x="314740" y="32912"/>
                </a:lnTo>
                <a:lnTo>
                  <a:pt x="314905" y="32782"/>
                </a:lnTo>
                <a:lnTo>
                  <a:pt x="315068" y="32645"/>
                </a:lnTo>
                <a:lnTo>
                  <a:pt x="315228" y="32502"/>
                </a:lnTo>
                <a:lnTo>
                  <a:pt x="315386" y="32352"/>
                </a:lnTo>
                <a:lnTo>
                  <a:pt x="315541" y="32196"/>
                </a:lnTo>
                <a:lnTo>
                  <a:pt x="315692" y="32034"/>
                </a:lnTo>
                <a:lnTo>
                  <a:pt x="315836" y="31870"/>
                </a:lnTo>
                <a:lnTo>
                  <a:pt x="315974" y="31703"/>
                </a:lnTo>
                <a:lnTo>
                  <a:pt x="316105" y="31532"/>
                </a:lnTo>
                <a:lnTo>
                  <a:pt x="316231" y="31359"/>
                </a:lnTo>
                <a:lnTo>
                  <a:pt x="316349" y="31183"/>
                </a:lnTo>
                <a:lnTo>
                  <a:pt x="316461" y="31004"/>
                </a:lnTo>
                <a:lnTo>
                  <a:pt x="316567" y="30822"/>
                </a:lnTo>
                <a:lnTo>
                  <a:pt x="316667" y="30637"/>
                </a:lnTo>
                <a:lnTo>
                  <a:pt x="316760" y="30449"/>
                </a:lnTo>
                <a:lnTo>
                  <a:pt x="316846" y="30258"/>
                </a:lnTo>
                <a:lnTo>
                  <a:pt x="316927" y="30064"/>
                </a:lnTo>
                <a:lnTo>
                  <a:pt x="317000" y="29867"/>
                </a:lnTo>
                <a:lnTo>
                  <a:pt x="317068" y="29667"/>
                </a:lnTo>
                <a:lnTo>
                  <a:pt x="317129" y="29464"/>
                </a:lnTo>
                <a:lnTo>
                  <a:pt x="317183" y="29258"/>
                </a:lnTo>
                <a:lnTo>
                  <a:pt x="317231" y="29049"/>
                </a:lnTo>
                <a:lnTo>
                  <a:pt x="317273" y="28838"/>
                </a:lnTo>
                <a:lnTo>
                  <a:pt x="317308" y="28623"/>
                </a:lnTo>
                <a:lnTo>
                  <a:pt x="317337" y="28405"/>
                </a:lnTo>
                <a:lnTo>
                  <a:pt x="317360" y="28185"/>
                </a:lnTo>
                <a:lnTo>
                  <a:pt x="317376" y="27961"/>
                </a:lnTo>
                <a:lnTo>
                  <a:pt x="317385" y="27734"/>
                </a:lnTo>
                <a:lnTo>
                  <a:pt x="317389" y="27505"/>
                </a:lnTo>
                <a:lnTo>
                  <a:pt x="317384" y="27246"/>
                </a:lnTo>
                <a:lnTo>
                  <a:pt x="317371" y="26989"/>
                </a:lnTo>
                <a:lnTo>
                  <a:pt x="317349" y="26735"/>
                </a:lnTo>
                <a:lnTo>
                  <a:pt x="317318" y="26483"/>
                </a:lnTo>
                <a:lnTo>
                  <a:pt x="317278" y="26234"/>
                </a:lnTo>
                <a:lnTo>
                  <a:pt x="317229" y="25988"/>
                </a:lnTo>
                <a:lnTo>
                  <a:pt x="317171" y="25744"/>
                </a:lnTo>
                <a:lnTo>
                  <a:pt x="317104" y="25503"/>
                </a:lnTo>
                <a:lnTo>
                  <a:pt x="317029" y="25265"/>
                </a:lnTo>
                <a:lnTo>
                  <a:pt x="316944" y="25029"/>
                </a:lnTo>
                <a:lnTo>
                  <a:pt x="316851" y="24795"/>
                </a:lnTo>
                <a:lnTo>
                  <a:pt x="316749" y="24564"/>
                </a:lnTo>
                <a:lnTo>
                  <a:pt x="316638" y="24336"/>
                </a:lnTo>
                <a:lnTo>
                  <a:pt x="316518" y="24111"/>
                </a:lnTo>
                <a:lnTo>
                  <a:pt x="316389" y="23887"/>
                </a:lnTo>
                <a:lnTo>
                  <a:pt x="316251" y="23667"/>
                </a:lnTo>
                <a:lnTo>
                  <a:pt x="316105" y="23449"/>
                </a:lnTo>
                <a:lnTo>
                  <a:pt x="315949" y="23234"/>
                </a:lnTo>
                <a:lnTo>
                  <a:pt x="315785" y="23021"/>
                </a:lnTo>
                <a:lnTo>
                  <a:pt x="315612" y="22811"/>
                </a:lnTo>
                <a:lnTo>
                  <a:pt x="315430" y="22604"/>
                </a:lnTo>
                <a:lnTo>
                  <a:pt x="315239" y="22399"/>
                </a:lnTo>
                <a:lnTo>
                  <a:pt x="315039" y="22197"/>
                </a:lnTo>
                <a:lnTo>
                  <a:pt x="314830" y="21997"/>
                </a:lnTo>
                <a:lnTo>
                  <a:pt x="314614" y="21803"/>
                </a:lnTo>
                <a:lnTo>
                  <a:pt x="314394" y="21617"/>
                </a:lnTo>
                <a:lnTo>
                  <a:pt x="314169" y="21439"/>
                </a:lnTo>
                <a:lnTo>
                  <a:pt x="313940" y="21269"/>
                </a:lnTo>
                <a:lnTo>
                  <a:pt x="313705" y="21108"/>
                </a:lnTo>
                <a:lnTo>
                  <a:pt x="313466" y="20955"/>
                </a:lnTo>
                <a:lnTo>
                  <a:pt x="313223" y="20811"/>
                </a:lnTo>
                <a:lnTo>
                  <a:pt x="312974" y="20674"/>
                </a:lnTo>
                <a:lnTo>
                  <a:pt x="312721" y="20546"/>
                </a:lnTo>
                <a:lnTo>
                  <a:pt x="312463" y="20426"/>
                </a:lnTo>
                <a:lnTo>
                  <a:pt x="312201" y="20315"/>
                </a:lnTo>
                <a:lnTo>
                  <a:pt x="311934" y="20211"/>
                </a:lnTo>
                <a:lnTo>
                  <a:pt x="311662" y="20116"/>
                </a:lnTo>
                <a:lnTo>
                  <a:pt x="311386" y="20029"/>
                </a:lnTo>
                <a:lnTo>
                  <a:pt x="311104" y="19951"/>
                </a:lnTo>
                <a:lnTo>
                  <a:pt x="310818" y="19880"/>
                </a:lnTo>
                <a:lnTo>
                  <a:pt x="310528" y="19818"/>
                </a:lnTo>
                <a:lnTo>
                  <a:pt x="310233" y="19765"/>
                </a:lnTo>
                <a:lnTo>
                  <a:pt x="309933" y="19719"/>
                </a:lnTo>
                <a:lnTo>
                  <a:pt x="309628" y="19682"/>
                </a:lnTo>
                <a:lnTo>
                  <a:pt x="309319" y="19653"/>
                </a:lnTo>
                <a:lnTo>
                  <a:pt x="309005" y="19632"/>
                </a:lnTo>
                <a:lnTo>
                  <a:pt x="308686" y="19620"/>
                </a:lnTo>
                <a:lnTo>
                  <a:pt x="308362" y="19616"/>
                </a:lnTo>
                <a:lnTo>
                  <a:pt x="307647" y="19641"/>
                </a:lnTo>
                <a:lnTo>
                  <a:pt x="306932" y="19718"/>
                </a:lnTo>
                <a:lnTo>
                  <a:pt x="306219" y="19845"/>
                </a:lnTo>
                <a:lnTo>
                  <a:pt x="305508" y="20023"/>
                </a:lnTo>
                <a:lnTo>
                  <a:pt x="304798" y="20251"/>
                </a:lnTo>
                <a:lnTo>
                  <a:pt x="304089" y="20531"/>
                </a:lnTo>
                <a:lnTo>
                  <a:pt x="303382" y="20861"/>
                </a:lnTo>
                <a:lnTo>
                  <a:pt x="302677" y="21243"/>
                </a:lnTo>
                <a:lnTo>
                  <a:pt x="301973" y="21675"/>
                </a:lnTo>
                <a:lnTo>
                  <a:pt x="301270" y="22158"/>
                </a:lnTo>
                <a:lnTo>
                  <a:pt x="300569" y="22692"/>
                </a:lnTo>
                <a:lnTo>
                  <a:pt x="299869" y="23276"/>
                </a:lnTo>
                <a:lnTo>
                  <a:pt x="299171" y="23912"/>
                </a:lnTo>
                <a:lnTo>
                  <a:pt x="298475" y="24598"/>
                </a:lnTo>
                <a:lnTo>
                  <a:pt x="297779" y="25335"/>
                </a:lnTo>
                <a:lnTo>
                  <a:pt x="297086" y="26123"/>
                </a:lnTo>
                <a:lnTo>
                  <a:pt x="296393" y="26962"/>
                </a:lnTo>
                <a:lnTo>
                  <a:pt x="295703" y="27851"/>
                </a:lnTo>
                <a:lnTo>
                  <a:pt x="295013" y="28792"/>
                </a:lnTo>
                <a:lnTo>
                  <a:pt x="294326" y="29783"/>
                </a:lnTo>
                <a:lnTo>
                  <a:pt x="293639" y="30825"/>
                </a:lnTo>
                <a:lnTo>
                  <a:pt x="292955" y="31918"/>
                </a:lnTo>
                <a:lnTo>
                  <a:pt x="292271" y="33062"/>
                </a:lnTo>
                <a:lnTo>
                  <a:pt x="291589" y="34257"/>
                </a:lnTo>
                <a:lnTo>
                  <a:pt x="291589" y="19616"/>
                </a:lnTo>
                <a:lnTo>
                  <a:pt x="288604" y="19616"/>
                </a:lnTo>
                <a:lnTo>
                  <a:pt x="268917" y="27558"/>
                </a:lnTo>
                <a:lnTo>
                  <a:pt x="269628" y="30112"/>
                </a:lnTo>
                <a:close/>
                <a:moveTo>
                  <a:pt x="37030" y="19892"/>
                </a:moveTo>
                <a:lnTo>
                  <a:pt x="36961" y="20023"/>
                </a:lnTo>
                <a:lnTo>
                  <a:pt x="36892" y="20151"/>
                </a:lnTo>
                <a:lnTo>
                  <a:pt x="36825" y="20274"/>
                </a:lnTo>
                <a:lnTo>
                  <a:pt x="36758" y="20393"/>
                </a:lnTo>
                <a:lnTo>
                  <a:pt x="36691" y="20508"/>
                </a:lnTo>
                <a:lnTo>
                  <a:pt x="36626" y="20619"/>
                </a:lnTo>
                <a:lnTo>
                  <a:pt x="36561" y="20725"/>
                </a:lnTo>
                <a:lnTo>
                  <a:pt x="36497" y="20828"/>
                </a:lnTo>
                <a:lnTo>
                  <a:pt x="36434" y="20926"/>
                </a:lnTo>
                <a:lnTo>
                  <a:pt x="36371" y="21020"/>
                </a:lnTo>
                <a:lnTo>
                  <a:pt x="36309" y="21109"/>
                </a:lnTo>
                <a:lnTo>
                  <a:pt x="36248" y="21195"/>
                </a:lnTo>
                <a:lnTo>
                  <a:pt x="36188" y="21276"/>
                </a:lnTo>
                <a:lnTo>
                  <a:pt x="36128" y="21353"/>
                </a:lnTo>
                <a:lnTo>
                  <a:pt x="36070" y="21426"/>
                </a:lnTo>
                <a:lnTo>
                  <a:pt x="36011" y="21495"/>
                </a:lnTo>
                <a:lnTo>
                  <a:pt x="35954" y="21559"/>
                </a:lnTo>
                <a:lnTo>
                  <a:pt x="35897" y="21620"/>
                </a:lnTo>
                <a:lnTo>
                  <a:pt x="35841" y="21676"/>
                </a:lnTo>
                <a:lnTo>
                  <a:pt x="35786" y="21728"/>
                </a:lnTo>
                <a:lnTo>
                  <a:pt x="35732" y="21776"/>
                </a:lnTo>
                <a:lnTo>
                  <a:pt x="35678" y="21819"/>
                </a:lnTo>
                <a:lnTo>
                  <a:pt x="35624" y="21860"/>
                </a:lnTo>
                <a:lnTo>
                  <a:pt x="35568" y="21899"/>
                </a:lnTo>
                <a:lnTo>
                  <a:pt x="35511" y="21936"/>
                </a:lnTo>
                <a:lnTo>
                  <a:pt x="35451" y="21971"/>
                </a:lnTo>
                <a:lnTo>
                  <a:pt x="35390" y="22005"/>
                </a:lnTo>
                <a:lnTo>
                  <a:pt x="35327" y="22037"/>
                </a:lnTo>
                <a:lnTo>
                  <a:pt x="35263" y="22067"/>
                </a:lnTo>
                <a:lnTo>
                  <a:pt x="35197" y="22096"/>
                </a:lnTo>
                <a:lnTo>
                  <a:pt x="35129" y="22122"/>
                </a:lnTo>
                <a:lnTo>
                  <a:pt x="35059" y="22147"/>
                </a:lnTo>
                <a:lnTo>
                  <a:pt x="34987" y="22171"/>
                </a:lnTo>
                <a:lnTo>
                  <a:pt x="34914" y="22192"/>
                </a:lnTo>
                <a:lnTo>
                  <a:pt x="34839" y="22212"/>
                </a:lnTo>
                <a:lnTo>
                  <a:pt x="34763" y="22230"/>
                </a:lnTo>
                <a:lnTo>
                  <a:pt x="34684" y="22247"/>
                </a:lnTo>
                <a:lnTo>
                  <a:pt x="34604" y="22261"/>
                </a:lnTo>
                <a:lnTo>
                  <a:pt x="34522" y="22274"/>
                </a:lnTo>
                <a:lnTo>
                  <a:pt x="34439" y="22286"/>
                </a:lnTo>
                <a:lnTo>
                  <a:pt x="34354" y="22295"/>
                </a:lnTo>
                <a:lnTo>
                  <a:pt x="34267" y="22303"/>
                </a:lnTo>
                <a:lnTo>
                  <a:pt x="34178" y="22309"/>
                </a:lnTo>
                <a:lnTo>
                  <a:pt x="34088" y="22313"/>
                </a:lnTo>
                <a:lnTo>
                  <a:pt x="33995" y="22316"/>
                </a:lnTo>
                <a:lnTo>
                  <a:pt x="33901" y="22317"/>
                </a:lnTo>
                <a:lnTo>
                  <a:pt x="33797" y="22315"/>
                </a:lnTo>
                <a:lnTo>
                  <a:pt x="33683" y="22309"/>
                </a:lnTo>
                <a:lnTo>
                  <a:pt x="33562" y="22300"/>
                </a:lnTo>
                <a:lnTo>
                  <a:pt x="33432" y="22287"/>
                </a:lnTo>
                <a:lnTo>
                  <a:pt x="33293" y="22270"/>
                </a:lnTo>
                <a:lnTo>
                  <a:pt x="33146" y="22250"/>
                </a:lnTo>
                <a:lnTo>
                  <a:pt x="32991" y="22226"/>
                </a:lnTo>
                <a:lnTo>
                  <a:pt x="32827" y="22198"/>
                </a:lnTo>
                <a:lnTo>
                  <a:pt x="32655" y="22167"/>
                </a:lnTo>
                <a:lnTo>
                  <a:pt x="32475" y="22132"/>
                </a:lnTo>
                <a:lnTo>
                  <a:pt x="32286" y="22093"/>
                </a:lnTo>
                <a:lnTo>
                  <a:pt x="32089" y="22050"/>
                </a:lnTo>
                <a:lnTo>
                  <a:pt x="31884" y="22004"/>
                </a:lnTo>
                <a:lnTo>
                  <a:pt x="31670" y="21954"/>
                </a:lnTo>
                <a:lnTo>
                  <a:pt x="31447" y="21900"/>
                </a:lnTo>
                <a:lnTo>
                  <a:pt x="31216" y="21843"/>
                </a:lnTo>
                <a:lnTo>
                  <a:pt x="30977" y="21782"/>
                </a:lnTo>
                <a:lnTo>
                  <a:pt x="30730" y="21717"/>
                </a:lnTo>
                <a:lnTo>
                  <a:pt x="30474" y="21649"/>
                </a:lnTo>
                <a:lnTo>
                  <a:pt x="30210" y="21576"/>
                </a:lnTo>
                <a:lnTo>
                  <a:pt x="29937" y="21500"/>
                </a:lnTo>
                <a:lnTo>
                  <a:pt x="29656" y="21421"/>
                </a:lnTo>
                <a:lnTo>
                  <a:pt x="29366" y="21338"/>
                </a:lnTo>
                <a:lnTo>
                  <a:pt x="29069" y="21251"/>
                </a:lnTo>
                <a:lnTo>
                  <a:pt x="28615" y="21117"/>
                </a:lnTo>
                <a:lnTo>
                  <a:pt x="28168" y="20990"/>
                </a:lnTo>
                <a:lnTo>
                  <a:pt x="27726" y="20867"/>
                </a:lnTo>
                <a:lnTo>
                  <a:pt x="27290" y="20751"/>
                </a:lnTo>
                <a:lnTo>
                  <a:pt x="26859" y="20640"/>
                </a:lnTo>
                <a:lnTo>
                  <a:pt x="26434" y="20535"/>
                </a:lnTo>
                <a:lnTo>
                  <a:pt x="26015" y="20436"/>
                </a:lnTo>
                <a:lnTo>
                  <a:pt x="25602" y="20342"/>
                </a:lnTo>
                <a:lnTo>
                  <a:pt x="25194" y="20254"/>
                </a:lnTo>
                <a:lnTo>
                  <a:pt x="24792" y="20172"/>
                </a:lnTo>
                <a:lnTo>
                  <a:pt x="24395" y="20096"/>
                </a:lnTo>
                <a:lnTo>
                  <a:pt x="24005" y="20025"/>
                </a:lnTo>
                <a:lnTo>
                  <a:pt x="23620" y="19959"/>
                </a:lnTo>
                <a:lnTo>
                  <a:pt x="23240" y="19900"/>
                </a:lnTo>
                <a:lnTo>
                  <a:pt x="22866" y="19846"/>
                </a:lnTo>
                <a:lnTo>
                  <a:pt x="22498" y="19798"/>
                </a:lnTo>
                <a:lnTo>
                  <a:pt x="22136" y="19755"/>
                </a:lnTo>
                <a:lnTo>
                  <a:pt x="21779" y="19718"/>
                </a:lnTo>
                <a:lnTo>
                  <a:pt x="21428" y="19687"/>
                </a:lnTo>
                <a:lnTo>
                  <a:pt x="21083" y="19661"/>
                </a:lnTo>
                <a:lnTo>
                  <a:pt x="20743" y="19641"/>
                </a:lnTo>
                <a:lnTo>
                  <a:pt x="20409" y="19627"/>
                </a:lnTo>
                <a:lnTo>
                  <a:pt x="20081" y="19619"/>
                </a:lnTo>
                <a:lnTo>
                  <a:pt x="19758" y="19616"/>
                </a:lnTo>
                <a:lnTo>
                  <a:pt x="19035" y="19625"/>
                </a:lnTo>
                <a:lnTo>
                  <a:pt x="18324" y="19653"/>
                </a:lnTo>
                <a:lnTo>
                  <a:pt x="17623" y="19700"/>
                </a:lnTo>
                <a:lnTo>
                  <a:pt x="16934" y="19766"/>
                </a:lnTo>
                <a:lnTo>
                  <a:pt x="16256" y="19850"/>
                </a:lnTo>
                <a:lnTo>
                  <a:pt x="15589" y="19953"/>
                </a:lnTo>
                <a:lnTo>
                  <a:pt x="14934" y="20075"/>
                </a:lnTo>
                <a:lnTo>
                  <a:pt x="14289" y="20216"/>
                </a:lnTo>
                <a:lnTo>
                  <a:pt x="13656" y="20375"/>
                </a:lnTo>
                <a:lnTo>
                  <a:pt x="13035" y="20553"/>
                </a:lnTo>
                <a:lnTo>
                  <a:pt x="12424" y="20750"/>
                </a:lnTo>
                <a:lnTo>
                  <a:pt x="11825" y="20965"/>
                </a:lnTo>
                <a:lnTo>
                  <a:pt x="11237" y="21199"/>
                </a:lnTo>
                <a:lnTo>
                  <a:pt x="10660" y="21452"/>
                </a:lnTo>
                <a:lnTo>
                  <a:pt x="10094" y="21724"/>
                </a:lnTo>
                <a:lnTo>
                  <a:pt x="9539" y="22015"/>
                </a:lnTo>
                <a:lnTo>
                  <a:pt x="8996" y="22324"/>
                </a:lnTo>
                <a:lnTo>
                  <a:pt x="8464" y="22652"/>
                </a:lnTo>
                <a:lnTo>
                  <a:pt x="7943" y="22998"/>
                </a:lnTo>
                <a:lnTo>
                  <a:pt x="7434" y="23364"/>
                </a:lnTo>
                <a:lnTo>
                  <a:pt x="6936" y="23748"/>
                </a:lnTo>
                <a:lnTo>
                  <a:pt x="6449" y="24151"/>
                </a:lnTo>
                <a:lnTo>
                  <a:pt x="5973" y="24573"/>
                </a:lnTo>
                <a:lnTo>
                  <a:pt x="5508" y="25013"/>
                </a:lnTo>
                <a:lnTo>
                  <a:pt x="5059" y="25467"/>
                </a:lnTo>
                <a:lnTo>
                  <a:pt x="4628" y="25930"/>
                </a:lnTo>
                <a:lnTo>
                  <a:pt x="4217" y="26403"/>
                </a:lnTo>
                <a:lnTo>
                  <a:pt x="3825" y="26884"/>
                </a:lnTo>
                <a:lnTo>
                  <a:pt x="3452" y="27375"/>
                </a:lnTo>
                <a:lnTo>
                  <a:pt x="3098" y="27875"/>
                </a:lnTo>
                <a:lnTo>
                  <a:pt x="2764" y="28383"/>
                </a:lnTo>
                <a:lnTo>
                  <a:pt x="2448" y="28901"/>
                </a:lnTo>
                <a:lnTo>
                  <a:pt x="2152" y="29429"/>
                </a:lnTo>
                <a:lnTo>
                  <a:pt x="1874" y="29965"/>
                </a:lnTo>
                <a:lnTo>
                  <a:pt x="1616" y="30510"/>
                </a:lnTo>
                <a:lnTo>
                  <a:pt x="1377" y="31065"/>
                </a:lnTo>
                <a:lnTo>
                  <a:pt x="1157" y="31628"/>
                </a:lnTo>
                <a:lnTo>
                  <a:pt x="956" y="32201"/>
                </a:lnTo>
                <a:lnTo>
                  <a:pt x="775" y="32783"/>
                </a:lnTo>
                <a:lnTo>
                  <a:pt x="612" y="33374"/>
                </a:lnTo>
                <a:lnTo>
                  <a:pt x="469" y="33974"/>
                </a:lnTo>
                <a:lnTo>
                  <a:pt x="344" y="34583"/>
                </a:lnTo>
                <a:lnTo>
                  <a:pt x="239" y="35202"/>
                </a:lnTo>
                <a:lnTo>
                  <a:pt x="153" y="35829"/>
                </a:lnTo>
                <a:lnTo>
                  <a:pt x="86" y="36466"/>
                </a:lnTo>
                <a:lnTo>
                  <a:pt x="38" y="37111"/>
                </a:lnTo>
                <a:lnTo>
                  <a:pt x="10" y="37766"/>
                </a:lnTo>
                <a:lnTo>
                  <a:pt x="0" y="38430"/>
                </a:lnTo>
                <a:lnTo>
                  <a:pt x="6" y="38941"/>
                </a:lnTo>
                <a:lnTo>
                  <a:pt x="22" y="39445"/>
                </a:lnTo>
                <a:lnTo>
                  <a:pt x="50" y="39941"/>
                </a:lnTo>
                <a:lnTo>
                  <a:pt x="89" y="40430"/>
                </a:lnTo>
                <a:lnTo>
                  <a:pt x="139" y="40911"/>
                </a:lnTo>
                <a:lnTo>
                  <a:pt x="200" y="41385"/>
                </a:lnTo>
                <a:lnTo>
                  <a:pt x="272" y="41852"/>
                </a:lnTo>
                <a:lnTo>
                  <a:pt x="355" y="42311"/>
                </a:lnTo>
                <a:lnTo>
                  <a:pt x="450" y="42763"/>
                </a:lnTo>
                <a:lnTo>
                  <a:pt x="555" y="43207"/>
                </a:lnTo>
                <a:lnTo>
                  <a:pt x="672" y="43645"/>
                </a:lnTo>
                <a:lnTo>
                  <a:pt x="800" y="44074"/>
                </a:lnTo>
                <a:lnTo>
                  <a:pt x="938" y="44496"/>
                </a:lnTo>
                <a:lnTo>
                  <a:pt x="1088" y="44911"/>
                </a:lnTo>
                <a:lnTo>
                  <a:pt x="1249" y="45319"/>
                </a:lnTo>
                <a:lnTo>
                  <a:pt x="1421" y="45719"/>
                </a:lnTo>
                <a:lnTo>
                  <a:pt x="1605" y="46112"/>
                </a:lnTo>
                <a:lnTo>
                  <a:pt x="1799" y="46497"/>
                </a:lnTo>
                <a:lnTo>
                  <a:pt x="2004" y="46875"/>
                </a:lnTo>
                <a:lnTo>
                  <a:pt x="2221" y="47245"/>
                </a:lnTo>
                <a:lnTo>
                  <a:pt x="2449" y="47608"/>
                </a:lnTo>
                <a:lnTo>
                  <a:pt x="2687" y="47964"/>
                </a:lnTo>
                <a:lnTo>
                  <a:pt x="2937" y="48312"/>
                </a:lnTo>
                <a:lnTo>
                  <a:pt x="3198" y="48653"/>
                </a:lnTo>
                <a:lnTo>
                  <a:pt x="3477" y="48998"/>
                </a:lnTo>
                <a:lnTo>
                  <a:pt x="3781" y="49347"/>
                </a:lnTo>
                <a:lnTo>
                  <a:pt x="4109" y="49698"/>
                </a:lnTo>
                <a:lnTo>
                  <a:pt x="4462" y="50054"/>
                </a:lnTo>
                <a:lnTo>
                  <a:pt x="4839" y="50412"/>
                </a:lnTo>
                <a:lnTo>
                  <a:pt x="5242" y="50774"/>
                </a:lnTo>
                <a:lnTo>
                  <a:pt x="5669" y="51140"/>
                </a:lnTo>
                <a:lnTo>
                  <a:pt x="6120" y="51509"/>
                </a:lnTo>
                <a:lnTo>
                  <a:pt x="6596" y="51882"/>
                </a:lnTo>
                <a:lnTo>
                  <a:pt x="7097" y="52258"/>
                </a:lnTo>
                <a:lnTo>
                  <a:pt x="7623" y="52637"/>
                </a:lnTo>
                <a:lnTo>
                  <a:pt x="8173" y="53020"/>
                </a:lnTo>
                <a:lnTo>
                  <a:pt x="8748" y="53406"/>
                </a:lnTo>
                <a:lnTo>
                  <a:pt x="9348" y="53796"/>
                </a:lnTo>
                <a:lnTo>
                  <a:pt x="9972" y="54189"/>
                </a:lnTo>
                <a:lnTo>
                  <a:pt x="10621" y="54586"/>
                </a:lnTo>
                <a:lnTo>
                  <a:pt x="11295" y="54986"/>
                </a:lnTo>
                <a:lnTo>
                  <a:pt x="11993" y="55390"/>
                </a:lnTo>
                <a:lnTo>
                  <a:pt x="12716" y="55797"/>
                </a:lnTo>
                <a:lnTo>
                  <a:pt x="13464" y="56207"/>
                </a:lnTo>
                <a:lnTo>
                  <a:pt x="14237" y="56621"/>
                </a:lnTo>
                <a:lnTo>
                  <a:pt x="15034" y="57039"/>
                </a:lnTo>
                <a:lnTo>
                  <a:pt x="15856" y="57460"/>
                </a:lnTo>
                <a:lnTo>
                  <a:pt x="16702" y="57884"/>
                </a:lnTo>
                <a:lnTo>
                  <a:pt x="17549" y="58307"/>
                </a:lnTo>
                <a:lnTo>
                  <a:pt x="18372" y="58723"/>
                </a:lnTo>
                <a:lnTo>
                  <a:pt x="19171" y="59134"/>
                </a:lnTo>
                <a:lnTo>
                  <a:pt x="19947" y="59538"/>
                </a:lnTo>
                <a:lnTo>
                  <a:pt x="20698" y="59936"/>
                </a:lnTo>
                <a:lnTo>
                  <a:pt x="21426" y="60328"/>
                </a:lnTo>
                <a:lnTo>
                  <a:pt x="22130" y="60714"/>
                </a:lnTo>
                <a:lnTo>
                  <a:pt x="22810" y="61094"/>
                </a:lnTo>
                <a:lnTo>
                  <a:pt x="23467" y="61467"/>
                </a:lnTo>
                <a:lnTo>
                  <a:pt x="24099" y="61835"/>
                </a:lnTo>
                <a:lnTo>
                  <a:pt x="24708" y="62196"/>
                </a:lnTo>
                <a:lnTo>
                  <a:pt x="25293" y="62551"/>
                </a:lnTo>
                <a:lnTo>
                  <a:pt x="25854" y="62900"/>
                </a:lnTo>
                <a:lnTo>
                  <a:pt x="26391" y="63242"/>
                </a:lnTo>
                <a:lnTo>
                  <a:pt x="26905" y="63579"/>
                </a:lnTo>
                <a:lnTo>
                  <a:pt x="27394" y="63909"/>
                </a:lnTo>
                <a:lnTo>
                  <a:pt x="27860" y="64233"/>
                </a:lnTo>
                <a:lnTo>
                  <a:pt x="28302" y="64551"/>
                </a:lnTo>
                <a:lnTo>
                  <a:pt x="28721" y="64863"/>
                </a:lnTo>
                <a:lnTo>
                  <a:pt x="29115" y="65169"/>
                </a:lnTo>
                <a:lnTo>
                  <a:pt x="29486" y="65469"/>
                </a:lnTo>
                <a:lnTo>
                  <a:pt x="29832" y="65762"/>
                </a:lnTo>
                <a:lnTo>
                  <a:pt x="30155" y="66049"/>
                </a:lnTo>
                <a:lnTo>
                  <a:pt x="30454" y="66330"/>
                </a:lnTo>
                <a:lnTo>
                  <a:pt x="30736" y="66611"/>
                </a:lnTo>
                <a:lnTo>
                  <a:pt x="31005" y="66897"/>
                </a:lnTo>
                <a:lnTo>
                  <a:pt x="31262" y="67189"/>
                </a:lnTo>
                <a:lnTo>
                  <a:pt x="31508" y="67486"/>
                </a:lnTo>
                <a:lnTo>
                  <a:pt x="31741" y="67788"/>
                </a:lnTo>
                <a:lnTo>
                  <a:pt x="31963" y="68096"/>
                </a:lnTo>
                <a:lnTo>
                  <a:pt x="32172" y="68409"/>
                </a:lnTo>
                <a:lnTo>
                  <a:pt x="32369" y="68728"/>
                </a:lnTo>
                <a:lnTo>
                  <a:pt x="32555" y="69052"/>
                </a:lnTo>
                <a:lnTo>
                  <a:pt x="32729" y="69382"/>
                </a:lnTo>
                <a:lnTo>
                  <a:pt x="32890" y="69717"/>
                </a:lnTo>
                <a:lnTo>
                  <a:pt x="33040" y="70057"/>
                </a:lnTo>
                <a:lnTo>
                  <a:pt x="33177" y="70403"/>
                </a:lnTo>
                <a:lnTo>
                  <a:pt x="33303" y="70754"/>
                </a:lnTo>
                <a:lnTo>
                  <a:pt x="33417" y="71111"/>
                </a:lnTo>
                <a:lnTo>
                  <a:pt x="33518" y="71473"/>
                </a:lnTo>
                <a:lnTo>
                  <a:pt x="33608" y="71841"/>
                </a:lnTo>
                <a:lnTo>
                  <a:pt x="33686" y="72214"/>
                </a:lnTo>
                <a:lnTo>
                  <a:pt x="33752" y="72592"/>
                </a:lnTo>
                <a:lnTo>
                  <a:pt x="33806" y="72976"/>
                </a:lnTo>
                <a:lnTo>
                  <a:pt x="33848" y="73365"/>
                </a:lnTo>
                <a:lnTo>
                  <a:pt x="33878" y="73760"/>
                </a:lnTo>
                <a:lnTo>
                  <a:pt x="33895" y="74160"/>
                </a:lnTo>
                <a:lnTo>
                  <a:pt x="33901" y="74566"/>
                </a:lnTo>
                <a:lnTo>
                  <a:pt x="33896" y="74901"/>
                </a:lnTo>
                <a:lnTo>
                  <a:pt x="33880" y="75232"/>
                </a:lnTo>
                <a:lnTo>
                  <a:pt x="33853" y="75559"/>
                </a:lnTo>
                <a:lnTo>
                  <a:pt x="33816" y="75882"/>
                </a:lnTo>
                <a:lnTo>
                  <a:pt x="33767" y="76201"/>
                </a:lnTo>
                <a:lnTo>
                  <a:pt x="33708" y="76516"/>
                </a:lnTo>
                <a:lnTo>
                  <a:pt x="33638" y="76827"/>
                </a:lnTo>
                <a:lnTo>
                  <a:pt x="33558" y="77134"/>
                </a:lnTo>
                <a:lnTo>
                  <a:pt x="33467" y="77436"/>
                </a:lnTo>
                <a:lnTo>
                  <a:pt x="33365" y="77735"/>
                </a:lnTo>
                <a:lnTo>
                  <a:pt x="33252" y="78029"/>
                </a:lnTo>
                <a:lnTo>
                  <a:pt x="33129" y="78320"/>
                </a:lnTo>
                <a:lnTo>
                  <a:pt x="32994" y="78606"/>
                </a:lnTo>
                <a:lnTo>
                  <a:pt x="32849" y="78889"/>
                </a:lnTo>
                <a:lnTo>
                  <a:pt x="32694" y="79167"/>
                </a:lnTo>
                <a:lnTo>
                  <a:pt x="32527" y="79441"/>
                </a:lnTo>
                <a:lnTo>
                  <a:pt x="32350" y="79711"/>
                </a:lnTo>
                <a:lnTo>
                  <a:pt x="32162" y="79977"/>
                </a:lnTo>
                <a:lnTo>
                  <a:pt x="31964" y="80240"/>
                </a:lnTo>
                <a:lnTo>
                  <a:pt x="31754" y="80497"/>
                </a:lnTo>
                <a:lnTo>
                  <a:pt x="31534" y="80751"/>
                </a:lnTo>
                <a:lnTo>
                  <a:pt x="31304" y="81001"/>
                </a:lnTo>
                <a:lnTo>
                  <a:pt x="31062" y="81247"/>
                </a:lnTo>
                <a:lnTo>
                  <a:pt x="30810" y="81489"/>
                </a:lnTo>
                <a:lnTo>
                  <a:pt x="30549" y="81723"/>
                </a:lnTo>
                <a:lnTo>
                  <a:pt x="30282" y="81948"/>
                </a:lnTo>
                <a:lnTo>
                  <a:pt x="30009" y="82162"/>
                </a:lnTo>
                <a:lnTo>
                  <a:pt x="29729" y="82367"/>
                </a:lnTo>
                <a:lnTo>
                  <a:pt x="29443" y="82562"/>
                </a:lnTo>
                <a:lnTo>
                  <a:pt x="29151" y="82746"/>
                </a:lnTo>
                <a:lnTo>
                  <a:pt x="28852" y="82921"/>
                </a:lnTo>
                <a:lnTo>
                  <a:pt x="28547" y="83085"/>
                </a:lnTo>
                <a:lnTo>
                  <a:pt x="28236" y="83240"/>
                </a:lnTo>
                <a:lnTo>
                  <a:pt x="27919" y="83385"/>
                </a:lnTo>
                <a:lnTo>
                  <a:pt x="27595" y="83519"/>
                </a:lnTo>
                <a:lnTo>
                  <a:pt x="27265" y="83644"/>
                </a:lnTo>
                <a:lnTo>
                  <a:pt x="26929" y="83759"/>
                </a:lnTo>
                <a:lnTo>
                  <a:pt x="26586" y="83864"/>
                </a:lnTo>
                <a:lnTo>
                  <a:pt x="26237" y="83959"/>
                </a:lnTo>
                <a:lnTo>
                  <a:pt x="25882" y="84043"/>
                </a:lnTo>
                <a:lnTo>
                  <a:pt x="25521" y="84118"/>
                </a:lnTo>
                <a:lnTo>
                  <a:pt x="25153" y="84183"/>
                </a:lnTo>
                <a:lnTo>
                  <a:pt x="24779" y="84238"/>
                </a:lnTo>
                <a:lnTo>
                  <a:pt x="24399" y="84283"/>
                </a:lnTo>
                <a:lnTo>
                  <a:pt x="24012" y="84318"/>
                </a:lnTo>
                <a:lnTo>
                  <a:pt x="23619" y="84343"/>
                </a:lnTo>
                <a:lnTo>
                  <a:pt x="23220" y="84358"/>
                </a:lnTo>
                <a:lnTo>
                  <a:pt x="22814" y="84363"/>
                </a:lnTo>
                <a:lnTo>
                  <a:pt x="22236" y="84354"/>
                </a:lnTo>
                <a:lnTo>
                  <a:pt x="21663" y="84328"/>
                </a:lnTo>
                <a:lnTo>
                  <a:pt x="21094" y="84284"/>
                </a:lnTo>
                <a:lnTo>
                  <a:pt x="20530" y="84222"/>
                </a:lnTo>
                <a:lnTo>
                  <a:pt x="19971" y="84143"/>
                </a:lnTo>
                <a:lnTo>
                  <a:pt x="19416" y="84046"/>
                </a:lnTo>
                <a:lnTo>
                  <a:pt x="18866" y="83932"/>
                </a:lnTo>
                <a:lnTo>
                  <a:pt x="18321" y="83800"/>
                </a:lnTo>
                <a:lnTo>
                  <a:pt x="17780" y="83651"/>
                </a:lnTo>
                <a:lnTo>
                  <a:pt x="17244" y="83484"/>
                </a:lnTo>
                <a:lnTo>
                  <a:pt x="16713" y="83299"/>
                </a:lnTo>
                <a:lnTo>
                  <a:pt x="16187" y="83097"/>
                </a:lnTo>
                <a:lnTo>
                  <a:pt x="15665" y="82877"/>
                </a:lnTo>
                <a:lnTo>
                  <a:pt x="15148" y="82640"/>
                </a:lnTo>
                <a:lnTo>
                  <a:pt x="14635" y="82385"/>
                </a:lnTo>
                <a:lnTo>
                  <a:pt x="14128" y="82112"/>
                </a:lnTo>
                <a:lnTo>
                  <a:pt x="13625" y="81822"/>
                </a:lnTo>
                <a:lnTo>
                  <a:pt x="13126" y="81514"/>
                </a:lnTo>
                <a:lnTo>
                  <a:pt x="12632" y="81189"/>
                </a:lnTo>
                <a:lnTo>
                  <a:pt x="12143" y="80846"/>
                </a:lnTo>
                <a:lnTo>
                  <a:pt x="11659" y="80486"/>
                </a:lnTo>
                <a:lnTo>
                  <a:pt x="11180" y="80108"/>
                </a:lnTo>
                <a:lnTo>
                  <a:pt x="10705" y="79712"/>
                </a:lnTo>
                <a:lnTo>
                  <a:pt x="10234" y="79299"/>
                </a:lnTo>
                <a:lnTo>
                  <a:pt x="9773" y="78868"/>
                </a:lnTo>
                <a:lnTo>
                  <a:pt x="9324" y="78421"/>
                </a:lnTo>
                <a:lnTo>
                  <a:pt x="8887" y="77956"/>
                </a:lnTo>
                <a:lnTo>
                  <a:pt x="8464" y="77474"/>
                </a:lnTo>
                <a:lnTo>
                  <a:pt x="8052" y="76975"/>
                </a:lnTo>
                <a:lnTo>
                  <a:pt x="7654" y="76459"/>
                </a:lnTo>
                <a:lnTo>
                  <a:pt x="7268" y="75926"/>
                </a:lnTo>
                <a:lnTo>
                  <a:pt x="6894" y="75376"/>
                </a:lnTo>
                <a:lnTo>
                  <a:pt x="6533" y="74809"/>
                </a:lnTo>
                <a:lnTo>
                  <a:pt x="6185" y="74224"/>
                </a:lnTo>
                <a:lnTo>
                  <a:pt x="5849" y="73623"/>
                </a:lnTo>
                <a:lnTo>
                  <a:pt x="5526" y="73005"/>
                </a:lnTo>
                <a:lnTo>
                  <a:pt x="5215" y="72369"/>
                </a:lnTo>
                <a:lnTo>
                  <a:pt x="4917" y="71716"/>
                </a:lnTo>
                <a:lnTo>
                  <a:pt x="4632" y="71046"/>
                </a:lnTo>
                <a:lnTo>
                  <a:pt x="4359" y="70360"/>
                </a:lnTo>
                <a:lnTo>
                  <a:pt x="4099" y="69656"/>
                </a:lnTo>
                <a:lnTo>
                  <a:pt x="3851" y="68935"/>
                </a:lnTo>
                <a:lnTo>
                  <a:pt x="3616" y="68196"/>
                </a:lnTo>
                <a:lnTo>
                  <a:pt x="3394" y="67441"/>
                </a:lnTo>
                <a:lnTo>
                  <a:pt x="3184" y="66669"/>
                </a:lnTo>
                <a:lnTo>
                  <a:pt x="2987" y="65879"/>
                </a:lnTo>
                <a:lnTo>
                  <a:pt x="2802" y="65073"/>
                </a:lnTo>
                <a:lnTo>
                  <a:pt x="2630" y="64249"/>
                </a:lnTo>
                <a:lnTo>
                  <a:pt x="284" y="64249"/>
                </a:lnTo>
                <a:lnTo>
                  <a:pt x="284" y="87561"/>
                </a:lnTo>
                <a:lnTo>
                  <a:pt x="2630" y="87561"/>
                </a:lnTo>
                <a:lnTo>
                  <a:pt x="2708" y="87410"/>
                </a:lnTo>
                <a:lnTo>
                  <a:pt x="2789" y="87266"/>
                </a:lnTo>
                <a:lnTo>
                  <a:pt x="2872" y="87128"/>
                </a:lnTo>
                <a:lnTo>
                  <a:pt x="2957" y="86996"/>
                </a:lnTo>
                <a:lnTo>
                  <a:pt x="3045" y="86871"/>
                </a:lnTo>
                <a:lnTo>
                  <a:pt x="3136" y="86753"/>
                </a:lnTo>
                <a:lnTo>
                  <a:pt x="3229" y="86640"/>
                </a:lnTo>
                <a:lnTo>
                  <a:pt x="3325" y="86534"/>
                </a:lnTo>
                <a:lnTo>
                  <a:pt x="3423" y="86435"/>
                </a:lnTo>
                <a:lnTo>
                  <a:pt x="3523" y="86342"/>
                </a:lnTo>
                <a:lnTo>
                  <a:pt x="3626" y="86255"/>
                </a:lnTo>
                <a:lnTo>
                  <a:pt x="3731" y="86175"/>
                </a:lnTo>
                <a:lnTo>
                  <a:pt x="3839" y="86101"/>
                </a:lnTo>
                <a:lnTo>
                  <a:pt x="3949" y="86034"/>
                </a:lnTo>
                <a:lnTo>
                  <a:pt x="4062" y="85973"/>
                </a:lnTo>
                <a:lnTo>
                  <a:pt x="4177" y="85918"/>
                </a:lnTo>
                <a:lnTo>
                  <a:pt x="4295" y="85870"/>
                </a:lnTo>
                <a:lnTo>
                  <a:pt x="4415" y="85829"/>
                </a:lnTo>
                <a:lnTo>
                  <a:pt x="4538" y="85793"/>
                </a:lnTo>
                <a:lnTo>
                  <a:pt x="4663" y="85764"/>
                </a:lnTo>
                <a:lnTo>
                  <a:pt x="4791" y="85742"/>
                </a:lnTo>
                <a:lnTo>
                  <a:pt x="4921" y="85726"/>
                </a:lnTo>
                <a:lnTo>
                  <a:pt x="5053" y="85716"/>
                </a:lnTo>
                <a:lnTo>
                  <a:pt x="5188" y="85713"/>
                </a:lnTo>
                <a:lnTo>
                  <a:pt x="5314" y="85714"/>
                </a:lnTo>
                <a:lnTo>
                  <a:pt x="5443" y="85718"/>
                </a:lnTo>
                <a:lnTo>
                  <a:pt x="5575" y="85724"/>
                </a:lnTo>
                <a:lnTo>
                  <a:pt x="5709" y="85733"/>
                </a:lnTo>
                <a:lnTo>
                  <a:pt x="5847" y="85744"/>
                </a:lnTo>
                <a:lnTo>
                  <a:pt x="5988" y="85758"/>
                </a:lnTo>
                <a:lnTo>
                  <a:pt x="6131" y="85774"/>
                </a:lnTo>
                <a:lnTo>
                  <a:pt x="6278" y="85792"/>
                </a:lnTo>
                <a:lnTo>
                  <a:pt x="6428" y="85813"/>
                </a:lnTo>
                <a:lnTo>
                  <a:pt x="6580" y="85836"/>
                </a:lnTo>
                <a:lnTo>
                  <a:pt x="6736" y="85862"/>
                </a:lnTo>
                <a:lnTo>
                  <a:pt x="6894" y="85891"/>
                </a:lnTo>
                <a:lnTo>
                  <a:pt x="7055" y="85922"/>
                </a:lnTo>
                <a:lnTo>
                  <a:pt x="7220" y="85955"/>
                </a:lnTo>
                <a:lnTo>
                  <a:pt x="7387" y="85991"/>
                </a:lnTo>
                <a:lnTo>
                  <a:pt x="7557" y="86029"/>
                </a:lnTo>
                <a:lnTo>
                  <a:pt x="7731" y="86070"/>
                </a:lnTo>
                <a:lnTo>
                  <a:pt x="7907" y="86113"/>
                </a:lnTo>
                <a:lnTo>
                  <a:pt x="8086" y="86159"/>
                </a:lnTo>
                <a:lnTo>
                  <a:pt x="8268" y="86207"/>
                </a:lnTo>
                <a:lnTo>
                  <a:pt x="8453" y="86257"/>
                </a:lnTo>
                <a:lnTo>
                  <a:pt x="8641" y="86310"/>
                </a:lnTo>
                <a:lnTo>
                  <a:pt x="8832" y="86366"/>
                </a:lnTo>
                <a:lnTo>
                  <a:pt x="9026" y="86424"/>
                </a:lnTo>
                <a:lnTo>
                  <a:pt x="9663" y="86598"/>
                </a:lnTo>
                <a:lnTo>
                  <a:pt x="10294" y="86764"/>
                </a:lnTo>
                <a:lnTo>
                  <a:pt x="10918" y="86924"/>
                </a:lnTo>
                <a:lnTo>
                  <a:pt x="11537" y="87075"/>
                </a:lnTo>
                <a:lnTo>
                  <a:pt x="12150" y="87220"/>
                </a:lnTo>
                <a:lnTo>
                  <a:pt x="12757" y="87357"/>
                </a:lnTo>
                <a:lnTo>
                  <a:pt x="13359" y="87486"/>
                </a:lnTo>
                <a:lnTo>
                  <a:pt x="13954" y="87608"/>
                </a:lnTo>
                <a:lnTo>
                  <a:pt x="14543" y="87723"/>
                </a:lnTo>
                <a:lnTo>
                  <a:pt x="15127" y="87830"/>
                </a:lnTo>
                <a:lnTo>
                  <a:pt x="15704" y="87930"/>
                </a:lnTo>
                <a:lnTo>
                  <a:pt x="16276" y="88023"/>
                </a:lnTo>
                <a:lnTo>
                  <a:pt x="16841" y="88108"/>
                </a:lnTo>
                <a:lnTo>
                  <a:pt x="17401" y="88186"/>
                </a:lnTo>
                <a:lnTo>
                  <a:pt x="17955" y="88256"/>
                </a:lnTo>
                <a:lnTo>
                  <a:pt x="18502" y="88319"/>
                </a:lnTo>
                <a:lnTo>
                  <a:pt x="19044" y="88375"/>
                </a:lnTo>
                <a:lnTo>
                  <a:pt x="19580" y="88423"/>
                </a:lnTo>
                <a:lnTo>
                  <a:pt x="20110" y="88463"/>
                </a:lnTo>
                <a:lnTo>
                  <a:pt x="20635" y="88497"/>
                </a:lnTo>
                <a:lnTo>
                  <a:pt x="21153" y="88523"/>
                </a:lnTo>
                <a:lnTo>
                  <a:pt x="21665" y="88541"/>
                </a:lnTo>
                <a:lnTo>
                  <a:pt x="22172" y="88552"/>
                </a:lnTo>
                <a:lnTo>
                  <a:pt x="22672" y="88556"/>
                </a:lnTo>
                <a:lnTo>
                  <a:pt x="23362" y="88547"/>
                </a:lnTo>
                <a:lnTo>
                  <a:pt x="24047" y="88518"/>
                </a:lnTo>
                <a:lnTo>
                  <a:pt x="24726" y="88471"/>
                </a:lnTo>
                <a:lnTo>
                  <a:pt x="25399" y="88405"/>
                </a:lnTo>
                <a:lnTo>
                  <a:pt x="26067" y="88320"/>
                </a:lnTo>
                <a:lnTo>
                  <a:pt x="26730" y="88217"/>
                </a:lnTo>
                <a:lnTo>
                  <a:pt x="27387" y="88094"/>
                </a:lnTo>
                <a:lnTo>
                  <a:pt x="28038" y="87953"/>
                </a:lnTo>
                <a:lnTo>
                  <a:pt x="28684" y="87792"/>
                </a:lnTo>
                <a:lnTo>
                  <a:pt x="29324" y="87613"/>
                </a:lnTo>
                <a:lnTo>
                  <a:pt x="29959" y="87415"/>
                </a:lnTo>
                <a:lnTo>
                  <a:pt x="30588" y="87198"/>
                </a:lnTo>
                <a:lnTo>
                  <a:pt x="31211" y="86963"/>
                </a:lnTo>
                <a:lnTo>
                  <a:pt x="31829" y="86708"/>
                </a:lnTo>
                <a:lnTo>
                  <a:pt x="32442" y="86435"/>
                </a:lnTo>
                <a:lnTo>
                  <a:pt x="33049" y="86142"/>
                </a:lnTo>
                <a:lnTo>
                  <a:pt x="33650" y="85831"/>
                </a:lnTo>
                <a:lnTo>
                  <a:pt x="34246" y="85501"/>
                </a:lnTo>
                <a:lnTo>
                  <a:pt x="34836" y="85153"/>
                </a:lnTo>
                <a:lnTo>
                  <a:pt x="35421" y="84785"/>
                </a:lnTo>
                <a:lnTo>
                  <a:pt x="36000" y="84398"/>
                </a:lnTo>
                <a:lnTo>
                  <a:pt x="36573" y="83993"/>
                </a:lnTo>
                <a:lnTo>
                  <a:pt x="37141" y="83569"/>
                </a:lnTo>
                <a:lnTo>
                  <a:pt x="37704" y="83126"/>
                </a:lnTo>
                <a:lnTo>
                  <a:pt x="38252" y="82667"/>
                </a:lnTo>
                <a:lnTo>
                  <a:pt x="38777" y="82196"/>
                </a:lnTo>
                <a:lnTo>
                  <a:pt x="39278" y="81714"/>
                </a:lnTo>
                <a:lnTo>
                  <a:pt x="39756" y="81219"/>
                </a:lnTo>
                <a:lnTo>
                  <a:pt x="40211" y="80713"/>
                </a:lnTo>
                <a:lnTo>
                  <a:pt x="40642" y="80194"/>
                </a:lnTo>
                <a:lnTo>
                  <a:pt x="41050" y="79664"/>
                </a:lnTo>
                <a:lnTo>
                  <a:pt x="41435" y="79122"/>
                </a:lnTo>
                <a:lnTo>
                  <a:pt x="41797" y="78567"/>
                </a:lnTo>
                <a:lnTo>
                  <a:pt x="42135" y="78001"/>
                </a:lnTo>
                <a:lnTo>
                  <a:pt x="42450" y="77423"/>
                </a:lnTo>
                <a:lnTo>
                  <a:pt x="42741" y="76833"/>
                </a:lnTo>
                <a:lnTo>
                  <a:pt x="43009" y="76231"/>
                </a:lnTo>
                <a:lnTo>
                  <a:pt x="43254" y="75617"/>
                </a:lnTo>
                <a:lnTo>
                  <a:pt x="43476" y="74991"/>
                </a:lnTo>
                <a:lnTo>
                  <a:pt x="43674" y="74353"/>
                </a:lnTo>
                <a:lnTo>
                  <a:pt x="43849" y="73703"/>
                </a:lnTo>
                <a:lnTo>
                  <a:pt x="44000" y="73042"/>
                </a:lnTo>
                <a:lnTo>
                  <a:pt x="44129" y="72368"/>
                </a:lnTo>
                <a:lnTo>
                  <a:pt x="44234" y="71682"/>
                </a:lnTo>
                <a:lnTo>
                  <a:pt x="44315" y="70985"/>
                </a:lnTo>
                <a:lnTo>
                  <a:pt x="44373" y="70275"/>
                </a:lnTo>
                <a:lnTo>
                  <a:pt x="44408" y="69554"/>
                </a:lnTo>
                <a:lnTo>
                  <a:pt x="44420" y="68820"/>
                </a:lnTo>
                <a:lnTo>
                  <a:pt x="44395" y="67869"/>
                </a:lnTo>
                <a:lnTo>
                  <a:pt x="44320" y="66934"/>
                </a:lnTo>
                <a:lnTo>
                  <a:pt x="44195" y="66014"/>
                </a:lnTo>
                <a:lnTo>
                  <a:pt x="44019" y="65110"/>
                </a:lnTo>
                <a:lnTo>
                  <a:pt x="43794" y="64222"/>
                </a:lnTo>
                <a:lnTo>
                  <a:pt x="43518" y="63349"/>
                </a:lnTo>
                <a:lnTo>
                  <a:pt x="43193" y="62491"/>
                </a:lnTo>
                <a:lnTo>
                  <a:pt x="42817" y="61649"/>
                </a:lnTo>
                <a:lnTo>
                  <a:pt x="42391" y="60823"/>
                </a:lnTo>
                <a:lnTo>
                  <a:pt x="41915" y="60012"/>
                </a:lnTo>
                <a:lnTo>
                  <a:pt x="41389" y="59216"/>
                </a:lnTo>
                <a:lnTo>
                  <a:pt x="40813" y="58436"/>
                </a:lnTo>
                <a:lnTo>
                  <a:pt x="40187" y="57672"/>
                </a:lnTo>
                <a:lnTo>
                  <a:pt x="39511" y="56923"/>
                </a:lnTo>
                <a:lnTo>
                  <a:pt x="38784" y="56190"/>
                </a:lnTo>
                <a:lnTo>
                  <a:pt x="38008" y="55472"/>
                </a:lnTo>
                <a:lnTo>
                  <a:pt x="37181" y="54770"/>
                </a:lnTo>
                <a:lnTo>
                  <a:pt x="36305" y="54084"/>
                </a:lnTo>
                <a:lnTo>
                  <a:pt x="35378" y="53413"/>
                </a:lnTo>
                <a:lnTo>
                  <a:pt x="34401" y="52757"/>
                </a:lnTo>
                <a:lnTo>
                  <a:pt x="33374" y="52117"/>
                </a:lnTo>
                <a:lnTo>
                  <a:pt x="32297" y="51493"/>
                </a:lnTo>
                <a:lnTo>
                  <a:pt x="31170" y="50884"/>
                </a:lnTo>
                <a:lnTo>
                  <a:pt x="29992" y="50290"/>
                </a:lnTo>
                <a:lnTo>
                  <a:pt x="19616" y="45249"/>
                </a:lnTo>
                <a:lnTo>
                  <a:pt x="19061" y="44977"/>
                </a:lnTo>
                <a:lnTo>
                  <a:pt x="18522" y="44707"/>
                </a:lnTo>
                <a:lnTo>
                  <a:pt x="17999" y="44438"/>
                </a:lnTo>
                <a:lnTo>
                  <a:pt x="17492" y="44170"/>
                </a:lnTo>
                <a:lnTo>
                  <a:pt x="17000" y="43904"/>
                </a:lnTo>
                <a:lnTo>
                  <a:pt x="16524" y="43638"/>
                </a:lnTo>
                <a:lnTo>
                  <a:pt x="16064" y="43374"/>
                </a:lnTo>
                <a:lnTo>
                  <a:pt x="15620" y="43111"/>
                </a:lnTo>
                <a:lnTo>
                  <a:pt x="15192" y="42850"/>
                </a:lnTo>
                <a:lnTo>
                  <a:pt x="14779" y="42589"/>
                </a:lnTo>
                <a:lnTo>
                  <a:pt x="14382" y="42330"/>
                </a:lnTo>
                <a:lnTo>
                  <a:pt x="14001" y="42072"/>
                </a:lnTo>
                <a:lnTo>
                  <a:pt x="13636" y="41815"/>
                </a:lnTo>
                <a:lnTo>
                  <a:pt x="13287" y="41560"/>
                </a:lnTo>
                <a:lnTo>
                  <a:pt x="12953" y="41305"/>
                </a:lnTo>
                <a:lnTo>
                  <a:pt x="12635" y="41052"/>
                </a:lnTo>
                <a:lnTo>
                  <a:pt x="12333" y="40801"/>
                </a:lnTo>
                <a:lnTo>
                  <a:pt x="12047" y="40550"/>
                </a:lnTo>
                <a:lnTo>
                  <a:pt x="11776" y="40301"/>
                </a:lnTo>
                <a:lnTo>
                  <a:pt x="11522" y="40052"/>
                </a:lnTo>
                <a:lnTo>
                  <a:pt x="11283" y="39805"/>
                </a:lnTo>
                <a:lnTo>
                  <a:pt x="11060" y="39560"/>
                </a:lnTo>
                <a:lnTo>
                  <a:pt x="10852" y="39315"/>
                </a:lnTo>
                <a:lnTo>
                  <a:pt x="10661" y="39072"/>
                </a:lnTo>
                <a:lnTo>
                  <a:pt x="10475" y="38833"/>
                </a:lnTo>
                <a:lnTo>
                  <a:pt x="10298" y="38591"/>
                </a:lnTo>
                <a:lnTo>
                  <a:pt x="10128" y="38345"/>
                </a:lnTo>
                <a:lnTo>
                  <a:pt x="9966" y="38094"/>
                </a:lnTo>
                <a:lnTo>
                  <a:pt x="9812" y="37840"/>
                </a:lnTo>
                <a:lnTo>
                  <a:pt x="9666" y="37582"/>
                </a:lnTo>
                <a:lnTo>
                  <a:pt x="9528" y="37319"/>
                </a:lnTo>
                <a:lnTo>
                  <a:pt x="9397" y="37053"/>
                </a:lnTo>
                <a:lnTo>
                  <a:pt x="9275" y="36783"/>
                </a:lnTo>
                <a:lnTo>
                  <a:pt x="9160" y="36509"/>
                </a:lnTo>
                <a:lnTo>
                  <a:pt x="9054" y="36231"/>
                </a:lnTo>
                <a:lnTo>
                  <a:pt x="8955" y="35949"/>
                </a:lnTo>
                <a:lnTo>
                  <a:pt x="8864" y="35663"/>
                </a:lnTo>
                <a:lnTo>
                  <a:pt x="8781" y="35373"/>
                </a:lnTo>
                <a:lnTo>
                  <a:pt x="8706" y="35080"/>
                </a:lnTo>
                <a:lnTo>
                  <a:pt x="8639" y="34782"/>
                </a:lnTo>
                <a:lnTo>
                  <a:pt x="8580" y="34480"/>
                </a:lnTo>
                <a:lnTo>
                  <a:pt x="8529" y="34175"/>
                </a:lnTo>
                <a:lnTo>
                  <a:pt x="8485" y="33865"/>
                </a:lnTo>
                <a:lnTo>
                  <a:pt x="8450" y="33552"/>
                </a:lnTo>
                <a:lnTo>
                  <a:pt x="8422" y="33234"/>
                </a:lnTo>
                <a:lnTo>
                  <a:pt x="8402" y="32913"/>
                </a:lnTo>
                <a:lnTo>
                  <a:pt x="8390" y="32587"/>
                </a:lnTo>
                <a:lnTo>
                  <a:pt x="8387" y="32258"/>
                </a:lnTo>
                <a:lnTo>
                  <a:pt x="8392" y="31993"/>
                </a:lnTo>
                <a:lnTo>
                  <a:pt x="8408" y="31729"/>
                </a:lnTo>
                <a:lnTo>
                  <a:pt x="8434" y="31468"/>
                </a:lnTo>
                <a:lnTo>
                  <a:pt x="8471" y="31208"/>
                </a:lnTo>
                <a:lnTo>
                  <a:pt x="8519" y="30951"/>
                </a:lnTo>
                <a:lnTo>
                  <a:pt x="8578" y="30696"/>
                </a:lnTo>
                <a:lnTo>
                  <a:pt x="8647" y="30442"/>
                </a:lnTo>
                <a:lnTo>
                  <a:pt x="8726" y="30191"/>
                </a:lnTo>
                <a:lnTo>
                  <a:pt x="8816" y="29941"/>
                </a:lnTo>
                <a:lnTo>
                  <a:pt x="8917" y="29694"/>
                </a:lnTo>
                <a:lnTo>
                  <a:pt x="9029" y="29448"/>
                </a:lnTo>
                <a:lnTo>
                  <a:pt x="9151" y="29205"/>
                </a:lnTo>
                <a:lnTo>
                  <a:pt x="9283" y="28963"/>
                </a:lnTo>
                <a:lnTo>
                  <a:pt x="9426" y="28723"/>
                </a:lnTo>
                <a:lnTo>
                  <a:pt x="9580" y="28486"/>
                </a:lnTo>
                <a:lnTo>
                  <a:pt x="9745" y="28250"/>
                </a:lnTo>
                <a:lnTo>
                  <a:pt x="9920" y="28017"/>
                </a:lnTo>
                <a:lnTo>
                  <a:pt x="10106" y="27785"/>
                </a:lnTo>
                <a:lnTo>
                  <a:pt x="10302" y="27555"/>
                </a:lnTo>
                <a:lnTo>
                  <a:pt x="10509" y="27328"/>
                </a:lnTo>
                <a:lnTo>
                  <a:pt x="10726" y="27102"/>
                </a:lnTo>
                <a:lnTo>
                  <a:pt x="10954" y="26878"/>
                </a:lnTo>
                <a:lnTo>
                  <a:pt x="11193" y="26656"/>
                </a:lnTo>
                <a:lnTo>
                  <a:pt x="11443" y="26437"/>
                </a:lnTo>
                <a:lnTo>
                  <a:pt x="11701" y="26222"/>
                </a:lnTo>
                <a:lnTo>
                  <a:pt x="11965" y="26017"/>
                </a:lnTo>
                <a:lnTo>
                  <a:pt x="12237" y="25821"/>
                </a:lnTo>
                <a:lnTo>
                  <a:pt x="12515" y="25634"/>
                </a:lnTo>
                <a:lnTo>
                  <a:pt x="12799" y="25456"/>
                </a:lnTo>
                <a:lnTo>
                  <a:pt x="13091" y="25287"/>
                </a:lnTo>
                <a:lnTo>
                  <a:pt x="13389" y="25127"/>
                </a:lnTo>
                <a:lnTo>
                  <a:pt x="13693" y="24977"/>
                </a:lnTo>
                <a:lnTo>
                  <a:pt x="14005" y="24836"/>
                </a:lnTo>
                <a:lnTo>
                  <a:pt x="14323" y="24703"/>
                </a:lnTo>
                <a:lnTo>
                  <a:pt x="14647" y="24580"/>
                </a:lnTo>
                <a:lnTo>
                  <a:pt x="14978" y="24466"/>
                </a:lnTo>
                <a:lnTo>
                  <a:pt x="15316" y="24361"/>
                </a:lnTo>
                <a:lnTo>
                  <a:pt x="15661" y="24265"/>
                </a:lnTo>
                <a:lnTo>
                  <a:pt x="16012" y="24179"/>
                </a:lnTo>
                <a:lnTo>
                  <a:pt x="16370" y="24101"/>
                </a:lnTo>
                <a:lnTo>
                  <a:pt x="16735" y="24033"/>
                </a:lnTo>
                <a:lnTo>
                  <a:pt x="17106" y="23973"/>
                </a:lnTo>
                <a:lnTo>
                  <a:pt x="17484" y="23923"/>
                </a:lnTo>
                <a:lnTo>
                  <a:pt x="17869" y="23882"/>
                </a:lnTo>
                <a:lnTo>
                  <a:pt x="18260" y="23850"/>
                </a:lnTo>
                <a:lnTo>
                  <a:pt x="18658" y="23827"/>
                </a:lnTo>
                <a:lnTo>
                  <a:pt x="19063" y="23814"/>
                </a:lnTo>
                <a:lnTo>
                  <a:pt x="19474" y="23809"/>
                </a:lnTo>
                <a:lnTo>
                  <a:pt x="20015" y="23816"/>
                </a:lnTo>
                <a:lnTo>
                  <a:pt x="20548" y="23835"/>
                </a:lnTo>
                <a:lnTo>
                  <a:pt x="21072" y="23868"/>
                </a:lnTo>
                <a:lnTo>
                  <a:pt x="21589" y="23913"/>
                </a:lnTo>
                <a:lnTo>
                  <a:pt x="22098" y="23971"/>
                </a:lnTo>
                <a:lnTo>
                  <a:pt x="22599" y="24043"/>
                </a:lnTo>
                <a:lnTo>
                  <a:pt x="23092" y="24127"/>
                </a:lnTo>
                <a:lnTo>
                  <a:pt x="23576" y="24225"/>
                </a:lnTo>
                <a:lnTo>
                  <a:pt x="24053" y="24335"/>
                </a:lnTo>
                <a:lnTo>
                  <a:pt x="24522" y="24458"/>
                </a:lnTo>
                <a:lnTo>
                  <a:pt x="24982" y="24594"/>
                </a:lnTo>
                <a:lnTo>
                  <a:pt x="25435" y="24744"/>
                </a:lnTo>
                <a:lnTo>
                  <a:pt x="25880" y="24906"/>
                </a:lnTo>
                <a:lnTo>
                  <a:pt x="26316" y="25081"/>
                </a:lnTo>
                <a:lnTo>
                  <a:pt x="26745" y="25269"/>
                </a:lnTo>
                <a:lnTo>
                  <a:pt x="27165" y="25471"/>
                </a:lnTo>
                <a:lnTo>
                  <a:pt x="27578" y="25685"/>
                </a:lnTo>
                <a:lnTo>
                  <a:pt x="27982" y="25912"/>
                </a:lnTo>
                <a:lnTo>
                  <a:pt x="28379" y="26152"/>
                </a:lnTo>
                <a:lnTo>
                  <a:pt x="28767" y="26405"/>
                </a:lnTo>
                <a:lnTo>
                  <a:pt x="29148" y="26671"/>
                </a:lnTo>
                <a:lnTo>
                  <a:pt x="29520" y="26950"/>
                </a:lnTo>
                <a:lnTo>
                  <a:pt x="29885" y="27242"/>
                </a:lnTo>
                <a:lnTo>
                  <a:pt x="30241" y="27547"/>
                </a:lnTo>
                <a:lnTo>
                  <a:pt x="30591" y="27870"/>
                </a:lnTo>
                <a:lnTo>
                  <a:pt x="30935" y="28216"/>
                </a:lnTo>
                <a:lnTo>
                  <a:pt x="31275" y="28585"/>
                </a:lnTo>
                <a:lnTo>
                  <a:pt x="31608" y="28977"/>
                </a:lnTo>
                <a:lnTo>
                  <a:pt x="31937" y="29391"/>
                </a:lnTo>
                <a:lnTo>
                  <a:pt x="32260" y="29829"/>
                </a:lnTo>
                <a:lnTo>
                  <a:pt x="32578" y="30290"/>
                </a:lnTo>
                <a:lnTo>
                  <a:pt x="32891" y="30774"/>
                </a:lnTo>
                <a:lnTo>
                  <a:pt x="33198" y="31281"/>
                </a:lnTo>
                <a:lnTo>
                  <a:pt x="33500" y="31811"/>
                </a:lnTo>
                <a:lnTo>
                  <a:pt x="33797" y="32364"/>
                </a:lnTo>
                <a:lnTo>
                  <a:pt x="34088" y="32940"/>
                </a:lnTo>
                <a:lnTo>
                  <a:pt x="34374" y="33539"/>
                </a:lnTo>
                <a:lnTo>
                  <a:pt x="34655" y="34161"/>
                </a:lnTo>
                <a:lnTo>
                  <a:pt x="34930" y="34807"/>
                </a:lnTo>
                <a:lnTo>
                  <a:pt x="35200" y="35475"/>
                </a:lnTo>
                <a:lnTo>
                  <a:pt x="35465" y="36166"/>
                </a:lnTo>
                <a:lnTo>
                  <a:pt x="35725" y="36880"/>
                </a:lnTo>
                <a:lnTo>
                  <a:pt x="35979" y="37617"/>
                </a:lnTo>
                <a:lnTo>
                  <a:pt x="36228" y="38377"/>
                </a:lnTo>
                <a:lnTo>
                  <a:pt x="36472" y="39161"/>
                </a:lnTo>
                <a:lnTo>
                  <a:pt x="36710" y="39967"/>
                </a:lnTo>
                <a:lnTo>
                  <a:pt x="36943" y="40796"/>
                </a:lnTo>
                <a:lnTo>
                  <a:pt x="37171" y="41648"/>
                </a:lnTo>
                <a:lnTo>
                  <a:pt x="39516" y="41648"/>
                </a:lnTo>
                <a:lnTo>
                  <a:pt x="39516" y="19616"/>
                </a:lnTo>
                <a:lnTo>
                  <a:pt x="37171" y="19616"/>
                </a:lnTo>
                <a:lnTo>
                  <a:pt x="37100" y="19756"/>
                </a:lnTo>
                <a:lnTo>
                  <a:pt x="37030" y="19892"/>
                </a:lnTo>
                <a:close/>
                <a:moveTo>
                  <a:pt x="229592" y="19682"/>
                </a:moveTo>
                <a:lnTo>
                  <a:pt x="228927" y="19733"/>
                </a:lnTo>
                <a:lnTo>
                  <a:pt x="228266" y="19799"/>
                </a:lnTo>
                <a:lnTo>
                  <a:pt x="227607" y="19880"/>
                </a:lnTo>
                <a:lnTo>
                  <a:pt x="226951" y="19975"/>
                </a:lnTo>
                <a:lnTo>
                  <a:pt x="226298" y="20085"/>
                </a:lnTo>
                <a:lnTo>
                  <a:pt x="225648" y="20210"/>
                </a:lnTo>
                <a:lnTo>
                  <a:pt x="225001" y="20349"/>
                </a:lnTo>
                <a:lnTo>
                  <a:pt x="224357" y="20503"/>
                </a:lnTo>
                <a:lnTo>
                  <a:pt x="223715" y="20672"/>
                </a:lnTo>
                <a:lnTo>
                  <a:pt x="223077" y="20855"/>
                </a:lnTo>
                <a:lnTo>
                  <a:pt x="222442" y="21053"/>
                </a:lnTo>
                <a:lnTo>
                  <a:pt x="221810" y="21266"/>
                </a:lnTo>
                <a:lnTo>
                  <a:pt x="221181" y="21493"/>
                </a:lnTo>
                <a:lnTo>
                  <a:pt x="220554" y="21735"/>
                </a:lnTo>
                <a:lnTo>
                  <a:pt x="219931" y="21992"/>
                </a:lnTo>
                <a:lnTo>
                  <a:pt x="219310" y="22263"/>
                </a:lnTo>
                <a:lnTo>
                  <a:pt x="218693" y="22550"/>
                </a:lnTo>
                <a:lnTo>
                  <a:pt x="218079" y="22850"/>
                </a:lnTo>
                <a:lnTo>
                  <a:pt x="217467" y="23166"/>
                </a:lnTo>
                <a:lnTo>
                  <a:pt x="216858" y="23496"/>
                </a:lnTo>
                <a:lnTo>
                  <a:pt x="216253" y="23840"/>
                </a:lnTo>
                <a:lnTo>
                  <a:pt x="215654" y="24200"/>
                </a:lnTo>
                <a:lnTo>
                  <a:pt x="215064" y="24576"/>
                </a:lnTo>
                <a:lnTo>
                  <a:pt x="214484" y="24968"/>
                </a:lnTo>
                <a:lnTo>
                  <a:pt x="213914" y="25377"/>
                </a:lnTo>
                <a:lnTo>
                  <a:pt x="213354" y="25801"/>
                </a:lnTo>
                <a:lnTo>
                  <a:pt x="212804" y="26241"/>
                </a:lnTo>
                <a:lnTo>
                  <a:pt x="212263" y="26697"/>
                </a:lnTo>
                <a:lnTo>
                  <a:pt x="211732" y="27169"/>
                </a:lnTo>
                <a:lnTo>
                  <a:pt x="211211" y="27658"/>
                </a:lnTo>
                <a:lnTo>
                  <a:pt x="210699" y="28162"/>
                </a:lnTo>
                <a:lnTo>
                  <a:pt x="210197" y="28682"/>
                </a:lnTo>
                <a:lnTo>
                  <a:pt x="209705" y="29218"/>
                </a:lnTo>
                <a:lnTo>
                  <a:pt x="209223" y="29771"/>
                </a:lnTo>
                <a:lnTo>
                  <a:pt x="208751" y="30339"/>
                </a:lnTo>
                <a:lnTo>
                  <a:pt x="208288" y="30924"/>
                </a:lnTo>
                <a:lnTo>
                  <a:pt x="207835" y="31524"/>
                </a:lnTo>
                <a:lnTo>
                  <a:pt x="207391" y="32140"/>
                </a:lnTo>
                <a:lnTo>
                  <a:pt x="206958" y="32773"/>
                </a:lnTo>
                <a:lnTo>
                  <a:pt x="206534" y="33421"/>
                </a:lnTo>
                <a:lnTo>
                  <a:pt x="206120" y="34086"/>
                </a:lnTo>
                <a:lnTo>
                  <a:pt x="205716" y="34766"/>
                </a:lnTo>
                <a:lnTo>
                  <a:pt x="205321" y="35463"/>
                </a:lnTo>
                <a:lnTo>
                  <a:pt x="204937" y="36176"/>
                </a:lnTo>
                <a:lnTo>
                  <a:pt x="204561" y="36904"/>
                </a:lnTo>
                <a:lnTo>
                  <a:pt x="204199" y="37641"/>
                </a:lnTo>
                <a:lnTo>
                  <a:pt x="203852" y="38378"/>
                </a:lnTo>
                <a:lnTo>
                  <a:pt x="203520" y="39116"/>
                </a:lnTo>
                <a:lnTo>
                  <a:pt x="203204" y="39854"/>
                </a:lnTo>
                <a:lnTo>
                  <a:pt x="202903" y="40592"/>
                </a:lnTo>
                <a:lnTo>
                  <a:pt x="202618" y="41331"/>
                </a:lnTo>
                <a:lnTo>
                  <a:pt x="202348" y="42070"/>
                </a:lnTo>
                <a:lnTo>
                  <a:pt x="202094" y="42809"/>
                </a:lnTo>
                <a:lnTo>
                  <a:pt x="201855" y="43549"/>
                </a:lnTo>
                <a:lnTo>
                  <a:pt x="201631" y="44289"/>
                </a:lnTo>
                <a:lnTo>
                  <a:pt x="201423" y="45030"/>
                </a:lnTo>
                <a:lnTo>
                  <a:pt x="201230" y="45771"/>
                </a:lnTo>
                <a:lnTo>
                  <a:pt x="201053" y="46512"/>
                </a:lnTo>
                <a:lnTo>
                  <a:pt x="200891" y="47253"/>
                </a:lnTo>
                <a:lnTo>
                  <a:pt x="200744" y="47995"/>
                </a:lnTo>
                <a:lnTo>
                  <a:pt x="200613" y="48738"/>
                </a:lnTo>
                <a:lnTo>
                  <a:pt x="200497" y="49481"/>
                </a:lnTo>
                <a:lnTo>
                  <a:pt x="200397" y="50224"/>
                </a:lnTo>
                <a:lnTo>
                  <a:pt x="200312" y="50967"/>
                </a:lnTo>
                <a:lnTo>
                  <a:pt x="200243" y="51711"/>
                </a:lnTo>
                <a:lnTo>
                  <a:pt x="200189" y="52455"/>
                </a:lnTo>
                <a:lnTo>
                  <a:pt x="200150" y="53200"/>
                </a:lnTo>
                <a:lnTo>
                  <a:pt x="200127" y="53945"/>
                </a:lnTo>
                <a:lnTo>
                  <a:pt x="200119" y="54690"/>
                </a:lnTo>
                <a:lnTo>
                  <a:pt x="200132" y="55709"/>
                </a:lnTo>
                <a:lnTo>
                  <a:pt x="200170" y="56720"/>
                </a:lnTo>
                <a:lnTo>
                  <a:pt x="200234" y="57723"/>
                </a:lnTo>
                <a:lnTo>
                  <a:pt x="200323" y="58717"/>
                </a:lnTo>
                <a:lnTo>
                  <a:pt x="200437" y="59703"/>
                </a:lnTo>
                <a:lnTo>
                  <a:pt x="200577" y="60680"/>
                </a:lnTo>
                <a:lnTo>
                  <a:pt x="200742" y="61649"/>
                </a:lnTo>
                <a:lnTo>
                  <a:pt x="200933" y="62610"/>
                </a:lnTo>
                <a:lnTo>
                  <a:pt x="201149" y="63562"/>
                </a:lnTo>
                <a:lnTo>
                  <a:pt x="201390" y="64506"/>
                </a:lnTo>
                <a:lnTo>
                  <a:pt x="201657" y="65442"/>
                </a:lnTo>
                <a:lnTo>
                  <a:pt x="201950" y="66369"/>
                </a:lnTo>
                <a:lnTo>
                  <a:pt x="202267" y="67287"/>
                </a:lnTo>
                <a:lnTo>
                  <a:pt x="202610" y="68198"/>
                </a:lnTo>
                <a:lnTo>
                  <a:pt x="202979" y="69100"/>
                </a:lnTo>
                <a:lnTo>
                  <a:pt x="203373" y="69993"/>
                </a:lnTo>
                <a:lnTo>
                  <a:pt x="203792" y="70879"/>
                </a:lnTo>
                <a:lnTo>
                  <a:pt x="204237" y="71755"/>
                </a:lnTo>
                <a:lnTo>
                  <a:pt x="204707" y="72624"/>
                </a:lnTo>
                <a:lnTo>
                  <a:pt x="205203" y="73484"/>
                </a:lnTo>
                <a:lnTo>
                  <a:pt x="205724" y="74335"/>
                </a:lnTo>
                <a:lnTo>
                  <a:pt x="206271" y="75179"/>
                </a:lnTo>
                <a:lnTo>
                  <a:pt x="206843" y="76014"/>
                </a:lnTo>
                <a:lnTo>
                  <a:pt x="207440" y="76840"/>
                </a:lnTo>
                <a:lnTo>
                  <a:pt x="208173" y="77796"/>
                </a:lnTo>
                <a:lnTo>
                  <a:pt x="208927" y="78711"/>
                </a:lnTo>
                <a:lnTo>
                  <a:pt x="209702" y="79586"/>
                </a:lnTo>
                <a:lnTo>
                  <a:pt x="210498" y="80420"/>
                </a:lnTo>
                <a:lnTo>
                  <a:pt x="211315" y="81213"/>
                </a:lnTo>
                <a:lnTo>
                  <a:pt x="212153" y="81966"/>
                </a:lnTo>
                <a:lnTo>
                  <a:pt x="213012" y="82678"/>
                </a:lnTo>
                <a:lnTo>
                  <a:pt x="213892" y="83349"/>
                </a:lnTo>
                <a:lnTo>
                  <a:pt x="214793" y="83980"/>
                </a:lnTo>
                <a:lnTo>
                  <a:pt x="215714" y="84569"/>
                </a:lnTo>
                <a:lnTo>
                  <a:pt x="216657" y="85119"/>
                </a:lnTo>
                <a:lnTo>
                  <a:pt x="217621" y="85627"/>
                </a:lnTo>
                <a:lnTo>
                  <a:pt x="218606" y="86095"/>
                </a:lnTo>
                <a:lnTo>
                  <a:pt x="219612" y="86522"/>
                </a:lnTo>
                <a:lnTo>
                  <a:pt x="220638" y="86908"/>
                </a:lnTo>
                <a:lnTo>
                  <a:pt x="221686" y="87254"/>
                </a:lnTo>
                <a:lnTo>
                  <a:pt x="222755" y="87559"/>
                </a:lnTo>
                <a:lnTo>
                  <a:pt x="223844" y="87824"/>
                </a:lnTo>
                <a:lnTo>
                  <a:pt x="224955" y="88047"/>
                </a:lnTo>
                <a:lnTo>
                  <a:pt x="226087" y="88231"/>
                </a:lnTo>
                <a:lnTo>
                  <a:pt x="227239" y="88373"/>
                </a:lnTo>
                <a:lnTo>
                  <a:pt x="228413" y="88475"/>
                </a:lnTo>
                <a:lnTo>
                  <a:pt x="229607" y="88536"/>
                </a:lnTo>
                <a:lnTo>
                  <a:pt x="230823" y="88556"/>
                </a:lnTo>
                <a:lnTo>
                  <a:pt x="231572" y="88548"/>
                </a:lnTo>
                <a:lnTo>
                  <a:pt x="232315" y="88524"/>
                </a:lnTo>
                <a:lnTo>
                  <a:pt x="233053" y="88485"/>
                </a:lnTo>
                <a:lnTo>
                  <a:pt x="233785" y="88430"/>
                </a:lnTo>
                <a:lnTo>
                  <a:pt x="234511" y="88359"/>
                </a:lnTo>
                <a:lnTo>
                  <a:pt x="235231" y="88272"/>
                </a:lnTo>
                <a:lnTo>
                  <a:pt x="235946" y="88169"/>
                </a:lnTo>
                <a:lnTo>
                  <a:pt x="236655" y="88051"/>
                </a:lnTo>
                <a:lnTo>
                  <a:pt x="237357" y="87917"/>
                </a:lnTo>
                <a:lnTo>
                  <a:pt x="238055" y="87767"/>
                </a:lnTo>
                <a:lnTo>
                  <a:pt x="238746" y="87601"/>
                </a:lnTo>
                <a:lnTo>
                  <a:pt x="239431" y="87420"/>
                </a:lnTo>
                <a:lnTo>
                  <a:pt x="240111" y="87223"/>
                </a:lnTo>
                <a:lnTo>
                  <a:pt x="240785" y="87010"/>
                </a:lnTo>
                <a:lnTo>
                  <a:pt x="241453" y="86781"/>
                </a:lnTo>
                <a:lnTo>
                  <a:pt x="242115" y="86536"/>
                </a:lnTo>
                <a:lnTo>
                  <a:pt x="242772" y="86276"/>
                </a:lnTo>
                <a:lnTo>
                  <a:pt x="243422" y="86000"/>
                </a:lnTo>
                <a:lnTo>
                  <a:pt x="244067" y="85708"/>
                </a:lnTo>
                <a:lnTo>
                  <a:pt x="244706" y="85400"/>
                </a:lnTo>
                <a:lnTo>
                  <a:pt x="245340" y="85077"/>
                </a:lnTo>
                <a:lnTo>
                  <a:pt x="245967" y="84738"/>
                </a:lnTo>
                <a:lnTo>
                  <a:pt x="246589" y="84383"/>
                </a:lnTo>
                <a:lnTo>
                  <a:pt x="247205" y="84012"/>
                </a:lnTo>
                <a:lnTo>
                  <a:pt x="247812" y="83625"/>
                </a:lnTo>
                <a:lnTo>
                  <a:pt x="248409" y="83224"/>
                </a:lnTo>
                <a:lnTo>
                  <a:pt x="248994" y="82807"/>
                </a:lnTo>
                <a:lnTo>
                  <a:pt x="249569" y="82375"/>
                </a:lnTo>
                <a:lnTo>
                  <a:pt x="250133" y="81927"/>
                </a:lnTo>
                <a:lnTo>
                  <a:pt x="250685" y="81465"/>
                </a:lnTo>
                <a:lnTo>
                  <a:pt x="251227" y="80987"/>
                </a:lnTo>
                <a:lnTo>
                  <a:pt x="251757" y="80493"/>
                </a:lnTo>
                <a:lnTo>
                  <a:pt x="252277" y="79985"/>
                </a:lnTo>
                <a:lnTo>
                  <a:pt x="252786" y="79461"/>
                </a:lnTo>
                <a:lnTo>
                  <a:pt x="253283" y="78922"/>
                </a:lnTo>
                <a:lnTo>
                  <a:pt x="253770" y="78368"/>
                </a:lnTo>
                <a:lnTo>
                  <a:pt x="254246" y="77798"/>
                </a:lnTo>
                <a:lnTo>
                  <a:pt x="254711" y="77213"/>
                </a:lnTo>
                <a:lnTo>
                  <a:pt x="255164" y="76613"/>
                </a:lnTo>
                <a:lnTo>
                  <a:pt x="255607" y="75997"/>
                </a:lnTo>
                <a:lnTo>
                  <a:pt x="256039" y="75367"/>
                </a:lnTo>
                <a:lnTo>
                  <a:pt x="256460" y="74721"/>
                </a:lnTo>
                <a:lnTo>
                  <a:pt x="256870" y="74059"/>
                </a:lnTo>
                <a:lnTo>
                  <a:pt x="257268" y="73383"/>
                </a:lnTo>
                <a:lnTo>
                  <a:pt x="257656" y="72691"/>
                </a:lnTo>
                <a:lnTo>
                  <a:pt x="258033" y="71984"/>
                </a:lnTo>
                <a:lnTo>
                  <a:pt x="258399" y="71261"/>
                </a:lnTo>
                <a:lnTo>
                  <a:pt x="258754" y="70524"/>
                </a:lnTo>
                <a:lnTo>
                  <a:pt x="259096" y="69778"/>
                </a:lnTo>
                <a:lnTo>
                  <a:pt x="259424" y="69034"/>
                </a:lnTo>
                <a:lnTo>
                  <a:pt x="259737" y="68290"/>
                </a:lnTo>
                <a:lnTo>
                  <a:pt x="260035" y="67547"/>
                </a:lnTo>
                <a:lnTo>
                  <a:pt x="260319" y="66805"/>
                </a:lnTo>
                <a:lnTo>
                  <a:pt x="260589" y="66064"/>
                </a:lnTo>
                <a:lnTo>
                  <a:pt x="260843" y="65323"/>
                </a:lnTo>
                <a:lnTo>
                  <a:pt x="261084" y="64583"/>
                </a:lnTo>
                <a:lnTo>
                  <a:pt x="261309" y="63844"/>
                </a:lnTo>
                <a:lnTo>
                  <a:pt x="261520" y="63105"/>
                </a:lnTo>
                <a:lnTo>
                  <a:pt x="261717" y="62368"/>
                </a:lnTo>
                <a:lnTo>
                  <a:pt x="261899" y="61631"/>
                </a:lnTo>
                <a:lnTo>
                  <a:pt x="262066" y="60894"/>
                </a:lnTo>
                <a:lnTo>
                  <a:pt x="262219" y="60159"/>
                </a:lnTo>
                <a:lnTo>
                  <a:pt x="262358" y="59424"/>
                </a:lnTo>
                <a:lnTo>
                  <a:pt x="262481" y="58690"/>
                </a:lnTo>
                <a:lnTo>
                  <a:pt x="262591" y="57957"/>
                </a:lnTo>
                <a:lnTo>
                  <a:pt x="262685" y="57224"/>
                </a:lnTo>
                <a:lnTo>
                  <a:pt x="262765" y="56492"/>
                </a:lnTo>
                <a:lnTo>
                  <a:pt x="262831" y="55761"/>
                </a:lnTo>
                <a:lnTo>
                  <a:pt x="262882" y="55031"/>
                </a:lnTo>
                <a:lnTo>
                  <a:pt x="262918" y="54301"/>
                </a:lnTo>
                <a:lnTo>
                  <a:pt x="262940" y="53573"/>
                </a:lnTo>
                <a:lnTo>
                  <a:pt x="262947" y="52844"/>
                </a:lnTo>
                <a:lnTo>
                  <a:pt x="262934" y="51814"/>
                </a:lnTo>
                <a:lnTo>
                  <a:pt x="262895" y="50793"/>
                </a:lnTo>
                <a:lnTo>
                  <a:pt x="262828" y="49782"/>
                </a:lnTo>
                <a:lnTo>
                  <a:pt x="262736" y="48781"/>
                </a:lnTo>
                <a:lnTo>
                  <a:pt x="262617" y="47790"/>
                </a:lnTo>
                <a:lnTo>
                  <a:pt x="262472" y="46809"/>
                </a:lnTo>
                <a:lnTo>
                  <a:pt x="262300" y="45837"/>
                </a:lnTo>
                <a:lnTo>
                  <a:pt x="262102" y="44876"/>
                </a:lnTo>
                <a:lnTo>
                  <a:pt x="261878" y="43924"/>
                </a:lnTo>
                <a:lnTo>
                  <a:pt x="261627" y="42983"/>
                </a:lnTo>
                <a:lnTo>
                  <a:pt x="261350" y="42051"/>
                </a:lnTo>
                <a:lnTo>
                  <a:pt x="261046" y="41129"/>
                </a:lnTo>
                <a:lnTo>
                  <a:pt x="260716" y="40216"/>
                </a:lnTo>
                <a:lnTo>
                  <a:pt x="260360" y="39314"/>
                </a:lnTo>
                <a:lnTo>
                  <a:pt x="259977" y="38422"/>
                </a:lnTo>
                <a:lnTo>
                  <a:pt x="259567" y="37539"/>
                </a:lnTo>
                <a:lnTo>
                  <a:pt x="259132" y="36667"/>
                </a:lnTo>
                <a:lnTo>
                  <a:pt x="258670" y="35804"/>
                </a:lnTo>
                <a:lnTo>
                  <a:pt x="258181" y="34951"/>
                </a:lnTo>
                <a:lnTo>
                  <a:pt x="257666" y="34108"/>
                </a:lnTo>
                <a:lnTo>
                  <a:pt x="257125" y="33275"/>
                </a:lnTo>
                <a:lnTo>
                  <a:pt x="256557" y="32451"/>
                </a:lnTo>
                <a:lnTo>
                  <a:pt x="255963" y="31638"/>
                </a:lnTo>
                <a:lnTo>
                  <a:pt x="255343" y="30834"/>
                </a:lnTo>
                <a:lnTo>
                  <a:pt x="254586" y="29919"/>
                </a:lnTo>
                <a:lnTo>
                  <a:pt x="253810" y="29042"/>
                </a:lnTo>
                <a:lnTo>
                  <a:pt x="253013" y="28205"/>
                </a:lnTo>
                <a:lnTo>
                  <a:pt x="252196" y="27406"/>
                </a:lnTo>
                <a:lnTo>
                  <a:pt x="251358" y="26647"/>
                </a:lnTo>
                <a:lnTo>
                  <a:pt x="250501" y="25926"/>
                </a:lnTo>
                <a:lnTo>
                  <a:pt x="249623" y="25245"/>
                </a:lnTo>
                <a:lnTo>
                  <a:pt x="248725" y="24602"/>
                </a:lnTo>
                <a:lnTo>
                  <a:pt x="247807" y="23998"/>
                </a:lnTo>
                <a:lnTo>
                  <a:pt x="246868" y="23433"/>
                </a:lnTo>
                <a:lnTo>
                  <a:pt x="245909" y="22907"/>
                </a:lnTo>
                <a:lnTo>
                  <a:pt x="244931" y="22421"/>
                </a:lnTo>
                <a:lnTo>
                  <a:pt x="243931" y="21973"/>
                </a:lnTo>
                <a:lnTo>
                  <a:pt x="242912" y="21564"/>
                </a:lnTo>
                <a:lnTo>
                  <a:pt x="241872" y="21194"/>
                </a:lnTo>
                <a:lnTo>
                  <a:pt x="240812" y="20862"/>
                </a:lnTo>
                <a:lnTo>
                  <a:pt x="239732" y="20570"/>
                </a:lnTo>
                <a:lnTo>
                  <a:pt x="238632" y="20317"/>
                </a:lnTo>
                <a:lnTo>
                  <a:pt x="237511" y="20103"/>
                </a:lnTo>
                <a:lnTo>
                  <a:pt x="236370" y="19928"/>
                </a:lnTo>
                <a:lnTo>
                  <a:pt x="235209" y="19791"/>
                </a:lnTo>
                <a:lnTo>
                  <a:pt x="234028" y="19694"/>
                </a:lnTo>
                <a:lnTo>
                  <a:pt x="232826" y="19635"/>
                </a:lnTo>
                <a:lnTo>
                  <a:pt x="231604" y="19616"/>
                </a:lnTo>
                <a:lnTo>
                  <a:pt x="230931" y="19623"/>
                </a:lnTo>
                <a:lnTo>
                  <a:pt x="230260" y="19645"/>
                </a:lnTo>
                <a:lnTo>
                  <a:pt x="229592" y="19682"/>
                </a:lnTo>
                <a:close/>
                <a:moveTo>
                  <a:pt x="231312" y="24413"/>
                </a:moveTo>
                <a:lnTo>
                  <a:pt x="231930" y="24496"/>
                </a:lnTo>
                <a:lnTo>
                  <a:pt x="232538" y="24602"/>
                </a:lnTo>
                <a:lnTo>
                  <a:pt x="233137" y="24733"/>
                </a:lnTo>
                <a:lnTo>
                  <a:pt x="233726" y="24886"/>
                </a:lnTo>
                <a:lnTo>
                  <a:pt x="234305" y="25064"/>
                </a:lnTo>
                <a:lnTo>
                  <a:pt x="234875" y="25265"/>
                </a:lnTo>
                <a:lnTo>
                  <a:pt x="235435" y="25490"/>
                </a:lnTo>
                <a:lnTo>
                  <a:pt x="235985" y="25738"/>
                </a:lnTo>
                <a:lnTo>
                  <a:pt x="236526" y="26010"/>
                </a:lnTo>
                <a:lnTo>
                  <a:pt x="237057" y="26306"/>
                </a:lnTo>
                <a:lnTo>
                  <a:pt x="237579" y="26625"/>
                </a:lnTo>
                <a:lnTo>
                  <a:pt x="238091" y="26968"/>
                </a:lnTo>
                <a:lnTo>
                  <a:pt x="238593" y="27335"/>
                </a:lnTo>
                <a:lnTo>
                  <a:pt x="239086" y="27726"/>
                </a:lnTo>
                <a:lnTo>
                  <a:pt x="239569" y="28140"/>
                </a:lnTo>
                <a:lnTo>
                  <a:pt x="240042" y="28577"/>
                </a:lnTo>
                <a:lnTo>
                  <a:pt x="240506" y="29039"/>
                </a:lnTo>
                <a:lnTo>
                  <a:pt x="240960" y="29524"/>
                </a:lnTo>
                <a:lnTo>
                  <a:pt x="241405" y="30032"/>
                </a:lnTo>
                <a:lnTo>
                  <a:pt x="241840" y="30565"/>
                </a:lnTo>
                <a:lnTo>
                  <a:pt x="242265" y="31121"/>
                </a:lnTo>
                <a:lnTo>
                  <a:pt x="242874" y="31962"/>
                </a:lnTo>
                <a:lnTo>
                  <a:pt x="243457" y="32829"/>
                </a:lnTo>
                <a:lnTo>
                  <a:pt x="244014" y="33721"/>
                </a:lnTo>
                <a:lnTo>
                  <a:pt x="244546" y="34639"/>
                </a:lnTo>
                <a:lnTo>
                  <a:pt x="245051" y="35582"/>
                </a:lnTo>
                <a:lnTo>
                  <a:pt x="245530" y="36552"/>
                </a:lnTo>
                <a:lnTo>
                  <a:pt x="245984" y="37547"/>
                </a:lnTo>
                <a:lnTo>
                  <a:pt x="246411" y="38567"/>
                </a:lnTo>
                <a:lnTo>
                  <a:pt x="246813" y="39613"/>
                </a:lnTo>
                <a:lnTo>
                  <a:pt x="247189" y="40685"/>
                </a:lnTo>
                <a:lnTo>
                  <a:pt x="247538" y="41782"/>
                </a:lnTo>
                <a:lnTo>
                  <a:pt x="247862" y="42905"/>
                </a:lnTo>
                <a:lnTo>
                  <a:pt x="248160" y="44054"/>
                </a:lnTo>
                <a:lnTo>
                  <a:pt x="248432" y="45228"/>
                </a:lnTo>
                <a:lnTo>
                  <a:pt x="248678" y="46428"/>
                </a:lnTo>
                <a:lnTo>
                  <a:pt x="248899" y="47654"/>
                </a:lnTo>
                <a:lnTo>
                  <a:pt x="249093" y="48905"/>
                </a:lnTo>
                <a:lnTo>
                  <a:pt x="249261" y="50182"/>
                </a:lnTo>
                <a:lnTo>
                  <a:pt x="249404" y="51484"/>
                </a:lnTo>
                <a:lnTo>
                  <a:pt x="249521" y="52813"/>
                </a:lnTo>
                <a:lnTo>
                  <a:pt x="249611" y="54166"/>
                </a:lnTo>
                <a:lnTo>
                  <a:pt x="249676" y="55546"/>
                </a:lnTo>
                <a:lnTo>
                  <a:pt x="249715" y="56951"/>
                </a:lnTo>
                <a:lnTo>
                  <a:pt x="249728" y="58381"/>
                </a:lnTo>
                <a:lnTo>
                  <a:pt x="249720" y="59521"/>
                </a:lnTo>
                <a:lnTo>
                  <a:pt x="249697" y="60632"/>
                </a:lnTo>
                <a:lnTo>
                  <a:pt x="249658" y="61714"/>
                </a:lnTo>
                <a:lnTo>
                  <a:pt x="249604" y="62768"/>
                </a:lnTo>
                <a:lnTo>
                  <a:pt x="249534" y="63794"/>
                </a:lnTo>
                <a:lnTo>
                  <a:pt x="249448" y="64792"/>
                </a:lnTo>
                <a:lnTo>
                  <a:pt x="249347" y="65761"/>
                </a:lnTo>
                <a:lnTo>
                  <a:pt x="249230" y="66702"/>
                </a:lnTo>
                <a:lnTo>
                  <a:pt x="249098" y="67615"/>
                </a:lnTo>
                <a:lnTo>
                  <a:pt x="248951" y="68499"/>
                </a:lnTo>
                <a:lnTo>
                  <a:pt x="248787" y="69355"/>
                </a:lnTo>
                <a:lnTo>
                  <a:pt x="248608" y="70182"/>
                </a:lnTo>
                <a:lnTo>
                  <a:pt x="248414" y="70981"/>
                </a:lnTo>
                <a:lnTo>
                  <a:pt x="248204" y="71752"/>
                </a:lnTo>
                <a:lnTo>
                  <a:pt x="247979" y="72495"/>
                </a:lnTo>
                <a:lnTo>
                  <a:pt x="247738" y="73209"/>
                </a:lnTo>
                <a:lnTo>
                  <a:pt x="247481" y="73895"/>
                </a:lnTo>
                <a:lnTo>
                  <a:pt x="247209" y="74552"/>
                </a:lnTo>
                <a:lnTo>
                  <a:pt x="246922" y="75181"/>
                </a:lnTo>
                <a:lnTo>
                  <a:pt x="246618" y="75782"/>
                </a:lnTo>
                <a:lnTo>
                  <a:pt x="246300" y="76355"/>
                </a:lnTo>
                <a:lnTo>
                  <a:pt x="245966" y="76899"/>
                </a:lnTo>
                <a:lnTo>
                  <a:pt x="245616" y="77414"/>
                </a:lnTo>
                <a:lnTo>
                  <a:pt x="245250" y="77902"/>
                </a:lnTo>
                <a:lnTo>
                  <a:pt x="244873" y="78365"/>
                </a:lnTo>
                <a:lnTo>
                  <a:pt x="244487" y="78809"/>
                </a:lnTo>
                <a:lnTo>
                  <a:pt x="244093" y="79233"/>
                </a:lnTo>
                <a:lnTo>
                  <a:pt x="243691" y="79637"/>
                </a:lnTo>
                <a:lnTo>
                  <a:pt x="243280" y="80022"/>
                </a:lnTo>
                <a:lnTo>
                  <a:pt x="242861" y="80386"/>
                </a:lnTo>
                <a:lnTo>
                  <a:pt x="242433" y="80732"/>
                </a:lnTo>
                <a:lnTo>
                  <a:pt x="241997" y="81057"/>
                </a:lnTo>
                <a:lnTo>
                  <a:pt x="241552" y="81363"/>
                </a:lnTo>
                <a:lnTo>
                  <a:pt x="241100" y="81648"/>
                </a:lnTo>
                <a:lnTo>
                  <a:pt x="240638" y="81915"/>
                </a:lnTo>
                <a:lnTo>
                  <a:pt x="240169" y="82161"/>
                </a:lnTo>
                <a:lnTo>
                  <a:pt x="239691" y="82388"/>
                </a:lnTo>
                <a:lnTo>
                  <a:pt x="239204" y="82595"/>
                </a:lnTo>
                <a:lnTo>
                  <a:pt x="238709" y="82782"/>
                </a:lnTo>
                <a:lnTo>
                  <a:pt x="238206" y="82950"/>
                </a:lnTo>
                <a:lnTo>
                  <a:pt x="237695" y="83098"/>
                </a:lnTo>
                <a:lnTo>
                  <a:pt x="237175" y="83226"/>
                </a:lnTo>
                <a:lnTo>
                  <a:pt x="236646" y="83334"/>
                </a:lnTo>
                <a:lnTo>
                  <a:pt x="236110" y="83423"/>
                </a:lnTo>
                <a:lnTo>
                  <a:pt x="235565" y="83492"/>
                </a:lnTo>
                <a:lnTo>
                  <a:pt x="235011" y="83541"/>
                </a:lnTo>
                <a:lnTo>
                  <a:pt x="234449" y="83571"/>
                </a:lnTo>
                <a:lnTo>
                  <a:pt x="233879" y="83581"/>
                </a:lnTo>
                <a:lnTo>
                  <a:pt x="233115" y="83563"/>
                </a:lnTo>
                <a:lnTo>
                  <a:pt x="232364" y="83509"/>
                </a:lnTo>
                <a:lnTo>
                  <a:pt x="231625" y="83420"/>
                </a:lnTo>
                <a:lnTo>
                  <a:pt x="230899" y="83295"/>
                </a:lnTo>
                <a:lnTo>
                  <a:pt x="230185" y="83134"/>
                </a:lnTo>
                <a:lnTo>
                  <a:pt x="229483" y="82938"/>
                </a:lnTo>
                <a:lnTo>
                  <a:pt x="228794" y="82705"/>
                </a:lnTo>
                <a:lnTo>
                  <a:pt x="228118" y="82437"/>
                </a:lnTo>
                <a:lnTo>
                  <a:pt x="227454" y="82134"/>
                </a:lnTo>
                <a:lnTo>
                  <a:pt x="226802" y="81794"/>
                </a:lnTo>
                <a:lnTo>
                  <a:pt x="226163" y="81419"/>
                </a:lnTo>
                <a:lnTo>
                  <a:pt x="225537" y="81008"/>
                </a:lnTo>
                <a:lnTo>
                  <a:pt x="224923" y="80561"/>
                </a:lnTo>
                <a:lnTo>
                  <a:pt x="224321" y="80079"/>
                </a:lnTo>
                <a:lnTo>
                  <a:pt x="223732" y="79561"/>
                </a:lnTo>
                <a:lnTo>
                  <a:pt x="223155" y="79007"/>
                </a:lnTo>
                <a:lnTo>
                  <a:pt x="222590" y="78417"/>
                </a:lnTo>
                <a:lnTo>
                  <a:pt x="222039" y="77792"/>
                </a:lnTo>
                <a:lnTo>
                  <a:pt x="221499" y="77130"/>
                </a:lnTo>
                <a:lnTo>
                  <a:pt x="220972" y="76434"/>
                </a:lnTo>
                <a:lnTo>
                  <a:pt x="220458" y="75701"/>
                </a:lnTo>
                <a:lnTo>
                  <a:pt x="219956" y="74933"/>
                </a:lnTo>
                <a:lnTo>
                  <a:pt x="219466" y="74129"/>
                </a:lnTo>
                <a:lnTo>
                  <a:pt x="218989" y="73289"/>
                </a:lnTo>
                <a:lnTo>
                  <a:pt x="218528" y="72424"/>
                </a:lnTo>
                <a:lnTo>
                  <a:pt x="218087" y="71546"/>
                </a:lnTo>
                <a:lnTo>
                  <a:pt x="217665" y="70654"/>
                </a:lnTo>
                <a:lnTo>
                  <a:pt x="217263" y="69749"/>
                </a:lnTo>
                <a:lnTo>
                  <a:pt x="216880" y="68830"/>
                </a:lnTo>
                <a:lnTo>
                  <a:pt x="216517" y="67898"/>
                </a:lnTo>
                <a:lnTo>
                  <a:pt x="216174" y="66952"/>
                </a:lnTo>
                <a:lnTo>
                  <a:pt x="215850" y="65992"/>
                </a:lnTo>
                <a:lnTo>
                  <a:pt x="215546" y="65019"/>
                </a:lnTo>
                <a:lnTo>
                  <a:pt x="215262" y="64033"/>
                </a:lnTo>
                <a:lnTo>
                  <a:pt x="214997" y="63033"/>
                </a:lnTo>
                <a:lnTo>
                  <a:pt x="214751" y="62019"/>
                </a:lnTo>
                <a:lnTo>
                  <a:pt x="214526" y="60992"/>
                </a:lnTo>
                <a:lnTo>
                  <a:pt x="214320" y="59951"/>
                </a:lnTo>
                <a:lnTo>
                  <a:pt x="214133" y="58896"/>
                </a:lnTo>
                <a:lnTo>
                  <a:pt x="213967" y="57829"/>
                </a:lnTo>
                <a:lnTo>
                  <a:pt x="213820" y="56747"/>
                </a:lnTo>
                <a:lnTo>
                  <a:pt x="213692" y="55652"/>
                </a:lnTo>
                <a:lnTo>
                  <a:pt x="213584" y="54544"/>
                </a:lnTo>
                <a:lnTo>
                  <a:pt x="213496" y="53422"/>
                </a:lnTo>
                <a:lnTo>
                  <a:pt x="213427" y="52286"/>
                </a:lnTo>
                <a:lnTo>
                  <a:pt x="213378" y="51137"/>
                </a:lnTo>
                <a:lnTo>
                  <a:pt x="213349" y="49974"/>
                </a:lnTo>
                <a:lnTo>
                  <a:pt x="213339" y="48798"/>
                </a:lnTo>
                <a:lnTo>
                  <a:pt x="213343" y="48070"/>
                </a:lnTo>
                <a:lnTo>
                  <a:pt x="213355" y="47353"/>
                </a:lnTo>
                <a:lnTo>
                  <a:pt x="213376" y="46647"/>
                </a:lnTo>
                <a:lnTo>
                  <a:pt x="213404" y="45953"/>
                </a:lnTo>
                <a:lnTo>
                  <a:pt x="213441" y="45269"/>
                </a:lnTo>
                <a:lnTo>
                  <a:pt x="213485" y="44596"/>
                </a:lnTo>
                <a:lnTo>
                  <a:pt x="213538" y="43935"/>
                </a:lnTo>
                <a:lnTo>
                  <a:pt x="213600" y="43285"/>
                </a:lnTo>
                <a:lnTo>
                  <a:pt x="213669" y="42645"/>
                </a:lnTo>
                <a:lnTo>
                  <a:pt x="213746" y="42017"/>
                </a:lnTo>
                <a:lnTo>
                  <a:pt x="213832" y="41400"/>
                </a:lnTo>
                <a:lnTo>
                  <a:pt x="213925" y="40794"/>
                </a:lnTo>
                <a:lnTo>
                  <a:pt x="214027" y="40199"/>
                </a:lnTo>
                <a:lnTo>
                  <a:pt x="214137" y="39616"/>
                </a:lnTo>
                <a:lnTo>
                  <a:pt x="214255" y="39043"/>
                </a:lnTo>
                <a:lnTo>
                  <a:pt x="214381" y="38481"/>
                </a:lnTo>
                <a:lnTo>
                  <a:pt x="214516" y="37931"/>
                </a:lnTo>
                <a:lnTo>
                  <a:pt x="214658" y="37391"/>
                </a:lnTo>
                <a:lnTo>
                  <a:pt x="214809" y="36863"/>
                </a:lnTo>
                <a:lnTo>
                  <a:pt x="214968" y="36346"/>
                </a:lnTo>
                <a:lnTo>
                  <a:pt x="215135" y="35840"/>
                </a:lnTo>
                <a:lnTo>
                  <a:pt x="215310" y="35345"/>
                </a:lnTo>
                <a:lnTo>
                  <a:pt x="215493" y="34861"/>
                </a:lnTo>
                <a:lnTo>
                  <a:pt x="215684" y="34388"/>
                </a:lnTo>
                <a:lnTo>
                  <a:pt x="215882" y="33926"/>
                </a:lnTo>
                <a:lnTo>
                  <a:pt x="216085" y="33477"/>
                </a:lnTo>
                <a:lnTo>
                  <a:pt x="216293" y="33039"/>
                </a:lnTo>
                <a:lnTo>
                  <a:pt x="216507" y="32612"/>
                </a:lnTo>
                <a:lnTo>
                  <a:pt x="216725" y="32197"/>
                </a:lnTo>
                <a:lnTo>
                  <a:pt x="216948" y="31795"/>
                </a:lnTo>
                <a:lnTo>
                  <a:pt x="217176" y="31403"/>
                </a:lnTo>
                <a:lnTo>
                  <a:pt x="217410" y="31024"/>
                </a:lnTo>
                <a:lnTo>
                  <a:pt x="217648" y="30656"/>
                </a:lnTo>
                <a:lnTo>
                  <a:pt x="217892" y="30300"/>
                </a:lnTo>
                <a:lnTo>
                  <a:pt x="218140" y="29955"/>
                </a:lnTo>
                <a:lnTo>
                  <a:pt x="218394" y="29623"/>
                </a:lnTo>
                <a:lnTo>
                  <a:pt x="218653" y="29302"/>
                </a:lnTo>
                <a:lnTo>
                  <a:pt x="218916" y="28992"/>
                </a:lnTo>
                <a:lnTo>
                  <a:pt x="219185" y="28695"/>
                </a:lnTo>
                <a:lnTo>
                  <a:pt x="219459" y="28409"/>
                </a:lnTo>
                <a:lnTo>
                  <a:pt x="219738" y="28135"/>
                </a:lnTo>
                <a:lnTo>
                  <a:pt x="220022" y="27872"/>
                </a:lnTo>
                <a:lnTo>
                  <a:pt x="220311" y="27621"/>
                </a:lnTo>
                <a:lnTo>
                  <a:pt x="220605" y="27382"/>
                </a:lnTo>
                <a:lnTo>
                  <a:pt x="220904" y="27155"/>
                </a:lnTo>
                <a:lnTo>
                  <a:pt x="221208" y="26939"/>
                </a:lnTo>
                <a:lnTo>
                  <a:pt x="221518" y="26735"/>
                </a:lnTo>
                <a:lnTo>
                  <a:pt x="221832" y="26543"/>
                </a:lnTo>
                <a:lnTo>
                  <a:pt x="222149" y="26361"/>
                </a:lnTo>
                <a:lnTo>
                  <a:pt x="222466" y="26186"/>
                </a:lnTo>
                <a:lnTo>
                  <a:pt x="222782" y="26019"/>
                </a:lnTo>
                <a:lnTo>
                  <a:pt x="223099" y="25860"/>
                </a:lnTo>
                <a:lnTo>
                  <a:pt x="223415" y="25708"/>
                </a:lnTo>
                <a:lnTo>
                  <a:pt x="223731" y="25565"/>
                </a:lnTo>
                <a:lnTo>
                  <a:pt x="224047" y="25429"/>
                </a:lnTo>
                <a:lnTo>
                  <a:pt x="224363" y="25301"/>
                </a:lnTo>
                <a:lnTo>
                  <a:pt x="224679" y="25180"/>
                </a:lnTo>
                <a:lnTo>
                  <a:pt x="224995" y="25068"/>
                </a:lnTo>
                <a:lnTo>
                  <a:pt x="225310" y="24963"/>
                </a:lnTo>
                <a:lnTo>
                  <a:pt x="225626" y="24866"/>
                </a:lnTo>
                <a:lnTo>
                  <a:pt x="225941" y="24777"/>
                </a:lnTo>
                <a:lnTo>
                  <a:pt x="226256" y="24695"/>
                </a:lnTo>
                <a:lnTo>
                  <a:pt x="226571" y="24621"/>
                </a:lnTo>
                <a:lnTo>
                  <a:pt x="226886" y="24555"/>
                </a:lnTo>
                <a:lnTo>
                  <a:pt x="227201" y="24497"/>
                </a:lnTo>
                <a:lnTo>
                  <a:pt x="227516" y="24446"/>
                </a:lnTo>
                <a:lnTo>
                  <a:pt x="227830" y="24404"/>
                </a:lnTo>
                <a:lnTo>
                  <a:pt x="228145" y="24369"/>
                </a:lnTo>
                <a:lnTo>
                  <a:pt x="228459" y="24342"/>
                </a:lnTo>
                <a:lnTo>
                  <a:pt x="228773" y="24322"/>
                </a:lnTo>
                <a:lnTo>
                  <a:pt x="229087" y="24311"/>
                </a:lnTo>
                <a:lnTo>
                  <a:pt x="229401" y="24307"/>
                </a:lnTo>
                <a:lnTo>
                  <a:pt x="230048" y="24319"/>
                </a:lnTo>
                <a:lnTo>
                  <a:pt x="230685" y="24354"/>
                </a:lnTo>
                <a:lnTo>
                  <a:pt x="231312" y="24413"/>
                </a:lnTo>
                <a:close/>
                <a:moveTo>
                  <a:pt x="155617" y="115064"/>
                </a:moveTo>
                <a:lnTo>
                  <a:pt x="155190" y="115059"/>
                </a:lnTo>
                <a:lnTo>
                  <a:pt x="154774" y="115049"/>
                </a:lnTo>
                <a:lnTo>
                  <a:pt x="154370" y="115036"/>
                </a:lnTo>
                <a:lnTo>
                  <a:pt x="153977" y="115020"/>
                </a:lnTo>
                <a:lnTo>
                  <a:pt x="153596" y="114999"/>
                </a:lnTo>
                <a:lnTo>
                  <a:pt x="153227" y="114975"/>
                </a:lnTo>
                <a:lnTo>
                  <a:pt x="152869" y="114947"/>
                </a:lnTo>
                <a:lnTo>
                  <a:pt x="152522" y="114916"/>
                </a:lnTo>
                <a:lnTo>
                  <a:pt x="152187" y="114881"/>
                </a:lnTo>
                <a:lnTo>
                  <a:pt x="151863" y="114842"/>
                </a:lnTo>
                <a:lnTo>
                  <a:pt x="151551" y="114799"/>
                </a:lnTo>
                <a:lnTo>
                  <a:pt x="151250" y="114753"/>
                </a:lnTo>
                <a:lnTo>
                  <a:pt x="150961" y="114703"/>
                </a:lnTo>
                <a:lnTo>
                  <a:pt x="150683" y="114649"/>
                </a:lnTo>
                <a:lnTo>
                  <a:pt x="150417" y="114592"/>
                </a:lnTo>
                <a:lnTo>
                  <a:pt x="150162" y="114531"/>
                </a:lnTo>
                <a:lnTo>
                  <a:pt x="149918" y="114466"/>
                </a:lnTo>
                <a:lnTo>
                  <a:pt x="149686" y="114398"/>
                </a:lnTo>
                <a:lnTo>
                  <a:pt x="149466" y="114326"/>
                </a:lnTo>
                <a:lnTo>
                  <a:pt x="149257" y="114250"/>
                </a:lnTo>
                <a:lnTo>
                  <a:pt x="149060" y="114170"/>
                </a:lnTo>
                <a:lnTo>
                  <a:pt x="148874" y="114087"/>
                </a:lnTo>
                <a:lnTo>
                  <a:pt x="148699" y="114000"/>
                </a:lnTo>
                <a:lnTo>
                  <a:pt x="148532" y="113910"/>
                </a:lnTo>
                <a:lnTo>
                  <a:pt x="148370" y="113817"/>
                </a:lnTo>
                <a:lnTo>
                  <a:pt x="148212" y="113722"/>
                </a:lnTo>
                <a:lnTo>
                  <a:pt x="148057" y="113624"/>
                </a:lnTo>
                <a:lnTo>
                  <a:pt x="147907" y="113523"/>
                </a:lnTo>
                <a:lnTo>
                  <a:pt x="147762" y="113420"/>
                </a:lnTo>
                <a:lnTo>
                  <a:pt x="147620" y="113314"/>
                </a:lnTo>
                <a:lnTo>
                  <a:pt x="147483" y="113206"/>
                </a:lnTo>
                <a:lnTo>
                  <a:pt x="147350" y="113095"/>
                </a:lnTo>
                <a:lnTo>
                  <a:pt x="147221" y="112982"/>
                </a:lnTo>
                <a:lnTo>
                  <a:pt x="147096" y="112866"/>
                </a:lnTo>
                <a:lnTo>
                  <a:pt x="146976" y="112747"/>
                </a:lnTo>
                <a:lnTo>
                  <a:pt x="146859" y="112626"/>
                </a:lnTo>
                <a:lnTo>
                  <a:pt x="146747" y="112502"/>
                </a:lnTo>
                <a:lnTo>
                  <a:pt x="146639" y="112376"/>
                </a:lnTo>
                <a:lnTo>
                  <a:pt x="146535" y="112247"/>
                </a:lnTo>
                <a:lnTo>
                  <a:pt x="146436" y="112115"/>
                </a:lnTo>
                <a:lnTo>
                  <a:pt x="146340" y="111981"/>
                </a:lnTo>
                <a:lnTo>
                  <a:pt x="146249" y="111844"/>
                </a:lnTo>
                <a:lnTo>
                  <a:pt x="146162" y="111705"/>
                </a:lnTo>
                <a:lnTo>
                  <a:pt x="146079" y="111563"/>
                </a:lnTo>
                <a:lnTo>
                  <a:pt x="146001" y="111418"/>
                </a:lnTo>
                <a:lnTo>
                  <a:pt x="145926" y="111271"/>
                </a:lnTo>
                <a:lnTo>
                  <a:pt x="145856" y="111121"/>
                </a:lnTo>
                <a:lnTo>
                  <a:pt x="145789" y="110962"/>
                </a:lnTo>
                <a:lnTo>
                  <a:pt x="145726" y="110786"/>
                </a:lnTo>
                <a:lnTo>
                  <a:pt x="145665" y="110592"/>
                </a:lnTo>
                <a:lnTo>
                  <a:pt x="145606" y="110382"/>
                </a:lnTo>
                <a:lnTo>
                  <a:pt x="145551" y="110155"/>
                </a:lnTo>
                <a:lnTo>
                  <a:pt x="145499" y="109911"/>
                </a:lnTo>
                <a:lnTo>
                  <a:pt x="145449" y="109650"/>
                </a:lnTo>
                <a:lnTo>
                  <a:pt x="145402" y="109372"/>
                </a:lnTo>
                <a:lnTo>
                  <a:pt x="145358" y="109078"/>
                </a:lnTo>
                <a:lnTo>
                  <a:pt x="145317" y="108766"/>
                </a:lnTo>
                <a:lnTo>
                  <a:pt x="145279" y="108437"/>
                </a:lnTo>
                <a:lnTo>
                  <a:pt x="145243" y="108092"/>
                </a:lnTo>
                <a:lnTo>
                  <a:pt x="145210" y="107730"/>
                </a:lnTo>
                <a:lnTo>
                  <a:pt x="145181" y="107350"/>
                </a:lnTo>
                <a:lnTo>
                  <a:pt x="145154" y="106954"/>
                </a:lnTo>
                <a:lnTo>
                  <a:pt x="145130" y="106541"/>
                </a:lnTo>
                <a:lnTo>
                  <a:pt x="145108" y="106111"/>
                </a:lnTo>
                <a:lnTo>
                  <a:pt x="145090" y="105664"/>
                </a:lnTo>
                <a:lnTo>
                  <a:pt x="145074" y="105201"/>
                </a:lnTo>
                <a:lnTo>
                  <a:pt x="145061" y="104720"/>
                </a:lnTo>
                <a:lnTo>
                  <a:pt x="145052" y="104222"/>
                </a:lnTo>
                <a:lnTo>
                  <a:pt x="145044" y="103708"/>
                </a:lnTo>
                <a:lnTo>
                  <a:pt x="145040" y="103177"/>
                </a:lnTo>
                <a:lnTo>
                  <a:pt x="145039" y="102628"/>
                </a:lnTo>
                <a:lnTo>
                  <a:pt x="145039" y="82799"/>
                </a:lnTo>
                <a:lnTo>
                  <a:pt x="145334" y="83062"/>
                </a:lnTo>
                <a:lnTo>
                  <a:pt x="145626" y="83317"/>
                </a:lnTo>
                <a:lnTo>
                  <a:pt x="145916" y="83565"/>
                </a:lnTo>
                <a:lnTo>
                  <a:pt x="146204" y="83806"/>
                </a:lnTo>
                <a:lnTo>
                  <a:pt x="146489" y="84039"/>
                </a:lnTo>
                <a:lnTo>
                  <a:pt x="146771" y="84265"/>
                </a:lnTo>
                <a:lnTo>
                  <a:pt x="147051" y="84483"/>
                </a:lnTo>
                <a:lnTo>
                  <a:pt x="147329" y="84694"/>
                </a:lnTo>
                <a:lnTo>
                  <a:pt x="147604" y="84898"/>
                </a:lnTo>
                <a:lnTo>
                  <a:pt x="147877" y="85094"/>
                </a:lnTo>
                <a:lnTo>
                  <a:pt x="148147" y="85283"/>
                </a:lnTo>
                <a:lnTo>
                  <a:pt x="148415" y="85464"/>
                </a:lnTo>
                <a:lnTo>
                  <a:pt x="148680" y="85638"/>
                </a:lnTo>
                <a:lnTo>
                  <a:pt x="148943" y="85805"/>
                </a:lnTo>
                <a:lnTo>
                  <a:pt x="149203" y="85964"/>
                </a:lnTo>
                <a:lnTo>
                  <a:pt x="149461" y="86116"/>
                </a:lnTo>
                <a:lnTo>
                  <a:pt x="149716" y="86260"/>
                </a:lnTo>
                <a:lnTo>
                  <a:pt x="149969" y="86397"/>
                </a:lnTo>
                <a:lnTo>
                  <a:pt x="150220" y="86527"/>
                </a:lnTo>
                <a:lnTo>
                  <a:pt x="150468" y="86649"/>
                </a:lnTo>
                <a:lnTo>
                  <a:pt x="150713" y="86764"/>
                </a:lnTo>
                <a:lnTo>
                  <a:pt x="150957" y="86871"/>
                </a:lnTo>
                <a:lnTo>
                  <a:pt x="151197" y="86971"/>
                </a:lnTo>
                <a:lnTo>
                  <a:pt x="151435" y="87063"/>
                </a:lnTo>
                <a:lnTo>
                  <a:pt x="151758" y="87185"/>
                </a:lnTo>
                <a:lnTo>
                  <a:pt x="152085" y="87302"/>
                </a:lnTo>
                <a:lnTo>
                  <a:pt x="152417" y="87413"/>
                </a:lnTo>
                <a:lnTo>
                  <a:pt x="152754" y="87520"/>
                </a:lnTo>
                <a:lnTo>
                  <a:pt x="153096" y="87621"/>
                </a:lnTo>
                <a:lnTo>
                  <a:pt x="153443" y="87716"/>
                </a:lnTo>
                <a:lnTo>
                  <a:pt x="153795" y="87807"/>
                </a:lnTo>
                <a:lnTo>
                  <a:pt x="154152" y="87893"/>
                </a:lnTo>
                <a:lnTo>
                  <a:pt x="154514" y="87973"/>
                </a:lnTo>
                <a:lnTo>
                  <a:pt x="154880" y="88048"/>
                </a:lnTo>
                <a:lnTo>
                  <a:pt x="155252" y="88118"/>
                </a:lnTo>
                <a:lnTo>
                  <a:pt x="155629" y="88183"/>
                </a:lnTo>
                <a:lnTo>
                  <a:pt x="156010" y="88242"/>
                </a:lnTo>
                <a:lnTo>
                  <a:pt x="156397" y="88297"/>
                </a:lnTo>
                <a:lnTo>
                  <a:pt x="156788" y="88346"/>
                </a:lnTo>
                <a:lnTo>
                  <a:pt x="157184" y="88390"/>
                </a:lnTo>
                <a:lnTo>
                  <a:pt x="157586" y="88429"/>
                </a:lnTo>
                <a:lnTo>
                  <a:pt x="157992" y="88463"/>
                </a:lnTo>
                <a:lnTo>
                  <a:pt x="158403" y="88491"/>
                </a:lnTo>
                <a:lnTo>
                  <a:pt x="158819" y="88515"/>
                </a:lnTo>
                <a:lnTo>
                  <a:pt x="159240" y="88533"/>
                </a:lnTo>
                <a:lnTo>
                  <a:pt x="159666" y="88546"/>
                </a:lnTo>
                <a:lnTo>
                  <a:pt x="160097" y="88553"/>
                </a:lnTo>
                <a:lnTo>
                  <a:pt x="160533" y="88556"/>
                </a:lnTo>
                <a:lnTo>
                  <a:pt x="161532" y="88540"/>
                </a:lnTo>
                <a:lnTo>
                  <a:pt x="162518" y="88493"/>
                </a:lnTo>
                <a:lnTo>
                  <a:pt x="163489" y="88415"/>
                </a:lnTo>
                <a:lnTo>
                  <a:pt x="164445" y="88306"/>
                </a:lnTo>
                <a:lnTo>
                  <a:pt x="165388" y="88165"/>
                </a:lnTo>
                <a:lnTo>
                  <a:pt x="166316" y="87992"/>
                </a:lnTo>
                <a:lnTo>
                  <a:pt x="167230" y="87789"/>
                </a:lnTo>
                <a:lnTo>
                  <a:pt x="168129" y="87554"/>
                </a:lnTo>
                <a:lnTo>
                  <a:pt x="169015" y="87288"/>
                </a:lnTo>
                <a:lnTo>
                  <a:pt x="169885" y="86990"/>
                </a:lnTo>
                <a:lnTo>
                  <a:pt x="170742" y="86662"/>
                </a:lnTo>
                <a:lnTo>
                  <a:pt x="171584" y="86302"/>
                </a:lnTo>
                <a:lnTo>
                  <a:pt x="172412" y="85910"/>
                </a:lnTo>
                <a:lnTo>
                  <a:pt x="173226" y="85488"/>
                </a:lnTo>
                <a:lnTo>
                  <a:pt x="174025" y="85034"/>
                </a:lnTo>
                <a:lnTo>
                  <a:pt x="174810" y="84548"/>
                </a:lnTo>
                <a:lnTo>
                  <a:pt x="175581" y="84032"/>
                </a:lnTo>
                <a:lnTo>
                  <a:pt x="176337" y="83484"/>
                </a:lnTo>
                <a:lnTo>
                  <a:pt x="177079" y="82905"/>
                </a:lnTo>
                <a:lnTo>
                  <a:pt x="177807" y="82294"/>
                </a:lnTo>
                <a:lnTo>
                  <a:pt x="178520" y="81652"/>
                </a:lnTo>
                <a:lnTo>
                  <a:pt x="179220" y="80979"/>
                </a:lnTo>
                <a:lnTo>
                  <a:pt x="179904" y="80274"/>
                </a:lnTo>
                <a:lnTo>
                  <a:pt x="180575" y="79539"/>
                </a:lnTo>
                <a:lnTo>
                  <a:pt x="181364" y="78612"/>
                </a:lnTo>
                <a:lnTo>
                  <a:pt x="182119" y="77664"/>
                </a:lnTo>
                <a:lnTo>
                  <a:pt x="182840" y="76696"/>
                </a:lnTo>
                <a:lnTo>
                  <a:pt x="183528" y="75709"/>
                </a:lnTo>
                <a:lnTo>
                  <a:pt x="184183" y="74701"/>
                </a:lnTo>
                <a:lnTo>
                  <a:pt x="184804" y="73672"/>
                </a:lnTo>
                <a:lnTo>
                  <a:pt x="185391" y="72624"/>
                </a:lnTo>
                <a:lnTo>
                  <a:pt x="185945" y="71555"/>
                </a:lnTo>
                <a:lnTo>
                  <a:pt x="186465" y="70466"/>
                </a:lnTo>
                <a:lnTo>
                  <a:pt x="186952" y="69357"/>
                </a:lnTo>
                <a:lnTo>
                  <a:pt x="187405" y="68228"/>
                </a:lnTo>
                <a:lnTo>
                  <a:pt x="187824" y="67078"/>
                </a:lnTo>
                <a:lnTo>
                  <a:pt x="188210" y="65909"/>
                </a:lnTo>
                <a:lnTo>
                  <a:pt x="188563" y="64719"/>
                </a:lnTo>
                <a:lnTo>
                  <a:pt x="188881" y="63508"/>
                </a:lnTo>
                <a:lnTo>
                  <a:pt x="189167" y="62278"/>
                </a:lnTo>
                <a:lnTo>
                  <a:pt x="189418" y="61027"/>
                </a:lnTo>
                <a:lnTo>
                  <a:pt x="189637" y="59757"/>
                </a:lnTo>
                <a:lnTo>
                  <a:pt x="189821" y="58466"/>
                </a:lnTo>
                <a:lnTo>
                  <a:pt x="189972" y="57154"/>
                </a:lnTo>
                <a:lnTo>
                  <a:pt x="190090" y="55823"/>
                </a:lnTo>
                <a:lnTo>
                  <a:pt x="190174" y="54471"/>
                </a:lnTo>
                <a:lnTo>
                  <a:pt x="190224" y="53099"/>
                </a:lnTo>
                <a:lnTo>
                  <a:pt x="190241" y="51707"/>
                </a:lnTo>
                <a:lnTo>
                  <a:pt x="190227" y="50463"/>
                </a:lnTo>
                <a:lnTo>
                  <a:pt x="190185" y="49238"/>
                </a:lnTo>
                <a:lnTo>
                  <a:pt x="190115" y="48033"/>
                </a:lnTo>
                <a:lnTo>
                  <a:pt x="190018" y="46848"/>
                </a:lnTo>
                <a:lnTo>
                  <a:pt x="189892" y="45682"/>
                </a:lnTo>
                <a:lnTo>
                  <a:pt x="189739" y="44536"/>
                </a:lnTo>
                <a:lnTo>
                  <a:pt x="189558" y="43410"/>
                </a:lnTo>
                <a:lnTo>
                  <a:pt x="189348" y="42304"/>
                </a:lnTo>
                <a:lnTo>
                  <a:pt x="189111" y="41217"/>
                </a:lnTo>
                <a:lnTo>
                  <a:pt x="188846" y="40150"/>
                </a:lnTo>
                <a:lnTo>
                  <a:pt x="188554" y="39103"/>
                </a:lnTo>
                <a:lnTo>
                  <a:pt x="188233" y="38075"/>
                </a:lnTo>
                <a:lnTo>
                  <a:pt x="187884" y="37067"/>
                </a:lnTo>
                <a:lnTo>
                  <a:pt x="187508" y="36079"/>
                </a:lnTo>
                <a:lnTo>
                  <a:pt x="187104" y="35111"/>
                </a:lnTo>
                <a:lnTo>
                  <a:pt x="186671" y="34162"/>
                </a:lnTo>
                <a:lnTo>
                  <a:pt x="186211" y="33233"/>
                </a:lnTo>
                <a:lnTo>
                  <a:pt x="185723" y="32324"/>
                </a:lnTo>
                <a:lnTo>
                  <a:pt x="185207" y="31435"/>
                </a:lnTo>
                <a:lnTo>
                  <a:pt x="184664" y="30565"/>
                </a:lnTo>
                <a:lnTo>
                  <a:pt x="184092" y="29715"/>
                </a:lnTo>
                <a:lnTo>
                  <a:pt x="183492" y="28884"/>
                </a:lnTo>
                <a:lnTo>
                  <a:pt x="182865" y="28074"/>
                </a:lnTo>
                <a:lnTo>
                  <a:pt x="182210" y="27283"/>
                </a:lnTo>
                <a:lnTo>
                  <a:pt x="181659" y="26657"/>
                </a:lnTo>
                <a:lnTo>
                  <a:pt x="181097" y="26058"/>
                </a:lnTo>
                <a:lnTo>
                  <a:pt x="180524" y="25486"/>
                </a:lnTo>
                <a:lnTo>
                  <a:pt x="179939" y="24940"/>
                </a:lnTo>
                <a:lnTo>
                  <a:pt x="179343" y="24421"/>
                </a:lnTo>
                <a:lnTo>
                  <a:pt x="178736" y="23929"/>
                </a:lnTo>
                <a:lnTo>
                  <a:pt x="178117" y="23463"/>
                </a:lnTo>
                <a:lnTo>
                  <a:pt x="177487" y="23023"/>
                </a:lnTo>
                <a:lnTo>
                  <a:pt x="176846" y="22611"/>
                </a:lnTo>
                <a:lnTo>
                  <a:pt x="176193" y="22225"/>
                </a:lnTo>
                <a:lnTo>
                  <a:pt x="175529" y="21865"/>
                </a:lnTo>
                <a:lnTo>
                  <a:pt x="174854" y="21533"/>
                </a:lnTo>
                <a:lnTo>
                  <a:pt x="174167" y="21227"/>
                </a:lnTo>
                <a:lnTo>
                  <a:pt x="173469" y="20947"/>
                </a:lnTo>
                <a:lnTo>
                  <a:pt x="172759" y="20694"/>
                </a:lnTo>
                <a:lnTo>
                  <a:pt x="172038" y="20468"/>
                </a:lnTo>
                <a:lnTo>
                  <a:pt x="171306" y="20268"/>
                </a:lnTo>
                <a:lnTo>
                  <a:pt x="170563" y="20095"/>
                </a:lnTo>
                <a:lnTo>
                  <a:pt x="169808" y="19949"/>
                </a:lnTo>
                <a:lnTo>
                  <a:pt x="169041" y="19829"/>
                </a:lnTo>
                <a:lnTo>
                  <a:pt x="168264" y="19736"/>
                </a:lnTo>
                <a:lnTo>
                  <a:pt x="167475" y="19669"/>
                </a:lnTo>
                <a:lnTo>
                  <a:pt x="166675" y="19629"/>
                </a:lnTo>
                <a:lnTo>
                  <a:pt x="165863" y="19616"/>
                </a:lnTo>
                <a:lnTo>
                  <a:pt x="165396" y="19622"/>
                </a:lnTo>
                <a:lnTo>
                  <a:pt x="164931" y="19639"/>
                </a:lnTo>
                <a:lnTo>
                  <a:pt x="164468" y="19669"/>
                </a:lnTo>
                <a:lnTo>
                  <a:pt x="164006" y="19710"/>
                </a:lnTo>
                <a:lnTo>
                  <a:pt x="163547" y="19762"/>
                </a:lnTo>
                <a:lnTo>
                  <a:pt x="163089" y="19827"/>
                </a:lnTo>
                <a:lnTo>
                  <a:pt x="162633" y="19903"/>
                </a:lnTo>
                <a:lnTo>
                  <a:pt x="162179" y="19991"/>
                </a:lnTo>
                <a:lnTo>
                  <a:pt x="161727" y="20091"/>
                </a:lnTo>
                <a:lnTo>
                  <a:pt x="161277" y="20202"/>
                </a:lnTo>
                <a:lnTo>
                  <a:pt x="160828" y="20325"/>
                </a:lnTo>
                <a:lnTo>
                  <a:pt x="160382" y="20460"/>
                </a:lnTo>
                <a:lnTo>
                  <a:pt x="159937" y="20606"/>
                </a:lnTo>
                <a:lnTo>
                  <a:pt x="159494" y="20765"/>
                </a:lnTo>
                <a:lnTo>
                  <a:pt x="159053" y="20935"/>
                </a:lnTo>
                <a:lnTo>
                  <a:pt x="158614" y="21116"/>
                </a:lnTo>
                <a:lnTo>
                  <a:pt x="158176" y="21310"/>
                </a:lnTo>
                <a:lnTo>
                  <a:pt x="157741" y="21515"/>
                </a:lnTo>
                <a:lnTo>
                  <a:pt x="157307" y="21732"/>
                </a:lnTo>
                <a:lnTo>
                  <a:pt x="156875" y="21960"/>
                </a:lnTo>
                <a:lnTo>
                  <a:pt x="156445" y="22201"/>
                </a:lnTo>
                <a:lnTo>
                  <a:pt x="156017" y="22453"/>
                </a:lnTo>
                <a:lnTo>
                  <a:pt x="155591" y="22716"/>
                </a:lnTo>
                <a:lnTo>
                  <a:pt x="155167" y="22992"/>
                </a:lnTo>
                <a:lnTo>
                  <a:pt x="154743" y="23282"/>
                </a:lnTo>
                <a:lnTo>
                  <a:pt x="154320" y="23591"/>
                </a:lnTo>
                <a:lnTo>
                  <a:pt x="153897" y="23917"/>
                </a:lnTo>
                <a:lnTo>
                  <a:pt x="153474" y="24262"/>
                </a:lnTo>
                <a:lnTo>
                  <a:pt x="153051" y="24625"/>
                </a:lnTo>
                <a:lnTo>
                  <a:pt x="152628" y="25006"/>
                </a:lnTo>
                <a:lnTo>
                  <a:pt x="152205" y="25406"/>
                </a:lnTo>
                <a:lnTo>
                  <a:pt x="151783" y="25823"/>
                </a:lnTo>
                <a:lnTo>
                  <a:pt x="151360" y="26258"/>
                </a:lnTo>
                <a:lnTo>
                  <a:pt x="150938" y="26712"/>
                </a:lnTo>
                <a:lnTo>
                  <a:pt x="150516" y="27184"/>
                </a:lnTo>
                <a:lnTo>
                  <a:pt x="150094" y="27674"/>
                </a:lnTo>
                <a:lnTo>
                  <a:pt x="149672" y="28182"/>
                </a:lnTo>
                <a:lnTo>
                  <a:pt x="149250" y="28708"/>
                </a:lnTo>
                <a:lnTo>
                  <a:pt x="148828" y="29252"/>
                </a:lnTo>
                <a:lnTo>
                  <a:pt x="148407" y="29815"/>
                </a:lnTo>
                <a:lnTo>
                  <a:pt x="147985" y="30395"/>
                </a:lnTo>
                <a:lnTo>
                  <a:pt x="147564" y="30994"/>
                </a:lnTo>
                <a:lnTo>
                  <a:pt x="147143" y="31611"/>
                </a:lnTo>
                <a:lnTo>
                  <a:pt x="146722" y="32246"/>
                </a:lnTo>
                <a:lnTo>
                  <a:pt x="146301" y="32899"/>
                </a:lnTo>
                <a:lnTo>
                  <a:pt x="145880" y="33571"/>
                </a:lnTo>
                <a:lnTo>
                  <a:pt x="145459" y="34260"/>
                </a:lnTo>
                <a:lnTo>
                  <a:pt x="145039" y="34968"/>
                </a:lnTo>
                <a:lnTo>
                  <a:pt x="145039" y="19758"/>
                </a:lnTo>
                <a:lnTo>
                  <a:pt x="142338" y="19758"/>
                </a:lnTo>
                <a:lnTo>
                  <a:pt x="122296" y="27867"/>
                </a:lnTo>
                <a:lnTo>
                  <a:pt x="123149" y="30141"/>
                </a:lnTo>
                <a:lnTo>
                  <a:pt x="123366" y="30060"/>
                </a:lnTo>
                <a:lnTo>
                  <a:pt x="123580" y="29982"/>
                </a:lnTo>
                <a:lnTo>
                  <a:pt x="123792" y="29908"/>
                </a:lnTo>
                <a:lnTo>
                  <a:pt x="123999" y="29837"/>
                </a:lnTo>
                <a:lnTo>
                  <a:pt x="124204" y="29770"/>
                </a:lnTo>
                <a:lnTo>
                  <a:pt x="124406" y="29706"/>
                </a:lnTo>
                <a:lnTo>
                  <a:pt x="124604" y="29646"/>
                </a:lnTo>
                <a:lnTo>
                  <a:pt x="124799" y="29589"/>
                </a:lnTo>
                <a:lnTo>
                  <a:pt x="124991" y="29535"/>
                </a:lnTo>
                <a:lnTo>
                  <a:pt x="125180" y="29485"/>
                </a:lnTo>
                <a:lnTo>
                  <a:pt x="125365" y="29438"/>
                </a:lnTo>
                <a:lnTo>
                  <a:pt x="125547" y="29395"/>
                </a:lnTo>
                <a:lnTo>
                  <a:pt x="125726" y="29355"/>
                </a:lnTo>
                <a:lnTo>
                  <a:pt x="125902" y="29319"/>
                </a:lnTo>
                <a:lnTo>
                  <a:pt x="126075" y="29286"/>
                </a:lnTo>
                <a:lnTo>
                  <a:pt x="126244" y="29257"/>
                </a:lnTo>
                <a:lnTo>
                  <a:pt x="126410" y="29231"/>
                </a:lnTo>
                <a:lnTo>
                  <a:pt x="126573" y="29208"/>
                </a:lnTo>
                <a:lnTo>
                  <a:pt x="126733" y="29189"/>
                </a:lnTo>
                <a:lnTo>
                  <a:pt x="126890" y="29174"/>
                </a:lnTo>
                <a:lnTo>
                  <a:pt x="127043" y="29162"/>
                </a:lnTo>
                <a:lnTo>
                  <a:pt x="127193" y="29153"/>
                </a:lnTo>
                <a:lnTo>
                  <a:pt x="127340" y="29148"/>
                </a:lnTo>
                <a:lnTo>
                  <a:pt x="127484" y="29146"/>
                </a:lnTo>
                <a:lnTo>
                  <a:pt x="127660" y="29148"/>
                </a:lnTo>
                <a:lnTo>
                  <a:pt x="127833" y="29152"/>
                </a:lnTo>
                <a:lnTo>
                  <a:pt x="128003" y="29160"/>
                </a:lnTo>
                <a:lnTo>
                  <a:pt x="128170" y="29170"/>
                </a:lnTo>
                <a:lnTo>
                  <a:pt x="128334" y="29183"/>
                </a:lnTo>
                <a:lnTo>
                  <a:pt x="128495" y="29200"/>
                </a:lnTo>
                <a:lnTo>
                  <a:pt x="128652" y="29219"/>
                </a:lnTo>
                <a:lnTo>
                  <a:pt x="128807" y="29241"/>
                </a:lnTo>
                <a:lnTo>
                  <a:pt x="128958" y="29267"/>
                </a:lnTo>
                <a:lnTo>
                  <a:pt x="129107" y="29295"/>
                </a:lnTo>
                <a:lnTo>
                  <a:pt x="129252" y="29326"/>
                </a:lnTo>
                <a:lnTo>
                  <a:pt x="129394" y="29360"/>
                </a:lnTo>
                <a:lnTo>
                  <a:pt x="129533" y="29397"/>
                </a:lnTo>
                <a:lnTo>
                  <a:pt x="129669" y="29437"/>
                </a:lnTo>
                <a:lnTo>
                  <a:pt x="129802" y="29480"/>
                </a:lnTo>
                <a:lnTo>
                  <a:pt x="129932" y="29526"/>
                </a:lnTo>
                <a:lnTo>
                  <a:pt x="130059" y="29575"/>
                </a:lnTo>
                <a:lnTo>
                  <a:pt x="130182" y="29627"/>
                </a:lnTo>
                <a:lnTo>
                  <a:pt x="130303" y="29682"/>
                </a:lnTo>
                <a:lnTo>
                  <a:pt x="130421" y="29740"/>
                </a:lnTo>
                <a:lnTo>
                  <a:pt x="130535" y="29801"/>
                </a:lnTo>
                <a:lnTo>
                  <a:pt x="130646" y="29865"/>
                </a:lnTo>
                <a:lnTo>
                  <a:pt x="130755" y="29932"/>
                </a:lnTo>
                <a:lnTo>
                  <a:pt x="130860" y="30001"/>
                </a:lnTo>
                <a:lnTo>
                  <a:pt x="130962" y="30074"/>
                </a:lnTo>
                <a:lnTo>
                  <a:pt x="131062" y="30149"/>
                </a:lnTo>
                <a:lnTo>
                  <a:pt x="131160" y="30228"/>
                </a:lnTo>
                <a:lnTo>
                  <a:pt x="131256" y="30309"/>
                </a:lnTo>
                <a:lnTo>
                  <a:pt x="131349" y="30394"/>
                </a:lnTo>
                <a:lnTo>
                  <a:pt x="131440" y="30481"/>
                </a:lnTo>
                <a:lnTo>
                  <a:pt x="131528" y="30572"/>
                </a:lnTo>
                <a:lnTo>
                  <a:pt x="131614" y="30665"/>
                </a:lnTo>
                <a:lnTo>
                  <a:pt x="131698" y="30761"/>
                </a:lnTo>
                <a:lnTo>
                  <a:pt x="131779" y="30861"/>
                </a:lnTo>
                <a:lnTo>
                  <a:pt x="131858" y="30963"/>
                </a:lnTo>
                <a:lnTo>
                  <a:pt x="131935" y="31068"/>
                </a:lnTo>
                <a:lnTo>
                  <a:pt x="132009" y="31176"/>
                </a:lnTo>
                <a:lnTo>
                  <a:pt x="132081" y="31287"/>
                </a:lnTo>
                <a:lnTo>
                  <a:pt x="132151" y="31401"/>
                </a:lnTo>
                <a:lnTo>
                  <a:pt x="132218" y="31519"/>
                </a:lnTo>
                <a:lnTo>
                  <a:pt x="132283" y="31639"/>
                </a:lnTo>
                <a:lnTo>
                  <a:pt x="132346" y="31762"/>
                </a:lnTo>
                <a:lnTo>
                  <a:pt x="132406" y="31888"/>
                </a:lnTo>
                <a:lnTo>
                  <a:pt x="132464" y="32017"/>
                </a:lnTo>
                <a:lnTo>
                  <a:pt x="132520" y="32149"/>
                </a:lnTo>
                <a:lnTo>
                  <a:pt x="132573" y="32283"/>
                </a:lnTo>
                <a:lnTo>
                  <a:pt x="132624" y="32421"/>
                </a:lnTo>
                <a:lnTo>
                  <a:pt x="132672" y="32562"/>
                </a:lnTo>
                <a:lnTo>
                  <a:pt x="132719" y="32712"/>
                </a:lnTo>
                <a:lnTo>
                  <a:pt x="132763" y="32879"/>
                </a:lnTo>
                <a:lnTo>
                  <a:pt x="132805" y="33061"/>
                </a:lnTo>
                <a:lnTo>
                  <a:pt x="132846" y="33259"/>
                </a:lnTo>
                <a:lnTo>
                  <a:pt x="132884" y="33474"/>
                </a:lnTo>
                <a:lnTo>
                  <a:pt x="132921" y="33704"/>
                </a:lnTo>
                <a:lnTo>
                  <a:pt x="132956" y="33951"/>
                </a:lnTo>
                <a:lnTo>
                  <a:pt x="132988" y="34213"/>
                </a:lnTo>
                <a:lnTo>
                  <a:pt x="133019" y="34492"/>
                </a:lnTo>
                <a:lnTo>
                  <a:pt x="133047" y="34786"/>
                </a:lnTo>
                <a:lnTo>
                  <a:pt x="133074" y="35097"/>
                </a:lnTo>
                <a:lnTo>
                  <a:pt x="133099" y="35424"/>
                </a:lnTo>
                <a:lnTo>
                  <a:pt x="133121" y="35767"/>
                </a:lnTo>
                <a:lnTo>
                  <a:pt x="133142" y="36126"/>
                </a:lnTo>
                <a:lnTo>
                  <a:pt x="133161" y="36501"/>
                </a:lnTo>
                <a:lnTo>
                  <a:pt x="133178" y="36892"/>
                </a:lnTo>
                <a:lnTo>
                  <a:pt x="133192" y="37299"/>
                </a:lnTo>
                <a:lnTo>
                  <a:pt x="133205" y="37722"/>
                </a:lnTo>
                <a:lnTo>
                  <a:pt x="133216" y="38161"/>
                </a:lnTo>
                <a:lnTo>
                  <a:pt x="133225" y="38616"/>
                </a:lnTo>
                <a:lnTo>
                  <a:pt x="133232" y="39088"/>
                </a:lnTo>
                <a:lnTo>
                  <a:pt x="133237" y="39575"/>
                </a:lnTo>
                <a:lnTo>
                  <a:pt x="133240" y="40078"/>
                </a:lnTo>
                <a:lnTo>
                  <a:pt x="133241" y="40598"/>
                </a:lnTo>
                <a:lnTo>
                  <a:pt x="133241" y="102193"/>
                </a:lnTo>
                <a:lnTo>
                  <a:pt x="133240" y="102776"/>
                </a:lnTo>
                <a:lnTo>
                  <a:pt x="133236" y="103341"/>
                </a:lnTo>
                <a:lnTo>
                  <a:pt x="133229" y="103887"/>
                </a:lnTo>
                <a:lnTo>
                  <a:pt x="133220" y="104414"/>
                </a:lnTo>
                <a:lnTo>
                  <a:pt x="133208" y="104923"/>
                </a:lnTo>
                <a:lnTo>
                  <a:pt x="133194" y="105413"/>
                </a:lnTo>
                <a:lnTo>
                  <a:pt x="133177" y="105885"/>
                </a:lnTo>
                <a:lnTo>
                  <a:pt x="133158" y="106337"/>
                </a:lnTo>
                <a:lnTo>
                  <a:pt x="133136" y="106772"/>
                </a:lnTo>
                <a:lnTo>
                  <a:pt x="133111" y="107187"/>
                </a:lnTo>
                <a:lnTo>
                  <a:pt x="133084" y="107584"/>
                </a:lnTo>
                <a:lnTo>
                  <a:pt x="133054" y="107962"/>
                </a:lnTo>
                <a:lnTo>
                  <a:pt x="133022" y="108322"/>
                </a:lnTo>
                <a:lnTo>
                  <a:pt x="132987" y="108662"/>
                </a:lnTo>
                <a:lnTo>
                  <a:pt x="132949" y="108985"/>
                </a:lnTo>
                <a:lnTo>
                  <a:pt x="132909" y="109288"/>
                </a:lnTo>
                <a:lnTo>
                  <a:pt x="132866" y="109573"/>
                </a:lnTo>
                <a:lnTo>
                  <a:pt x="132821" y="109840"/>
                </a:lnTo>
                <a:lnTo>
                  <a:pt x="132773" y="110087"/>
                </a:lnTo>
                <a:lnTo>
                  <a:pt x="132723" y="110316"/>
                </a:lnTo>
                <a:lnTo>
                  <a:pt x="132669" y="110527"/>
                </a:lnTo>
                <a:lnTo>
                  <a:pt x="132614" y="110718"/>
                </a:lnTo>
                <a:lnTo>
                  <a:pt x="132555" y="110891"/>
                </a:lnTo>
                <a:lnTo>
                  <a:pt x="132495" y="111046"/>
                </a:lnTo>
                <a:lnTo>
                  <a:pt x="132431" y="111190"/>
                </a:lnTo>
                <a:lnTo>
                  <a:pt x="132366" y="111330"/>
                </a:lnTo>
                <a:lnTo>
                  <a:pt x="132299" y="111467"/>
                </a:lnTo>
                <a:lnTo>
                  <a:pt x="132229" y="111600"/>
                </a:lnTo>
                <a:lnTo>
                  <a:pt x="132157" y="111731"/>
                </a:lnTo>
                <a:lnTo>
                  <a:pt x="132084" y="111858"/>
                </a:lnTo>
                <a:lnTo>
                  <a:pt x="132008" y="111981"/>
                </a:lnTo>
                <a:lnTo>
                  <a:pt x="131930" y="112101"/>
                </a:lnTo>
                <a:lnTo>
                  <a:pt x="131850" y="112218"/>
                </a:lnTo>
                <a:lnTo>
                  <a:pt x="131768" y="112332"/>
                </a:lnTo>
                <a:lnTo>
                  <a:pt x="131684" y="112442"/>
                </a:lnTo>
                <a:lnTo>
                  <a:pt x="131597" y="112549"/>
                </a:lnTo>
                <a:lnTo>
                  <a:pt x="131509" y="112653"/>
                </a:lnTo>
                <a:lnTo>
                  <a:pt x="131418" y="112753"/>
                </a:lnTo>
                <a:lnTo>
                  <a:pt x="131326" y="112850"/>
                </a:lnTo>
                <a:lnTo>
                  <a:pt x="131231" y="112943"/>
                </a:lnTo>
                <a:lnTo>
                  <a:pt x="131134" y="113033"/>
                </a:lnTo>
                <a:lnTo>
                  <a:pt x="131035" y="113120"/>
                </a:lnTo>
                <a:lnTo>
                  <a:pt x="130934" y="113204"/>
                </a:lnTo>
                <a:lnTo>
                  <a:pt x="130831" y="113284"/>
                </a:lnTo>
                <a:lnTo>
                  <a:pt x="130726" y="113361"/>
                </a:lnTo>
                <a:lnTo>
                  <a:pt x="130619" y="113434"/>
                </a:lnTo>
                <a:lnTo>
                  <a:pt x="130509" y="113504"/>
                </a:lnTo>
                <a:lnTo>
                  <a:pt x="130398" y="113571"/>
                </a:lnTo>
                <a:lnTo>
                  <a:pt x="130165" y="113699"/>
                </a:lnTo>
                <a:lnTo>
                  <a:pt x="129928" y="113821"/>
                </a:lnTo>
                <a:lnTo>
                  <a:pt x="129687" y="113937"/>
                </a:lnTo>
                <a:lnTo>
                  <a:pt x="129442" y="114048"/>
                </a:lnTo>
                <a:lnTo>
                  <a:pt x="129194" y="114153"/>
                </a:lnTo>
                <a:lnTo>
                  <a:pt x="128941" y="114252"/>
                </a:lnTo>
                <a:lnTo>
                  <a:pt x="128684" y="114345"/>
                </a:lnTo>
                <a:lnTo>
                  <a:pt x="128424" y="114433"/>
                </a:lnTo>
                <a:lnTo>
                  <a:pt x="128159" y="114515"/>
                </a:lnTo>
                <a:lnTo>
                  <a:pt x="127891" y="114592"/>
                </a:lnTo>
                <a:lnTo>
                  <a:pt x="127618" y="114663"/>
                </a:lnTo>
                <a:lnTo>
                  <a:pt x="127342" y="114728"/>
                </a:lnTo>
                <a:lnTo>
                  <a:pt x="127061" y="114787"/>
                </a:lnTo>
                <a:lnTo>
                  <a:pt x="126777" y="114841"/>
                </a:lnTo>
                <a:lnTo>
                  <a:pt x="126489" y="114889"/>
                </a:lnTo>
                <a:lnTo>
                  <a:pt x="126197" y="114931"/>
                </a:lnTo>
                <a:lnTo>
                  <a:pt x="125901" y="114968"/>
                </a:lnTo>
                <a:lnTo>
                  <a:pt x="125601" y="114999"/>
                </a:lnTo>
                <a:lnTo>
                  <a:pt x="125297" y="115024"/>
                </a:lnTo>
                <a:lnTo>
                  <a:pt x="124989" y="115044"/>
                </a:lnTo>
                <a:lnTo>
                  <a:pt x="124677" y="115058"/>
                </a:lnTo>
                <a:lnTo>
                  <a:pt x="124361" y="115066"/>
                </a:lnTo>
                <a:lnTo>
                  <a:pt x="124041" y="115069"/>
                </a:lnTo>
                <a:lnTo>
                  <a:pt x="123717" y="115066"/>
                </a:lnTo>
                <a:lnTo>
                  <a:pt x="123717" y="112081"/>
                </a:lnTo>
                <a:lnTo>
                  <a:pt x="48452" y="112081"/>
                </a:lnTo>
                <a:lnTo>
                  <a:pt x="48452" y="117980"/>
                </a:lnTo>
                <a:lnTo>
                  <a:pt x="123717" y="117980"/>
                </a:lnTo>
                <a:lnTo>
                  <a:pt x="123717" y="117696"/>
                </a:lnTo>
                <a:lnTo>
                  <a:pt x="156055" y="117696"/>
                </a:lnTo>
                <a:lnTo>
                  <a:pt x="156055" y="115066"/>
                </a:lnTo>
                <a:lnTo>
                  <a:pt x="155617" y="115064"/>
                </a:lnTo>
                <a:close/>
                <a:moveTo>
                  <a:pt x="146461" y="37773"/>
                </a:moveTo>
                <a:lnTo>
                  <a:pt x="146912" y="37302"/>
                </a:lnTo>
                <a:lnTo>
                  <a:pt x="147352" y="36850"/>
                </a:lnTo>
                <a:lnTo>
                  <a:pt x="147780" y="36415"/>
                </a:lnTo>
                <a:lnTo>
                  <a:pt x="148196" y="35998"/>
                </a:lnTo>
                <a:lnTo>
                  <a:pt x="148600" y="35599"/>
                </a:lnTo>
                <a:lnTo>
                  <a:pt x="148993" y="35218"/>
                </a:lnTo>
                <a:lnTo>
                  <a:pt x="149375" y="34854"/>
                </a:lnTo>
                <a:lnTo>
                  <a:pt x="149744" y="34508"/>
                </a:lnTo>
                <a:lnTo>
                  <a:pt x="150103" y="34180"/>
                </a:lnTo>
                <a:lnTo>
                  <a:pt x="150449" y="33869"/>
                </a:lnTo>
                <a:lnTo>
                  <a:pt x="150784" y="33576"/>
                </a:lnTo>
                <a:lnTo>
                  <a:pt x="151108" y="33301"/>
                </a:lnTo>
                <a:lnTo>
                  <a:pt x="151419" y="33044"/>
                </a:lnTo>
                <a:lnTo>
                  <a:pt x="151720" y="32805"/>
                </a:lnTo>
                <a:lnTo>
                  <a:pt x="152008" y="32583"/>
                </a:lnTo>
                <a:lnTo>
                  <a:pt x="152285" y="32379"/>
                </a:lnTo>
                <a:lnTo>
                  <a:pt x="152551" y="32193"/>
                </a:lnTo>
                <a:lnTo>
                  <a:pt x="152805" y="32024"/>
                </a:lnTo>
                <a:lnTo>
                  <a:pt x="153047" y="31873"/>
                </a:lnTo>
                <a:lnTo>
                  <a:pt x="153277" y="31740"/>
                </a:lnTo>
                <a:lnTo>
                  <a:pt x="153496" y="31625"/>
                </a:lnTo>
                <a:lnTo>
                  <a:pt x="153775" y="31486"/>
                </a:lnTo>
                <a:lnTo>
                  <a:pt x="154054" y="31353"/>
                </a:lnTo>
                <a:lnTo>
                  <a:pt x="154333" y="31226"/>
                </a:lnTo>
                <a:lnTo>
                  <a:pt x="154612" y="31104"/>
                </a:lnTo>
                <a:lnTo>
                  <a:pt x="154891" y="30989"/>
                </a:lnTo>
                <a:lnTo>
                  <a:pt x="155171" y="30880"/>
                </a:lnTo>
                <a:lnTo>
                  <a:pt x="155451" y="30776"/>
                </a:lnTo>
                <a:lnTo>
                  <a:pt x="155731" y="30679"/>
                </a:lnTo>
                <a:lnTo>
                  <a:pt x="156012" y="30587"/>
                </a:lnTo>
                <a:lnTo>
                  <a:pt x="156292" y="30501"/>
                </a:lnTo>
                <a:lnTo>
                  <a:pt x="156573" y="30421"/>
                </a:lnTo>
                <a:lnTo>
                  <a:pt x="156855" y="30347"/>
                </a:lnTo>
                <a:lnTo>
                  <a:pt x="157136" y="30279"/>
                </a:lnTo>
                <a:lnTo>
                  <a:pt x="157418" y="30217"/>
                </a:lnTo>
                <a:lnTo>
                  <a:pt x="157700" y="30161"/>
                </a:lnTo>
                <a:lnTo>
                  <a:pt x="157982" y="30111"/>
                </a:lnTo>
                <a:lnTo>
                  <a:pt x="158264" y="30066"/>
                </a:lnTo>
                <a:lnTo>
                  <a:pt x="158547" y="30028"/>
                </a:lnTo>
                <a:lnTo>
                  <a:pt x="158830" y="29995"/>
                </a:lnTo>
                <a:lnTo>
                  <a:pt x="159113" y="29969"/>
                </a:lnTo>
                <a:lnTo>
                  <a:pt x="159396" y="29948"/>
                </a:lnTo>
                <a:lnTo>
                  <a:pt x="159680" y="29933"/>
                </a:lnTo>
                <a:lnTo>
                  <a:pt x="159964" y="29924"/>
                </a:lnTo>
                <a:lnTo>
                  <a:pt x="160248" y="29921"/>
                </a:lnTo>
                <a:lnTo>
                  <a:pt x="160766" y="29931"/>
                </a:lnTo>
                <a:lnTo>
                  <a:pt x="161279" y="29960"/>
                </a:lnTo>
                <a:lnTo>
                  <a:pt x="161785" y="30008"/>
                </a:lnTo>
                <a:lnTo>
                  <a:pt x="162286" y="30075"/>
                </a:lnTo>
                <a:lnTo>
                  <a:pt x="162780" y="30162"/>
                </a:lnTo>
                <a:lnTo>
                  <a:pt x="163269" y="30267"/>
                </a:lnTo>
                <a:lnTo>
                  <a:pt x="163752" y="30392"/>
                </a:lnTo>
                <a:lnTo>
                  <a:pt x="164228" y="30537"/>
                </a:lnTo>
                <a:lnTo>
                  <a:pt x="164699" y="30700"/>
                </a:lnTo>
                <a:lnTo>
                  <a:pt x="165164" y="30883"/>
                </a:lnTo>
                <a:lnTo>
                  <a:pt x="165623" y="31085"/>
                </a:lnTo>
                <a:lnTo>
                  <a:pt x="166076" y="31306"/>
                </a:lnTo>
                <a:lnTo>
                  <a:pt x="166523" y="31546"/>
                </a:lnTo>
                <a:lnTo>
                  <a:pt x="166965" y="31806"/>
                </a:lnTo>
                <a:lnTo>
                  <a:pt x="167400" y="32084"/>
                </a:lnTo>
                <a:lnTo>
                  <a:pt x="167829" y="32382"/>
                </a:lnTo>
                <a:lnTo>
                  <a:pt x="168253" y="32700"/>
                </a:lnTo>
                <a:lnTo>
                  <a:pt x="168670" y="33036"/>
                </a:lnTo>
                <a:lnTo>
                  <a:pt x="169082" y="33392"/>
                </a:lnTo>
                <a:lnTo>
                  <a:pt x="169488" y="33767"/>
                </a:lnTo>
                <a:lnTo>
                  <a:pt x="169887" y="34161"/>
                </a:lnTo>
                <a:lnTo>
                  <a:pt x="170281" y="34574"/>
                </a:lnTo>
                <a:lnTo>
                  <a:pt x="170669" y="35007"/>
                </a:lnTo>
                <a:lnTo>
                  <a:pt x="171051" y="35458"/>
                </a:lnTo>
                <a:lnTo>
                  <a:pt x="171585" y="36139"/>
                </a:lnTo>
                <a:lnTo>
                  <a:pt x="172096" y="36843"/>
                </a:lnTo>
                <a:lnTo>
                  <a:pt x="172584" y="37571"/>
                </a:lnTo>
                <a:lnTo>
                  <a:pt x="173049" y="38323"/>
                </a:lnTo>
                <a:lnTo>
                  <a:pt x="173492" y="39099"/>
                </a:lnTo>
                <a:lnTo>
                  <a:pt x="173912" y="39899"/>
                </a:lnTo>
                <a:lnTo>
                  <a:pt x="174309" y="40722"/>
                </a:lnTo>
                <a:lnTo>
                  <a:pt x="174684" y="41570"/>
                </a:lnTo>
                <a:lnTo>
                  <a:pt x="175036" y="42442"/>
                </a:lnTo>
                <a:lnTo>
                  <a:pt x="175365" y="43337"/>
                </a:lnTo>
                <a:lnTo>
                  <a:pt x="175671" y="44256"/>
                </a:lnTo>
                <a:lnTo>
                  <a:pt x="175955" y="45200"/>
                </a:lnTo>
                <a:lnTo>
                  <a:pt x="176216" y="46167"/>
                </a:lnTo>
                <a:lnTo>
                  <a:pt x="176455" y="47158"/>
                </a:lnTo>
                <a:lnTo>
                  <a:pt x="176670" y="48173"/>
                </a:lnTo>
                <a:lnTo>
                  <a:pt x="176863" y="49212"/>
                </a:lnTo>
                <a:lnTo>
                  <a:pt x="177034" y="50275"/>
                </a:lnTo>
                <a:lnTo>
                  <a:pt x="177181" y="51361"/>
                </a:lnTo>
                <a:lnTo>
                  <a:pt x="177306" y="52472"/>
                </a:lnTo>
                <a:lnTo>
                  <a:pt x="177408" y="53606"/>
                </a:lnTo>
                <a:lnTo>
                  <a:pt x="177488" y="54765"/>
                </a:lnTo>
                <a:lnTo>
                  <a:pt x="177544" y="55947"/>
                </a:lnTo>
                <a:lnTo>
                  <a:pt x="177579" y="57153"/>
                </a:lnTo>
                <a:lnTo>
                  <a:pt x="177590" y="58384"/>
                </a:lnTo>
                <a:lnTo>
                  <a:pt x="177580" y="59468"/>
                </a:lnTo>
                <a:lnTo>
                  <a:pt x="177550" y="60531"/>
                </a:lnTo>
                <a:lnTo>
                  <a:pt x="177500" y="61575"/>
                </a:lnTo>
                <a:lnTo>
                  <a:pt x="177430" y="62597"/>
                </a:lnTo>
                <a:lnTo>
                  <a:pt x="177340" y="63600"/>
                </a:lnTo>
                <a:lnTo>
                  <a:pt x="177230" y="64582"/>
                </a:lnTo>
                <a:lnTo>
                  <a:pt x="177100" y="65543"/>
                </a:lnTo>
                <a:lnTo>
                  <a:pt x="176950" y="66484"/>
                </a:lnTo>
                <a:lnTo>
                  <a:pt x="176780" y="67404"/>
                </a:lnTo>
                <a:lnTo>
                  <a:pt x="176590" y="68304"/>
                </a:lnTo>
                <a:lnTo>
                  <a:pt x="176381" y="69184"/>
                </a:lnTo>
                <a:lnTo>
                  <a:pt x="176151" y="70043"/>
                </a:lnTo>
                <a:lnTo>
                  <a:pt x="175901" y="70881"/>
                </a:lnTo>
                <a:lnTo>
                  <a:pt x="175631" y="71699"/>
                </a:lnTo>
                <a:lnTo>
                  <a:pt x="175341" y="72497"/>
                </a:lnTo>
                <a:lnTo>
                  <a:pt x="175031" y="73274"/>
                </a:lnTo>
                <a:lnTo>
                  <a:pt x="174701" y="74031"/>
                </a:lnTo>
                <a:lnTo>
                  <a:pt x="174352" y="74767"/>
                </a:lnTo>
                <a:lnTo>
                  <a:pt x="173982" y="75483"/>
                </a:lnTo>
                <a:lnTo>
                  <a:pt x="173592" y="76178"/>
                </a:lnTo>
                <a:lnTo>
                  <a:pt x="173182" y="76853"/>
                </a:lnTo>
                <a:lnTo>
                  <a:pt x="172753" y="77507"/>
                </a:lnTo>
                <a:lnTo>
                  <a:pt x="172303" y="78141"/>
                </a:lnTo>
                <a:lnTo>
                  <a:pt x="171833" y="78755"/>
                </a:lnTo>
                <a:lnTo>
                  <a:pt x="171461" y="79206"/>
                </a:lnTo>
                <a:lnTo>
                  <a:pt x="171080" y="79639"/>
                </a:lnTo>
                <a:lnTo>
                  <a:pt x="170689" y="80052"/>
                </a:lnTo>
                <a:lnTo>
                  <a:pt x="170289" y="80447"/>
                </a:lnTo>
                <a:lnTo>
                  <a:pt x="169880" y="80821"/>
                </a:lnTo>
                <a:lnTo>
                  <a:pt x="169461" y="81177"/>
                </a:lnTo>
                <a:lnTo>
                  <a:pt x="169033" y="81514"/>
                </a:lnTo>
                <a:lnTo>
                  <a:pt x="168595" y="81831"/>
                </a:lnTo>
                <a:lnTo>
                  <a:pt x="168148" y="82129"/>
                </a:lnTo>
                <a:lnTo>
                  <a:pt x="167692" y="82408"/>
                </a:lnTo>
                <a:lnTo>
                  <a:pt x="167226" y="82667"/>
                </a:lnTo>
                <a:lnTo>
                  <a:pt x="166751" y="82907"/>
                </a:lnTo>
                <a:lnTo>
                  <a:pt x="166267" y="83129"/>
                </a:lnTo>
                <a:lnTo>
                  <a:pt x="165773" y="83330"/>
                </a:lnTo>
                <a:lnTo>
                  <a:pt x="165270" y="83513"/>
                </a:lnTo>
                <a:lnTo>
                  <a:pt x="164757" y="83676"/>
                </a:lnTo>
                <a:lnTo>
                  <a:pt x="164235" y="83821"/>
                </a:lnTo>
                <a:lnTo>
                  <a:pt x="163704" y="83946"/>
                </a:lnTo>
                <a:lnTo>
                  <a:pt x="163163" y="84051"/>
                </a:lnTo>
                <a:lnTo>
                  <a:pt x="162613" y="84138"/>
                </a:lnTo>
                <a:lnTo>
                  <a:pt x="162054" y="84205"/>
                </a:lnTo>
                <a:lnTo>
                  <a:pt x="161485" y="84253"/>
                </a:lnTo>
                <a:lnTo>
                  <a:pt x="160907" y="84282"/>
                </a:lnTo>
                <a:lnTo>
                  <a:pt x="160319" y="84292"/>
                </a:lnTo>
                <a:lnTo>
                  <a:pt x="159831" y="84286"/>
                </a:lnTo>
                <a:lnTo>
                  <a:pt x="159350" y="84270"/>
                </a:lnTo>
                <a:lnTo>
                  <a:pt x="158876" y="84243"/>
                </a:lnTo>
                <a:lnTo>
                  <a:pt x="158409" y="84205"/>
                </a:lnTo>
                <a:lnTo>
                  <a:pt x="157949" y="84156"/>
                </a:lnTo>
                <a:lnTo>
                  <a:pt x="157496" y="84096"/>
                </a:lnTo>
                <a:lnTo>
                  <a:pt x="157051" y="84026"/>
                </a:lnTo>
                <a:lnTo>
                  <a:pt x="156612" y="83945"/>
                </a:lnTo>
                <a:lnTo>
                  <a:pt x="156180" y="83853"/>
                </a:lnTo>
                <a:lnTo>
                  <a:pt x="155755" y="83750"/>
                </a:lnTo>
                <a:lnTo>
                  <a:pt x="155337" y="83636"/>
                </a:lnTo>
                <a:lnTo>
                  <a:pt x="154927" y="83511"/>
                </a:lnTo>
                <a:lnTo>
                  <a:pt x="154523" y="83375"/>
                </a:lnTo>
                <a:lnTo>
                  <a:pt x="154126" y="83229"/>
                </a:lnTo>
                <a:lnTo>
                  <a:pt x="153737" y="83072"/>
                </a:lnTo>
                <a:lnTo>
                  <a:pt x="153354" y="82904"/>
                </a:lnTo>
                <a:lnTo>
                  <a:pt x="152979" y="82725"/>
                </a:lnTo>
                <a:lnTo>
                  <a:pt x="152610" y="82535"/>
                </a:lnTo>
                <a:lnTo>
                  <a:pt x="152249" y="82335"/>
                </a:lnTo>
                <a:lnTo>
                  <a:pt x="151894" y="82123"/>
                </a:lnTo>
                <a:lnTo>
                  <a:pt x="151547" y="81901"/>
                </a:lnTo>
                <a:lnTo>
                  <a:pt x="151207" y="81668"/>
                </a:lnTo>
                <a:lnTo>
                  <a:pt x="150873" y="81424"/>
                </a:lnTo>
                <a:lnTo>
                  <a:pt x="150547" y="81169"/>
                </a:lnTo>
                <a:lnTo>
                  <a:pt x="150229" y="80907"/>
                </a:lnTo>
                <a:lnTo>
                  <a:pt x="149921" y="80642"/>
                </a:lnTo>
                <a:lnTo>
                  <a:pt x="149624" y="80373"/>
                </a:lnTo>
                <a:lnTo>
                  <a:pt x="149336" y="80100"/>
                </a:lnTo>
                <a:lnTo>
                  <a:pt x="149058" y="79825"/>
                </a:lnTo>
                <a:lnTo>
                  <a:pt x="148790" y="79545"/>
                </a:lnTo>
                <a:lnTo>
                  <a:pt x="148532" y="79263"/>
                </a:lnTo>
                <a:lnTo>
                  <a:pt x="148284" y="78977"/>
                </a:lnTo>
                <a:lnTo>
                  <a:pt x="148047" y="78687"/>
                </a:lnTo>
                <a:lnTo>
                  <a:pt x="147819" y="78394"/>
                </a:lnTo>
                <a:lnTo>
                  <a:pt x="147601" y="78097"/>
                </a:lnTo>
                <a:lnTo>
                  <a:pt x="147393" y="77797"/>
                </a:lnTo>
                <a:lnTo>
                  <a:pt x="147195" y="77494"/>
                </a:lnTo>
                <a:lnTo>
                  <a:pt x="147007" y="77187"/>
                </a:lnTo>
                <a:lnTo>
                  <a:pt x="146829" y="76877"/>
                </a:lnTo>
                <a:lnTo>
                  <a:pt x="146662" y="76563"/>
                </a:lnTo>
                <a:lnTo>
                  <a:pt x="146504" y="76246"/>
                </a:lnTo>
                <a:lnTo>
                  <a:pt x="146356" y="75925"/>
                </a:lnTo>
                <a:lnTo>
                  <a:pt x="146218" y="75601"/>
                </a:lnTo>
                <a:lnTo>
                  <a:pt x="146090" y="75273"/>
                </a:lnTo>
                <a:lnTo>
                  <a:pt x="145972" y="74942"/>
                </a:lnTo>
                <a:lnTo>
                  <a:pt x="145864" y="74608"/>
                </a:lnTo>
                <a:lnTo>
                  <a:pt x="145766" y="74270"/>
                </a:lnTo>
                <a:lnTo>
                  <a:pt x="145678" y="73928"/>
                </a:lnTo>
                <a:lnTo>
                  <a:pt x="145626" y="73712"/>
                </a:lnTo>
                <a:lnTo>
                  <a:pt x="145576" y="73477"/>
                </a:lnTo>
                <a:lnTo>
                  <a:pt x="145529" y="73223"/>
                </a:lnTo>
                <a:lnTo>
                  <a:pt x="145483" y="72951"/>
                </a:lnTo>
                <a:lnTo>
                  <a:pt x="145440" y="72660"/>
                </a:lnTo>
                <a:lnTo>
                  <a:pt x="145399" y="72350"/>
                </a:lnTo>
                <a:lnTo>
                  <a:pt x="145360" y="72021"/>
                </a:lnTo>
                <a:lnTo>
                  <a:pt x="145323" y="71673"/>
                </a:lnTo>
                <a:lnTo>
                  <a:pt x="145289" y="71307"/>
                </a:lnTo>
                <a:lnTo>
                  <a:pt x="145256" y="70922"/>
                </a:lnTo>
                <a:lnTo>
                  <a:pt x="145226" y="70519"/>
                </a:lnTo>
                <a:lnTo>
                  <a:pt x="145199" y="70096"/>
                </a:lnTo>
                <a:lnTo>
                  <a:pt x="145173" y="69655"/>
                </a:lnTo>
                <a:lnTo>
                  <a:pt x="145150" y="69195"/>
                </a:lnTo>
                <a:lnTo>
                  <a:pt x="145129" y="68716"/>
                </a:lnTo>
                <a:lnTo>
                  <a:pt x="145110" y="68219"/>
                </a:lnTo>
                <a:lnTo>
                  <a:pt x="145093" y="67703"/>
                </a:lnTo>
                <a:lnTo>
                  <a:pt x="145079" y="67168"/>
                </a:lnTo>
                <a:lnTo>
                  <a:pt x="145067" y="66614"/>
                </a:lnTo>
                <a:lnTo>
                  <a:pt x="145057" y="66042"/>
                </a:lnTo>
                <a:lnTo>
                  <a:pt x="145049" y="65451"/>
                </a:lnTo>
                <a:lnTo>
                  <a:pt x="145043" y="64841"/>
                </a:lnTo>
                <a:lnTo>
                  <a:pt x="145040" y="64213"/>
                </a:lnTo>
                <a:lnTo>
                  <a:pt x="145039" y="63565"/>
                </a:lnTo>
                <a:lnTo>
                  <a:pt x="145039" y="39290"/>
                </a:lnTo>
                <a:lnTo>
                  <a:pt x="145525" y="38766"/>
                </a:lnTo>
                <a:lnTo>
                  <a:pt x="145999" y="38261"/>
                </a:lnTo>
                <a:lnTo>
                  <a:pt x="146461" y="37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x">
            <a:extLst xmlns:a="http://schemas.openxmlformats.org/drawingml/2006/main">
              <a:ext uri="{FF2B5EF4-FFF2-40B4-BE49-F238E27FC236}">
                <a16:creationId xmlns:a16="http://schemas.microsoft.com/office/drawing/2014/main" id="{15CFFDA6-8C4F-4733-BF2C-93381D0B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64" y="3044088"/>
            <a:ext cx="80596" cy="67945"/>
          </a:xfrm>
          <a:custGeom xmlns:a="http://schemas.openxmlformats.org/drawingml/2006/main">
            <a:pathLst>
              <a:path w="80596" h="67945">
                <a:moveTo>
                  <a:pt x="13219" y="4264"/>
                </a:moveTo>
                <a:lnTo>
                  <a:pt x="38024" y="0"/>
                </a:lnTo>
                <a:cubicBezTo>
                  <a:pt x="42525" y="7067"/>
                  <a:pt x="45699" y="14846"/>
                  <a:pt x="47547" y="23336"/>
                </a:cubicBezTo>
                <a:cubicBezTo>
                  <a:pt x="52191" y="16458"/>
                  <a:pt x="55697" y="11644"/>
                  <a:pt x="58066" y="8893"/>
                </a:cubicBezTo>
                <a:cubicBezTo>
                  <a:pt x="61241" y="5194"/>
                  <a:pt x="63858" y="2787"/>
                  <a:pt x="65919" y="1672"/>
                </a:cubicBezTo>
                <a:cubicBezTo>
                  <a:pt x="67981" y="557"/>
                  <a:pt x="70172" y="0"/>
                  <a:pt x="72494" y="0"/>
                </a:cubicBezTo>
                <a:cubicBezTo>
                  <a:pt x="75100" y="0"/>
                  <a:pt x="77102" y="717"/>
                  <a:pt x="78499" y="2152"/>
                </a:cubicBezTo>
                <a:cubicBezTo>
                  <a:pt x="79897" y="3585"/>
                  <a:pt x="80596" y="5521"/>
                  <a:pt x="80596" y="7960"/>
                </a:cubicBezTo>
                <a:cubicBezTo>
                  <a:pt x="80596" y="10255"/>
                  <a:pt x="79897" y="12132"/>
                  <a:pt x="78499" y="13590"/>
                </a:cubicBezTo>
                <a:cubicBezTo>
                  <a:pt x="77102" y="15049"/>
                  <a:pt x="75360" y="15778"/>
                  <a:pt x="73275" y="15778"/>
                </a:cubicBezTo>
                <a:cubicBezTo>
                  <a:pt x="71759" y="15778"/>
                  <a:pt x="70018" y="15494"/>
                  <a:pt x="68052" y="14925"/>
                </a:cubicBezTo>
                <a:cubicBezTo>
                  <a:pt x="66085" y="14357"/>
                  <a:pt x="64723" y="14072"/>
                  <a:pt x="63965" y="14072"/>
                </a:cubicBezTo>
                <a:cubicBezTo>
                  <a:pt x="61975" y="14072"/>
                  <a:pt x="60080" y="14781"/>
                  <a:pt x="58279" y="16198"/>
                </a:cubicBezTo>
                <a:cubicBezTo>
                  <a:pt x="55815" y="18135"/>
                  <a:pt x="52783" y="22269"/>
                  <a:pt x="49182" y="28600"/>
                </a:cubicBezTo>
                <a:cubicBezTo>
                  <a:pt x="53209" y="42835"/>
                  <a:pt x="56431" y="51518"/>
                  <a:pt x="58848" y="54650"/>
                </a:cubicBezTo>
                <a:cubicBezTo>
                  <a:pt x="60269" y="56501"/>
                  <a:pt x="61714" y="57426"/>
                  <a:pt x="63183" y="57426"/>
                </a:cubicBezTo>
                <a:cubicBezTo>
                  <a:pt x="64415" y="57426"/>
                  <a:pt x="65481" y="57092"/>
                  <a:pt x="66381" y="56425"/>
                </a:cubicBezTo>
                <a:cubicBezTo>
                  <a:pt x="67756" y="55345"/>
                  <a:pt x="69864" y="52647"/>
                  <a:pt x="72707" y="48329"/>
                </a:cubicBezTo>
                <a:lnTo>
                  <a:pt x="75265" y="49877"/>
                </a:lnTo>
                <a:cubicBezTo>
                  <a:pt x="71096" y="56859"/>
                  <a:pt x="67021" y="61775"/>
                  <a:pt x="63041" y="64627"/>
                </a:cubicBezTo>
                <a:cubicBezTo>
                  <a:pt x="60009" y="66839"/>
                  <a:pt x="57024" y="67945"/>
                  <a:pt x="54086" y="67945"/>
                </a:cubicBezTo>
                <a:cubicBezTo>
                  <a:pt x="51054" y="67945"/>
                  <a:pt x="48530" y="67267"/>
                  <a:pt x="46517" y="65911"/>
                </a:cubicBezTo>
                <a:cubicBezTo>
                  <a:pt x="44503" y="64553"/>
                  <a:pt x="42714" y="62338"/>
                  <a:pt x="41151" y="59268"/>
                </a:cubicBezTo>
                <a:cubicBezTo>
                  <a:pt x="39587" y="56197"/>
                  <a:pt x="37739" y="51281"/>
                  <a:pt x="35607" y="44520"/>
                </a:cubicBezTo>
                <a:cubicBezTo>
                  <a:pt x="30064" y="51614"/>
                  <a:pt x="25716" y="56792"/>
                  <a:pt x="22565" y="60054"/>
                </a:cubicBezTo>
                <a:cubicBezTo>
                  <a:pt x="19415" y="63314"/>
                  <a:pt x="16797" y="65444"/>
                  <a:pt x="14712" y="66444"/>
                </a:cubicBezTo>
                <a:cubicBezTo>
                  <a:pt x="12627" y="67445"/>
                  <a:pt x="10400" y="67945"/>
                  <a:pt x="8031" y="67945"/>
                </a:cubicBezTo>
                <a:cubicBezTo>
                  <a:pt x="5567" y="67945"/>
                  <a:pt x="3613" y="67231"/>
                  <a:pt x="2168" y="65804"/>
                </a:cubicBezTo>
                <a:cubicBezTo>
                  <a:pt x="723" y="64375"/>
                  <a:pt x="0" y="62519"/>
                  <a:pt x="0" y="60236"/>
                </a:cubicBezTo>
                <a:cubicBezTo>
                  <a:pt x="0" y="57808"/>
                  <a:pt x="782" y="55809"/>
                  <a:pt x="2345" y="54239"/>
                </a:cubicBezTo>
                <a:cubicBezTo>
                  <a:pt x="3909" y="52668"/>
                  <a:pt x="5899" y="51883"/>
                  <a:pt x="8315" y="51883"/>
                </a:cubicBezTo>
                <a:cubicBezTo>
                  <a:pt x="9595" y="51883"/>
                  <a:pt x="11040" y="52281"/>
                  <a:pt x="12651" y="53078"/>
                </a:cubicBezTo>
                <a:cubicBezTo>
                  <a:pt x="15020" y="54271"/>
                  <a:pt x="16726" y="54868"/>
                  <a:pt x="17768" y="54868"/>
                </a:cubicBezTo>
                <a:cubicBezTo>
                  <a:pt x="19142" y="54868"/>
                  <a:pt x="20374" y="54582"/>
                  <a:pt x="21464" y="54010"/>
                </a:cubicBezTo>
                <a:cubicBezTo>
                  <a:pt x="22885" y="53295"/>
                  <a:pt x="24686" y="51746"/>
                  <a:pt x="26865" y="49362"/>
                </a:cubicBezTo>
                <a:cubicBezTo>
                  <a:pt x="28192" y="47884"/>
                  <a:pt x="30632" y="44738"/>
                  <a:pt x="34186" y="39923"/>
                </a:cubicBezTo>
                <a:cubicBezTo>
                  <a:pt x="29637" y="23028"/>
                  <a:pt x="26084" y="12920"/>
                  <a:pt x="23525" y="9599"/>
                </a:cubicBezTo>
                <a:cubicBezTo>
                  <a:pt x="21914" y="7464"/>
                  <a:pt x="19877" y="6396"/>
                  <a:pt x="17413" y="6396"/>
                </a:cubicBezTo>
                <a:cubicBezTo>
                  <a:pt x="16133" y="6396"/>
                  <a:pt x="14570" y="6586"/>
                  <a:pt x="12722" y="6965"/>
                </a:cubicBezTo>
                <a:lnTo>
                  <a:pt x="13219" y="4264"/>
                </a:lnTo>
                <a:close/>
              </a:path>
            </a:pathLst>
          </a:custGeom>
          <a:solidFill xmlns:a="http://schemas.openxmlformats.org/drawingml/2006/main">
            <a:srgbClr val="009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3">
            <a:extLst xmlns:a="http://schemas.openxmlformats.org/drawingml/2006/main">
              <a:ext uri="{FF2B5EF4-FFF2-40B4-BE49-F238E27FC236}">
                <a16:creationId xmlns:a16="http://schemas.microsoft.com/office/drawing/2014/main" id="{D1669A8B-F2AE-42A6-A447-26901B73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685" y="3080371"/>
            <a:ext cx="44396" cy="66997"/>
          </a:xfrm>
          <a:custGeom xmlns:a="http://schemas.openxmlformats.org/drawingml/2006/main">
            <a:pathLst>
              <a:path w="44396" h="66997">
                <a:moveTo>
                  <a:pt x="11182" y="30703"/>
                </a:moveTo>
                <a:lnTo>
                  <a:pt x="11798" y="28618"/>
                </a:lnTo>
                <a:cubicBezTo>
                  <a:pt x="16189" y="27991"/>
                  <a:pt x="19726" y="27065"/>
                  <a:pt x="22411" y="25841"/>
                </a:cubicBezTo>
                <a:cubicBezTo>
                  <a:pt x="26012" y="24272"/>
                  <a:pt x="28634" y="22428"/>
                  <a:pt x="30277" y="20307"/>
                </a:cubicBezTo>
                <a:cubicBezTo>
                  <a:pt x="31919" y="18187"/>
                  <a:pt x="32741" y="15908"/>
                  <a:pt x="32741" y="13471"/>
                </a:cubicBezTo>
                <a:cubicBezTo>
                  <a:pt x="32741" y="11382"/>
                  <a:pt x="31998" y="9594"/>
                  <a:pt x="30514" y="8107"/>
                </a:cubicBezTo>
                <a:cubicBezTo>
                  <a:pt x="29029" y="6619"/>
                  <a:pt x="27181" y="5875"/>
                  <a:pt x="24970" y="5875"/>
                </a:cubicBezTo>
                <a:cubicBezTo>
                  <a:pt x="23233" y="5875"/>
                  <a:pt x="21622" y="6333"/>
                  <a:pt x="20137" y="7249"/>
                </a:cubicBezTo>
                <a:cubicBezTo>
                  <a:pt x="18653" y="8165"/>
                  <a:pt x="17042" y="9761"/>
                  <a:pt x="15304" y="12035"/>
                </a:cubicBezTo>
                <a:lnTo>
                  <a:pt x="13409" y="11087"/>
                </a:lnTo>
                <a:cubicBezTo>
                  <a:pt x="16062" y="7107"/>
                  <a:pt x="18724" y="4264"/>
                  <a:pt x="21393" y="2559"/>
                </a:cubicBezTo>
                <a:cubicBezTo>
                  <a:pt x="24062" y="853"/>
                  <a:pt x="27055" y="0"/>
                  <a:pt x="30372" y="0"/>
                </a:cubicBezTo>
                <a:cubicBezTo>
                  <a:pt x="34541" y="0"/>
                  <a:pt x="37921" y="1179"/>
                  <a:pt x="40511" y="3536"/>
                </a:cubicBezTo>
                <a:cubicBezTo>
                  <a:pt x="43101" y="5892"/>
                  <a:pt x="44396" y="8715"/>
                  <a:pt x="44396" y="12005"/>
                </a:cubicBezTo>
                <a:cubicBezTo>
                  <a:pt x="44396" y="14599"/>
                  <a:pt x="43765" y="16861"/>
                  <a:pt x="42501" y="18791"/>
                </a:cubicBezTo>
                <a:cubicBezTo>
                  <a:pt x="41238" y="20721"/>
                  <a:pt x="39374" y="22398"/>
                  <a:pt x="36910" y="23821"/>
                </a:cubicBezTo>
                <a:cubicBezTo>
                  <a:pt x="35110" y="24864"/>
                  <a:pt x="32283" y="25924"/>
                  <a:pt x="28429" y="27000"/>
                </a:cubicBezTo>
                <a:cubicBezTo>
                  <a:pt x="31935" y="28518"/>
                  <a:pt x="34399" y="30226"/>
                  <a:pt x="35820" y="32125"/>
                </a:cubicBezTo>
                <a:cubicBezTo>
                  <a:pt x="37937" y="34940"/>
                  <a:pt x="38995" y="38340"/>
                  <a:pt x="38995" y="42325"/>
                </a:cubicBezTo>
                <a:cubicBezTo>
                  <a:pt x="38995" y="49791"/>
                  <a:pt x="35773" y="55959"/>
                  <a:pt x="29329" y="60829"/>
                </a:cubicBezTo>
                <a:cubicBezTo>
                  <a:pt x="23928" y="64941"/>
                  <a:pt x="17673" y="66997"/>
                  <a:pt x="10566" y="66997"/>
                </a:cubicBezTo>
                <a:cubicBezTo>
                  <a:pt x="6776" y="66997"/>
                  <a:pt x="3917" y="66284"/>
                  <a:pt x="1990" y="64856"/>
                </a:cubicBezTo>
                <a:cubicBezTo>
                  <a:pt x="663" y="63873"/>
                  <a:pt x="0" y="62573"/>
                  <a:pt x="0" y="60955"/>
                </a:cubicBezTo>
                <a:cubicBezTo>
                  <a:pt x="0" y="59495"/>
                  <a:pt x="505" y="58289"/>
                  <a:pt x="1516" y="57338"/>
                </a:cubicBezTo>
                <a:cubicBezTo>
                  <a:pt x="2527" y="56386"/>
                  <a:pt x="3775" y="55910"/>
                  <a:pt x="5259" y="55910"/>
                </a:cubicBezTo>
                <a:cubicBezTo>
                  <a:pt x="6017" y="55910"/>
                  <a:pt x="6744" y="56069"/>
                  <a:pt x="7439" y="56387"/>
                </a:cubicBezTo>
                <a:cubicBezTo>
                  <a:pt x="8639" y="56896"/>
                  <a:pt x="10440" y="57971"/>
                  <a:pt x="12840" y="59610"/>
                </a:cubicBezTo>
                <a:cubicBezTo>
                  <a:pt x="15241" y="61250"/>
                  <a:pt x="17231" y="62070"/>
                  <a:pt x="18810" y="62070"/>
                </a:cubicBezTo>
                <a:cubicBezTo>
                  <a:pt x="20769" y="62070"/>
                  <a:pt x="22490" y="61073"/>
                  <a:pt x="23975" y="59080"/>
                </a:cubicBezTo>
                <a:cubicBezTo>
                  <a:pt x="26155" y="56138"/>
                  <a:pt x="27244" y="52452"/>
                  <a:pt x="27244" y="48024"/>
                </a:cubicBezTo>
                <a:cubicBezTo>
                  <a:pt x="27244" y="44575"/>
                  <a:pt x="26549" y="41554"/>
                  <a:pt x="25160" y="38959"/>
                </a:cubicBezTo>
                <a:cubicBezTo>
                  <a:pt x="23770" y="36365"/>
                  <a:pt x="21985" y="34444"/>
                  <a:pt x="19805" y="33195"/>
                </a:cubicBezTo>
                <a:cubicBezTo>
                  <a:pt x="17626" y="31945"/>
                  <a:pt x="14751" y="31115"/>
                  <a:pt x="11182" y="30703"/>
                </a:cubicBezTo>
                <a:close/>
              </a:path>
            </a:pathLst>
          </a:custGeom>
          <a:solidFill xmlns:a="http://schemas.openxmlformats.org/drawingml/2006/main">
            <a:srgbClr val="009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,seq=arb">
            <a:extLst xmlns:a="http://schemas.openxmlformats.org/drawingml/2006/main">
              <a:ext uri="{FF2B5EF4-FFF2-40B4-BE49-F238E27FC236}">
                <a16:creationId xmlns:a16="http://schemas.microsoft.com/office/drawing/2014/main" id="{27A0503E-3C96-461D-970A-757D3B3D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837" y="3008979"/>
            <a:ext cx="538925" cy="132194"/>
          </a:xfrm>
          <a:custGeom xmlns:a="http://schemas.openxmlformats.org/drawingml/2006/main">
            <a:pathLst>
              <a:path w="538925" h="132194">
                <a:moveTo>
                  <a:pt x="0" y="125371"/>
                </a:moveTo>
                <a:lnTo>
                  <a:pt x="0" y="122244"/>
                </a:lnTo>
                <a:cubicBezTo>
                  <a:pt x="4880" y="120627"/>
                  <a:pt x="8659" y="118118"/>
                  <a:pt x="11336" y="114717"/>
                </a:cubicBezTo>
                <a:cubicBezTo>
                  <a:pt x="14013" y="111318"/>
                  <a:pt x="15352" y="107715"/>
                  <a:pt x="15352" y="103910"/>
                </a:cubicBezTo>
                <a:cubicBezTo>
                  <a:pt x="15352" y="103008"/>
                  <a:pt x="15138" y="102249"/>
                  <a:pt x="14712" y="101633"/>
                </a:cubicBezTo>
                <a:cubicBezTo>
                  <a:pt x="14380" y="101207"/>
                  <a:pt x="14049" y="100994"/>
                  <a:pt x="13717" y="100994"/>
                </a:cubicBezTo>
                <a:cubicBezTo>
                  <a:pt x="13196" y="100994"/>
                  <a:pt x="12059" y="101467"/>
                  <a:pt x="10305" y="102415"/>
                </a:cubicBezTo>
                <a:cubicBezTo>
                  <a:pt x="9453" y="102842"/>
                  <a:pt x="8552" y="103055"/>
                  <a:pt x="7605" y="103055"/>
                </a:cubicBezTo>
                <a:cubicBezTo>
                  <a:pt x="5283" y="103055"/>
                  <a:pt x="3435" y="102368"/>
                  <a:pt x="2061" y="100994"/>
                </a:cubicBezTo>
                <a:cubicBezTo>
                  <a:pt x="687" y="99620"/>
                  <a:pt x="0" y="97724"/>
                  <a:pt x="0" y="95308"/>
                </a:cubicBezTo>
                <a:cubicBezTo>
                  <a:pt x="0" y="92986"/>
                  <a:pt x="888" y="90996"/>
                  <a:pt x="2665" y="89338"/>
                </a:cubicBezTo>
                <a:cubicBezTo>
                  <a:pt x="4442" y="87679"/>
                  <a:pt x="6610" y="86850"/>
                  <a:pt x="9168" y="86850"/>
                </a:cubicBezTo>
                <a:cubicBezTo>
                  <a:pt x="12295" y="86850"/>
                  <a:pt x="15079" y="88215"/>
                  <a:pt x="17519" y="90946"/>
                </a:cubicBezTo>
                <a:cubicBezTo>
                  <a:pt x="19959" y="93675"/>
                  <a:pt x="21180" y="97293"/>
                  <a:pt x="21180" y="101802"/>
                </a:cubicBezTo>
                <a:cubicBezTo>
                  <a:pt x="21180" y="106693"/>
                  <a:pt x="19486" y="111238"/>
                  <a:pt x="16098" y="115439"/>
                </a:cubicBezTo>
                <a:cubicBezTo>
                  <a:pt x="12710" y="119640"/>
                  <a:pt x="7344" y="122951"/>
                  <a:pt x="0" y="125371"/>
                </a:cubicBezTo>
                <a:close/>
                <a:moveTo>
                  <a:pt x="111583" y="34115"/>
                </a:moveTo>
                <a:lnTo>
                  <a:pt x="111583" y="56147"/>
                </a:lnTo>
                <a:lnTo>
                  <a:pt x="109238" y="56147"/>
                </a:lnTo>
                <a:cubicBezTo>
                  <a:pt x="107437" y="49237"/>
                  <a:pt x="105127" y="44536"/>
                  <a:pt x="102308" y="42046"/>
                </a:cubicBezTo>
                <a:cubicBezTo>
                  <a:pt x="99489" y="39554"/>
                  <a:pt x="95900" y="38308"/>
                  <a:pt x="91541" y="38308"/>
                </a:cubicBezTo>
                <a:cubicBezTo>
                  <a:pt x="88224" y="38308"/>
                  <a:pt x="85547" y="39184"/>
                  <a:pt x="83510" y="40935"/>
                </a:cubicBezTo>
                <a:cubicBezTo>
                  <a:pt x="81472" y="42686"/>
                  <a:pt x="80453" y="44626"/>
                  <a:pt x="80453" y="46757"/>
                </a:cubicBezTo>
                <a:cubicBezTo>
                  <a:pt x="80453" y="49407"/>
                  <a:pt x="81212" y="51678"/>
                  <a:pt x="82728" y="53571"/>
                </a:cubicBezTo>
                <a:cubicBezTo>
                  <a:pt x="84197" y="55512"/>
                  <a:pt x="87182" y="57571"/>
                  <a:pt x="91683" y="59747"/>
                </a:cubicBezTo>
                <a:lnTo>
                  <a:pt x="102059" y="64789"/>
                </a:lnTo>
                <a:cubicBezTo>
                  <a:pt x="111678" y="69474"/>
                  <a:pt x="116487" y="75650"/>
                  <a:pt x="116487" y="83319"/>
                </a:cubicBezTo>
                <a:cubicBezTo>
                  <a:pt x="116487" y="89234"/>
                  <a:pt x="114248" y="94003"/>
                  <a:pt x="109771" y="97624"/>
                </a:cubicBezTo>
                <a:cubicBezTo>
                  <a:pt x="105293" y="101245"/>
                  <a:pt x="100283" y="103055"/>
                  <a:pt x="94739" y="103055"/>
                </a:cubicBezTo>
                <a:cubicBezTo>
                  <a:pt x="90759" y="103055"/>
                  <a:pt x="86210" y="102344"/>
                  <a:pt x="81093" y="100923"/>
                </a:cubicBezTo>
                <a:cubicBezTo>
                  <a:pt x="79530" y="100449"/>
                  <a:pt x="78250" y="100212"/>
                  <a:pt x="77255" y="100212"/>
                </a:cubicBezTo>
                <a:cubicBezTo>
                  <a:pt x="76165" y="100212"/>
                  <a:pt x="75313" y="100828"/>
                  <a:pt x="74697" y="102060"/>
                </a:cubicBezTo>
                <a:lnTo>
                  <a:pt x="72351" y="102060"/>
                </a:lnTo>
                <a:lnTo>
                  <a:pt x="72351" y="78748"/>
                </a:lnTo>
                <a:lnTo>
                  <a:pt x="74697" y="78748"/>
                </a:lnTo>
                <a:cubicBezTo>
                  <a:pt x="76023" y="85405"/>
                  <a:pt x="78558" y="90422"/>
                  <a:pt x="82301" y="93798"/>
                </a:cubicBezTo>
                <a:cubicBezTo>
                  <a:pt x="86044" y="97173"/>
                  <a:pt x="90238" y="98861"/>
                  <a:pt x="94881" y="98861"/>
                </a:cubicBezTo>
                <a:cubicBezTo>
                  <a:pt x="98150" y="98861"/>
                  <a:pt x="100816" y="97903"/>
                  <a:pt x="102877" y="95987"/>
                </a:cubicBezTo>
                <a:cubicBezTo>
                  <a:pt x="104938" y="94070"/>
                  <a:pt x="105968" y="91762"/>
                  <a:pt x="105968" y="89065"/>
                </a:cubicBezTo>
                <a:cubicBezTo>
                  <a:pt x="105968" y="85798"/>
                  <a:pt x="104819" y="83053"/>
                  <a:pt x="102521" y="80829"/>
                </a:cubicBezTo>
                <a:cubicBezTo>
                  <a:pt x="100223" y="78605"/>
                  <a:pt x="95639" y="75790"/>
                  <a:pt x="88769" y="72383"/>
                </a:cubicBezTo>
                <a:cubicBezTo>
                  <a:pt x="81899" y="68974"/>
                  <a:pt x="77397" y="65897"/>
                  <a:pt x="75265" y="63152"/>
                </a:cubicBezTo>
                <a:cubicBezTo>
                  <a:pt x="73133" y="60454"/>
                  <a:pt x="72067" y="57047"/>
                  <a:pt x="72067" y="52929"/>
                </a:cubicBezTo>
                <a:cubicBezTo>
                  <a:pt x="72067" y="47581"/>
                  <a:pt x="73903" y="43108"/>
                  <a:pt x="77575" y="39512"/>
                </a:cubicBezTo>
                <a:cubicBezTo>
                  <a:pt x="81247" y="35914"/>
                  <a:pt x="85997" y="34115"/>
                  <a:pt x="91825" y="34115"/>
                </a:cubicBezTo>
                <a:cubicBezTo>
                  <a:pt x="94384" y="34115"/>
                  <a:pt x="97487" y="34660"/>
                  <a:pt x="101135" y="35749"/>
                </a:cubicBezTo>
                <a:cubicBezTo>
                  <a:pt x="103552" y="36460"/>
                  <a:pt x="105163" y="36815"/>
                  <a:pt x="105968" y="36815"/>
                </a:cubicBezTo>
                <a:cubicBezTo>
                  <a:pt x="106726" y="36815"/>
                  <a:pt x="107319" y="36650"/>
                  <a:pt x="107745" y="36318"/>
                </a:cubicBezTo>
                <a:cubicBezTo>
                  <a:pt x="108172" y="35986"/>
                  <a:pt x="108669" y="35252"/>
                  <a:pt x="109238" y="34115"/>
                </a:cubicBezTo>
                <a:lnTo>
                  <a:pt x="111583" y="34115"/>
                </a:lnTo>
                <a:close/>
                <a:moveTo>
                  <a:pt x="137221" y="60554"/>
                </a:moveTo>
                <a:cubicBezTo>
                  <a:pt x="137173" y="70197"/>
                  <a:pt x="139519" y="77761"/>
                  <a:pt x="144257" y="83246"/>
                </a:cubicBezTo>
                <a:cubicBezTo>
                  <a:pt x="148995" y="88728"/>
                  <a:pt x="154562" y="91470"/>
                  <a:pt x="160959" y="91470"/>
                </a:cubicBezTo>
                <a:cubicBezTo>
                  <a:pt x="165223" y="91470"/>
                  <a:pt x="168931" y="90297"/>
                  <a:pt x="172081" y="87952"/>
                </a:cubicBezTo>
                <a:cubicBezTo>
                  <a:pt x="175232" y="85606"/>
                  <a:pt x="177874" y="81591"/>
                  <a:pt x="180006" y="75905"/>
                </a:cubicBezTo>
                <a:lnTo>
                  <a:pt x="182209" y="77327"/>
                </a:lnTo>
                <a:cubicBezTo>
                  <a:pt x="181214" y="83818"/>
                  <a:pt x="178324" y="89729"/>
                  <a:pt x="173538" y="95059"/>
                </a:cubicBezTo>
                <a:cubicBezTo>
                  <a:pt x="168753" y="100390"/>
                  <a:pt x="162759" y="103055"/>
                  <a:pt x="155557" y="103055"/>
                </a:cubicBezTo>
                <a:cubicBezTo>
                  <a:pt x="147739" y="103055"/>
                  <a:pt x="141047" y="100017"/>
                  <a:pt x="135479" y="93942"/>
                </a:cubicBezTo>
                <a:cubicBezTo>
                  <a:pt x="129912" y="87865"/>
                  <a:pt x="127128" y="79696"/>
                  <a:pt x="127128" y="69435"/>
                </a:cubicBezTo>
                <a:cubicBezTo>
                  <a:pt x="127128" y="58324"/>
                  <a:pt x="129983" y="49660"/>
                  <a:pt x="135693" y="43443"/>
                </a:cubicBezTo>
                <a:cubicBezTo>
                  <a:pt x="141402" y="37224"/>
                  <a:pt x="148568" y="34115"/>
                  <a:pt x="157192" y="34115"/>
                </a:cubicBezTo>
                <a:cubicBezTo>
                  <a:pt x="164489" y="34115"/>
                  <a:pt x="170482" y="36513"/>
                  <a:pt x="175173" y="41311"/>
                </a:cubicBezTo>
                <a:cubicBezTo>
                  <a:pt x="179864" y="46107"/>
                  <a:pt x="182209" y="52521"/>
                  <a:pt x="182209" y="60554"/>
                </a:cubicBezTo>
                <a:lnTo>
                  <a:pt x="137221" y="60554"/>
                </a:lnTo>
                <a:moveTo>
                  <a:pt x="137221" y="56431"/>
                </a:moveTo>
                <a:lnTo>
                  <a:pt x="167355" y="56431"/>
                </a:lnTo>
                <a:cubicBezTo>
                  <a:pt x="167118" y="52262"/>
                  <a:pt x="166621" y="49324"/>
                  <a:pt x="165863" y="47618"/>
                </a:cubicBezTo>
                <a:cubicBezTo>
                  <a:pt x="164678" y="44965"/>
                  <a:pt x="162913" y="42880"/>
                  <a:pt x="160568" y="41364"/>
                </a:cubicBezTo>
                <a:cubicBezTo>
                  <a:pt x="158222" y="39848"/>
                  <a:pt x="155770" y="39090"/>
                  <a:pt x="153212" y="39090"/>
                </a:cubicBezTo>
                <a:cubicBezTo>
                  <a:pt x="149279" y="39090"/>
                  <a:pt x="145761" y="40618"/>
                  <a:pt x="142658" y="43674"/>
                </a:cubicBezTo>
                <a:cubicBezTo>
                  <a:pt x="139554" y="46730"/>
                  <a:pt x="137742" y="50982"/>
                  <a:pt x="137221" y="56431"/>
                </a:cubicBezTo>
                <a:close/>
                <a:moveTo>
                  <a:pt x="248441" y="34115"/>
                </a:moveTo>
                <a:lnTo>
                  <a:pt x="248441" y="117776"/>
                </a:lnTo>
                <a:cubicBezTo>
                  <a:pt x="248441" y="121942"/>
                  <a:pt x="248725" y="124617"/>
                  <a:pt x="249294" y="125800"/>
                </a:cubicBezTo>
                <a:cubicBezTo>
                  <a:pt x="249862" y="126985"/>
                  <a:pt x="250751" y="127908"/>
                  <a:pt x="251959" y="128570"/>
                </a:cubicBezTo>
                <a:cubicBezTo>
                  <a:pt x="253167" y="129233"/>
                  <a:pt x="255524" y="129565"/>
                  <a:pt x="259031" y="129565"/>
                </a:cubicBezTo>
                <a:lnTo>
                  <a:pt x="259031" y="132194"/>
                </a:lnTo>
                <a:lnTo>
                  <a:pt x="226195" y="132194"/>
                </a:lnTo>
                <a:lnTo>
                  <a:pt x="226195" y="129565"/>
                </a:lnTo>
                <a:lnTo>
                  <a:pt x="227546" y="129565"/>
                </a:lnTo>
                <a:cubicBezTo>
                  <a:pt x="230199" y="129565"/>
                  <a:pt x="232213" y="129186"/>
                  <a:pt x="233587" y="128428"/>
                </a:cubicBezTo>
                <a:cubicBezTo>
                  <a:pt x="234534" y="127906"/>
                  <a:pt x="235292" y="126971"/>
                  <a:pt x="235861" y="125620"/>
                </a:cubicBezTo>
                <a:cubicBezTo>
                  <a:pt x="236430" y="124270"/>
                  <a:pt x="236714" y="121652"/>
                  <a:pt x="236714" y="117767"/>
                </a:cubicBezTo>
                <a:lnTo>
                  <a:pt x="236714" y="89764"/>
                </a:lnTo>
                <a:cubicBezTo>
                  <a:pt x="232402" y="94881"/>
                  <a:pt x="228635" y="98376"/>
                  <a:pt x="225413" y="100247"/>
                </a:cubicBezTo>
                <a:cubicBezTo>
                  <a:pt x="222191" y="102119"/>
                  <a:pt x="218851" y="103055"/>
                  <a:pt x="215392" y="103055"/>
                </a:cubicBezTo>
                <a:cubicBezTo>
                  <a:pt x="209090" y="103055"/>
                  <a:pt x="203464" y="100191"/>
                  <a:pt x="198513" y="94464"/>
                </a:cubicBezTo>
                <a:cubicBezTo>
                  <a:pt x="193561" y="88737"/>
                  <a:pt x="191086" y="81069"/>
                  <a:pt x="191086" y="71461"/>
                </a:cubicBezTo>
                <a:cubicBezTo>
                  <a:pt x="191086" y="60431"/>
                  <a:pt x="194355" y="51450"/>
                  <a:pt x="200893" y="44516"/>
                </a:cubicBezTo>
                <a:cubicBezTo>
                  <a:pt x="207432" y="37582"/>
                  <a:pt x="215321" y="34115"/>
                  <a:pt x="224561" y="34115"/>
                </a:cubicBezTo>
                <a:cubicBezTo>
                  <a:pt x="227261" y="34115"/>
                  <a:pt x="229749" y="34494"/>
                  <a:pt x="232023" y="35252"/>
                </a:cubicBezTo>
                <a:cubicBezTo>
                  <a:pt x="234297" y="36010"/>
                  <a:pt x="236335" y="37147"/>
                  <a:pt x="238135" y="38663"/>
                </a:cubicBezTo>
                <a:cubicBezTo>
                  <a:pt x="240883" y="37337"/>
                  <a:pt x="243513" y="35820"/>
                  <a:pt x="246024" y="34115"/>
                </a:cubicBezTo>
                <a:lnTo>
                  <a:pt x="248441" y="34115"/>
                </a:lnTo>
                <a:moveTo>
                  <a:pt x="236714" y="85298"/>
                </a:moveTo>
                <a:lnTo>
                  <a:pt x="236714" y="54777"/>
                </a:lnTo>
                <a:cubicBezTo>
                  <a:pt x="236714" y="51228"/>
                  <a:pt x="236252" y="48436"/>
                  <a:pt x="235328" y="46401"/>
                </a:cubicBezTo>
                <a:cubicBezTo>
                  <a:pt x="234404" y="44365"/>
                  <a:pt x="232758" y="42638"/>
                  <a:pt x="230388" y="41220"/>
                </a:cubicBezTo>
                <a:cubicBezTo>
                  <a:pt x="228019" y="39800"/>
                  <a:pt x="225342" y="39090"/>
                  <a:pt x="222357" y="39090"/>
                </a:cubicBezTo>
                <a:cubicBezTo>
                  <a:pt x="217051" y="39090"/>
                  <a:pt x="212502" y="41337"/>
                  <a:pt x="208711" y="45833"/>
                </a:cubicBezTo>
                <a:cubicBezTo>
                  <a:pt x="204921" y="50328"/>
                  <a:pt x="203026" y="57142"/>
                  <a:pt x="203026" y="66275"/>
                </a:cubicBezTo>
                <a:cubicBezTo>
                  <a:pt x="203026" y="75029"/>
                  <a:pt x="204956" y="81677"/>
                  <a:pt x="208818" y="86219"/>
                </a:cubicBezTo>
                <a:cubicBezTo>
                  <a:pt x="212680" y="90762"/>
                  <a:pt x="217335" y="93034"/>
                  <a:pt x="222784" y="93034"/>
                </a:cubicBezTo>
                <a:cubicBezTo>
                  <a:pt x="225579" y="93034"/>
                  <a:pt x="228067" y="92430"/>
                  <a:pt x="230246" y="91223"/>
                </a:cubicBezTo>
                <a:cubicBezTo>
                  <a:pt x="232426" y="90017"/>
                  <a:pt x="234582" y="88041"/>
                  <a:pt x="236714" y="85298"/>
                </a:cubicBezTo>
                <a:close/>
                <a:moveTo>
                  <a:pt x="261660" y="38237"/>
                </a:moveTo>
                <a:lnTo>
                  <a:pt x="338347" y="38237"/>
                </a:lnTo>
                <a:lnTo>
                  <a:pt x="338347" y="44136"/>
                </a:lnTo>
                <a:lnTo>
                  <a:pt x="261660" y="44136"/>
                </a:lnTo>
                <a:lnTo>
                  <a:pt x="261660" y="38237"/>
                </a:lnTo>
                <a:moveTo>
                  <a:pt x="261660" y="61335"/>
                </a:moveTo>
                <a:lnTo>
                  <a:pt x="338347" y="61335"/>
                </a:lnTo>
                <a:lnTo>
                  <a:pt x="338347" y="67234"/>
                </a:lnTo>
                <a:lnTo>
                  <a:pt x="261660" y="67234"/>
                </a:lnTo>
                <a:lnTo>
                  <a:pt x="261660" y="61335"/>
                </a:lnTo>
                <a:close/>
                <a:moveTo>
                  <a:pt x="409380" y="36673"/>
                </a:moveTo>
                <a:lnTo>
                  <a:pt x="395521" y="84934"/>
                </a:lnTo>
                <a:lnTo>
                  <a:pt x="393958" y="91419"/>
                </a:lnTo>
                <a:cubicBezTo>
                  <a:pt x="393816" y="92027"/>
                  <a:pt x="393744" y="92542"/>
                  <a:pt x="393744" y="92962"/>
                </a:cubicBezTo>
                <a:cubicBezTo>
                  <a:pt x="393744" y="93721"/>
                  <a:pt x="393981" y="94384"/>
                  <a:pt x="394455" y="94952"/>
                </a:cubicBezTo>
                <a:cubicBezTo>
                  <a:pt x="394834" y="95379"/>
                  <a:pt x="395308" y="95592"/>
                  <a:pt x="395877" y="95592"/>
                </a:cubicBezTo>
                <a:cubicBezTo>
                  <a:pt x="396493" y="95592"/>
                  <a:pt x="397298" y="95213"/>
                  <a:pt x="398293" y="94455"/>
                </a:cubicBezTo>
                <a:cubicBezTo>
                  <a:pt x="400141" y="93081"/>
                  <a:pt x="402605" y="90238"/>
                  <a:pt x="405685" y="85926"/>
                </a:cubicBezTo>
                <a:lnTo>
                  <a:pt x="408101" y="87632"/>
                </a:lnTo>
                <a:cubicBezTo>
                  <a:pt x="404832" y="92560"/>
                  <a:pt x="401468" y="96315"/>
                  <a:pt x="398009" y="98897"/>
                </a:cubicBezTo>
                <a:cubicBezTo>
                  <a:pt x="394550" y="101479"/>
                  <a:pt x="391352" y="102770"/>
                  <a:pt x="388414" y="102770"/>
                </a:cubicBezTo>
                <a:cubicBezTo>
                  <a:pt x="386377" y="102770"/>
                  <a:pt x="384849" y="102261"/>
                  <a:pt x="383830" y="101242"/>
                </a:cubicBezTo>
                <a:cubicBezTo>
                  <a:pt x="382811" y="100224"/>
                  <a:pt x="382302" y="98743"/>
                  <a:pt x="382302" y="96800"/>
                </a:cubicBezTo>
                <a:cubicBezTo>
                  <a:pt x="382302" y="94479"/>
                  <a:pt x="382823" y="91423"/>
                  <a:pt x="383865" y="87632"/>
                </a:cubicBezTo>
                <a:lnTo>
                  <a:pt x="385358" y="82126"/>
                </a:lnTo>
                <a:cubicBezTo>
                  <a:pt x="379151" y="90298"/>
                  <a:pt x="373442" y="96009"/>
                  <a:pt x="368230" y="99259"/>
                </a:cubicBezTo>
                <a:cubicBezTo>
                  <a:pt x="364486" y="101600"/>
                  <a:pt x="360814" y="102770"/>
                  <a:pt x="357213" y="102770"/>
                </a:cubicBezTo>
                <a:cubicBezTo>
                  <a:pt x="353754" y="102770"/>
                  <a:pt x="350769" y="101336"/>
                  <a:pt x="348258" y="98466"/>
                </a:cubicBezTo>
                <a:cubicBezTo>
                  <a:pt x="345747" y="95597"/>
                  <a:pt x="344491" y="91648"/>
                  <a:pt x="344491" y="86619"/>
                </a:cubicBezTo>
                <a:cubicBezTo>
                  <a:pt x="344491" y="79078"/>
                  <a:pt x="346754" y="71122"/>
                  <a:pt x="351279" y="62750"/>
                </a:cubicBezTo>
                <a:cubicBezTo>
                  <a:pt x="355804" y="54378"/>
                  <a:pt x="361549" y="47678"/>
                  <a:pt x="368514" y="42650"/>
                </a:cubicBezTo>
                <a:cubicBezTo>
                  <a:pt x="373963" y="38666"/>
                  <a:pt x="379104" y="36673"/>
                  <a:pt x="383936" y="36673"/>
                </a:cubicBezTo>
                <a:cubicBezTo>
                  <a:pt x="386827" y="36673"/>
                  <a:pt x="389231" y="37438"/>
                  <a:pt x="391150" y="38968"/>
                </a:cubicBezTo>
                <a:cubicBezTo>
                  <a:pt x="393069" y="40497"/>
                  <a:pt x="394526" y="43030"/>
                  <a:pt x="395521" y="46566"/>
                </a:cubicBezTo>
                <a:lnTo>
                  <a:pt x="398080" y="38379"/>
                </a:lnTo>
                <a:lnTo>
                  <a:pt x="409380" y="36673"/>
                </a:lnTo>
                <a:moveTo>
                  <a:pt x="384079" y="40227"/>
                </a:moveTo>
                <a:cubicBezTo>
                  <a:pt x="381046" y="40227"/>
                  <a:pt x="377824" y="41654"/>
                  <a:pt x="374413" y="44509"/>
                </a:cubicBezTo>
                <a:cubicBezTo>
                  <a:pt x="369580" y="48551"/>
                  <a:pt x="365280" y="54544"/>
                  <a:pt x="361513" y="62488"/>
                </a:cubicBezTo>
                <a:cubicBezTo>
                  <a:pt x="357746" y="70432"/>
                  <a:pt x="355863" y="77615"/>
                  <a:pt x="355863" y="84036"/>
                </a:cubicBezTo>
                <a:cubicBezTo>
                  <a:pt x="355863" y="87272"/>
                  <a:pt x="356668" y="89829"/>
                  <a:pt x="358279" y="91708"/>
                </a:cubicBezTo>
                <a:cubicBezTo>
                  <a:pt x="359890" y="93587"/>
                  <a:pt x="361738" y="94526"/>
                  <a:pt x="363823" y="94526"/>
                </a:cubicBezTo>
                <a:cubicBezTo>
                  <a:pt x="368988" y="94526"/>
                  <a:pt x="374602" y="90697"/>
                  <a:pt x="380667" y="83039"/>
                </a:cubicBezTo>
                <a:cubicBezTo>
                  <a:pt x="388769" y="72859"/>
                  <a:pt x="392821" y="62418"/>
                  <a:pt x="392821" y="51714"/>
                </a:cubicBezTo>
                <a:cubicBezTo>
                  <a:pt x="392821" y="47672"/>
                  <a:pt x="392039" y="44747"/>
                  <a:pt x="390475" y="42939"/>
                </a:cubicBezTo>
                <a:cubicBezTo>
                  <a:pt x="388912" y="41131"/>
                  <a:pt x="386779" y="40227"/>
                  <a:pt x="384079" y="40227"/>
                </a:cubicBezTo>
                <a:close/>
                <a:moveTo>
                  <a:pt x="421462" y="40653"/>
                </a:moveTo>
                <a:lnTo>
                  <a:pt x="445982" y="36673"/>
                </a:lnTo>
                <a:lnTo>
                  <a:pt x="435748" y="71285"/>
                </a:lnTo>
                <a:cubicBezTo>
                  <a:pt x="444040" y="57089"/>
                  <a:pt x="451573" y="47165"/>
                  <a:pt x="458349" y="41515"/>
                </a:cubicBezTo>
                <a:cubicBezTo>
                  <a:pt x="462187" y="38287"/>
                  <a:pt x="465314" y="36673"/>
                  <a:pt x="467730" y="36673"/>
                </a:cubicBezTo>
                <a:cubicBezTo>
                  <a:pt x="469294" y="36673"/>
                  <a:pt x="470526" y="37137"/>
                  <a:pt x="471426" y="38066"/>
                </a:cubicBezTo>
                <a:cubicBezTo>
                  <a:pt x="472326" y="38993"/>
                  <a:pt x="472776" y="40336"/>
                  <a:pt x="472776" y="42097"/>
                </a:cubicBezTo>
                <a:cubicBezTo>
                  <a:pt x="472776" y="45236"/>
                  <a:pt x="471971" y="48233"/>
                  <a:pt x="470360" y="51088"/>
                </a:cubicBezTo>
                <a:cubicBezTo>
                  <a:pt x="469223" y="53229"/>
                  <a:pt x="467588" y="54299"/>
                  <a:pt x="465456" y="54299"/>
                </a:cubicBezTo>
                <a:cubicBezTo>
                  <a:pt x="464366" y="54299"/>
                  <a:pt x="463430" y="53944"/>
                  <a:pt x="462649" y="53233"/>
                </a:cubicBezTo>
                <a:cubicBezTo>
                  <a:pt x="461867" y="52522"/>
                  <a:pt x="461381" y="51433"/>
                  <a:pt x="461192" y="49964"/>
                </a:cubicBezTo>
                <a:cubicBezTo>
                  <a:pt x="461097" y="49064"/>
                  <a:pt x="460884" y="48471"/>
                  <a:pt x="460552" y="48187"/>
                </a:cubicBezTo>
                <a:cubicBezTo>
                  <a:pt x="460173" y="47808"/>
                  <a:pt x="459723" y="47618"/>
                  <a:pt x="459202" y="47618"/>
                </a:cubicBezTo>
                <a:cubicBezTo>
                  <a:pt x="458396" y="47618"/>
                  <a:pt x="457638" y="47808"/>
                  <a:pt x="456927" y="48187"/>
                </a:cubicBezTo>
                <a:cubicBezTo>
                  <a:pt x="455695" y="48850"/>
                  <a:pt x="453824" y="50697"/>
                  <a:pt x="451313" y="53728"/>
                </a:cubicBezTo>
                <a:cubicBezTo>
                  <a:pt x="447380" y="58372"/>
                  <a:pt x="443116" y="64388"/>
                  <a:pt x="438520" y="71779"/>
                </a:cubicBezTo>
                <a:cubicBezTo>
                  <a:pt x="436530" y="74904"/>
                  <a:pt x="434824" y="78433"/>
                  <a:pt x="433402" y="82366"/>
                </a:cubicBezTo>
                <a:cubicBezTo>
                  <a:pt x="431412" y="87766"/>
                  <a:pt x="430275" y="91011"/>
                  <a:pt x="429991" y="92101"/>
                </a:cubicBezTo>
                <a:lnTo>
                  <a:pt x="427717" y="101065"/>
                </a:lnTo>
                <a:lnTo>
                  <a:pt x="416843" y="101065"/>
                </a:lnTo>
                <a:lnTo>
                  <a:pt x="429991" y="56858"/>
                </a:lnTo>
                <a:cubicBezTo>
                  <a:pt x="431507" y="51714"/>
                  <a:pt x="432265" y="48046"/>
                  <a:pt x="432265" y="45855"/>
                </a:cubicBezTo>
                <a:cubicBezTo>
                  <a:pt x="432265" y="44998"/>
                  <a:pt x="431910" y="44283"/>
                  <a:pt x="431199" y="43712"/>
                </a:cubicBezTo>
                <a:cubicBezTo>
                  <a:pt x="430252" y="42952"/>
                  <a:pt x="428996" y="42572"/>
                  <a:pt x="427432" y="42572"/>
                </a:cubicBezTo>
                <a:cubicBezTo>
                  <a:pt x="426437" y="42572"/>
                  <a:pt x="424613" y="42785"/>
                  <a:pt x="421960" y="43212"/>
                </a:cubicBezTo>
                <a:lnTo>
                  <a:pt x="421462" y="40653"/>
                </a:lnTo>
                <a:close/>
                <a:moveTo>
                  <a:pt x="512628" y="0"/>
                </a:moveTo>
                <a:lnTo>
                  <a:pt x="498627" y="49104"/>
                </a:lnTo>
                <a:cubicBezTo>
                  <a:pt x="503176" y="44341"/>
                  <a:pt x="507144" y="41078"/>
                  <a:pt x="510532" y="39316"/>
                </a:cubicBezTo>
                <a:cubicBezTo>
                  <a:pt x="513920" y="37554"/>
                  <a:pt x="517461" y="36673"/>
                  <a:pt x="521157" y="36673"/>
                </a:cubicBezTo>
                <a:cubicBezTo>
                  <a:pt x="526369" y="36673"/>
                  <a:pt x="530633" y="38405"/>
                  <a:pt x="533950" y="41868"/>
                </a:cubicBezTo>
                <a:cubicBezTo>
                  <a:pt x="537267" y="45330"/>
                  <a:pt x="538925" y="50025"/>
                  <a:pt x="538925" y="55954"/>
                </a:cubicBezTo>
                <a:cubicBezTo>
                  <a:pt x="538925" y="63591"/>
                  <a:pt x="536746" y="71193"/>
                  <a:pt x="532386" y="78759"/>
                </a:cubicBezTo>
                <a:cubicBezTo>
                  <a:pt x="528027" y="86324"/>
                  <a:pt x="522555" y="92217"/>
                  <a:pt x="515969" y="96438"/>
                </a:cubicBezTo>
                <a:cubicBezTo>
                  <a:pt x="509383" y="100660"/>
                  <a:pt x="502891" y="102770"/>
                  <a:pt x="496495" y="102770"/>
                </a:cubicBezTo>
                <a:cubicBezTo>
                  <a:pt x="489340" y="102770"/>
                  <a:pt x="481996" y="100070"/>
                  <a:pt x="474463" y="94668"/>
                </a:cubicBezTo>
                <a:lnTo>
                  <a:pt x="496069" y="20185"/>
                </a:lnTo>
                <a:cubicBezTo>
                  <a:pt x="497727" y="14451"/>
                  <a:pt x="498556" y="11087"/>
                  <a:pt x="498556" y="10092"/>
                </a:cubicBezTo>
                <a:cubicBezTo>
                  <a:pt x="498556" y="8860"/>
                  <a:pt x="498177" y="7936"/>
                  <a:pt x="497419" y="7320"/>
                </a:cubicBezTo>
                <a:cubicBezTo>
                  <a:pt x="496329" y="6468"/>
                  <a:pt x="494718" y="6041"/>
                  <a:pt x="492586" y="6041"/>
                </a:cubicBezTo>
                <a:cubicBezTo>
                  <a:pt x="491591" y="6041"/>
                  <a:pt x="490075" y="6207"/>
                  <a:pt x="488037" y="6539"/>
                </a:cubicBezTo>
                <a:lnTo>
                  <a:pt x="488037" y="3980"/>
                </a:lnTo>
                <a:lnTo>
                  <a:pt x="512628" y="0"/>
                </a:lnTo>
                <a:moveTo>
                  <a:pt x="485123" y="95450"/>
                </a:moveTo>
                <a:cubicBezTo>
                  <a:pt x="489862" y="98056"/>
                  <a:pt x="494031" y="99359"/>
                  <a:pt x="497632" y="99359"/>
                </a:cubicBezTo>
                <a:cubicBezTo>
                  <a:pt x="501802" y="99359"/>
                  <a:pt x="506125" y="97833"/>
                  <a:pt x="510603" y="94781"/>
                </a:cubicBezTo>
                <a:cubicBezTo>
                  <a:pt x="515080" y="91728"/>
                  <a:pt x="518966" y="86582"/>
                  <a:pt x="522259" y="79343"/>
                </a:cubicBezTo>
                <a:cubicBezTo>
                  <a:pt x="525552" y="72103"/>
                  <a:pt x="527198" y="64791"/>
                  <a:pt x="527198" y="57409"/>
                </a:cubicBezTo>
                <a:cubicBezTo>
                  <a:pt x="527198" y="53055"/>
                  <a:pt x="526120" y="49648"/>
                  <a:pt x="523964" y="47188"/>
                </a:cubicBezTo>
                <a:cubicBezTo>
                  <a:pt x="521809" y="44727"/>
                  <a:pt x="519262" y="43496"/>
                  <a:pt x="516324" y="43496"/>
                </a:cubicBezTo>
                <a:cubicBezTo>
                  <a:pt x="511918" y="43496"/>
                  <a:pt x="507606" y="45260"/>
                  <a:pt x="503389" y="48789"/>
                </a:cubicBezTo>
                <a:cubicBezTo>
                  <a:pt x="499172" y="52316"/>
                  <a:pt x="496163" y="57229"/>
                  <a:pt x="494363" y="63527"/>
                </a:cubicBezTo>
                <a:lnTo>
                  <a:pt x="485123" y="95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857C0-7E3B-432A-829C-317E53FD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19" y="3219637"/>
            <a:ext cx="649665" cy="156230"/>
          </a:xfrm>
          <a:custGeom xmlns:a="http://schemas.openxmlformats.org/drawingml/2006/main">
            <a:pathLst>
              <a:path w="649665" h="156230">
                <a:moveTo>
                  <a:pt x="0" y="0"/>
                </a:moveTo>
                <a:lnTo>
                  <a:pt x="649665" y="0"/>
                </a:lnTo>
                <a:lnTo>
                  <a:pt x="649665" y="156230"/>
                </a:lnTo>
                <a:lnTo>
                  <a:pt x="0" y="1562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s_port=x">
            <a:extLst xmlns:a="http://schemas.openxmlformats.org/drawingml/2006/main">
              <a:ext uri="{FF2B5EF4-FFF2-40B4-BE49-F238E27FC236}">
                <a16:creationId xmlns:a16="http://schemas.microsoft.com/office/drawing/2014/main" id="{B7FF62E1-F65B-4D06-8216-053A1F08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140" y="3244974"/>
            <a:ext cx="502411" cy="117980"/>
          </a:xfrm>
          <a:custGeom xmlns:a="http://schemas.openxmlformats.org/drawingml/2006/main">
            <a:pathLst>
              <a:path w="502411" h="117980">
                <a:moveTo>
                  <a:pt x="436099" y="23738"/>
                </a:moveTo>
                <a:lnTo>
                  <a:pt x="359413" y="23738"/>
                </a:lnTo>
                <a:lnTo>
                  <a:pt x="359413" y="29637"/>
                </a:lnTo>
                <a:lnTo>
                  <a:pt x="436099" y="29637"/>
                </a:lnTo>
                <a:lnTo>
                  <a:pt x="436099" y="23738"/>
                </a:lnTo>
                <a:close/>
                <a:moveTo>
                  <a:pt x="337238" y="1169"/>
                </a:moveTo>
                <a:lnTo>
                  <a:pt x="337006" y="1730"/>
                </a:lnTo>
                <a:lnTo>
                  <a:pt x="336779" y="2275"/>
                </a:lnTo>
                <a:lnTo>
                  <a:pt x="336556" y="2805"/>
                </a:lnTo>
                <a:lnTo>
                  <a:pt x="336338" y="3319"/>
                </a:lnTo>
                <a:lnTo>
                  <a:pt x="336124" y="3818"/>
                </a:lnTo>
                <a:lnTo>
                  <a:pt x="335914" y="4301"/>
                </a:lnTo>
                <a:lnTo>
                  <a:pt x="335709" y="4769"/>
                </a:lnTo>
                <a:lnTo>
                  <a:pt x="335508" y="5220"/>
                </a:lnTo>
                <a:lnTo>
                  <a:pt x="335312" y="5657"/>
                </a:lnTo>
                <a:lnTo>
                  <a:pt x="335121" y="6077"/>
                </a:lnTo>
                <a:lnTo>
                  <a:pt x="334933" y="6482"/>
                </a:lnTo>
                <a:lnTo>
                  <a:pt x="334750" y="6872"/>
                </a:lnTo>
                <a:lnTo>
                  <a:pt x="334572" y="7246"/>
                </a:lnTo>
                <a:lnTo>
                  <a:pt x="334398" y="7604"/>
                </a:lnTo>
                <a:lnTo>
                  <a:pt x="334228" y="7946"/>
                </a:lnTo>
                <a:lnTo>
                  <a:pt x="334063" y="8273"/>
                </a:lnTo>
                <a:lnTo>
                  <a:pt x="333903" y="8585"/>
                </a:lnTo>
                <a:lnTo>
                  <a:pt x="333746" y="8881"/>
                </a:lnTo>
                <a:lnTo>
                  <a:pt x="333595" y="9161"/>
                </a:lnTo>
                <a:lnTo>
                  <a:pt x="333447" y="9425"/>
                </a:lnTo>
                <a:lnTo>
                  <a:pt x="333304" y="9674"/>
                </a:lnTo>
                <a:lnTo>
                  <a:pt x="333166" y="9908"/>
                </a:lnTo>
                <a:lnTo>
                  <a:pt x="332898" y="10333"/>
                </a:lnTo>
                <a:lnTo>
                  <a:pt x="332627" y="10754"/>
                </a:lnTo>
                <a:lnTo>
                  <a:pt x="332353" y="11169"/>
                </a:lnTo>
                <a:lnTo>
                  <a:pt x="332075" y="11580"/>
                </a:lnTo>
                <a:lnTo>
                  <a:pt x="331795" y="11986"/>
                </a:lnTo>
                <a:lnTo>
                  <a:pt x="331511" y="12387"/>
                </a:lnTo>
                <a:lnTo>
                  <a:pt x="331225" y="12784"/>
                </a:lnTo>
                <a:lnTo>
                  <a:pt x="330935" y="13175"/>
                </a:lnTo>
                <a:lnTo>
                  <a:pt x="330642" y="13562"/>
                </a:lnTo>
                <a:lnTo>
                  <a:pt x="330347" y="13944"/>
                </a:lnTo>
                <a:lnTo>
                  <a:pt x="330048" y="14321"/>
                </a:lnTo>
                <a:lnTo>
                  <a:pt x="329746" y="14693"/>
                </a:lnTo>
                <a:lnTo>
                  <a:pt x="329441" y="15060"/>
                </a:lnTo>
                <a:lnTo>
                  <a:pt x="329132" y="15423"/>
                </a:lnTo>
                <a:lnTo>
                  <a:pt x="328821" y="15781"/>
                </a:lnTo>
                <a:lnTo>
                  <a:pt x="328507" y="16134"/>
                </a:lnTo>
                <a:lnTo>
                  <a:pt x="328189" y="16482"/>
                </a:lnTo>
                <a:lnTo>
                  <a:pt x="327869" y="16825"/>
                </a:lnTo>
                <a:lnTo>
                  <a:pt x="327545" y="17163"/>
                </a:lnTo>
                <a:lnTo>
                  <a:pt x="327219" y="17497"/>
                </a:lnTo>
                <a:lnTo>
                  <a:pt x="326889" y="17826"/>
                </a:lnTo>
                <a:lnTo>
                  <a:pt x="326556" y="18150"/>
                </a:lnTo>
                <a:lnTo>
                  <a:pt x="326220" y="18469"/>
                </a:lnTo>
                <a:lnTo>
                  <a:pt x="325881" y="18783"/>
                </a:lnTo>
                <a:lnTo>
                  <a:pt x="325541" y="19091"/>
                </a:lnTo>
                <a:lnTo>
                  <a:pt x="325201" y="19392"/>
                </a:lnTo>
                <a:lnTo>
                  <a:pt x="324862" y="19685"/>
                </a:lnTo>
                <a:lnTo>
                  <a:pt x="324524" y="19970"/>
                </a:lnTo>
                <a:lnTo>
                  <a:pt x="324186" y="20248"/>
                </a:lnTo>
                <a:lnTo>
                  <a:pt x="323849" y="20518"/>
                </a:lnTo>
                <a:lnTo>
                  <a:pt x="323512" y="20781"/>
                </a:lnTo>
                <a:lnTo>
                  <a:pt x="323176" y="21036"/>
                </a:lnTo>
                <a:lnTo>
                  <a:pt x="322841" y="21284"/>
                </a:lnTo>
                <a:lnTo>
                  <a:pt x="322506" y="21524"/>
                </a:lnTo>
                <a:lnTo>
                  <a:pt x="322172" y="21757"/>
                </a:lnTo>
                <a:lnTo>
                  <a:pt x="321839" y="21982"/>
                </a:lnTo>
                <a:lnTo>
                  <a:pt x="321506" y="22199"/>
                </a:lnTo>
                <a:lnTo>
                  <a:pt x="321174" y="22409"/>
                </a:lnTo>
                <a:lnTo>
                  <a:pt x="320842" y="22612"/>
                </a:lnTo>
                <a:lnTo>
                  <a:pt x="320511" y="22807"/>
                </a:lnTo>
                <a:lnTo>
                  <a:pt x="320181" y="22994"/>
                </a:lnTo>
                <a:lnTo>
                  <a:pt x="319851" y="23174"/>
                </a:lnTo>
                <a:lnTo>
                  <a:pt x="319522" y="23346"/>
                </a:lnTo>
                <a:lnTo>
                  <a:pt x="319193" y="23510"/>
                </a:lnTo>
                <a:lnTo>
                  <a:pt x="318866" y="23668"/>
                </a:lnTo>
                <a:lnTo>
                  <a:pt x="318538" y="23817"/>
                </a:lnTo>
                <a:lnTo>
                  <a:pt x="318212" y="23959"/>
                </a:lnTo>
                <a:lnTo>
                  <a:pt x="317886" y="24093"/>
                </a:lnTo>
                <a:lnTo>
                  <a:pt x="317886" y="26439"/>
                </a:lnTo>
                <a:lnTo>
                  <a:pt x="328191" y="26439"/>
                </a:lnTo>
                <a:lnTo>
                  <a:pt x="328191" y="70270"/>
                </a:lnTo>
                <a:lnTo>
                  <a:pt x="328194" y="70851"/>
                </a:lnTo>
                <a:lnTo>
                  <a:pt x="328201" y="71419"/>
                </a:lnTo>
                <a:lnTo>
                  <a:pt x="328214" y="71974"/>
                </a:lnTo>
                <a:lnTo>
                  <a:pt x="328232" y="72517"/>
                </a:lnTo>
                <a:lnTo>
                  <a:pt x="328256" y="73047"/>
                </a:lnTo>
                <a:lnTo>
                  <a:pt x="328284" y="73564"/>
                </a:lnTo>
                <a:lnTo>
                  <a:pt x="328318" y="74068"/>
                </a:lnTo>
                <a:lnTo>
                  <a:pt x="328357" y="74560"/>
                </a:lnTo>
                <a:lnTo>
                  <a:pt x="328401" y="75039"/>
                </a:lnTo>
                <a:lnTo>
                  <a:pt x="328450" y="75505"/>
                </a:lnTo>
                <a:lnTo>
                  <a:pt x="328505" y="75959"/>
                </a:lnTo>
                <a:lnTo>
                  <a:pt x="328564" y="76399"/>
                </a:lnTo>
                <a:lnTo>
                  <a:pt x="328629" y="76827"/>
                </a:lnTo>
                <a:lnTo>
                  <a:pt x="328699" y="77243"/>
                </a:lnTo>
                <a:lnTo>
                  <a:pt x="328774" y="77645"/>
                </a:lnTo>
                <a:lnTo>
                  <a:pt x="328854" y="78035"/>
                </a:lnTo>
                <a:lnTo>
                  <a:pt x="328940" y="78412"/>
                </a:lnTo>
                <a:lnTo>
                  <a:pt x="329031" y="78777"/>
                </a:lnTo>
                <a:lnTo>
                  <a:pt x="329126" y="79128"/>
                </a:lnTo>
                <a:lnTo>
                  <a:pt x="329227" y="79467"/>
                </a:lnTo>
                <a:lnTo>
                  <a:pt x="329334" y="79793"/>
                </a:lnTo>
                <a:lnTo>
                  <a:pt x="329445" y="80107"/>
                </a:lnTo>
                <a:lnTo>
                  <a:pt x="329562" y="80408"/>
                </a:lnTo>
                <a:lnTo>
                  <a:pt x="329684" y="80696"/>
                </a:lnTo>
                <a:lnTo>
                  <a:pt x="329811" y="80975"/>
                </a:lnTo>
                <a:lnTo>
                  <a:pt x="329944" y="81248"/>
                </a:lnTo>
                <a:lnTo>
                  <a:pt x="330082" y="81516"/>
                </a:lnTo>
                <a:lnTo>
                  <a:pt x="330226" y="81778"/>
                </a:lnTo>
                <a:lnTo>
                  <a:pt x="330376" y="82036"/>
                </a:lnTo>
                <a:lnTo>
                  <a:pt x="330532" y="82287"/>
                </a:lnTo>
                <a:lnTo>
                  <a:pt x="330693" y="82533"/>
                </a:lnTo>
                <a:lnTo>
                  <a:pt x="330860" y="82774"/>
                </a:lnTo>
                <a:lnTo>
                  <a:pt x="331033" y="83010"/>
                </a:lnTo>
                <a:lnTo>
                  <a:pt x="331211" y="83240"/>
                </a:lnTo>
                <a:lnTo>
                  <a:pt x="331395" y="83464"/>
                </a:lnTo>
                <a:lnTo>
                  <a:pt x="331585" y="83683"/>
                </a:lnTo>
                <a:lnTo>
                  <a:pt x="331780" y="83897"/>
                </a:lnTo>
                <a:lnTo>
                  <a:pt x="331981" y="84105"/>
                </a:lnTo>
                <a:lnTo>
                  <a:pt x="332188" y="84308"/>
                </a:lnTo>
                <a:lnTo>
                  <a:pt x="332400" y="84505"/>
                </a:lnTo>
                <a:lnTo>
                  <a:pt x="332618" y="84697"/>
                </a:lnTo>
                <a:lnTo>
                  <a:pt x="332842" y="84884"/>
                </a:lnTo>
                <a:lnTo>
                  <a:pt x="333071" y="85065"/>
                </a:lnTo>
                <a:lnTo>
                  <a:pt x="333306" y="85240"/>
                </a:lnTo>
                <a:lnTo>
                  <a:pt x="333547" y="85410"/>
                </a:lnTo>
                <a:lnTo>
                  <a:pt x="333793" y="85575"/>
                </a:lnTo>
                <a:lnTo>
                  <a:pt x="334045" y="85735"/>
                </a:lnTo>
                <a:lnTo>
                  <a:pt x="334303" y="85889"/>
                </a:lnTo>
                <a:lnTo>
                  <a:pt x="334564" y="86037"/>
                </a:lnTo>
                <a:lnTo>
                  <a:pt x="334825" y="86178"/>
                </a:lnTo>
                <a:lnTo>
                  <a:pt x="335087" y="86314"/>
                </a:lnTo>
                <a:lnTo>
                  <a:pt x="335350" y="86443"/>
                </a:lnTo>
                <a:lnTo>
                  <a:pt x="335612" y="86566"/>
                </a:lnTo>
                <a:lnTo>
                  <a:pt x="335876" y="86682"/>
                </a:lnTo>
                <a:lnTo>
                  <a:pt x="336139" y="86793"/>
                </a:lnTo>
                <a:lnTo>
                  <a:pt x="336404" y="86897"/>
                </a:lnTo>
                <a:lnTo>
                  <a:pt x="336669" y="86994"/>
                </a:lnTo>
                <a:lnTo>
                  <a:pt x="336934" y="87086"/>
                </a:lnTo>
                <a:lnTo>
                  <a:pt x="337200" y="87171"/>
                </a:lnTo>
                <a:lnTo>
                  <a:pt x="337466" y="87249"/>
                </a:lnTo>
                <a:lnTo>
                  <a:pt x="337733" y="87322"/>
                </a:lnTo>
                <a:lnTo>
                  <a:pt x="338000" y="87388"/>
                </a:lnTo>
                <a:lnTo>
                  <a:pt x="338268" y="87448"/>
                </a:lnTo>
                <a:lnTo>
                  <a:pt x="338536" y="87502"/>
                </a:lnTo>
                <a:lnTo>
                  <a:pt x="338805" y="87549"/>
                </a:lnTo>
                <a:lnTo>
                  <a:pt x="339074" y="87590"/>
                </a:lnTo>
                <a:lnTo>
                  <a:pt x="339344" y="87624"/>
                </a:lnTo>
                <a:lnTo>
                  <a:pt x="339614" y="87653"/>
                </a:lnTo>
                <a:lnTo>
                  <a:pt x="339885" y="87675"/>
                </a:lnTo>
                <a:lnTo>
                  <a:pt x="340156" y="87691"/>
                </a:lnTo>
                <a:lnTo>
                  <a:pt x="340428" y="87700"/>
                </a:lnTo>
                <a:lnTo>
                  <a:pt x="340700" y="87703"/>
                </a:lnTo>
                <a:lnTo>
                  <a:pt x="341102" y="87697"/>
                </a:lnTo>
                <a:lnTo>
                  <a:pt x="341503" y="87678"/>
                </a:lnTo>
                <a:lnTo>
                  <a:pt x="341903" y="87647"/>
                </a:lnTo>
                <a:lnTo>
                  <a:pt x="342303" y="87604"/>
                </a:lnTo>
                <a:lnTo>
                  <a:pt x="342701" y="87548"/>
                </a:lnTo>
                <a:lnTo>
                  <a:pt x="343098" y="87479"/>
                </a:lnTo>
                <a:lnTo>
                  <a:pt x="343495" y="87399"/>
                </a:lnTo>
                <a:lnTo>
                  <a:pt x="343890" y="87306"/>
                </a:lnTo>
                <a:lnTo>
                  <a:pt x="344284" y="87200"/>
                </a:lnTo>
                <a:lnTo>
                  <a:pt x="344678" y="87082"/>
                </a:lnTo>
                <a:lnTo>
                  <a:pt x="345070" y="86951"/>
                </a:lnTo>
                <a:lnTo>
                  <a:pt x="345462" y="86809"/>
                </a:lnTo>
                <a:lnTo>
                  <a:pt x="345852" y="86653"/>
                </a:lnTo>
                <a:lnTo>
                  <a:pt x="346241" y="86486"/>
                </a:lnTo>
                <a:lnTo>
                  <a:pt x="346630" y="86305"/>
                </a:lnTo>
                <a:lnTo>
                  <a:pt x="347017" y="86113"/>
                </a:lnTo>
                <a:lnTo>
                  <a:pt x="347404" y="85908"/>
                </a:lnTo>
                <a:lnTo>
                  <a:pt x="347789" y="85690"/>
                </a:lnTo>
                <a:lnTo>
                  <a:pt x="348174" y="85461"/>
                </a:lnTo>
                <a:lnTo>
                  <a:pt x="348557" y="85218"/>
                </a:lnTo>
                <a:lnTo>
                  <a:pt x="348940" y="84964"/>
                </a:lnTo>
                <a:lnTo>
                  <a:pt x="349321" y="84697"/>
                </a:lnTo>
                <a:lnTo>
                  <a:pt x="349702" y="84417"/>
                </a:lnTo>
                <a:lnTo>
                  <a:pt x="350081" y="84125"/>
                </a:lnTo>
                <a:lnTo>
                  <a:pt x="350457" y="83821"/>
                </a:lnTo>
                <a:lnTo>
                  <a:pt x="350825" y="83505"/>
                </a:lnTo>
                <a:lnTo>
                  <a:pt x="351186" y="83177"/>
                </a:lnTo>
                <a:lnTo>
                  <a:pt x="351540" y="82837"/>
                </a:lnTo>
                <a:lnTo>
                  <a:pt x="351887" y="82486"/>
                </a:lnTo>
                <a:lnTo>
                  <a:pt x="352227" y="82122"/>
                </a:lnTo>
                <a:lnTo>
                  <a:pt x="352559" y="81747"/>
                </a:lnTo>
                <a:lnTo>
                  <a:pt x="352885" y="81360"/>
                </a:lnTo>
                <a:lnTo>
                  <a:pt x="353203" y="80961"/>
                </a:lnTo>
                <a:lnTo>
                  <a:pt x="353514" y="80550"/>
                </a:lnTo>
                <a:lnTo>
                  <a:pt x="353818" y="80128"/>
                </a:lnTo>
                <a:lnTo>
                  <a:pt x="354115" y="79694"/>
                </a:lnTo>
                <a:lnTo>
                  <a:pt x="354404" y="79247"/>
                </a:lnTo>
                <a:lnTo>
                  <a:pt x="354687" y="78790"/>
                </a:lnTo>
                <a:lnTo>
                  <a:pt x="354962" y="78320"/>
                </a:lnTo>
                <a:lnTo>
                  <a:pt x="355230" y="77838"/>
                </a:lnTo>
                <a:lnTo>
                  <a:pt x="355491" y="77345"/>
                </a:lnTo>
                <a:lnTo>
                  <a:pt x="355745" y="76839"/>
                </a:lnTo>
                <a:lnTo>
                  <a:pt x="355991" y="76322"/>
                </a:lnTo>
                <a:lnTo>
                  <a:pt x="356231" y="75794"/>
                </a:lnTo>
                <a:lnTo>
                  <a:pt x="356463" y="75253"/>
                </a:lnTo>
                <a:lnTo>
                  <a:pt x="356688" y="74700"/>
                </a:lnTo>
                <a:lnTo>
                  <a:pt x="356907" y="74136"/>
                </a:lnTo>
                <a:lnTo>
                  <a:pt x="357117" y="73560"/>
                </a:lnTo>
                <a:lnTo>
                  <a:pt x="354346" y="73560"/>
                </a:lnTo>
                <a:lnTo>
                  <a:pt x="354243" y="73794"/>
                </a:lnTo>
                <a:lnTo>
                  <a:pt x="354137" y="74024"/>
                </a:lnTo>
                <a:lnTo>
                  <a:pt x="354028" y="74249"/>
                </a:lnTo>
                <a:lnTo>
                  <a:pt x="353915" y="74469"/>
                </a:lnTo>
                <a:lnTo>
                  <a:pt x="353799" y="74684"/>
                </a:lnTo>
                <a:lnTo>
                  <a:pt x="353679" y="74895"/>
                </a:lnTo>
                <a:lnTo>
                  <a:pt x="353556" y="75100"/>
                </a:lnTo>
                <a:lnTo>
                  <a:pt x="353430" y="75301"/>
                </a:lnTo>
                <a:lnTo>
                  <a:pt x="353299" y="75497"/>
                </a:lnTo>
                <a:lnTo>
                  <a:pt x="353166" y="75688"/>
                </a:lnTo>
                <a:lnTo>
                  <a:pt x="353029" y="75875"/>
                </a:lnTo>
                <a:lnTo>
                  <a:pt x="352889" y="76056"/>
                </a:lnTo>
                <a:lnTo>
                  <a:pt x="352745" y="76233"/>
                </a:lnTo>
                <a:lnTo>
                  <a:pt x="352597" y="76405"/>
                </a:lnTo>
                <a:lnTo>
                  <a:pt x="352447" y="76572"/>
                </a:lnTo>
                <a:lnTo>
                  <a:pt x="352292" y="76734"/>
                </a:lnTo>
                <a:lnTo>
                  <a:pt x="352135" y="76892"/>
                </a:lnTo>
                <a:lnTo>
                  <a:pt x="351974" y="77045"/>
                </a:lnTo>
                <a:lnTo>
                  <a:pt x="351809" y="77192"/>
                </a:lnTo>
                <a:lnTo>
                  <a:pt x="351641" y="77335"/>
                </a:lnTo>
                <a:lnTo>
                  <a:pt x="351469" y="77474"/>
                </a:lnTo>
                <a:lnTo>
                  <a:pt x="351294" y="77607"/>
                </a:lnTo>
                <a:lnTo>
                  <a:pt x="351116" y="77736"/>
                </a:lnTo>
                <a:lnTo>
                  <a:pt x="350934" y="77860"/>
                </a:lnTo>
                <a:lnTo>
                  <a:pt x="350750" y="77979"/>
                </a:lnTo>
                <a:lnTo>
                  <a:pt x="350566" y="78092"/>
                </a:lnTo>
                <a:lnTo>
                  <a:pt x="350381" y="78201"/>
                </a:lnTo>
                <a:lnTo>
                  <a:pt x="350196" y="78305"/>
                </a:lnTo>
                <a:lnTo>
                  <a:pt x="350010" y="78403"/>
                </a:lnTo>
                <a:lnTo>
                  <a:pt x="349824" y="78497"/>
                </a:lnTo>
                <a:lnTo>
                  <a:pt x="349637" y="78586"/>
                </a:lnTo>
                <a:lnTo>
                  <a:pt x="349449" y="78669"/>
                </a:lnTo>
                <a:lnTo>
                  <a:pt x="349262" y="78747"/>
                </a:lnTo>
                <a:lnTo>
                  <a:pt x="349073" y="78821"/>
                </a:lnTo>
                <a:lnTo>
                  <a:pt x="348885" y="78889"/>
                </a:lnTo>
                <a:lnTo>
                  <a:pt x="348695" y="78952"/>
                </a:lnTo>
                <a:lnTo>
                  <a:pt x="348506" y="79011"/>
                </a:lnTo>
                <a:lnTo>
                  <a:pt x="348315" y="79064"/>
                </a:lnTo>
                <a:lnTo>
                  <a:pt x="348125" y="79112"/>
                </a:lnTo>
                <a:lnTo>
                  <a:pt x="347933" y="79155"/>
                </a:lnTo>
                <a:lnTo>
                  <a:pt x="347742" y="79193"/>
                </a:lnTo>
                <a:lnTo>
                  <a:pt x="347549" y="79226"/>
                </a:lnTo>
                <a:lnTo>
                  <a:pt x="347357" y="79253"/>
                </a:lnTo>
                <a:lnTo>
                  <a:pt x="347163" y="79276"/>
                </a:lnTo>
                <a:lnTo>
                  <a:pt x="346970" y="79294"/>
                </a:lnTo>
                <a:lnTo>
                  <a:pt x="346775" y="79306"/>
                </a:lnTo>
                <a:lnTo>
                  <a:pt x="346581" y="79314"/>
                </a:lnTo>
                <a:lnTo>
                  <a:pt x="346385" y="79317"/>
                </a:lnTo>
                <a:lnTo>
                  <a:pt x="346150" y="79313"/>
                </a:lnTo>
                <a:lnTo>
                  <a:pt x="345919" y="79301"/>
                </a:lnTo>
                <a:lnTo>
                  <a:pt x="345691" y="79282"/>
                </a:lnTo>
                <a:lnTo>
                  <a:pt x="345466" y="79256"/>
                </a:lnTo>
                <a:lnTo>
                  <a:pt x="345246" y="79221"/>
                </a:lnTo>
                <a:lnTo>
                  <a:pt x="345028" y="79179"/>
                </a:lnTo>
                <a:lnTo>
                  <a:pt x="344815" y="79130"/>
                </a:lnTo>
                <a:lnTo>
                  <a:pt x="344605" y="79072"/>
                </a:lnTo>
                <a:lnTo>
                  <a:pt x="344398" y="79007"/>
                </a:lnTo>
                <a:lnTo>
                  <a:pt x="344195" y="78935"/>
                </a:lnTo>
                <a:lnTo>
                  <a:pt x="343996" y="78855"/>
                </a:lnTo>
                <a:lnTo>
                  <a:pt x="343800" y="78767"/>
                </a:lnTo>
                <a:lnTo>
                  <a:pt x="343608" y="78671"/>
                </a:lnTo>
                <a:lnTo>
                  <a:pt x="343419" y="78568"/>
                </a:lnTo>
                <a:lnTo>
                  <a:pt x="343234" y="78458"/>
                </a:lnTo>
                <a:lnTo>
                  <a:pt x="343053" y="78339"/>
                </a:lnTo>
                <a:lnTo>
                  <a:pt x="342875" y="78213"/>
                </a:lnTo>
                <a:lnTo>
                  <a:pt x="342701" y="78080"/>
                </a:lnTo>
                <a:lnTo>
                  <a:pt x="342530" y="77939"/>
                </a:lnTo>
                <a:lnTo>
                  <a:pt x="342363" y="77790"/>
                </a:lnTo>
                <a:lnTo>
                  <a:pt x="342199" y="77633"/>
                </a:lnTo>
                <a:lnTo>
                  <a:pt x="342039" y="77469"/>
                </a:lnTo>
                <a:lnTo>
                  <a:pt x="341883" y="77297"/>
                </a:lnTo>
                <a:lnTo>
                  <a:pt x="341730" y="77118"/>
                </a:lnTo>
                <a:lnTo>
                  <a:pt x="341582" y="76927"/>
                </a:lnTo>
                <a:lnTo>
                  <a:pt x="341441" y="76722"/>
                </a:lnTo>
                <a:lnTo>
                  <a:pt x="341305" y="76503"/>
                </a:lnTo>
                <a:lnTo>
                  <a:pt x="341176" y="76270"/>
                </a:lnTo>
                <a:lnTo>
                  <a:pt x="341054" y="76022"/>
                </a:lnTo>
                <a:lnTo>
                  <a:pt x="340937" y="75760"/>
                </a:lnTo>
                <a:lnTo>
                  <a:pt x="340827" y="75484"/>
                </a:lnTo>
                <a:lnTo>
                  <a:pt x="340723" y="75193"/>
                </a:lnTo>
                <a:lnTo>
                  <a:pt x="340626" y="74888"/>
                </a:lnTo>
                <a:lnTo>
                  <a:pt x="340535" y="74569"/>
                </a:lnTo>
                <a:lnTo>
                  <a:pt x="340450" y="74235"/>
                </a:lnTo>
                <a:lnTo>
                  <a:pt x="340371" y="73887"/>
                </a:lnTo>
                <a:lnTo>
                  <a:pt x="340299" y="73525"/>
                </a:lnTo>
                <a:lnTo>
                  <a:pt x="340233" y="73149"/>
                </a:lnTo>
                <a:lnTo>
                  <a:pt x="340173" y="72758"/>
                </a:lnTo>
                <a:lnTo>
                  <a:pt x="340119" y="72353"/>
                </a:lnTo>
                <a:lnTo>
                  <a:pt x="340072" y="71934"/>
                </a:lnTo>
                <a:lnTo>
                  <a:pt x="340031" y="71500"/>
                </a:lnTo>
                <a:lnTo>
                  <a:pt x="339997" y="71052"/>
                </a:lnTo>
                <a:lnTo>
                  <a:pt x="339968" y="70590"/>
                </a:lnTo>
                <a:lnTo>
                  <a:pt x="339946" y="70113"/>
                </a:lnTo>
                <a:lnTo>
                  <a:pt x="339930" y="69623"/>
                </a:lnTo>
                <a:lnTo>
                  <a:pt x="339921" y="69117"/>
                </a:lnTo>
                <a:lnTo>
                  <a:pt x="339918" y="68598"/>
                </a:lnTo>
                <a:lnTo>
                  <a:pt x="339918" y="26439"/>
                </a:lnTo>
                <a:lnTo>
                  <a:pt x="355127" y="26439"/>
                </a:lnTo>
                <a:lnTo>
                  <a:pt x="355127" y="21464"/>
                </a:lnTo>
                <a:lnTo>
                  <a:pt x="339918" y="21464"/>
                </a:lnTo>
                <a:lnTo>
                  <a:pt x="339918" y="0"/>
                </a:lnTo>
                <a:lnTo>
                  <a:pt x="337715" y="0"/>
                </a:lnTo>
                <a:lnTo>
                  <a:pt x="337474" y="592"/>
                </a:lnTo>
                <a:lnTo>
                  <a:pt x="337238" y="1169"/>
                </a:lnTo>
                <a:close/>
                <a:moveTo>
                  <a:pt x="436099" y="46837"/>
                </a:moveTo>
                <a:lnTo>
                  <a:pt x="359413" y="46837"/>
                </a:lnTo>
                <a:lnTo>
                  <a:pt x="359413" y="52736"/>
                </a:lnTo>
                <a:lnTo>
                  <a:pt x="436099" y="52736"/>
                </a:lnTo>
                <a:lnTo>
                  <a:pt x="436099" y="46837"/>
                </a:lnTo>
                <a:close/>
                <a:moveTo>
                  <a:pt x="269858" y="30026"/>
                </a:moveTo>
                <a:lnTo>
                  <a:pt x="270086" y="29942"/>
                </a:lnTo>
                <a:lnTo>
                  <a:pt x="270312" y="29863"/>
                </a:lnTo>
                <a:lnTo>
                  <a:pt x="270536" y="29787"/>
                </a:lnTo>
                <a:lnTo>
                  <a:pt x="270758" y="29715"/>
                </a:lnTo>
                <a:lnTo>
                  <a:pt x="270978" y="29647"/>
                </a:lnTo>
                <a:lnTo>
                  <a:pt x="271197" y="29582"/>
                </a:lnTo>
                <a:lnTo>
                  <a:pt x="271413" y="29521"/>
                </a:lnTo>
                <a:lnTo>
                  <a:pt x="271627" y="29464"/>
                </a:lnTo>
                <a:lnTo>
                  <a:pt x="271839" y="29411"/>
                </a:lnTo>
                <a:lnTo>
                  <a:pt x="272049" y="29361"/>
                </a:lnTo>
                <a:lnTo>
                  <a:pt x="272258" y="29315"/>
                </a:lnTo>
                <a:lnTo>
                  <a:pt x="272464" y="29272"/>
                </a:lnTo>
                <a:lnTo>
                  <a:pt x="272668" y="29233"/>
                </a:lnTo>
                <a:lnTo>
                  <a:pt x="272871" y="29198"/>
                </a:lnTo>
                <a:lnTo>
                  <a:pt x="273071" y="29167"/>
                </a:lnTo>
                <a:lnTo>
                  <a:pt x="273270" y="29139"/>
                </a:lnTo>
                <a:lnTo>
                  <a:pt x="273466" y="29115"/>
                </a:lnTo>
                <a:lnTo>
                  <a:pt x="273660" y="29095"/>
                </a:lnTo>
                <a:lnTo>
                  <a:pt x="273853" y="29078"/>
                </a:lnTo>
                <a:lnTo>
                  <a:pt x="274043" y="29065"/>
                </a:lnTo>
                <a:lnTo>
                  <a:pt x="274232" y="29056"/>
                </a:lnTo>
                <a:lnTo>
                  <a:pt x="274419" y="29050"/>
                </a:lnTo>
                <a:lnTo>
                  <a:pt x="274603" y="29049"/>
                </a:lnTo>
                <a:lnTo>
                  <a:pt x="274756" y="29050"/>
                </a:lnTo>
                <a:lnTo>
                  <a:pt x="274907" y="29055"/>
                </a:lnTo>
                <a:lnTo>
                  <a:pt x="275056" y="29064"/>
                </a:lnTo>
                <a:lnTo>
                  <a:pt x="275202" y="29076"/>
                </a:lnTo>
                <a:lnTo>
                  <a:pt x="275347" y="29092"/>
                </a:lnTo>
                <a:lnTo>
                  <a:pt x="275489" y="29111"/>
                </a:lnTo>
                <a:lnTo>
                  <a:pt x="275630" y="29133"/>
                </a:lnTo>
                <a:lnTo>
                  <a:pt x="275768" y="29159"/>
                </a:lnTo>
                <a:lnTo>
                  <a:pt x="275904" y="29188"/>
                </a:lnTo>
                <a:lnTo>
                  <a:pt x="276038" y="29221"/>
                </a:lnTo>
                <a:lnTo>
                  <a:pt x="276170" y="29257"/>
                </a:lnTo>
                <a:lnTo>
                  <a:pt x="276300" y="29297"/>
                </a:lnTo>
                <a:lnTo>
                  <a:pt x="276428" y="29340"/>
                </a:lnTo>
                <a:lnTo>
                  <a:pt x="276553" y="29386"/>
                </a:lnTo>
                <a:lnTo>
                  <a:pt x="276677" y="29436"/>
                </a:lnTo>
                <a:lnTo>
                  <a:pt x="276799" y="29490"/>
                </a:lnTo>
                <a:lnTo>
                  <a:pt x="276918" y="29547"/>
                </a:lnTo>
                <a:lnTo>
                  <a:pt x="277035" y="29607"/>
                </a:lnTo>
                <a:lnTo>
                  <a:pt x="277150" y="29671"/>
                </a:lnTo>
                <a:lnTo>
                  <a:pt x="277263" y="29738"/>
                </a:lnTo>
                <a:lnTo>
                  <a:pt x="277374" y="29809"/>
                </a:lnTo>
                <a:lnTo>
                  <a:pt x="277483" y="29883"/>
                </a:lnTo>
                <a:lnTo>
                  <a:pt x="277590" y="29960"/>
                </a:lnTo>
                <a:lnTo>
                  <a:pt x="277695" y="30041"/>
                </a:lnTo>
                <a:lnTo>
                  <a:pt x="277797" y="30126"/>
                </a:lnTo>
                <a:lnTo>
                  <a:pt x="277897" y="30215"/>
                </a:lnTo>
                <a:lnTo>
                  <a:pt x="277994" y="30308"/>
                </a:lnTo>
                <a:lnTo>
                  <a:pt x="278088" y="30405"/>
                </a:lnTo>
                <a:lnTo>
                  <a:pt x="278179" y="30506"/>
                </a:lnTo>
                <a:lnTo>
                  <a:pt x="278268" y="30611"/>
                </a:lnTo>
                <a:lnTo>
                  <a:pt x="278354" y="30720"/>
                </a:lnTo>
                <a:lnTo>
                  <a:pt x="278437" y="30833"/>
                </a:lnTo>
                <a:lnTo>
                  <a:pt x="278518" y="30951"/>
                </a:lnTo>
                <a:lnTo>
                  <a:pt x="278596" y="31072"/>
                </a:lnTo>
                <a:lnTo>
                  <a:pt x="278671" y="31197"/>
                </a:lnTo>
                <a:lnTo>
                  <a:pt x="278743" y="31327"/>
                </a:lnTo>
                <a:lnTo>
                  <a:pt x="278813" y="31460"/>
                </a:lnTo>
                <a:lnTo>
                  <a:pt x="278880" y="31598"/>
                </a:lnTo>
                <a:lnTo>
                  <a:pt x="278944" y="31740"/>
                </a:lnTo>
                <a:lnTo>
                  <a:pt x="279006" y="31885"/>
                </a:lnTo>
                <a:lnTo>
                  <a:pt x="279065" y="32035"/>
                </a:lnTo>
                <a:lnTo>
                  <a:pt x="279121" y="32189"/>
                </a:lnTo>
                <a:lnTo>
                  <a:pt x="279174" y="32347"/>
                </a:lnTo>
                <a:lnTo>
                  <a:pt x="279225" y="32509"/>
                </a:lnTo>
                <a:lnTo>
                  <a:pt x="279273" y="32675"/>
                </a:lnTo>
                <a:lnTo>
                  <a:pt x="279318" y="32845"/>
                </a:lnTo>
                <a:lnTo>
                  <a:pt x="279361" y="33019"/>
                </a:lnTo>
                <a:lnTo>
                  <a:pt x="279401" y="33197"/>
                </a:lnTo>
                <a:lnTo>
                  <a:pt x="279438" y="33393"/>
                </a:lnTo>
                <a:lnTo>
                  <a:pt x="279474" y="33621"/>
                </a:lnTo>
                <a:lnTo>
                  <a:pt x="279509" y="33881"/>
                </a:lnTo>
                <a:lnTo>
                  <a:pt x="279542" y="34173"/>
                </a:lnTo>
                <a:lnTo>
                  <a:pt x="279573" y="34497"/>
                </a:lnTo>
                <a:lnTo>
                  <a:pt x="279603" y="34852"/>
                </a:lnTo>
                <a:lnTo>
                  <a:pt x="279631" y="35239"/>
                </a:lnTo>
                <a:lnTo>
                  <a:pt x="279657" y="35659"/>
                </a:lnTo>
                <a:lnTo>
                  <a:pt x="279682" y="36110"/>
                </a:lnTo>
                <a:lnTo>
                  <a:pt x="279705" y="36593"/>
                </a:lnTo>
                <a:lnTo>
                  <a:pt x="279727" y="37108"/>
                </a:lnTo>
                <a:lnTo>
                  <a:pt x="279747" y="37655"/>
                </a:lnTo>
                <a:lnTo>
                  <a:pt x="279765" y="38234"/>
                </a:lnTo>
                <a:lnTo>
                  <a:pt x="279782" y="38844"/>
                </a:lnTo>
                <a:lnTo>
                  <a:pt x="279798" y="39487"/>
                </a:lnTo>
                <a:lnTo>
                  <a:pt x="279811" y="40161"/>
                </a:lnTo>
                <a:lnTo>
                  <a:pt x="279823" y="40868"/>
                </a:lnTo>
                <a:lnTo>
                  <a:pt x="279834" y="41606"/>
                </a:lnTo>
                <a:lnTo>
                  <a:pt x="279842" y="42376"/>
                </a:lnTo>
                <a:lnTo>
                  <a:pt x="279850" y="43178"/>
                </a:lnTo>
                <a:lnTo>
                  <a:pt x="279855" y="44012"/>
                </a:lnTo>
                <a:lnTo>
                  <a:pt x="279859" y="44878"/>
                </a:lnTo>
                <a:lnTo>
                  <a:pt x="279862" y="45776"/>
                </a:lnTo>
                <a:lnTo>
                  <a:pt x="279863" y="46706"/>
                </a:lnTo>
                <a:lnTo>
                  <a:pt x="279863" y="71881"/>
                </a:lnTo>
                <a:lnTo>
                  <a:pt x="279862" y="72346"/>
                </a:lnTo>
                <a:lnTo>
                  <a:pt x="279860" y="72795"/>
                </a:lnTo>
                <a:lnTo>
                  <a:pt x="279857" y="73229"/>
                </a:lnTo>
                <a:lnTo>
                  <a:pt x="279853" y="73647"/>
                </a:lnTo>
                <a:lnTo>
                  <a:pt x="279847" y="74050"/>
                </a:lnTo>
                <a:lnTo>
                  <a:pt x="279840" y="74438"/>
                </a:lnTo>
                <a:lnTo>
                  <a:pt x="279832" y="74810"/>
                </a:lnTo>
                <a:lnTo>
                  <a:pt x="279823" y="75166"/>
                </a:lnTo>
                <a:lnTo>
                  <a:pt x="279813" y="75507"/>
                </a:lnTo>
                <a:lnTo>
                  <a:pt x="279801" y="75832"/>
                </a:lnTo>
                <a:lnTo>
                  <a:pt x="279788" y="76142"/>
                </a:lnTo>
                <a:lnTo>
                  <a:pt x="279774" y="76437"/>
                </a:lnTo>
                <a:lnTo>
                  <a:pt x="279758" y="76715"/>
                </a:lnTo>
                <a:lnTo>
                  <a:pt x="279742" y="76979"/>
                </a:lnTo>
                <a:lnTo>
                  <a:pt x="279724" y="77227"/>
                </a:lnTo>
                <a:lnTo>
                  <a:pt x="279705" y="77459"/>
                </a:lnTo>
                <a:lnTo>
                  <a:pt x="279684" y="77676"/>
                </a:lnTo>
                <a:lnTo>
                  <a:pt x="279663" y="77877"/>
                </a:lnTo>
                <a:lnTo>
                  <a:pt x="279640" y="78063"/>
                </a:lnTo>
                <a:lnTo>
                  <a:pt x="279616" y="78233"/>
                </a:lnTo>
                <a:lnTo>
                  <a:pt x="279590" y="78388"/>
                </a:lnTo>
                <a:lnTo>
                  <a:pt x="279564" y="78527"/>
                </a:lnTo>
                <a:lnTo>
                  <a:pt x="279536" y="78651"/>
                </a:lnTo>
                <a:lnTo>
                  <a:pt x="279507" y="78759"/>
                </a:lnTo>
                <a:lnTo>
                  <a:pt x="279446" y="78964"/>
                </a:lnTo>
                <a:lnTo>
                  <a:pt x="279381" y="79164"/>
                </a:lnTo>
                <a:lnTo>
                  <a:pt x="279313" y="79359"/>
                </a:lnTo>
                <a:lnTo>
                  <a:pt x="279241" y="79549"/>
                </a:lnTo>
                <a:lnTo>
                  <a:pt x="279165" y="79735"/>
                </a:lnTo>
                <a:lnTo>
                  <a:pt x="279085" y="79916"/>
                </a:lnTo>
                <a:lnTo>
                  <a:pt x="279002" y="80093"/>
                </a:lnTo>
                <a:lnTo>
                  <a:pt x="278915" y="80265"/>
                </a:lnTo>
                <a:lnTo>
                  <a:pt x="278824" y="80432"/>
                </a:lnTo>
                <a:lnTo>
                  <a:pt x="278730" y="80594"/>
                </a:lnTo>
                <a:lnTo>
                  <a:pt x="278632" y="80752"/>
                </a:lnTo>
                <a:lnTo>
                  <a:pt x="278530" y="80905"/>
                </a:lnTo>
                <a:lnTo>
                  <a:pt x="278424" y="81054"/>
                </a:lnTo>
                <a:lnTo>
                  <a:pt x="278315" y="81197"/>
                </a:lnTo>
                <a:lnTo>
                  <a:pt x="278202" y="81336"/>
                </a:lnTo>
                <a:lnTo>
                  <a:pt x="278086" y="81471"/>
                </a:lnTo>
                <a:lnTo>
                  <a:pt x="277965" y="81600"/>
                </a:lnTo>
                <a:lnTo>
                  <a:pt x="277841" y="81725"/>
                </a:lnTo>
                <a:lnTo>
                  <a:pt x="277714" y="81846"/>
                </a:lnTo>
                <a:lnTo>
                  <a:pt x="277582" y="81961"/>
                </a:lnTo>
                <a:lnTo>
                  <a:pt x="277447" y="82072"/>
                </a:lnTo>
                <a:lnTo>
                  <a:pt x="277308" y="82179"/>
                </a:lnTo>
                <a:lnTo>
                  <a:pt x="277166" y="82280"/>
                </a:lnTo>
                <a:lnTo>
                  <a:pt x="277020" y="82377"/>
                </a:lnTo>
                <a:lnTo>
                  <a:pt x="276814" y="82504"/>
                </a:lnTo>
                <a:lnTo>
                  <a:pt x="276599" y="82626"/>
                </a:lnTo>
                <a:lnTo>
                  <a:pt x="276376" y="82743"/>
                </a:lnTo>
                <a:lnTo>
                  <a:pt x="276143" y="82854"/>
                </a:lnTo>
                <a:lnTo>
                  <a:pt x="275902" y="82959"/>
                </a:lnTo>
                <a:lnTo>
                  <a:pt x="275651" y="83059"/>
                </a:lnTo>
                <a:lnTo>
                  <a:pt x="275392" y="83154"/>
                </a:lnTo>
                <a:lnTo>
                  <a:pt x="275124" y="83243"/>
                </a:lnTo>
                <a:lnTo>
                  <a:pt x="274847" y="83327"/>
                </a:lnTo>
                <a:lnTo>
                  <a:pt x="274562" y="83406"/>
                </a:lnTo>
                <a:lnTo>
                  <a:pt x="274267" y="83479"/>
                </a:lnTo>
                <a:lnTo>
                  <a:pt x="273964" y="83547"/>
                </a:lnTo>
                <a:lnTo>
                  <a:pt x="273651" y="83609"/>
                </a:lnTo>
                <a:lnTo>
                  <a:pt x="273330" y="83666"/>
                </a:lnTo>
                <a:lnTo>
                  <a:pt x="273000" y="83717"/>
                </a:lnTo>
                <a:lnTo>
                  <a:pt x="272661" y="83763"/>
                </a:lnTo>
                <a:lnTo>
                  <a:pt x="272313" y="83804"/>
                </a:lnTo>
                <a:lnTo>
                  <a:pt x="271956" y="83839"/>
                </a:lnTo>
                <a:lnTo>
                  <a:pt x="271590" y="83869"/>
                </a:lnTo>
                <a:lnTo>
                  <a:pt x="271215" y="83893"/>
                </a:lnTo>
                <a:lnTo>
                  <a:pt x="270832" y="83912"/>
                </a:lnTo>
                <a:lnTo>
                  <a:pt x="270440" y="83925"/>
                </a:lnTo>
                <a:lnTo>
                  <a:pt x="270038" y="83934"/>
                </a:lnTo>
                <a:lnTo>
                  <a:pt x="269628" y="83936"/>
                </a:lnTo>
                <a:lnTo>
                  <a:pt x="269628" y="86566"/>
                </a:lnTo>
                <a:lnTo>
                  <a:pt x="302961" y="86566"/>
                </a:lnTo>
                <a:lnTo>
                  <a:pt x="302961" y="83936"/>
                </a:lnTo>
                <a:lnTo>
                  <a:pt x="302597" y="83934"/>
                </a:lnTo>
                <a:lnTo>
                  <a:pt x="302241" y="83927"/>
                </a:lnTo>
                <a:lnTo>
                  <a:pt x="301892" y="83916"/>
                </a:lnTo>
                <a:lnTo>
                  <a:pt x="301549" y="83901"/>
                </a:lnTo>
                <a:lnTo>
                  <a:pt x="301214" y="83881"/>
                </a:lnTo>
                <a:lnTo>
                  <a:pt x="300887" y="83857"/>
                </a:lnTo>
                <a:lnTo>
                  <a:pt x="300566" y="83828"/>
                </a:lnTo>
                <a:lnTo>
                  <a:pt x="300252" y="83795"/>
                </a:lnTo>
                <a:lnTo>
                  <a:pt x="299946" y="83757"/>
                </a:lnTo>
                <a:lnTo>
                  <a:pt x="299647" y="83715"/>
                </a:lnTo>
                <a:lnTo>
                  <a:pt x="299355" y="83668"/>
                </a:lnTo>
                <a:lnTo>
                  <a:pt x="299070" y="83618"/>
                </a:lnTo>
                <a:lnTo>
                  <a:pt x="298792" y="83562"/>
                </a:lnTo>
                <a:lnTo>
                  <a:pt x="298521" y="83502"/>
                </a:lnTo>
                <a:lnTo>
                  <a:pt x="298258" y="83438"/>
                </a:lnTo>
                <a:lnTo>
                  <a:pt x="298002" y="83370"/>
                </a:lnTo>
                <a:lnTo>
                  <a:pt x="297753" y="83297"/>
                </a:lnTo>
                <a:lnTo>
                  <a:pt x="297511" y="83219"/>
                </a:lnTo>
                <a:lnTo>
                  <a:pt x="297276" y="83137"/>
                </a:lnTo>
                <a:lnTo>
                  <a:pt x="297048" y="83051"/>
                </a:lnTo>
                <a:lnTo>
                  <a:pt x="296828" y="82960"/>
                </a:lnTo>
                <a:lnTo>
                  <a:pt x="296614" y="82865"/>
                </a:lnTo>
                <a:lnTo>
                  <a:pt x="296408" y="82765"/>
                </a:lnTo>
                <a:lnTo>
                  <a:pt x="296209" y="82661"/>
                </a:lnTo>
                <a:lnTo>
                  <a:pt x="296016" y="82554"/>
                </a:lnTo>
                <a:lnTo>
                  <a:pt x="295828" y="82444"/>
                </a:lnTo>
                <a:lnTo>
                  <a:pt x="295645" y="82332"/>
                </a:lnTo>
                <a:lnTo>
                  <a:pt x="295467" y="82218"/>
                </a:lnTo>
                <a:lnTo>
                  <a:pt x="295294" y="82102"/>
                </a:lnTo>
                <a:lnTo>
                  <a:pt x="295125" y="81983"/>
                </a:lnTo>
                <a:lnTo>
                  <a:pt x="294962" y="81862"/>
                </a:lnTo>
                <a:lnTo>
                  <a:pt x="294803" y="81739"/>
                </a:lnTo>
                <a:lnTo>
                  <a:pt x="294650" y="81614"/>
                </a:lnTo>
                <a:lnTo>
                  <a:pt x="294501" y="81487"/>
                </a:lnTo>
                <a:lnTo>
                  <a:pt x="294358" y="81357"/>
                </a:lnTo>
                <a:lnTo>
                  <a:pt x="294219" y="81225"/>
                </a:lnTo>
                <a:lnTo>
                  <a:pt x="294085" y="81091"/>
                </a:lnTo>
                <a:lnTo>
                  <a:pt x="293957" y="80955"/>
                </a:lnTo>
                <a:lnTo>
                  <a:pt x="293833" y="80816"/>
                </a:lnTo>
                <a:lnTo>
                  <a:pt x="293714" y="80675"/>
                </a:lnTo>
                <a:lnTo>
                  <a:pt x="293600" y="80532"/>
                </a:lnTo>
                <a:lnTo>
                  <a:pt x="293491" y="80387"/>
                </a:lnTo>
                <a:lnTo>
                  <a:pt x="293386" y="80240"/>
                </a:lnTo>
                <a:lnTo>
                  <a:pt x="293287" y="80090"/>
                </a:lnTo>
                <a:lnTo>
                  <a:pt x="293193" y="79939"/>
                </a:lnTo>
                <a:lnTo>
                  <a:pt x="293104" y="79785"/>
                </a:lnTo>
                <a:lnTo>
                  <a:pt x="293019" y="79628"/>
                </a:lnTo>
                <a:lnTo>
                  <a:pt x="292940" y="79470"/>
                </a:lnTo>
                <a:lnTo>
                  <a:pt x="292830" y="79235"/>
                </a:lnTo>
                <a:lnTo>
                  <a:pt x="292724" y="78991"/>
                </a:lnTo>
                <a:lnTo>
                  <a:pt x="292623" y="78738"/>
                </a:lnTo>
                <a:lnTo>
                  <a:pt x="292527" y="78475"/>
                </a:lnTo>
                <a:lnTo>
                  <a:pt x="292436" y="78204"/>
                </a:lnTo>
                <a:lnTo>
                  <a:pt x="292349" y="77923"/>
                </a:lnTo>
                <a:lnTo>
                  <a:pt x="292267" y="77634"/>
                </a:lnTo>
                <a:lnTo>
                  <a:pt x="292190" y="77335"/>
                </a:lnTo>
                <a:lnTo>
                  <a:pt x="292117" y="77027"/>
                </a:lnTo>
                <a:lnTo>
                  <a:pt x="292049" y="76711"/>
                </a:lnTo>
                <a:lnTo>
                  <a:pt x="291986" y="76385"/>
                </a:lnTo>
                <a:lnTo>
                  <a:pt x="291927" y="76049"/>
                </a:lnTo>
                <a:lnTo>
                  <a:pt x="291873" y="75705"/>
                </a:lnTo>
                <a:lnTo>
                  <a:pt x="291824" y="75352"/>
                </a:lnTo>
                <a:lnTo>
                  <a:pt x="291779" y="74990"/>
                </a:lnTo>
                <a:lnTo>
                  <a:pt x="291739" y="74618"/>
                </a:lnTo>
                <a:lnTo>
                  <a:pt x="291704" y="74238"/>
                </a:lnTo>
                <a:lnTo>
                  <a:pt x="291674" y="73848"/>
                </a:lnTo>
                <a:lnTo>
                  <a:pt x="291648" y="73449"/>
                </a:lnTo>
                <a:lnTo>
                  <a:pt x="291627" y="73041"/>
                </a:lnTo>
                <a:lnTo>
                  <a:pt x="291611" y="72624"/>
                </a:lnTo>
                <a:lnTo>
                  <a:pt x="291599" y="72198"/>
                </a:lnTo>
                <a:lnTo>
                  <a:pt x="291592" y="71763"/>
                </a:lnTo>
                <a:lnTo>
                  <a:pt x="291589" y="71319"/>
                </a:lnTo>
                <a:lnTo>
                  <a:pt x="291589" y="40198"/>
                </a:lnTo>
                <a:lnTo>
                  <a:pt x="291873" y="39649"/>
                </a:lnTo>
                <a:lnTo>
                  <a:pt x="292157" y="39114"/>
                </a:lnTo>
                <a:lnTo>
                  <a:pt x="292439" y="38591"/>
                </a:lnTo>
                <a:lnTo>
                  <a:pt x="292721" y="38081"/>
                </a:lnTo>
                <a:lnTo>
                  <a:pt x="293002" y="37585"/>
                </a:lnTo>
                <a:lnTo>
                  <a:pt x="293282" y="37101"/>
                </a:lnTo>
                <a:lnTo>
                  <a:pt x="293561" y="36631"/>
                </a:lnTo>
                <a:lnTo>
                  <a:pt x="293840" y="36173"/>
                </a:lnTo>
                <a:lnTo>
                  <a:pt x="294118" y="35729"/>
                </a:lnTo>
                <a:lnTo>
                  <a:pt x="294395" y="35298"/>
                </a:lnTo>
                <a:lnTo>
                  <a:pt x="294672" y="34879"/>
                </a:lnTo>
                <a:lnTo>
                  <a:pt x="294948" y="34474"/>
                </a:lnTo>
                <a:lnTo>
                  <a:pt x="295223" y="34082"/>
                </a:lnTo>
                <a:lnTo>
                  <a:pt x="295497" y="33702"/>
                </a:lnTo>
                <a:lnTo>
                  <a:pt x="295770" y="33336"/>
                </a:lnTo>
                <a:lnTo>
                  <a:pt x="296043" y="32983"/>
                </a:lnTo>
                <a:lnTo>
                  <a:pt x="296315" y="32643"/>
                </a:lnTo>
                <a:lnTo>
                  <a:pt x="296587" y="32316"/>
                </a:lnTo>
                <a:lnTo>
                  <a:pt x="296857" y="32002"/>
                </a:lnTo>
                <a:lnTo>
                  <a:pt x="297127" y="31701"/>
                </a:lnTo>
                <a:lnTo>
                  <a:pt x="297396" y="31413"/>
                </a:lnTo>
                <a:lnTo>
                  <a:pt x="297665" y="31138"/>
                </a:lnTo>
                <a:lnTo>
                  <a:pt x="297932" y="30876"/>
                </a:lnTo>
                <a:lnTo>
                  <a:pt x="298199" y="30628"/>
                </a:lnTo>
                <a:lnTo>
                  <a:pt x="298323" y="30512"/>
                </a:lnTo>
                <a:lnTo>
                  <a:pt x="298446" y="30401"/>
                </a:lnTo>
                <a:lnTo>
                  <a:pt x="298569" y="30296"/>
                </a:lnTo>
                <a:lnTo>
                  <a:pt x="298691" y="30195"/>
                </a:lnTo>
                <a:lnTo>
                  <a:pt x="298812" y="30099"/>
                </a:lnTo>
                <a:lnTo>
                  <a:pt x="298932" y="30008"/>
                </a:lnTo>
                <a:lnTo>
                  <a:pt x="299052" y="29922"/>
                </a:lnTo>
                <a:lnTo>
                  <a:pt x="299170" y="29840"/>
                </a:lnTo>
                <a:lnTo>
                  <a:pt x="299289" y="29764"/>
                </a:lnTo>
                <a:lnTo>
                  <a:pt x="299406" y="29693"/>
                </a:lnTo>
                <a:lnTo>
                  <a:pt x="299522" y="29626"/>
                </a:lnTo>
                <a:lnTo>
                  <a:pt x="299638" y="29565"/>
                </a:lnTo>
                <a:lnTo>
                  <a:pt x="299753" y="29508"/>
                </a:lnTo>
                <a:lnTo>
                  <a:pt x="299868" y="29457"/>
                </a:lnTo>
                <a:lnTo>
                  <a:pt x="299981" y="29410"/>
                </a:lnTo>
                <a:lnTo>
                  <a:pt x="300094" y="29368"/>
                </a:lnTo>
                <a:lnTo>
                  <a:pt x="300207" y="29331"/>
                </a:lnTo>
                <a:lnTo>
                  <a:pt x="300318" y="29299"/>
                </a:lnTo>
                <a:lnTo>
                  <a:pt x="300429" y="29272"/>
                </a:lnTo>
                <a:lnTo>
                  <a:pt x="300539" y="29250"/>
                </a:lnTo>
                <a:lnTo>
                  <a:pt x="300648" y="29233"/>
                </a:lnTo>
                <a:lnTo>
                  <a:pt x="300756" y="29221"/>
                </a:lnTo>
                <a:lnTo>
                  <a:pt x="300864" y="29213"/>
                </a:lnTo>
                <a:lnTo>
                  <a:pt x="300971" y="29211"/>
                </a:lnTo>
                <a:lnTo>
                  <a:pt x="301098" y="29215"/>
                </a:lnTo>
                <a:lnTo>
                  <a:pt x="301231" y="29228"/>
                </a:lnTo>
                <a:lnTo>
                  <a:pt x="301369" y="29249"/>
                </a:lnTo>
                <a:lnTo>
                  <a:pt x="301513" y="29279"/>
                </a:lnTo>
                <a:lnTo>
                  <a:pt x="301662" y="29317"/>
                </a:lnTo>
                <a:lnTo>
                  <a:pt x="301817" y="29364"/>
                </a:lnTo>
                <a:lnTo>
                  <a:pt x="301978" y="29419"/>
                </a:lnTo>
                <a:lnTo>
                  <a:pt x="302144" y="29483"/>
                </a:lnTo>
                <a:lnTo>
                  <a:pt x="302315" y="29555"/>
                </a:lnTo>
                <a:lnTo>
                  <a:pt x="302492" y="29636"/>
                </a:lnTo>
                <a:lnTo>
                  <a:pt x="302675" y="29726"/>
                </a:lnTo>
                <a:lnTo>
                  <a:pt x="302863" y="29824"/>
                </a:lnTo>
                <a:lnTo>
                  <a:pt x="303057" y="29930"/>
                </a:lnTo>
                <a:lnTo>
                  <a:pt x="303256" y="30045"/>
                </a:lnTo>
                <a:lnTo>
                  <a:pt x="303461" y="30168"/>
                </a:lnTo>
                <a:lnTo>
                  <a:pt x="303672" y="30300"/>
                </a:lnTo>
                <a:lnTo>
                  <a:pt x="303888" y="30441"/>
                </a:lnTo>
                <a:lnTo>
                  <a:pt x="304109" y="30590"/>
                </a:lnTo>
                <a:lnTo>
                  <a:pt x="304336" y="30747"/>
                </a:lnTo>
                <a:lnTo>
                  <a:pt x="304569" y="30913"/>
                </a:lnTo>
                <a:lnTo>
                  <a:pt x="304807" y="31088"/>
                </a:lnTo>
                <a:lnTo>
                  <a:pt x="305051" y="31271"/>
                </a:lnTo>
                <a:lnTo>
                  <a:pt x="305300" y="31463"/>
                </a:lnTo>
                <a:lnTo>
                  <a:pt x="305555" y="31663"/>
                </a:lnTo>
                <a:lnTo>
                  <a:pt x="305812" y="31863"/>
                </a:lnTo>
                <a:lnTo>
                  <a:pt x="306066" y="32054"/>
                </a:lnTo>
                <a:lnTo>
                  <a:pt x="306319" y="32237"/>
                </a:lnTo>
                <a:lnTo>
                  <a:pt x="306569" y="32412"/>
                </a:lnTo>
                <a:lnTo>
                  <a:pt x="306817" y="32578"/>
                </a:lnTo>
                <a:lnTo>
                  <a:pt x="307063" y="32735"/>
                </a:lnTo>
                <a:lnTo>
                  <a:pt x="307307" y="32884"/>
                </a:lnTo>
                <a:lnTo>
                  <a:pt x="307549" y="33025"/>
                </a:lnTo>
                <a:lnTo>
                  <a:pt x="307789" y="33157"/>
                </a:lnTo>
                <a:lnTo>
                  <a:pt x="308027" y="33280"/>
                </a:lnTo>
                <a:lnTo>
                  <a:pt x="308262" y="33395"/>
                </a:lnTo>
                <a:lnTo>
                  <a:pt x="308496" y="33502"/>
                </a:lnTo>
                <a:lnTo>
                  <a:pt x="308727" y="33600"/>
                </a:lnTo>
                <a:lnTo>
                  <a:pt x="308956" y="33689"/>
                </a:lnTo>
                <a:lnTo>
                  <a:pt x="309184" y="33770"/>
                </a:lnTo>
                <a:lnTo>
                  <a:pt x="309409" y="33842"/>
                </a:lnTo>
                <a:lnTo>
                  <a:pt x="309632" y="33906"/>
                </a:lnTo>
                <a:lnTo>
                  <a:pt x="309853" y="33961"/>
                </a:lnTo>
                <a:lnTo>
                  <a:pt x="310072" y="34008"/>
                </a:lnTo>
                <a:lnTo>
                  <a:pt x="310288" y="34047"/>
                </a:lnTo>
                <a:lnTo>
                  <a:pt x="310503" y="34076"/>
                </a:lnTo>
                <a:lnTo>
                  <a:pt x="310716" y="34098"/>
                </a:lnTo>
                <a:lnTo>
                  <a:pt x="310926" y="34110"/>
                </a:lnTo>
                <a:lnTo>
                  <a:pt x="311134" y="34115"/>
                </a:lnTo>
                <a:lnTo>
                  <a:pt x="311346" y="34111"/>
                </a:lnTo>
                <a:lnTo>
                  <a:pt x="311556" y="34101"/>
                </a:lnTo>
                <a:lnTo>
                  <a:pt x="311763" y="34085"/>
                </a:lnTo>
                <a:lnTo>
                  <a:pt x="311967" y="34061"/>
                </a:lnTo>
                <a:lnTo>
                  <a:pt x="312170" y="34031"/>
                </a:lnTo>
                <a:lnTo>
                  <a:pt x="312369" y="33995"/>
                </a:lnTo>
                <a:lnTo>
                  <a:pt x="312566" y="33951"/>
                </a:lnTo>
                <a:lnTo>
                  <a:pt x="312761" y="33901"/>
                </a:lnTo>
                <a:lnTo>
                  <a:pt x="312953" y="33845"/>
                </a:lnTo>
                <a:lnTo>
                  <a:pt x="313143" y="33782"/>
                </a:lnTo>
                <a:lnTo>
                  <a:pt x="313330" y="33712"/>
                </a:lnTo>
                <a:lnTo>
                  <a:pt x="313515" y="33635"/>
                </a:lnTo>
                <a:lnTo>
                  <a:pt x="313698" y="33552"/>
                </a:lnTo>
                <a:lnTo>
                  <a:pt x="313877" y="33462"/>
                </a:lnTo>
                <a:lnTo>
                  <a:pt x="314055" y="33365"/>
                </a:lnTo>
                <a:lnTo>
                  <a:pt x="314230" y="33262"/>
                </a:lnTo>
                <a:lnTo>
                  <a:pt x="314402" y="33152"/>
                </a:lnTo>
                <a:lnTo>
                  <a:pt x="314572" y="33035"/>
                </a:lnTo>
                <a:lnTo>
                  <a:pt x="314740" y="32912"/>
                </a:lnTo>
                <a:lnTo>
                  <a:pt x="314905" y="32782"/>
                </a:lnTo>
                <a:lnTo>
                  <a:pt x="315068" y="32645"/>
                </a:lnTo>
                <a:lnTo>
                  <a:pt x="315228" y="32502"/>
                </a:lnTo>
                <a:lnTo>
                  <a:pt x="315386" y="32352"/>
                </a:lnTo>
                <a:lnTo>
                  <a:pt x="315541" y="32196"/>
                </a:lnTo>
                <a:lnTo>
                  <a:pt x="315692" y="32034"/>
                </a:lnTo>
                <a:lnTo>
                  <a:pt x="315836" y="31870"/>
                </a:lnTo>
                <a:lnTo>
                  <a:pt x="315974" y="31703"/>
                </a:lnTo>
                <a:lnTo>
                  <a:pt x="316105" y="31532"/>
                </a:lnTo>
                <a:lnTo>
                  <a:pt x="316231" y="31359"/>
                </a:lnTo>
                <a:lnTo>
                  <a:pt x="316349" y="31183"/>
                </a:lnTo>
                <a:lnTo>
                  <a:pt x="316461" y="31004"/>
                </a:lnTo>
                <a:lnTo>
                  <a:pt x="316567" y="30822"/>
                </a:lnTo>
                <a:lnTo>
                  <a:pt x="316667" y="30637"/>
                </a:lnTo>
                <a:lnTo>
                  <a:pt x="316760" y="30449"/>
                </a:lnTo>
                <a:lnTo>
                  <a:pt x="316846" y="30258"/>
                </a:lnTo>
                <a:lnTo>
                  <a:pt x="316927" y="30064"/>
                </a:lnTo>
                <a:lnTo>
                  <a:pt x="317000" y="29867"/>
                </a:lnTo>
                <a:lnTo>
                  <a:pt x="317068" y="29667"/>
                </a:lnTo>
                <a:lnTo>
                  <a:pt x="317129" y="29464"/>
                </a:lnTo>
                <a:lnTo>
                  <a:pt x="317183" y="29258"/>
                </a:lnTo>
                <a:lnTo>
                  <a:pt x="317231" y="29049"/>
                </a:lnTo>
                <a:lnTo>
                  <a:pt x="317273" y="28838"/>
                </a:lnTo>
                <a:lnTo>
                  <a:pt x="317308" y="28623"/>
                </a:lnTo>
                <a:lnTo>
                  <a:pt x="317337" y="28405"/>
                </a:lnTo>
                <a:lnTo>
                  <a:pt x="317360" y="28185"/>
                </a:lnTo>
                <a:lnTo>
                  <a:pt x="317376" y="27961"/>
                </a:lnTo>
                <a:lnTo>
                  <a:pt x="317385" y="27734"/>
                </a:lnTo>
                <a:lnTo>
                  <a:pt x="317389" y="27505"/>
                </a:lnTo>
                <a:lnTo>
                  <a:pt x="317384" y="27246"/>
                </a:lnTo>
                <a:lnTo>
                  <a:pt x="317371" y="26989"/>
                </a:lnTo>
                <a:lnTo>
                  <a:pt x="317349" y="26735"/>
                </a:lnTo>
                <a:lnTo>
                  <a:pt x="317318" y="26483"/>
                </a:lnTo>
                <a:lnTo>
                  <a:pt x="317278" y="26234"/>
                </a:lnTo>
                <a:lnTo>
                  <a:pt x="317229" y="25988"/>
                </a:lnTo>
                <a:lnTo>
                  <a:pt x="317171" y="25744"/>
                </a:lnTo>
                <a:lnTo>
                  <a:pt x="317104" y="25503"/>
                </a:lnTo>
                <a:lnTo>
                  <a:pt x="317029" y="25265"/>
                </a:lnTo>
                <a:lnTo>
                  <a:pt x="316944" y="25029"/>
                </a:lnTo>
                <a:lnTo>
                  <a:pt x="316851" y="24795"/>
                </a:lnTo>
                <a:lnTo>
                  <a:pt x="316749" y="24564"/>
                </a:lnTo>
                <a:lnTo>
                  <a:pt x="316638" y="24336"/>
                </a:lnTo>
                <a:lnTo>
                  <a:pt x="316518" y="24111"/>
                </a:lnTo>
                <a:lnTo>
                  <a:pt x="316389" y="23887"/>
                </a:lnTo>
                <a:lnTo>
                  <a:pt x="316251" y="23667"/>
                </a:lnTo>
                <a:lnTo>
                  <a:pt x="316105" y="23449"/>
                </a:lnTo>
                <a:lnTo>
                  <a:pt x="315949" y="23234"/>
                </a:lnTo>
                <a:lnTo>
                  <a:pt x="315785" y="23021"/>
                </a:lnTo>
                <a:lnTo>
                  <a:pt x="315612" y="22811"/>
                </a:lnTo>
                <a:lnTo>
                  <a:pt x="315430" y="22604"/>
                </a:lnTo>
                <a:lnTo>
                  <a:pt x="315239" y="22399"/>
                </a:lnTo>
                <a:lnTo>
                  <a:pt x="315039" y="22197"/>
                </a:lnTo>
                <a:lnTo>
                  <a:pt x="314830" y="21997"/>
                </a:lnTo>
                <a:lnTo>
                  <a:pt x="314614" y="21803"/>
                </a:lnTo>
                <a:lnTo>
                  <a:pt x="314394" y="21617"/>
                </a:lnTo>
                <a:lnTo>
                  <a:pt x="314169" y="21439"/>
                </a:lnTo>
                <a:lnTo>
                  <a:pt x="313940" y="21269"/>
                </a:lnTo>
                <a:lnTo>
                  <a:pt x="313705" y="21108"/>
                </a:lnTo>
                <a:lnTo>
                  <a:pt x="313466" y="20955"/>
                </a:lnTo>
                <a:lnTo>
                  <a:pt x="313223" y="20811"/>
                </a:lnTo>
                <a:lnTo>
                  <a:pt x="312974" y="20674"/>
                </a:lnTo>
                <a:lnTo>
                  <a:pt x="312721" y="20546"/>
                </a:lnTo>
                <a:lnTo>
                  <a:pt x="312463" y="20426"/>
                </a:lnTo>
                <a:lnTo>
                  <a:pt x="312201" y="20315"/>
                </a:lnTo>
                <a:lnTo>
                  <a:pt x="311934" y="20211"/>
                </a:lnTo>
                <a:lnTo>
                  <a:pt x="311662" y="20116"/>
                </a:lnTo>
                <a:lnTo>
                  <a:pt x="311386" y="20029"/>
                </a:lnTo>
                <a:lnTo>
                  <a:pt x="311104" y="19951"/>
                </a:lnTo>
                <a:lnTo>
                  <a:pt x="310818" y="19880"/>
                </a:lnTo>
                <a:lnTo>
                  <a:pt x="310528" y="19818"/>
                </a:lnTo>
                <a:lnTo>
                  <a:pt x="310233" y="19765"/>
                </a:lnTo>
                <a:lnTo>
                  <a:pt x="309933" y="19719"/>
                </a:lnTo>
                <a:lnTo>
                  <a:pt x="309628" y="19682"/>
                </a:lnTo>
                <a:lnTo>
                  <a:pt x="309319" y="19653"/>
                </a:lnTo>
                <a:lnTo>
                  <a:pt x="309005" y="19632"/>
                </a:lnTo>
                <a:lnTo>
                  <a:pt x="308686" y="19620"/>
                </a:lnTo>
                <a:lnTo>
                  <a:pt x="308362" y="19616"/>
                </a:lnTo>
                <a:lnTo>
                  <a:pt x="307647" y="19641"/>
                </a:lnTo>
                <a:lnTo>
                  <a:pt x="306932" y="19718"/>
                </a:lnTo>
                <a:lnTo>
                  <a:pt x="306219" y="19845"/>
                </a:lnTo>
                <a:lnTo>
                  <a:pt x="305508" y="20023"/>
                </a:lnTo>
                <a:lnTo>
                  <a:pt x="304798" y="20251"/>
                </a:lnTo>
                <a:lnTo>
                  <a:pt x="304089" y="20531"/>
                </a:lnTo>
                <a:lnTo>
                  <a:pt x="303382" y="20861"/>
                </a:lnTo>
                <a:lnTo>
                  <a:pt x="302677" y="21243"/>
                </a:lnTo>
                <a:lnTo>
                  <a:pt x="301973" y="21675"/>
                </a:lnTo>
                <a:lnTo>
                  <a:pt x="301270" y="22158"/>
                </a:lnTo>
                <a:lnTo>
                  <a:pt x="300569" y="22692"/>
                </a:lnTo>
                <a:lnTo>
                  <a:pt x="299869" y="23276"/>
                </a:lnTo>
                <a:lnTo>
                  <a:pt x="299171" y="23912"/>
                </a:lnTo>
                <a:lnTo>
                  <a:pt x="298475" y="24598"/>
                </a:lnTo>
                <a:lnTo>
                  <a:pt x="297779" y="25335"/>
                </a:lnTo>
                <a:lnTo>
                  <a:pt x="297086" y="26123"/>
                </a:lnTo>
                <a:lnTo>
                  <a:pt x="296393" y="26962"/>
                </a:lnTo>
                <a:lnTo>
                  <a:pt x="295703" y="27851"/>
                </a:lnTo>
                <a:lnTo>
                  <a:pt x="295013" y="28792"/>
                </a:lnTo>
                <a:lnTo>
                  <a:pt x="294326" y="29783"/>
                </a:lnTo>
                <a:lnTo>
                  <a:pt x="293639" y="30825"/>
                </a:lnTo>
                <a:lnTo>
                  <a:pt x="292955" y="31918"/>
                </a:lnTo>
                <a:lnTo>
                  <a:pt x="292271" y="33062"/>
                </a:lnTo>
                <a:lnTo>
                  <a:pt x="291589" y="34257"/>
                </a:lnTo>
                <a:lnTo>
                  <a:pt x="291589" y="19616"/>
                </a:lnTo>
                <a:lnTo>
                  <a:pt x="288604" y="19616"/>
                </a:lnTo>
                <a:lnTo>
                  <a:pt x="268917" y="27558"/>
                </a:lnTo>
                <a:lnTo>
                  <a:pt x="269628" y="30112"/>
                </a:lnTo>
                <a:lnTo>
                  <a:pt x="269858" y="30026"/>
                </a:lnTo>
                <a:close/>
                <a:moveTo>
                  <a:pt x="36961" y="20023"/>
                </a:moveTo>
                <a:lnTo>
                  <a:pt x="36892" y="20151"/>
                </a:lnTo>
                <a:lnTo>
                  <a:pt x="36825" y="20274"/>
                </a:lnTo>
                <a:lnTo>
                  <a:pt x="36758" y="20393"/>
                </a:lnTo>
                <a:lnTo>
                  <a:pt x="36691" y="20508"/>
                </a:lnTo>
                <a:lnTo>
                  <a:pt x="36626" y="20619"/>
                </a:lnTo>
                <a:lnTo>
                  <a:pt x="36561" y="20725"/>
                </a:lnTo>
                <a:lnTo>
                  <a:pt x="36497" y="20828"/>
                </a:lnTo>
                <a:lnTo>
                  <a:pt x="36434" y="20926"/>
                </a:lnTo>
                <a:lnTo>
                  <a:pt x="36371" y="21020"/>
                </a:lnTo>
                <a:lnTo>
                  <a:pt x="36309" y="21109"/>
                </a:lnTo>
                <a:lnTo>
                  <a:pt x="36248" y="21195"/>
                </a:lnTo>
                <a:lnTo>
                  <a:pt x="36188" y="21276"/>
                </a:lnTo>
                <a:lnTo>
                  <a:pt x="36128" y="21353"/>
                </a:lnTo>
                <a:lnTo>
                  <a:pt x="36070" y="21426"/>
                </a:lnTo>
                <a:lnTo>
                  <a:pt x="36011" y="21495"/>
                </a:lnTo>
                <a:lnTo>
                  <a:pt x="35954" y="21559"/>
                </a:lnTo>
                <a:lnTo>
                  <a:pt x="35897" y="21620"/>
                </a:lnTo>
                <a:lnTo>
                  <a:pt x="35841" y="21676"/>
                </a:lnTo>
                <a:lnTo>
                  <a:pt x="35786" y="21728"/>
                </a:lnTo>
                <a:lnTo>
                  <a:pt x="35732" y="21776"/>
                </a:lnTo>
                <a:lnTo>
                  <a:pt x="35678" y="21819"/>
                </a:lnTo>
                <a:lnTo>
                  <a:pt x="35624" y="21860"/>
                </a:lnTo>
                <a:lnTo>
                  <a:pt x="35568" y="21899"/>
                </a:lnTo>
                <a:lnTo>
                  <a:pt x="35511" y="21936"/>
                </a:lnTo>
                <a:lnTo>
                  <a:pt x="35451" y="21971"/>
                </a:lnTo>
                <a:lnTo>
                  <a:pt x="35390" y="22005"/>
                </a:lnTo>
                <a:lnTo>
                  <a:pt x="35327" y="22037"/>
                </a:lnTo>
                <a:lnTo>
                  <a:pt x="35263" y="22067"/>
                </a:lnTo>
                <a:lnTo>
                  <a:pt x="35197" y="22096"/>
                </a:lnTo>
                <a:lnTo>
                  <a:pt x="35129" y="22122"/>
                </a:lnTo>
                <a:lnTo>
                  <a:pt x="35059" y="22147"/>
                </a:lnTo>
                <a:lnTo>
                  <a:pt x="34987" y="22171"/>
                </a:lnTo>
                <a:lnTo>
                  <a:pt x="34914" y="22192"/>
                </a:lnTo>
                <a:lnTo>
                  <a:pt x="34839" y="22212"/>
                </a:lnTo>
                <a:lnTo>
                  <a:pt x="34763" y="22230"/>
                </a:lnTo>
                <a:lnTo>
                  <a:pt x="34684" y="22247"/>
                </a:lnTo>
                <a:lnTo>
                  <a:pt x="34604" y="22261"/>
                </a:lnTo>
                <a:lnTo>
                  <a:pt x="34522" y="22274"/>
                </a:lnTo>
                <a:lnTo>
                  <a:pt x="34439" y="22286"/>
                </a:lnTo>
                <a:lnTo>
                  <a:pt x="34354" y="22295"/>
                </a:lnTo>
                <a:lnTo>
                  <a:pt x="34267" y="22303"/>
                </a:lnTo>
                <a:lnTo>
                  <a:pt x="34178" y="22309"/>
                </a:lnTo>
                <a:lnTo>
                  <a:pt x="34088" y="22313"/>
                </a:lnTo>
                <a:lnTo>
                  <a:pt x="33995" y="22316"/>
                </a:lnTo>
                <a:lnTo>
                  <a:pt x="33901" y="22317"/>
                </a:lnTo>
                <a:lnTo>
                  <a:pt x="33797" y="22315"/>
                </a:lnTo>
                <a:lnTo>
                  <a:pt x="33683" y="22309"/>
                </a:lnTo>
                <a:lnTo>
                  <a:pt x="33562" y="22300"/>
                </a:lnTo>
                <a:lnTo>
                  <a:pt x="33432" y="22287"/>
                </a:lnTo>
                <a:lnTo>
                  <a:pt x="33293" y="22270"/>
                </a:lnTo>
                <a:lnTo>
                  <a:pt x="33146" y="22250"/>
                </a:lnTo>
                <a:lnTo>
                  <a:pt x="32991" y="22226"/>
                </a:lnTo>
                <a:lnTo>
                  <a:pt x="32827" y="22198"/>
                </a:lnTo>
                <a:lnTo>
                  <a:pt x="32655" y="22167"/>
                </a:lnTo>
                <a:lnTo>
                  <a:pt x="32475" y="22132"/>
                </a:lnTo>
                <a:lnTo>
                  <a:pt x="32286" y="22093"/>
                </a:lnTo>
                <a:lnTo>
                  <a:pt x="32089" y="22050"/>
                </a:lnTo>
                <a:lnTo>
                  <a:pt x="31884" y="22004"/>
                </a:lnTo>
                <a:lnTo>
                  <a:pt x="31670" y="21954"/>
                </a:lnTo>
                <a:lnTo>
                  <a:pt x="31447" y="21900"/>
                </a:lnTo>
                <a:lnTo>
                  <a:pt x="31216" y="21843"/>
                </a:lnTo>
                <a:lnTo>
                  <a:pt x="30977" y="21782"/>
                </a:lnTo>
                <a:lnTo>
                  <a:pt x="30730" y="21717"/>
                </a:lnTo>
                <a:lnTo>
                  <a:pt x="30474" y="21649"/>
                </a:lnTo>
                <a:lnTo>
                  <a:pt x="30210" y="21576"/>
                </a:lnTo>
                <a:lnTo>
                  <a:pt x="29937" y="21500"/>
                </a:lnTo>
                <a:lnTo>
                  <a:pt x="29656" y="21421"/>
                </a:lnTo>
                <a:lnTo>
                  <a:pt x="29366" y="21338"/>
                </a:lnTo>
                <a:lnTo>
                  <a:pt x="29069" y="21251"/>
                </a:lnTo>
                <a:lnTo>
                  <a:pt x="28615" y="21117"/>
                </a:lnTo>
                <a:lnTo>
                  <a:pt x="28168" y="20990"/>
                </a:lnTo>
                <a:lnTo>
                  <a:pt x="27726" y="20867"/>
                </a:lnTo>
                <a:lnTo>
                  <a:pt x="27290" y="20751"/>
                </a:lnTo>
                <a:lnTo>
                  <a:pt x="26859" y="20640"/>
                </a:lnTo>
                <a:lnTo>
                  <a:pt x="26434" y="20535"/>
                </a:lnTo>
                <a:lnTo>
                  <a:pt x="26015" y="20436"/>
                </a:lnTo>
                <a:lnTo>
                  <a:pt x="25602" y="20342"/>
                </a:lnTo>
                <a:lnTo>
                  <a:pt x="25194" y="20254"/>
                </a:lnTo>
                <a:lnTo>
                  <a:pt x="24792" y="20172"/>
                </a:lnTo>
                <a:lnTo>
                  <a:pt x="24395" y="20096"/>
                </a:lnTo>
                <a:lnTo>
                  <a:pt x="24005" y="20025"/>
                </a:lnTo>
                <a:lnTo>
                  <a:pt x="23620" y="19959"/>
                </a:lnTo>
                <a:lnTo>
                  <a:pt x="23240" y="19900"/>
                </a:lnTo>
                <a:lnTo>
                  <a:pt x="22866" y="19846"/>
                </a:lnTo>
                <a:lnTo>
                  <a:pt x="22498" y="19798"/>
                </a:lnTo>
                <a:lnTo>
                  <a:pt x="22136" y="19755"/>
                </a:lnTo>
                <a:lnTo>
                  <a:pt x="21779" y="19718"/>
                </a:lnTo>
                <a:lnTo>
                  <a:pt x="21428" y="19687"/>
                </a:lnTo>
                <a:lnTo>
                  <a:pt x="21083" y="19661"/>
                </a:lnTo>
                <a:lnTo>
                  <a:pt x="20743" y="19641"/>
                </a:lnTo>
                <a:lnTo>
                  <a:pt x="20409" y="19627"/>
                </a:lnTo>
                <a:lnTo>
                  <a:pt x="20081" y="19619"/>
                </a:lnTo>
                <a:lnTo>
                  <a:pt x="19758" y="19616"/>
                </a:lnTo>
                <a:lnTo>
                  <a:pt x="19035" y="19625"/>
                </a:lnTo>
                <a:lnTo>
                  <a:pt x="18324" y="19653"/>
                </a:lnTo>
                <a:lnTo>
                  <a:pt x="17623" y="19700"/>
                </a:lnTo>
                <a:lnTo>
                  <a:pt x="16934" y="19766"/>
                </a:lnTo>
                <a:lnTo>
                  <a:pt x="16256" y="19850"/>
                </a:lnTo>
                <a:lnTo>
                  <a:pt x="15589" y="19953"/>
                </a:lnTo>
                <a:lnTo>
                  <a:pt x="14934" y="20075"/>
                </a:lnTo>
                <a:lnTo>
                  <a:pt x="14289" y="20216"/>
                </a:lnTo>
                <a:lnTo>
                  <a:pt x="13656" y="20375"/>
                </a:lnTo>
                <a:lnTo>
                  <a:pt x="13035" y="20553"/>
                </a:lnTo>
                <a:lnTo>
                  <a:pt x="12424" y="20750"/>
                </a:lnTo>
                <a:lnTo>
                  <a:pt x="11825" y="20965"/>
                </a:lnTo>
                <a:lnTo>
                  <a:pt x="11237" y="21199"/>
                </a:lnTo>
                <a:lnTo>
                  <a:pt x="10660" y="21452"/>
                </a:lnTo>
                <a:lnTo>
                  <a:pt x="10094" y="21724"/>
                </a:lnTo>
                <a:lnTo>
                  <a:pt x="9539" y="22015"/>
                </a:lnTo>
                <a:lnTo>
                  <a:pt x="8996" y="22324"/>
                </a:lnTo>
                <a:lnTo>
                  <a:pt x="8464" y="22652"/>
                </a:lnTo>
                <a:lnTo>
                  <a:pt x="7943" y="22998"/>
                </a:lnTo>
                <a:lnTo>
                  <a:pt x="7434" y="23364"/>
                </a:lnTo>
                <a:lnTo>
                  <a:pt x="6936" y="23748"/>
                </a:lnTo>
                <a:lnTo>
                  <a:pt x="6449" y="24151"/>
                </a:lnTo>
                <a:lnTo>
                  <a:pt x="5973" y="24573"/>
                </a:lnTo>
                <a:lnTo>
                  <a:pt x="5508" y="25013"/>
                </a:lnTo>
                <a:lnTo>
                  <a:pt x="5059" y="25467"/>
                </a:lnTo>
                <a:lnTo>
                  <a:pt x="4628" y="25930"/>
                </a:lnTo>
                <a:lnTo>
                  <a:pt x="4217" y="26403"/>
                </a:lnTo>
                <a:lnTo>
                  <a:pt x="3825" y="26884"/>
                </a:lnTo>
                <a:lnTo>
                  <a:pt x="3452" y="27375"/>
                </a:lnTo>
                <a:lnTo>
                  <a:pt x="3098" y="27875"/>
                </a:lnTo>
                <a:lnTo>
                  <a:pt x="2764" y="28383"/>
                </a:lnTo>
                <a:lnTo>
                  <a:pt x="2448" y="28901"/>
                </a:lnTo>
                <a:lnTo>
                  <a:pt x="2152" y="29429"/>
                </a:lnTo>
                <a:lnTo>
                  <a:pt x="1874" y="29965"/>
                </a:lnTo>
                <a:lnTo>
                  <a:pt x="1616" y="30510"/>
                </a:lnTo>
                <a:lnTo>
                  <a:pt x="1377" y="31065"/>
                </a:lnTo>
                <a:lnTo>
                  <a:pt x="1157" y="31628"/>
                </a:lnTo>
                <a:lnTo>
                  <a:pt x="956" y="32201"/>
                </a:lnTo>
                <a:lnTo>
                  <a:pt x="775" y="32783"/>
                </a:lnTo>
                <a:lnTo>
                  <a:pt x="612" y="33374"/>
                </a:lnTo>
                <a:lnTo>
                  <a:pt x="469" y="33974"/>
                </a:lnTo>
                <a:lnTo>
                  <a:pt x="344" y="34583"/>
                </a:lnTo>
                <a:lnTo>
                  <a:pt x="239" y="35202"/>
                </a:lnTo>
                <a:lnTo>
                  <a:pt x="153" y="35829"/>
                </a:lnTo>
                <a:lnTo>
                  <a:pt x="86" y="36466"/>
                </a:lnTo>
                <a:lnTo>
                  <a:pt x="38" y="37111"/>
                </a:lnTo>
                <a:lnTo>
                  <a:pt x="10" y="37766"/>
                </a:lnTo>
                <a:lnTo>
                  <a:pt x="0" y="38430"/>
                </a:lnTo>
                <a:lnTo>
                  <a:pt x="6" y="38941"/>
                </a:lnTo>
                <a:lnTo>
                  <a:pt x="22" y="39445"/>
                </a:lnTo>
                <a:lnTo>
                  <a:pt x="50" y="39941"/>
                </a:lnTo>
                <a:lnTo>
                  <a:pt x="89" y="40430"/>
                </a:lnTo>
                <a:lnTo>
                  <a:pt x="139" y="40911"/>
                </a:lnTo>
                <a:lnTo>
                  <a:pt x="200" y="41385"/>
                </a:lnTo>
                <a:lnTo>
                  <a:pt x="272" y="41852"/>
                </a:lnTo>
                <a:lnTo>
                  <a:pt x="355" y="42311"/>
                </a:lnTo>
                <a:lnTo>
                  <a:pt x="450" y="42763"/>
                </a:lnTo>
                <a:lnTo>
                  <a:pt x="555" y="43207"/>
                </a:lnTo>
                <a:lnTo>
                  <a:pt x="672" y="43645"/>
                </a:lnTo>
                <a:lnTo>
                  <a:pt x="800" y="44074"/>
                </a:lnTo>
                <a:lnTo>
                  <a:pt x="938" y="44496"/>
                </a:lnTo>
                <a:lnTo>
                  <a:pt x="1088" y="44911"/>
                </a:lnTo>
                <a:lnTo>
                  <a:pt x="1249" y="45319"/>
                </a:lnTo>
                <a:lnTo>
                  <a:pt x="1421" y="45719"/>
                </a:lnTo>
                <a:lnTo>
                  <a:pt x="1605" y="46112"/>
                </a:lnTo>
                <a:lnTo>
                  <a:pt x="1799" y="46497"/>
                </a:lnTo>
                <a:lnTo>
                  <a:pt x="2004" y="46875"/>
                </a:lnTo>
                <a:lnTo>
                  <a:pt x="2221" y="47245"/>
                </a:lnTo>
                <a:lnTo>
                  <a:pt x="2449" y="47608"/>
                </a:lnTo>
                <a:lnTo>
                  <a:pt x="2687" y="47964"/>
                </a:lnTo>
                <a:lnTo>
                  <a:pt x="2937" y="48312"/>
                </a:lnTo>
                <a:lnTo>
                  <a:pt x="3198" y="48653"/>
                </a:lnTo>
                <a:lnTo>
                  <a:pt x="3477" y="48998"/>
                </a:lnTo>
                <a:lnTo>
                  <a:pt x="3781" y="49347"/>
                </a:lnTo>
                <a:lnTo>
                  <a:pt x="4109" y="49698"/>
                </a:lnTo>
                <a:lnTo>
                  <a:pt x="4462" y="50054"/>
                </a:lnTo>
                <a:lnTo>
                  <a:pt x="4839" y="50412"/>
                </a:lnTo>
                <a:lnTo>
                  <a:pt x="5242" y="50774"/>
                </a:lnTo>
                <a:lnTo>
                  <a:pt x="5669" y="51140"/>
                </a:lnTo>
                <a:lnTo>
                  <a:pt x="6120" y="51509"/>
                </a:lnTo>
                <a:lnTo>
                  <a:pt x="6596" y="51882"/>
                </a:lnTo>
                <a:lnTo>
                  <a:pt x="7097" y="52258"/>
                </a:lnTo>
                <a:lnTo>
                  <a:pt x="7623" y="52637"/>
                </a:lnTo>
                <a:lnTo>
                  <a:pt x="8173" y="53020"/>
                </a:lnTo>
                <a:lnTo>
                  <a:pt x="8748" y="53406"/>
                </a:lnTo>
                <a:lnTo>
                  <a:pt x="9348" y="53796"/>
                </a:lnTo>
                <a:lnTo>
                  <a:pt x="9972" y="54189"/>
                </a:lnTo>
                <a:lnTo>
                  <a:pt x="10621" y="54586"/>
                </a:lnTo>
                <a:lnTo>
                  <a:pt x="11295" y="54986"/>
                </a:lnTo>
                <a:lnTo>
                  <a:pt x="11993" y="55390"/>
                </a:lnTo>
                <a:lnTo>
                  <a:pt x="12716" y="55797"/>
                </a:lnTo>
                <a:lnTo>
                  <a:pt x="13464" y="56207"/>
                </a:lnTo>
                <a:lnTo>
                  <a:pt x="14237" y="56621"/>
                </a:lnTo>
                <a:lnTo>
                  <a:pt x="15034" y="57039"/>
                </a:lnTo>
                <a:lnTo>
                  <a:pt x="15856" y="57460"/>
                </a:lnTo>
                <a:lnTo>
                  <a:pt x="16702" y="57884"/>
                </a:lnTo>
                <a:lnTo>
                  <a:pt x="17549" y="58307"/>
                </a:lnTo>
                <a:lnTo>
                  <a:pt x="18372" y="58723"/>
                </a:lnTo>
                <a:lnTo>
                  <a:pt x="19171" y="59134"/>
                </a:lnTo>
                <a:lnTo>
                  <a:pt x="19947" y="59538"/>
                </a:lnTo>
                <a:lnTo>
                  <a:pt x="20698" y="59936"/>
                </a:lnTo>
                <a:lnTo>
                  <a:pt x="21426" y="60328"/>
                </a:lnTo>
                <a:lnTo>
                  <a:pt x="22130" y="60714"/>
                </a:lnTo>
                <a:lnTo>
                  <a:pt x="22810" y="61094"/>
                </a:lnTo>
                <a:lnTo>
                  <a:pt x="23467" y="61467"/>
                </a:lnTo>
                <a:lnTo>
                  <a:pt x="24099" y="61835"/>
                </a:lnTo>
                <a:lnTo>
                  <a:pt x="24708" y="62196"/>
                </a:lnTo>
                <a:lnTo>
                  <a:pt x="25293" y="62551"/>
                </a:lnTo>
                <a:lnTo>
                  <a:pt x="25854" y="62900"/>
                </a:lnTo>
                <a:lnTo>
                  <a:pt x="26391" y="63242"/>
                </a:lnTo>
                <a:lnTo>
                  <a:pt x="26905" y="63579"/>
                </a:lnTo>
                <a:lnTo>
                  <a:pt x="27394" y="63909"/>
                </a:lnTo>
                <a:lnTo>
                  <a:pt x="27860" y="64233"/>
                </a:lnTo>
                <a:lnTo>
                  <a:pt x="28302" y="64551"/>
                </a:lnTo>
                <a:lnTo>
                  <a:pt x="28721" y="64863"/>
                </a:lnTo>
                <a:lnTo>
                  <a:pt x="29115" y="65169"/>
                </a:lnTo>
                <a:lnTo>
                  <a:pt x="29486" y="65469"/>
                </a:lnTo>
                <a:lnTo>
                  <a:pt x="29832" y="65762"/>
                </a:lnTo>
                <a:lnTo>
                  <a:pt x="30155" y="66049"/>
                </a:lnTo>
                <a:lnTo>
                  <a:pt x="30454" y="66330"/>
                </a:lnTo>
                <a:lnTo>
                  <a:pt x="30736" y="66611"/>
                </a:lnTo>
                <a:lnTo>
                  <a:pt x="31005" y="66897"/>
                </a:lnTo>
                <a:lnTo>
                  <a:pt x="31262" y="67189"/>
                </a:lnTo>
                <a:lnTo>
                  <a:pt x="31508" y="67486"/>
                </a:lnTo>
                <a:lnTo>
                  <a:pt x="31741" y="67788"/>
                </a:lnTo>
                <a:lnTo>
                  <a:pt x="31963" y="68096"/>
                </a:lnTo>
                <a:lnTo>
                  <a:pt x="32172" y="68409"/>
                </a:lnTo>
                <a:lnTo>
                  <a:pt x="32369" y="68728"/>
                </a:lnTo>
                <a:lnTo>
                  <a:pt x="32555" y="69052"/>
                </a:lnTo>
                <a:lnTo>
                  <a:pt x="32729" y="69382"/>
                </a:lnTo>
                <a:lnTo>
                  <a:pt x="32890" y="69717"/>
                </a:lnTo>
                <a:lnTo>
                  <a:pt x="33040" y="70057"/>
                </a:lnTo>
                <a:lnTo>
                  <a:pt x="33177" y="70403"/>
                </a:lnTo>
                <a:lnTo>
                  <a:pt x="33303" y="70754"/>
                </a:lnTo>
                <a:lnTo>
                  <a:pt x="33417" y="71111"/>
                </a:lnTo>
                <a:lnTo>
                  <a:pt x="33518" y="71473"/>
                </a:lnTo>
                <a:lnTo>
                  <a:pt x="33608" y="71841"/>
                </a:lnTo>
                <a:lnTo>
                  <a:pt x="33686" y="72214"/>
                </a:lnTo>
                <a:lnTo>
                  <a:pt x="33752" y="72592"/>
                </a:lnTo>
                <a:lnTo>
                  <a:pt x="33806" y="72976"/>
                </a:lnTo>
                <a:lnTo>
                  <a:pt x="33848" y="73365"/>
                </a:lnTo>
                <a:lnTo>
                  <a:pt x="33878" y="73760"/>
                </a:lnTo>
                <a:lnTo>
                  <a:pt x="33895" y="74160"/>
                </a:lnTo>
                <a:lnTo>
                  <a:pt x="33901" y="74566"/>
                </a:lnTo>
                <a:lnTo>
                  <a:pt x="33896" y="74901"/>
                </a:lnTo>
                <a:lnTo>
                  <a:pt x="33880" y="75232"/>
                </a:lnTo>
                <a:lnTo>
                  <a:pt x="33853" y="75559"/>
                </a:lnTo>
                <a:lnTo>
                  <a:pt x="33816" y="75882"/>
                </a:lnTo>
                <a:lnTo>
                  <a:pt x="33767" y="76201"/>
                </a:lnTo>
                <a:lnTo>
                  <a:pt x="33708" y="76516"/>
                </a:lnTo>
                <a:lnTo>
                  <a:pt x="33638" y="76827"/>
                </a:lnTo>
                <a:lnTo>
                  <a:pt x="33558" y="77134"/>
                </a:lnTo>
                <a:lnTo>
                  <a:pt x="33467" y="77436"/>
                </a:lnTo>
                <a:lnTo>
                  <a:pt x="33365" y="77735"/>
                </a:lnTo>
                <a:lnTo>
                  <a:pt x="33252" y="78029"/>
                </a:lnTo>
                <a:lnTo>
                  <a:pt x="33129" y="78320"/>
                </a:lnTo>
                <a:lnTo>
                  <a:pt x="32994" y="78606"/>
                </a:lnTo>
                <a:lnTo>
                  <a:pt x="32849" y="78889"/>
                </a:lnTo>
                <a:lnTo>
                  <a:pt x="32694" y="79167"/>
                </a:lnTo>
                <a:lnTo>
                  <a:pt x="32527" y="79441"/>
                </a:lnTo>
                <a:lnTo>
                  <a:pt x="32350" y="79711"/>
                </a:lnTo>
                <a:lnTo>
                  <a:pt x="32162" y="79977"/>
                </a:lnTo>
                <a:lnTo>
                  <a:pt x="31964" y="80240"/>
                </a:lnTo>
                <a:lnTo>
                  <a:pt x="31754" y="80497"/>
                </a:lnTo>
                <a:lnTo>
                  <a:pt x="31534" y="80751"/>
                </a:lnTo>
                <a:lnTo>
                  <a:pt x="31304" y="81001"/>
                </a:lnTo>
                <a:lnTo>
                  <a:pt x="31062" y="81247"/>
                </a:lnTo>
                <a:lnTo>
                  <a:pt x="30810" y="81489"/>
                </a:lnTo>
                <a:lnTo>
                  <a:pt x="30549" y="81723"/>
                </a:lnTo>
                <a:lnTo>
                  <a:pt x="30282" y="81948"/>
                </a:lnTo>
                <a:lnTo>
                  <a:pt x="30009" y="82162"/>
                </a:lnTo>
                <a:lnTo>
                  <a:pt x="29729" y="82367"/>
                </a:lnTo>
                <a:lnTo>
                  <a:pt x="29443" y="82562"/>
                </a:lnTo>
                <a:lnTo>
                  <a:pt x="29151" y="82746"/>
                </a:lnTo>
                <a:lnTo>
                  <a:pt x="28852" y="82921"/>
                </a:lnTo>
                <a:lnTo>
                  <a:pt x="28547" y="83085"/>
                </a:lnTo>
                <a:lnTo>
                  <a:pt x="28236" y="83240"/>
                </a:lnTo>
                <a:lnTo>
                  <a:pt x="27919" y="83385"/>
                </a:lnTo>
                <a:lnTo>
                  <a:pt x="27595" y="83519"/>
                </a:lnTo>
                <a:lnTo>
                  <a:pt x="27265" y="83644"/>
                </a:lnTo>
                <a:lnTo>
                  <a:pt x="26929" y="83759"/>
                </a:lnTo>
                <a:lnTo>
                  <a:pt x="26586" y="83864"/>
                </a:lnTo>
                <a:lnTo>
                  <a:pt x="26237" y="83959"/>
                </a:lnTo>
                <a:lnTo>
                  <a:pt x="25882" y="84043"/>
                </a:lnTo>
                <a:lnTo>
                  <a:pt x="25521" y="84118"/>
                </a:lnTo>
                <a:lnTo>
                  <a:pt x="25153" y="84183"/>
                </a:lnTo>
                <a:lnTo>
                  <a:pt x="24779" y="84238"/>
                </a:lnTo>
                <a:lnTo>
                  <a:pt x="24399" y="84283"/>
                </a:lnTo>
                <a:lnTo>
                  <a:pt x="24012" y="84318"/>
                </a:lnTo>
                <a:lnTo>
                  <a:pt x="23619" y="84343"/>
                </a:lnTo>
                <a:lnTo>
                  <a:pt x="23220" y="84358"/>
                </a:lnTo>
                <a:lnTo>
                  <a:pt x="22814" y="84363"/>
                </a:lnTo>
                <a:lnTo>
                  <a:pt x="22236" y="84354"/>
                </a:lnTo>
                <a:lnTo>
                  <a:pt x="21663" y="84328"/>
                </a:lnTo>
                <a:lnTo>
                  <a:pt x="21094" y="84284"/>
                </a:lnTo>
                <a:lnTo>
                  <a:pt x="20530" y="84222"/>
                </a:lnTo>
                <a:lnTo>
                  <a:pt x="19971" y="84143"/>
                </a:lnTo>
                <a:lnTo>
                  <a:pt x="19416" y="84046"/>
                </a:lnTo>
                <a:lnTo>
                  <a:pt x="18866" y="83932"/>
                </a:lnTo>
                <a:lnTo>
                  <a:pt x="18321" y="83800"/>
                </a:lnTo>
                <a:lnTo>
                  <a:pt x="17780" y="83651"/>
                </a:lnTo>
                <a:lnTo>
                  <a:pt x="17244" y="83484"/>
                </a:lnTo>
                <a:lnTo>
                  <a:pt x="16713" y="83299"/>
                </a:lnTo>
                <a:lnTo>
                  <a:pt x="16187" y="83097"/>
                </a:lnTo>
                <a:lnTo>
                  <a:pt x="15665" y="82877"/>
                </a:lnTo>
                <a:lnTo>
                  <a:pt x="15148" y="82640"/>
                </a:lnTo>
                <a:lnTo>
                  <a:pt x="14635" y="82385"/>
                </a:lnTo>
                <a:lnTo>
                  <a:pt x="14128" y="82112"/>
                </a:lnTo>
                <a:lnTo>
                  <a:pt x="13625" y="81822"/>
                </a:lnTo>
                <a:lnTo>
                  <a:pt x="13126" y="81514"/>
                </a:lnTo>
                <a:lnTo>
                  <a:pt x="12632" y="81189"/>
                </a:lnTo>
                <a:lnTo>
                  <a:pt x="12143" y="80846"/>
                </a:lnTo>
                <a:lnTo>
                  <a:pt x="11659" y="80486"/>
                </a:lnTo>
                <a:lnTo>
                  <a:pt x="11180" y="80108"/>
                </a:lnTo>
                <a:lnTo>
                  <a:pt x="10705" y="79712"/>
                </a:lnTo>
                <a:lnTo>
                  <a:pt x="10234" y="79299"/>
                </a:lnTo>
                <a:lnTo>
                  <a:pt x="9773" y="78868"/>
                </a:lnTo>
                <a:lnTo>
                  <a:pt x="9324" y="78421"/>
                </a:lnTo>
                <a:lnTo>
                  <a:pt x="8887" y="77956"/>
                </a:lnTo>
                <a:lnTo>
                  <a:pt x="8464" y="77474"/>
                </a:lnTo>
                <a:lnTo>
                  <a:pt x="8052" y="76975"/>
                </a:lnTo>
                <a:lnTo>
                  <a:pt x="7654" y="76459"/>
                </a:lnTo>
                <a:lnTo>
                  <a:pt x="7268" y="75926"/>
                </a:lnTo>
                <a:lnTo>
                  <a:pt x="6894" y="75376"/>
                </a:lnTo>
                <a:lnTo>
                  <a:pt x="6533" y="74809"/>
                </a:lnTo>
                <a:lnTo>
                  <a:pt x="6185" y="74224"/>
                </a:lnTo>
                <a:lnTo>
                  <a:pt x="5849" y="73623"/>
                </a:lnTo>
                <a:lnTo>
                  <a:pt x="5526" y="73005"/>
                </a:lnTo>
                <a:lnTo>
                  <a:pt x="5215" y="72369"/>
                </a:lnTo>
                <a:lnTo>
                  <a:pt x="4917" y="71716"/>
                </a:lnTo>
                <a:lnTo>
                  <a:pt x="4632" y="71046"/>
                </a:lnTo>
                <a:lnTo>
                  <a:pt x="4359" y="70360"/>
                </a:lnTo>
                <a:lnTo>
                  <a:pt x="4099" y="69656"/>
                </a:lnTo>
                <a:lnTo>
                  <a:pt x="3851" y="68935"/>
                </a:lnTo>
                <a:lnTo>
                  <a:pt x="3616" y="68196"/>
                </a:lnTo>
                <a:lnTo>
                  <a:pt x="3394" y="67441"/>
                </a:lnTo>
                <a:lnTo>
                  <a:pt x="3184" y="66669"/>
                </a:lnTo>
                <a:lnTo>
                  <a:pt x="2987" y="65879"/>
                </a:lnTo>
                <a:lnTo>
                  <a:pt x="2802" y="65073"/>
                </a:lnTo>
                <a:lnTo>
                  <a:pt x="2630" y="64249"/>
                </a:lnTo>
                <a:lnTo>
                  <a:pt x="284" y="64249"/>
                </a:lnTo>
                <a:lnTo>
                  <a:pt x="284" y="87561"/>
                </a:lnTo>
                <a:lnTo>
                  <a:pt x="2630" y="87561"/>
                </a:lnTo>
                <a:lnTo>
                  <a:pt x="2708" y="87410"/>
                </a:lnTo>
                <a:lnTo>
                  <a:pt x="2789" y="87266"/>
                </a:lnTo>
                <a:lnTo>
                  <a:pt x="2872" y="87128"/>
                </a:lnTo>
                <a:lnTo>
                  <a:pt x="2957" y="86996"/>
                </a:lnTo>
                <a:lnTo>
                  <a:pt x="3045" y="86871"/>
                </a:lnTo>
                <a:lnTo>
                  <a:pt x="3136" y="86753"/>
                </a:lnTo>
                <a:lnTo>
                  <a:pt x="3229" y="86640"/>
                </a:lnTo>
                <a:lnTo>
                  <a:pt x="3325" y="86534"/>
                </a:lnTo>
                <a:lnTo>
                  <a:pt x="3423" y="86435"/>
                </a:lnTo>
                <a:lnTo>
                  <a:pt x="3523" y="86342"/>
                </a:lnTo>
                <a:lnTo>
                  <a:pt x="3626" y="86255"/>
                </a:lnTo>
                <a:lnTo>
                  <a:pt x="3731" y="86175"/>
                </a:lnTo>
                <a:lnTo>
                  <a:pt x="3839" y="86101"/>
                </a:lnTo>
                <a:lnTo>
                  <a:pt x="3949" y="86034"/>
                </a:lnTo>
                <a:lnTo>
                  <a:pt x="4062" y="85973"/>
                </a:lnTo>
                <a:lnTo>
                  <a:pt x="4177" y="85918"/>
                </a:lnTo>
                <a:lnTo>
                  <a:pt x="4295" y="85870"/>
                </a:lnTo>
                <a:lnTo>
                  <a:pt x="4415" y="85829"/>
                </a:lnTo>
                <a:lnTo>
                  <a:pt x="4538" y="85793"/>
                </a:lnTo>
                <a:lnTo>
                  <a:pt x="4663" y="85764"/>
                </a:lnTo>
                <a:lnTo>
                  <a:pt x="4791" y="85742"/>
                </a:lnTo>
                <a:lnTo>
                  <a:pt x="4921" y="85726"/>
                </a:lnTo>
                <a:lnTo>
                  <a:pt x="5053" y="85716"/>
                </a:lnTo>
                <a:lnTo>
                  <a:pt x="5188" y="85713"/>
                </a:lnTo>
                <a:lnTo>
                  <a:pt x="5314" y="85714"/>
                </a:lnTo>
                <a:lnTo>
                  <a:pt x="5443" y="85718"/>
                </a:lnTo>
                <a:lnTo>
                  <a:pt x="5575" y="85724"/>
                </a:lnTo>
                <a:lnTo>
                  <a:pt x="5709" y="85733"/>
                </a:lnTo>
                <a:lnTo>
                  <a:pt x="5847" y="85744"/>
                </a:lnTo>
                <a:lnTo>
                  <a:pt x="5988" y="85758"/>
                </a:lnTo>
                <a:lnTo>
                  <a:pt x="6131" y="85774"/>
                </a:lnTo>
                <a:lnTo>
                  <a:pt x="6278" y="85792"/>
                </a:lnTo>
                <a:lnTo>
                  <a:pt x="6428" y="85813"/>
                </a:lnTo>
                <a:lnTo>
                  <a:pt x="6580" y="85836"/>
                </a:lnTo>
                <a:lnTo>
                  <a:pt x="6736" y="85862"/>
                </a:lnTo>
                <a:lnTo>
                  <a:pt x="6894" y="85891"/>
                </a:lnTo>
                <a:lnTo>
                  <a:pt x="7055" y="85922"/>
                </a:lnTo>
                <a:lnTo>
                  <a:pt x="7220" y="85955"/>
                </a:lnTo>
                <a:lnTo>
                  <a:pt x="7387" y="85991"/>
                </a:lnTo>
                <a:lnTo>
                  <a:pt x="7557" y="86029"/>
                </a:lnTo>
                <a:lnTo>
                  <a:pt x="7731" y="86070"/>
                </a:lnTo>
                <a:lnTo>
                  <a:pt x="7907" y="86113"/>
                </a:lnTo>
                <a:lnTo>
                  <a:pt x="8086" y="86159"/>
                </a:lnTo>
                <a:lnTo>
                  <a:pt x="8268" y="86207"/>
                </a:lnTo>
                <a:lnTo>
                  <a:pt x="8453" y="86257"/>
                </a:lnTo>
                <a:lnTo>
                  <a:pt x="8641" y="86310"/>
                </a:lnTo>
                <a:lnTo>
                  <a:pt x="8832" y="86366"/>
                </a:lnTo>
                <a:lnTo>
                  <a:pt x="9026" y="86424"/>
                </a:lnTo>
                <a:lnTo>
                  <a:pt x="9663" y="86598"/>
                </a:lnTo>
                <a:lnTo>
                  <a:pt x="10294" y="86764"/>
                </a:lnTo>
                <a:lnTo>
                  <a:pt x="10918" y="86924"/>
                </a:lnTo>
                <a:lnTo>
                  <a:pt x="11537" y="87075"/>
                </a:lnTo>
                <a:lnTo>
                  <a:pt x="12150" y="87220"/>
                </a:lnTo>
                <a:lnTo>
                  <a:pt x="12757" y="87357"/>
                </a:lnTo>
                <a:lnTo>
                  <a:pt x="13359" y="87486"/>
                </a:lnTo>
                <a:lnTo>
                  <a:pt x="13954" y="87608"/>
                </a:lnTo>
                <a:lnTo>
                  <a:pt x="14543" y="87723"/>
                </a:lnTo>
                <a:lnTo>
                  <a:pt x="15127" y="87830"/>
                </a:lnTo>
                <a:lnTo>
                  <a:pt x="15704" y="87930"/>
                </a:lnTo>
                <a:lnTo>
                  <a:pt x="16276" y="88023"/>
                </a:lnTo>
                <a:lnTo>
                  <a:pt x="16841" y="88108"/>
                </a:lnTo>
                <a:lnTo>
                  <a:pt x="17401" y="88186"/>
                </a:lnTo>
                <a:lnTo>
                  <a:pt x="17955" y="88256"/>
                </a:lnTo>
                <a:lnTo>
                  <a:pt x="18502" y="88319"/>
                </a:lnTo>
                <a:lnTo>
                  <a:pt x="19044" y="88375"/>
                </a:lnTo>
                <a:lnTo>
                  <a:pt x="19580" y="88423"/>
                </a:lnTo>
                <a:lnTo>
                  <a:pt x="20110" y="88463"/>
                </a:lnTo>
                <a:lnTo>
                  <a:pt x="20635" y="88497"/>
                </a:lnTo>
                <a:lnTo>
                  <a:pt x="21153" y="88523"/>
                </a:lnTo>
                <a:lnTo>
                  <a:pt x="21665" y="88541"/>
                </a:lnTo>
                <a:lnTo>
                  <a:pt x="22172" y="88552"/>
                </a:lnTo>
                <a:lnTo>
                  <a:pt x="22672" y="88556"/>
                </a:lnTo>
                <a:lnTo>
                  <a:pt x="23362" y="88547"/>
                </a:lnTo>
                <a:lnTo>
                  <a:pt x="24047" y="88518"/>
                </a:lnTo>
                <a:lnTo>
                  <a:pt x="24726" y="88471"/>
                </a:lnTo>
                <a:lnTo>
                  <a:pt x="25399" y="88405"/>
                </a:lnTo>
                <a:lnTo>
                  <a:pt x="26067" y="88320"/>
                </a:lnTo>
                <a:lnTo>
                  <a:pt x="26730" y="88217"/>
                </a:lnTo>
                <a:lnTo>
                  <a:pt x="27387" y="88094"/>
                </a:lnTo>
                <a:lnTo>
                  <a:pt x="28038" y="87953"/>
                </a:lnTo>
                <a:lnTo>
                  <a:pt x="28684" y="87792"/>
                </a:lnTo>
                <a:lnTo>
                  <a:pt x="29324" y="87613"/>
                </a:lnTo>
                <a:lnTo>
                  <a:pt x="29959" y="87415"/>
                </a:lnTo>
                <a:lnTo>
                  <a:pt x="30588" y="87198"/>
                </a:lnTo>
                <a:lnTo>
                  <a:pt x="31211" y="86963"/>
                </a:lnTo>
                <a:lnTo>
                  <a:pt x="31829" y="86708"/>
                </a:lnTo>
                <a:lnTo>
                  <a:pt x="32442" y="86435"/>
                </a:lnTo>
                <a:lnTo>
                  <a:pt x="33049" y="86142"/>
                </a:lnTo>
                <a:lnTo>
                  <a:pt x="33650" y="85831"/>
                </a:lnTo>
                <a:lnTo>
                  <a:pt x="34246" y="85501"/>
                </a:lnTo>
                <a:lnTo>
                  <a:pt x="34836" y="85153"/>
                </a:lnTo>
                <a:lnTo>
                  <a:pt x="35421" y="84785"/>
                </a:lnTo>
                <a:lnTo>
                  <a:pt x="36000" y="84398"/>
                </a:lnTo>
                <a:lnTo>
                  <a:pt x="36573" y="83993"/>
                </a:lnTo>
                <a:lnTo>
                  <a:pt x="37141" y="83569"/>
                </a:lnTo>
                <a:lnTo>
                  <a:pt x="37704" y="83126"/>
                </a:lnTo>
                <a:lnTo>
                  <a:pt x="38252" y="82667"/>
                </a:lnTo>
                <a:lnTo>
                  <a:pt x="38777" y="82196"/>
                </a:lnTo>
                <a:lnTo>
                  <a:pt x="39278" y="81714"/>
                </a:lnTo>
                <a:lnTo>
                  <a:pt x="39756" y="81219"/>
                </a:lnTo>
                <a:lnTo>
                  <a:pt x="40211" y="80713"/>
                </a:lnTo>
                <a:lnTo>
                  <a:pt x="40642" y="80194"/>
                </a:lnTo>
                <a:lnTo>
                  <a:pt x="41050" y="79664"/>
                </a:lnTo>
                <a:lnTo>
                  <a:pt x="41435" y="79122"/>
                </a:lnTo>
                <a:lnTo>
                  <a:pt x="41797" y="78567"/>
                </a:lnTo>
                <a:lnTo>
                  <a:pt x="42135" y="78001"/>
                </a:lnTo>
                <a:lnTo>
                  <a:pt x="42450" y="77423"/>
                </a:lnTo>
                <a:lnTo>
                  <a:pt x="42741" y="76833"/>
                </a:lnTo>
                <a:lnTo>
                  <a:pt x="43009" y="76231"/>
                </a:lnTo>
                <a:lnTo>
                  <a:pt x="43254" y="75617"/>
                </a:lnTo>
                <a:lnTo>
                  <a:pt x="43476" y="74991"/>
                </a:lnTo>
                <a:lnTo>
                  <a:pt x="43674" y="74353"/>
                </a:lnTo>
                <a:lnTo>
                  <a:pt x="43849" y="73703"/>
                </a:lnTo>
                <a:lnTo>
                  <a:pt x="44000" y="73042"/>
                </a:lnTo>
                <a:lnTo>
                  <a:pt x="44129" y="72368"/>
                </a:lnTo>
                <a:lnTo>
                  <a:pt x="44234" y="71682"/>
                </a:lnTo>
                <a:lnTo>
                  <a:pt x="44315" y="70985"/>
                </a:lnTo>
                <a:lnTo>
                  <a:pt x="44373" y="70275"/>
                </a:lnTo>
                <a:lnTo>
                  <a:pt x="44408" y="69554"/>
                </a:lnTo>
                <a:lnTo>
                  <a:pt x="44420" y="68820"/>
                </a:lnTo>
                <a:lnTo>
                  <a:pt x="44395" y="67869"/>
                </a:lnTo>
                <a:lnTo>
                  <a:pt x="44320" y="66934"/>
                </a:lnTo>
                <a:lnTo>
                  <a:pt x="44195" y="66014"/>
                </a:lnTo>
                <a:lnTo>
                  <a:pt x="44019" y="65110"/>
                </a:lnTo>
                <a:lnTo>
                  <a:pt x="43794" y="64222"/>
                </a:lnTo>
                <a:lnTo>
                  <a:pt x="43518" y="63349"/>
                </a:lnTo>
                <a:lnTo>
                  <a:pt x="43193" y="62491"/>
                </a:lnTo>
                <a:lnTo>
                  <a:pt x="42817" y="61649"/>
                </a:lnTo>
                <a:lnTo>
                  <a:pt x="42391" y="60823"/>
                </a:lnTo>
                <a:lnTo>
                  <a:pt x="41915" y="60012"/>
                </a:lnTo>
                <a:lnTo>
                  <a:pt x="41389" y="59216"/>
                </a:lnTo>
                <a:lnTo>
                  <a:pt x="40813" y="58436"/>
                </a:lnTo>
                <a:lnTo>
                  <a:pt x="40187" y="57672"/>
                </a:lnTo>
                <a:lnTo>
                  <a:pt x="39511" y="56923"/>
                </a:lnTo>
                <a:lnTo>
                  <a:pt x="38784" y="56190"/>
                </a:lnTo>
                <a:lnTo>
                  <a:pt x="38008" y="55472"/>
                </a:lnTo>
                <a:lnTo>
                  <a:pt x="37181" y="54770"/>
                </a:lnTo>
                <a:lnTo>
                  <a:pt x="36305" y="54084"/>
                </a:lnTo>
                <a:lnTo>
                  <a:pt x="35378" y="53413"/>
                </a:lnTo>
                <a:lnTo>
                  <a:pt x="34401" y="52757"/>
                </a:lnTo>
                <a:lnTo>
                  <a:pt x="33374" y="52117"/>
                </a:lnTo>
                <a:lnTo>
                  <a:pt x="32297" y="51493"/>
                </a:lnTo>
                <a:lnTo>
                  <a:pt x="31170" y="50884"/>
                </a:lnTo>
                <a:lnTo>
                  <a:pt x="29992" y="50290"/>
                </a:lnTo>
                <a:lnTo>
                  <a:pt x="19616" y="45249"/>
                </a:lnTo>
                <a:lnTo>
                  <a:pt x="19061" y="44977"/>
                </a:lnTo>
                <a:lnTo>
                  <a:pt x="18522" y="44707"/>
                </a:lnTo>
                <a:lnTo>
                  <a:pt x="17999" y="44438"/>
                </a:lnTo>
                <a:lnTo>
                  <a:pt x="17492" y="44170"/>
                </a:lnTo>
                <a:lnTo>
                  <a:pt x="17000" y="43904"/>
                </a:lnTo>
                <a:lnTo>
                  <a:pt x="16524" y="43638"/>
                </a:lnTo>
                <a:lnTo>
                  <a:pt x="16064" y="43374"/>
                </a:lnTo>
                <a:lnTo>
                  <a:pt x="15620" y="43111"/>
                </a:lnTo>
                <a:lnTo>
                  <a:pt x="15192" y="42850"/>
                </a:lnTo>
                <a:lnTo>
                  <a:pt x="14779" y="42589"/>
                </a:lnTo>
                <a:lnTo>
                  <a:pt x="14382" y="42330"/>
                </a:lnTo>
                <a:lnTo>
                  <a:pt x="14001" y="42072"/>
                </a:lnTo>
                <a:lnTo>
                  <a:pt x="13636" y="41815"/>
                </a:lnTo>
                <a:lnTo>
                  <a:pt x="13287" y="41560"/>
                </a:lnTo>
                <a:lnTo>
                  <a:pt x="12953" y="41305"/>
                </a:lnTo>
                <a:lnTo>
                  <a:pt x="12635" y="41052"/>
                </a:lnTo>
                <a:lnTo>
                  <a:pt x="12333" y="40801"/>
                </a:lnTo>
                <a:lnTo>
                  <a:pt x="12047" y="40550"/>
                </a:lnTo>
                <a:lnTo>
                  <a:pt x="11776" y="40301"/>
                </a:lnTo>
                <a:lnTo>
                  <a:pt x="11522" y="40052"/>
                </a:lnTo>
                <a:lnTo>
                  <a:pt x="11283" y="39805"/>
                </a:lnTo>
                <a:lnTo>
                  <a:pt x="11060" y="39560"/>
                </a:lnTo>
                <a:lnTo>
                  <a:pt x="10852" y="39315"/>
                </a:lnTo>
                <a:lnTo>
                  <a:pt x="10661" y="39072"/>
                </a:lnTo>
                <a:lnTo>
                  <a:pt x="10475" y="38833"/>
                </a:lnTo>
                <a:lnTo>
                  <a:pt x="10298" y="38591"/>
                </a:lnTo>
                <a:lnTo>
                  <a:pt x="10128" y="38345"/>
                </a:lnTo>
                <a:lnTo>
                  <a:pt x="9966" y="38094"/>
                </a:lnTo>
                <a:lnTo>
                  <a:pt x="9812" y="37840"/>
                </a:lnTo>
                <a:lnTo>
                  <a:pt x="9666" y="37582"/>
                </a:lnTo>
                <a:lnTo>
                  <a:pt x="9528" y="37319"/>
                </a:lnTo>
                <a:lnTo>
                  <a:pt x="9397" y="37053"/>
                </a:lnTo>
                <a:lnTo>
                  <a:pt x="9275" y="36783"/>
                </a:lnTo>
                <a:lnTo>
                  <a:pt x="9160" y="36509"/>
                </a:lnTo>
                <a:lnTo>
                  <a:pt x="9054" y="36231"/>
                </a:lnTo>
                <a:lnTo>
                  <a:pt x="8955" y="35949"/>
                </a:lnTo>
                <a:lnTo>
                  <a:pt x="8864" y="35663"/>
                </a:lnTo>
                <a:lnTo>
                  <a:pt x="8781" y="35373"/>
                </a:lnTo>
                <a:lnTo>
                  <a:pt x="8706" y="35080"/>
                </a:lnTo>
                <a:lnTo>
                  <a:pt x="8639" y="34782"/>
                </a:lnTo>
                <a:lnTo>
                  <a:pt x="8580" y="34480"/>
                </a:lnTo>
                <a:lnTo>
                  <a:pt x="8529" y="34175"/>
                </a:lnTo>
                <a:lnTo>
                  <a:pt x="8485" y="33865"/>
                </a:lnTo>
                <a:lnTo>
                  <a:pt x="8450" y="33552"/>
                </a:lnTo>
                <a:lnTo>
                  <a:pt x="8422" y="33234"/>
                </a:lnTo>
                <a:lnTo>
                  <a:pt x="8402" y="32913"/>
                </a:lnTo>
                <a:lnTo>
                  <a:pt x="8390" y="32587"/>
                </a:lnTo>
                <a:lnTo>
                  <a:pt x="8387" y="32258"/>
                </a:lnTo>
                <a:lnTo>
                  <a:pt x="8392" y="31993"/>
                </a:lnTo>
                <a:lnTo>
                  <a:pt x="8408" y="31729"/>
                </a:lnTo>
                <a:lnTo>
                  <a:pt x="8434" y="31468"/>
                </a:lnTo>
                <a:lnTo>
                  <a:pt x="8471" y="31208"/>
                </a:lnTo>
                <a:lnTo>
                  <a:pt x="8519" y="30951"/>
                </a:lnTo>
                <a:lnTo>
                  <a:pt x="8578" y="30696"/>
                </a:lnTo>
                <a:lnTo>
                  <a:pt x="8647" y="30442"/>
                </a:lnTo>
                <a:lnTo>
                  <a:pt x="8726" y="30191"/>
                </a:lnTo>
                <a:lnTo>
                  <a:pt x="8816" y="29941"/>
                </a:lnTo>
                <a:lnTo>
                  <a:pt x="8917" y="29694"/>
                </a:lnTo>
                <a:lnTo>
                  <a:pt x="9029" y="29448"/>
                </a:lnTo>
                <a:lnTo>
                  <a:pt x="9151" y="29205"/>
                </a:lnTo>
                <a:lnTo>
                  <a:pt x="9283" y="28963"/>
                </a:lnTo>
                <a:lnTo>
                  <a:pt x="9426" y="28723"/>
                </a:lnTo>
                <a:lnTo>
                  <a:pt x="9580" y="28486"/>
                </a:lnTo>
                <a:lnTo>
                  <a:pt x="9745" y="28250"/>
                </a:lnTo>
                <a:lnTo>
                  <a:pt x="9920" y="28017"/>
                </a:lnTo>
                <a:lnTo>
                  <a:pt x="10106" y="27785"/>
                </a:lnTo>
                <a:lnTo>
                  <a:pt x="10302" y="27555"/>
                </a:lnTo>
                <a:lnTo>
                  <a:pt x="10509" y="27328"/>
                </a:lnTo>
                <a:lnTo>
                  <a:pt x="10726" y="27102"/>
                </a:lnTo>
                <a:lnTo>
                  <a:pt x="10954" y="26878"/>
                </a:lnTo>
                <a:lnTo>
                  <a:pt x="11193" y="26656"/>
                </a:lnTo>
                <a:lnTo>
                  <a:pt x="11443" y="26437"/>
                </a:lnTo>
                <a:lnTo>
                  <a:pt x="11701" y="26222"/>
                </a:lnTo>
                <a:lnTo>
                  <a:pt x="11965" y="26017"/>
                </a:lnTo>
                <a:lnTo>
                  <a:pt x="12237" y="25821"/>
                </a:lnTo>
                <a:lnTo>
                  <a:pt x="12515" y="25634"/>
                </a:lnTo>
                <a:lnTo>
                  <a:pt x="12799" y="25456"/>
                </a:lnTo>
                <a:lnTo>
                  <a:pt x="13091" y="25287"/>
                </a:lnTo>
                <a:lnTo>
                  <a:pt x="13389" y="25127"/>
                </a:lnTo>
                <a:lnTo>
                  <a:pt x="13693" y="24977"/>
                </a:lnTo>
                <a:lnTo>
                  <a:pt x="14005" y="24836"/>
                </a:lnTo>
                <a:lnTo>
                  <a:pt x="14323" y="24703"/>
                </a:lnTo>
                <a:lnTo>
                  <a:pt x="14647" y="24580"/>
                </a:lnTo>
                <a:lnTo>
                  <a:pt x="14978" y="24466"/>
                </a:lnTo>
                <a:lnTo>
                  <a:pt x="15316" y="24361"/>
                </a:lnTo>
                <a:lnTo>
                  <a:pt x="15661" y="24265"/>
                </a:lnTo>
                <a:lnTo>
                  <a:pt x="16012" y="24179"/>
                </a:lnTo>
                <a:lnTo>
                  <a:pt x="16370" y="24101"/>
                </a:lnTo>
                <a:lnTo>
                  <a:pt x="16735" y="24033"/>
                </a:lnTo>
                <a:lnTo>
                  <a:pt x="17106" y="23973"/>
                </a:lnTo>
                <a:lnTo>
                  <a:pt x="17484" y="23923"/>
                </a:lnTo>
                <a:lnTo>
                  <a:pt x="17869" y="23882"/>
                </a:lnTo>
                <a:lnTo>
                  <a:pt x="18260" y="23850"/>
                </a:lnTo>
                <a:lnTo>
                  <a:pt x="18658" y="23827"/>
                </a:lnTo>
                <a:lnTo>
                  <a:pt x="19063" y="23814"/>
                </a:lnTo>
                <a:lnTo>
                  <a:pt x="19474" y="23809"/>
                </a:lnTo>
                <a:lnTo>
                  <a:pt x="20015" y="23816"/>
                </a:lnTo>
                <a:lnTo>
                  <a:pt x="20548" y="23835"/>
                </a:lnTo>
                <a:lnTo>
                  <a:pt x="21072" y="23868"/>
                </a:lnTo>
                <a:lnTo>
                  <a:pt x="21589" y="23913"/>
                </a:lnTo>
                <a:lnTo>
                  <a:pt x="22098" y="23971"/>
                </a:lnTo>
                <a:lnTo>
                  <a:pt x="22599" y="24043"/>
                </a:lnTo>
                <a:lnTo>
                  <a:pt x="23092" y="24127"/>
                </a:lnTo>
                <a:lnTo>
                  <a:pt x="23576" y="24225"/>
                </a:lnTo>
                <a:lnTo>
                  <a:pt x="24053" y="24335"/>
                </a:lnTo>
                <a:lnTo>
                  <a:pt x="24522" y="24458"/>
                </a:lnTo>
                <a:lnTo>
                  <a:pt x="24982" y="24594"/>
                </a:lnTo>
                <a:lnTo>
                  <a:pt x="25435" y="24744"/>
                </a:lnTo>
                <a:lnTo>
                  <a:pt x="25880" y="24906"/>
                </a:lnTo>
                <a:lnTo>
                  <a:pt x="26316" y="25081"/>
                </a:lnTo>
                <a:lnTo>
                  <a:pt x="26745" y="25269"/>
                </a:lnTo>
                <a:lnTo>
                  <a:pt x="27165" y="25471"/>
                </a:lnTo>
                <a:lnTo>
                  <a:pt x="27578" y="25685"/>
                </a:lnTo>
                <a:lnTo>
                  <a:pt x="27982" y="25912"/>
                </a:lnTo>
                <a:lnTo>
                  <a:pt x="28379" y="26152"/>
                </a:lnTo>
                <a:lnTo>
                  <a:pt x="28767" y="26405"/>
                </a:lnTo>
                <a:lnTo>
                  <a:pt x="29148" y="26671"/>
                </a:lnTo>
                <a:lnTo>
                  <a:pt x="29520" y="26950"/>
                </a:lnTo>
                <a:lnTo>
                  <a:pt x="29885" y="27242"/>
                </a:lnTo>
                <a:lnTo>
                  <a:pt x="30241" y="27547"/>
                </a:lnTo>
                <a:lnTo>
                  <a:pt x="30591" y="27870"/>
                </a:lnTo>
                <a:lnTo>
                  <a:pt x="30935" y="28216"/>
                </a:lnTo>
                <a:lnTo>
                  <a:pt x="31275" y="28585"/>
                </a:lnTo>
                <a:lnTo>
                  <a:pt x="31608" y="28977"/>
                </a:lnTo>
                <a:lnTo>
                  <a:pt x="31937" y="29391"/>
                </a:lnTo>
                <a:lnTo>
                  <a:pt x="32260" y="29829"/>
                </a:lnTo>
                <a:lnTo>
                  <a:pt x="32578" y="30290"/>
                </a:lnTo>
                <a:lnTo>
                  <a:pt x="32891" y="30774"/>
                </a:lnTo>
                <a:lnTo>
                  <a:pt x="33198" y="31281"/>
                </a:lnTo>
                <a:lnTo>
                  <a:pt x="33500" y="31811"/>
                </a:lnTo>
                <a:lnTo>
                  <a:pt x="33797" y="32364"/>
                </a:lnTo>
                <a:lnTo>
                  <a:pt x="34088" y="32940"/>
                </a:lnTo>
                <a:lnTo>
                  <a:pt x="34374" y="33539"/>
                </a:lnTo>
                <a:lnTo>
                  <a:pt x="34655" y="34161"/>
                </a:lnTo>
                <a:lnTo>
                  <a:pt x="34930" y="34807"/>
                </a:lnTo>
                <a:lnTo>
                  <a:pt x="35200" y="35475"/>
                </a:lnTo>
                <a:lnTo>
                  <a:pt x="35465" y="36166"/>
                </a:lnTo>
                <a:lnTo>
                  <a:pt x="35725" y="36880"/>
                </a:lnTo>
                <a:lnTo>
                  <a:pt x="35979" y="37617"/>
                </a:lnTo>
                <a:lnTo>
                  <a:pt x="36228" y="38377"/>
                </a:lnTo>
                <a:lnTo>
                  <a:pt x="36472" y="39161"/>
                </a:lnTo>
                <a:lnTo>
                  <a:pt x="36710" y="39967"/>
                </a:lnTo>
                <a:lnTo>
                  <a:pt x="36943" y="40796"/>
                </a:lnTo>
                <a:lnTo>
                  <a:pt x="37171" y="41648"/>
                </a:lnTo>
                <a:lnTo>
                  <a:pt x="39516" y="41648"/>
                </a:lnTo>
                <a:lnTo>
                  <a:pt x="39516" y="19616"/>
                </a:lnTo>
                <a:lnTo>
                  <a:pt x="37171" y="19616"/>
                </a:lnTo>
                <a:lnTo>
                  <a:pt x="37100" y="19756"/>
                </a:lnTo>
                <a:lnTo>
                  <a:pt x="37030" y="19892"/>
                </a:lnTo>
                <a:lnTo>
                  <a:pt x="36961" y="20023"/>
                </a:lnTo>
                <a:close/>
                <a:moveTo>
                  <a:pt x="229593" y="19682"/>
                </a:moveTo>
                <a:lnTo>
                  <a:pt x="228928" y="19733"/>
                </a:lnTo>
                <a:lnTo>
                  <a:pt x="228266" y="19799"/>
                </a:lnTo>
                <a:lnTo>
                  <a:pt x="227607" y="19880"/>
                </a:lnTo>
                <a:lnTo>
                  <a:pt x="226951" y="19975"/>
                </a:lnTo>
                <a:lnTo>
                  <a:pt x="226298" y="20085"/>
                </a:lnTo>
                <a:lnTo>
                  <a:pt x="225648" y="20210"/>
                </a:lnTo>
                <a:lnTo>
                  <a:pt x="225001" y="20349"/>
                </a:lnTo>
                <a:lnTo>
                  <a:pt x="224357" y="20503"/>
                </a:lnTo>
                <a:lnTo>
                  <a:pt x="223716" y="20672"/>
                </a:lnTo>
                <a:lnTo>
                  <a:pt x="223078" y="20855"/>
                </a:lnTo>
                <a:lnTo>
                  <a:pt x="222442" y="21053"/>
                </a:lnTo>
                <a:lnTo>
                  <a:pt x="221810" y="21266"/>
                </a:lnTo>
                <a:lnTo>
                  <a:pt x="221181" y="21493"/>
                </a:lnTo>
                <a:lnTo>
                  <a:pt x="220555" y="21735"/>
                </a:lnTo>
                <a:lnTo>
                  <a:pt x="219931" y="21992"/>
                </a:lnTo>
                <a:lnTo>
                  <a:pt x="219311" y="22263"/>
                </a:lnTo>
                <a:lnTo>
                  <a:pt x="218693" y="22550"/>
                </a:lnTo>
                <a:lnTo>
                  <a:pt x="218079" y="22850"/>
                </a:lnTo>
                <a:lnTo>
                  <a:pt x="217467" y="23166"/>
                </a:lnTo>
                <a:lnTo>
                  <a:pt x="216859" y="23496"/>
                </a:lnTo>
                <a:lnTo>
                  <a:pt x="216253" y="23840"/>
                </a:lnTo>
                <a:lnTo>
                  <a:pt x="215654" y="24200"/>
                </a:lnTo>
                <a:lnTo>
                  <a:pt x="215064" y="24576"/>
                </a:lnTo>
                <a:lnTo>
                  <a:pt x="214485" y="24968"/>
                </a:lnTo>
                <a:lnTo>
                  <a:pt x="213915" y="25377"/>
                </a:lnTo>
                <a:lnTo>
                  <a:pt x="213354" y="25801"/>
                </a:lnTo>
                <a:lnTo>
                  <a:pt x="212804" y="26241"/>
                </a:lnTo>
                <a:lnTo>
                  <a:pt x="212263" y="26697"/>
                </a:lnTo>
                <a:lnTo>
                  <a:pt x="211732" y="27169"/>
                </a:lnTo>
                <a:lnTo>
                  <a:pt x="211211" y="27658"/>
                </a:lnTo>
                <a:lnTo>
                  <a:pt x="210699" y="28162"/>
                </a:lnTo>
                <a:lnTo>
                  <a:pt x="210198" y="28682"/>
                </a:lnTo>
                <a:lnTo>
                  <a:pt x="209706" y="29218"/>
                </a:lnTo>
                <a:lnTo>
                  <a:pt x="209223" y="29771"/>
                </a:lnTo>
                <a:lnTo>
                  <a:pt x="208751" y="30339"/>
                </a:lnTo>
                <a:lnTo>
                  <a:pt x="208288" y="30924"/>
                </a:lnTo>
                <a:lnTo>
                  <a:pt x="207835" y="31524"/>
                </a:lnTo>
                <a:lnTo>
                  <a:pt x="207392" y="32140"/>
                </a:lnTo>
                <a:lnTo>
                  <a:pt x="206958" y="32773"/>
                </a:lnTo>
                <a:lnTo>
                  <a:pt x="206534" y="33421"/>
                </a:lnTo>
                <a:lnTo>
                  <a:pt x="206120" y="34086"/>
                </a:lnTo>
                <a:lnTo>
                  <a:pt x="205716" y="34766"/>
                </a:lnTo>
                <a:lnTo>
                  <a:pt x="205322" y="35463"/>
                </a:lnTo>
                <a:lnTo>
                  <a:pt x="204937" y="36176"/>
                </a:lnTo>
                <a:lnTo>
                  <a:pt x="204562" y="36904"/>
                </a:lnTo>
                <a:lnTo>
                  <a:pt x="204199" y="37641"/>
                </a:lnTo>
                <a:lnTo>
                  <a:pt x="203852" y="38378"/>
                </a:lnTo>
                <a:lnTo>
                  <a:pt x="203521" y="39116"/>
                </a:lnTo>
                <a:lnTo>
                  <a:pt x="203204" y="39854"/>
                </a:lnTo>
                <a:lnTo>
                  <a:pt x="202904" y="40592"/>
                </a:lnTo>
                <a:lnTo>
                  <a:pt x="202618" y="41331"/>
                </a:lnTo>
                <a:lnTo>
                  <a:pt x="202348" y="42070"/>
                </a:lnTo>
                <a:lnTo>
                  <a:pt x="202094" y="42809"/>
                </a:lnTo>
                <a:lnTo>
                  <a:pt x="201855" y="43549"/>
                </a:lnTo>
                <a:lnTo>
                  <a:pt x="201631" y="44289"/>
                </a:lnTo>
                <a:lnTo>
                  <a:pt x="201423" y="45030"/>
                </a:lnTo>
                <a:lnTo>
                  <a:pt x="201230" y="45771"/>
                </a:lnTo>
                <a:lnTo>
                  <a:pt x="201053" y="46512"/>
                </a:lnTo>
                <a:lnTo>
                  <a:pt x="200891" y="47253"/>
                </a:lnTo>
                <a:lnTo>
                  <a:pt x="200744" y="47995"/>
                </a:lnTo>
                <a:lnTo>
                  <a:pt x="200613" y="48738"/>
                </a:lnTo>
                <a:lnTo>
                  <a:pt x="200498" y="49481"/>
                </a:lnTo>
                <a:lnTo>
                  <a:pt x="200397" y="50224"/>
                </a:lnTo>
                <a:lnTo>
                  <a:pt x="200313" y="50967"/>
                </a:lnTo>
                <a:lnTo>
                  <a:pt x="200243" y="51711"/>
                </a:lnTo>
                <a:lnTo>
                  <a:pt x="200189" y="52455"/>
                </a:lnTo>
                <a:lnTo>
                  <a:pt x="200151" y="53200"/>
                </a:lnTo>
                <a:lnTo>
                  <a:pt x="200127" y="53945"/>
                </a:lnTo>
                <a:lnTo>
                  <a:pt x="200120" y="54690"/>
                </a:lnTo>
                <a:lnTo>
                  <a:pt x="200132" y="55709"/>
                </a:lnTo>
                <a:lnTo>
                  <a:pt x="200171" y="56720"/>
                </a:lnTo>
                <a:lnTo>
                  <a:pt x="200234" y="57723"/>
                </a:lnTo>
                <a:lnTo>
                  <a:pt x="200323" y="58717"/>
                </a:lnTo>
                <a:lnTo>
                  <a:pt x="200437" y="59703"/>
                </a:lnTo>
                <a:lnTo>
                  <a:pt x="200577" y="60680"/>
                </a:lnTo>
                <a:lnTo>
                  <a:pt x="200743" y="61649"/>
                </a:lnTo>
                <a:lnTo>
                  <a:pt x="200933" y="62610"/>
                </a:lnTo>
                <a:lnTo>
                  <a:pt x="201149" y="63562"/>
                </a:lnTo>
                <a:lnTo>
                  <a:pt x="201391" y="64506"/>
                </a:lnTo>
                <a:lnTo>
                  <a:pt x="201658" y="65442"/>
                </a:lnTo>
                <a:lnTo>
                  <a:pt x="201950" y="66369"/>
                </a:lnTo>
                <a:lnTo>
                  <a:pt x="202268" y="67287"/>
                </a:lnTo>
                <a:lnTo>
                  <a:pt x="202611" y="68198"/>
                </a:lnTo>
                <a:lnTo>
                  <a:pt x="202979" y="69100"/>
                </a:lnTo>
                <a:lnTo>
                  <a:pt x="203373" y="69993"/>
                </a:lnTo>
                <a:lnTo>
                  <a:pt x="203793" y="70879"/>
                </a:lnTo>
                <a:lnTo>
                  <a:pt x="204238" y="71755"/>
                </a:lnTo>
                <a:lnTo>
                  <a:pt x="204708" y="72624"/>
                </a:lnTo>
                <a:lnTo>
                  <a:pt x="205203" y="73484"/>
                </a:lnTo>
                <a:lnTo>
                  <a:pt x="205724" y="74335"/>
                </a:lnTo>
                <a:lnTo>
                  <a:pt x="206271" y="75179"/>
                </a:lnTo>
                <a:lnTo>
                  <a:pt x="206843" y="76014"/>
                </a:lnTo>
                <a:lnTo>
                  <a:pt x="207440" y="76840"/>
                </a:lnTo>
                <a:lnTo>
                  <a:pt x="208173" y="77796"/>
                </a:lnTo>
                <a:lnTo>
                  <a:pt x="208927" y="78711"/>
                </a:lnTo>
                <a:lnTo>
                  <a:pt x="209702" y="79586"/>
                </a:lnTo>
                <a:lnTo>
                  <a:pt x="210498" y="80420"/>
                </a:lnTo>
                <a:lnTo>
                  <a:pt x="211315" y="81213"/>
                </a:lnTo>
                <a:lnTo>
                  <a:pt x="212153" y="81966"/>
                </a:lnTo>
                <a:lnTo>
                  <a:pt x="213012" y="82678"/>
                </a:lnTo>
                <a:lnTo>
                  <a:pt x="213892" y="83349"/>
                </a:lnTo>
                <a:lnTo>
                  <a:pt x="214793" y="83980"/>
                </a:lnTo>
                <a:lnTo>
                  <a:pt x="215715" y="84569"/>
                </a:lnTo>
                <a:lnTo>
                  <a:pt x="216658" y="85119"/>
                </a:lnTo>
                <a:lnTo>
                  <a:pt x="217621" y="85627"/>
                </a:lnTo>
                <a:lnTo>
                  <a:pt x="218606" y="86095"/>
                </a:lnTo>
                <a:lnTo>
                  <a:pt x="219612" y="86522"/>
                </a:lnTo>
                <a:lnTo>
                  <a:pt x="220639" y="86908"/>
                </a:lnTo>
                <a:lnTo>
                  <a:pt x="221686" y="87254"/>
                </a:lnTo>
                <a:lnTo>
                  <a:pt x="222755" y="87559"/>
                </a:lnTo>
                <a:lnTo>
                  <a:pt x="223845" y="87824"/>
                </a:lnTo>
                <a:lnTo>
                  <a:pt x="224955" y="88047"/>
                </a:lnTo>
                <a:lnTo>
                  <a:pt x="226087" y="88231"/>
                </a:lnTo>
                <a:lnTo>
                  <a:pt x="227239" y="88373"/>
                </a:lnTo>
                <a:lnTo>
                  <a:pt x="228413" y="88475"/>
                </a:lnTo>
                <a:lnTo>
                  <a:pt x="229607" y="88536"/>
                </a:lnTo>
                <a:lnTo>
                  <a:pt x="230823" y="88556"/>
                </a:lnTo>
                <a:lnTo>
                  <a:pt x="231572" y="88548"/>
                </a:lnTo>
                <a:lnTo>
                  <a:pt x="232316" y="88524"/>
                </a:lnTo>
                <a:lnTo>
                  <a:pt x="233053" y="88485"/>
                </a:lnTo>
                <a:lnTo>
                  <a:pt x="233785" y="88430"/>
                </a:lnTo>
                <a:lnTo>
                  <a:pt x="234511" y="88359"/>
                </a:lnTo>
                <a:lnTo>
                  <a:pt x="235232" y="88272"/>
                </a:lnTo>
                <a:lnTo>
                  <a:pt x="235946" y="88169"/>
                </a:lnTo>
                <a:lnTo>
                  <a:pt x="236655" y="88051"/>
                </a:lnTo>
                <a:lnTo>
                  <a:pt x="237358" y="87917"/>
                </a:lnTo>
                <a:lnTo>
                  <a:pt x="238055" y="87767"/>
                </a:lnTo>
                <a:lnTo>
                  <a:pt x="238746" y="87601"/>
                </a:lnTo>
                <a:lnTo>
                  <a:pt x="239432" y="87420"/>
                </a:lnTo>
                <a:lnTo>
                  <a:pt x="240111" y="87223"/>
                </a:lnTo>
                <a:lnTo>
                  <a:pt x="240785" y="87010"/>
                </a:lnTo>
                <a:lnTo>
                  <a:pt x="241453" y="86781"/>
                </a:lnTo>
                <a:lnTo>
                  <a:pt x="242116" y="86536"/>
                </a:lnTo>
                <a:lnTo>
                  <a:pt x="242772" y="86276"/>
                </a:lnTo>
                <a:lnTo>
                  <a:pt x="243423" y="86000"/>
                </a:lnTo>
                <a:lnTo>
                  <a:pt x="244068" y="85708"/>
                </a:lnTo>
                <a:lnTo>
                  <a:pt x="244707" y="85400"/>
                </a:lnTo>
                <a:lnTo>
                  <a:pt x="245340" y="85077"/>
                </a:lnTo>
                <a:lnTo>
                  <a:pt x="245968" y="84738"/>
                </a:lnTo>
                <a:lnTo>
                  <a:pt x="246589" y="84383"/>
                </a:lnTo>
                <a:lnTo>
                  <a:pt x="247205" y="84012"/>
                </a:lnTo>
                <a:lnTo>
                  <a:pt x="247813" y="83625"/>
                </a:lnTo>
                <a:lnTo>
                  <a:pt x="248409" y="83224"/>
                </a:lnTo>
                <a:lnTo>
                  <a:pt x="248995" y="82807"/>
                </a:lnTo>
                <a:lnTo>
                  <a:pt x="249569" y="82375"/>
                </a:lnTo>
                <a:lnTo>
                  <a:pt x="250133" y="81927"/>
                </a:lnTo>
                <a:lnTo>
                  <a:pt x="250685" y="81465"/>
                </a:lnTo>
                <a:lnTo>
                  <a:pt x="251227" y="80987"/>
                </a:lnTo>
                <a:lnTo>
                  <a:pt x="251758" y="80493"/>
                </a:lnTo>
                <a:lnTo>
                  <a:pt x="252277" y="79985"/>
                </a:lnTo>
                <a:lnTo>
                  <a:pt x="252786" y="79461"/>
                </a:lnTo>
                <a:lnTo>
                  <a:pt x="253284" y="78922"/>
                </a:lnTo>
                <a:lnTo>
                  <a:pt x="253770" y="78368"/>
                </a:lnTo>
                <a:lnTo>
                  <a:pt x="254246" y="77798"/>
                </a:lnTo>
                <a:lnTo>
                  <a:pt x="254711" y="77213"/>
                </a:lnTo>
                <a:lnTo>
                  <a:pt x="255165" y="76613"/>
                </a:lnTo>
                <a:lnTo>
                  <a:pt x="255607" y="75997"/>
                </a:lnTo>
                <a:lnTo>
                  <a:pt x="256039" y="75367"/>
                </a:lnTo>
                <a:lnTo>
                  <a:pt x="256460" y="74721"/>
                </a:lnTo>
                <a:lnTo>
                  <a:pt x="256870" y="74059"/>
                </a:lnTo>
                <a:lnTo>
                  <a:pt x="257269" y="73383"/>
                </a:lnTo>
                <a:lnTo>
                  <a:pt x="257657" y="72691"/>
                </a:lnTo>
                <a:lnTo>
                  <a:pt x="258034" y="71984"/>
                </a:lnTo>
                <a:lnTo>
                  <a:pt x="258399" y="71261"/>
                </a:lnTo>
                <a:lnTo>
                  <a:pt x="258754" y="70524"/>
                </a:lnTo>
                <a:lnTo>
                  <a:pt x="259097" y="69778"/>
                </a:lnTo>
                <a:lnTo>
                  <a:pt x="259424" y="69034"/>
                </a:lnTo>
                <a:lnTo>
                  <a:pt x="259737" y="68290"/>
                </a:lnTo>
                <a:lnTo>
                  <a:pt x="260036" y="67547"/>
                </a:lnTo>
                <a:lnTo>
                  <a:pt x="260320" y="66805"/>
                </a:lnTo>
                <a:lnTo>
                  <a:pt x="260589" y="66064"/>
                </a:lnTo>
                <a:lnTo>
                  <a:pt x="260844" y="65323"/>
                </a:lnTo>
                <a:lnTo>
                  <a:pt x="261084" y="64583"/>
                </a:lnTo>
                <a:lnTo>
                  <a:pt x="261310" y="63844"/>
                </a:lnTo>
                <a:lnTo>
                  <a:pt x="261521" y="63105"/>
                </a:lnTo>
                <a:lnTo>
                  <a:pt x="261717" y="62368"/>
                </a:lnTo>
                <a:lnTo>
                  <a:pt x="261899" y="61631"/>
                </a:lnTo>
                <a:lnTo>
                  <a:pt x="262067" y="60894"/>
                </a:lnTo>
                <a:lnTo>
                  <a:pt x="262220" y="60159"/>
                </a:lnTo>
                <a:lnTo>
                  <a:pt x="262358" y="59424"/>
                </a:lnTo>
                <a:lnTo>
                  <a:pt x="262482" y="58690"/>
                </a:lnTo>
                <a:lnTo>
                  <a:pt x="262591" y="57957"/>
                </a:lnTo>
                <a:lnTo>
                  <a:pt x="262686" y="57224"/>
                </a:lnTo>
                <a:lnTo>
                  <a:pt x="262766" y="56492"/>
                </a:lnTo>
                <a:lnTo>
                  <a:pt x="262831" y="55761"/>
                </a:lnTo>
                <a:lnTo>
                  <a:pt x="262882" y="55031"/>
                </a:lnTo>
                <a:lnTo>
                  <a:pt x="262918" y="54301"/>
                </a:lnTo>
                <a:lnTo>
                  <a:pt x="262940" y="53573"/>
                </a:lnTo>
                <a:lnTo>
                  <a:pt x="262948" y="52844"/>
                </a:lnTo>
                <a:lnTo>
                  <a:pt x="262934" y="51814"/>
                </a:lnTo>
                <a:lnTo>
                  <a:pt x="262895" y="50793"/>
                </a:lnTo>
                <a:lnTo>
                  <a:pt x="262829" y="49782"/>
                </a:lnTo>
                <a:lnTo>
                  <a:pt x="262736" y="48781"/>
                </a:lnTo>
                <a:lnTo>
                  <a:pt x="262618" y="47790"/>
                </a:lnTo>
                <a:lnTo>
                  <a:pt x="262472" y="46809"/>
                </a:lnTo>
                <a:lnTo>
                  <a:pt x="262301" y="45837"/>
                </a:lnTo>
                <a:lnTo>
                  <a:pt x="262103" y="44876"/>
                </a:lnTo>
                <a:lnTo>
                  <a:pt x="261878" y="43924"/>
                </a:lnTo>
                <a:lnTo>
                  <a:pt x="261627" y="42983"/>
                </a:lnTo>
                <a:lnTo>
                  <a:pt x="261350" y="42051"/>
                </a:lnTo>
                <a:lnTo>
                  <a:pt x="261046" y="41129"/>
                </a:lnTo>
                <a:lnTo>
                  <a:pt x="260716" y="40216"/>
                </a:lnTo>
                <a:lnTo>
                  <a:pt x="260360" y="39314"/>
                </a:lnTo>
                <a:lnTo>
                  <a:pt x="259977" y="38422"/>
                </a:lnTo>
                <a:lnTo>
                  <a:pt x="259568" y="37539"/>
                </a:lnTo>
                <a:lnTo>
                  <a:pt x="259132" y="36667"/>
                </a:lnTo>
                <a:lnTo>
                  <a:pt x="258670" y="35804"/>
                </a:lnTo>
                <a:lnTo>
                  <a:pt x="258181" y="34951"/>
                </a:lnTo>
                <a:lnTo>
                  <a:pt x="257667" y="34108"/>
                </a:lnTo>
                <a:lnTo>
                  <a:pt x="257125" y="33275"/>
                </a:lnTo>
                <a:lnTo>
                  <a:pt x="256558" y="32451"/>
                </a:lnTo>
                <a:lnTo>
                  <a:pt x="255963" y="31638"/>
                </a:lnTo>
                <a:lnTo>
                  <a:pt x="255343" y="30834"/>
                </a:lnTo>
                <a:lnTo>
                  <a:pt x="254587" y="29919"/>
                </a:lnTo>
                <a:lnTo>
                  <a:pt x="253810" y="29042"/>
                </a:lnTo>
                <a:lnTo>
                  <a:pt x="253013" y="28205"/>
                </a:lnTo>
                <a:lnTo>
                  <a:pt x="252196" y="27406"/>
                </a:lnTo>
                <a:lnTo>
                  <a:pt x="251359" y="26647"/>
                </a:lnTo>
                <a:lnTo>
                  <a:pt x="250501" y="25926"/>
                </a:lnTo>
                <a:lnTo>
                  <a:pt x="249623" y="25245"/>
                </a:lnTo>
                <a:lnTo>
                  <a:pt x="248725" y="24602"/>
                </a:lnTo>
                <a:lnTo>
                  <a:pt x="247807" y="23998"/>
                </a:lnTo>
                <a:lnTo>
                  <a:pt x="246869" y="23433"/>
                </a:lnTo>
                <a:lnTo>
                  <a:pt x="245910" y="22907"/>
                </a:lnTo>
                <a:lnTo>
                  <a:pt x="244931" y="22421"/>
                </a:lnTo>
                <a:lnTo>
                  <a:pt x="243932" y="21973"/>
                </a:lnTo>
                <a:lnTo>
                  <a:pt x="242912" y="21564"/>
                </a:lnTo>
                <a:lnTo>
                  <a:pt x="241872" y="21194"/>
                </a:lnTo>
                <a:lnTo>
                  <a:pt x="240813" y="20862"/>
                </a:lnTo>
                <a:lnTo>
                  <a:pt x="239732" y="20570"/>
                </a:lnTo>
                <a:lnTo>
                  <a:pt x="238632" y="20317"/>
                </a:lnTo>
                <a:lnTo>
                  <a:pt x="237511" y="20103"/>
                </a:lnTo>
                <a:lnTo>
                  <a:pt x="236371" y="19928"/>
                </a:lnTo>
                <a:lnTo>
                  <a:pt x="235209" y="19791"/>
                </a:lnTo>
                <a:lnTo>
                  <a:pt x="234028" y="19694"/>
                </a:lnTo>
                <a:lnTo>
                  <a:pt x="232827" y="19635"/>
                </a:lnTo>
                <a:lnTo>
                  <a:pt x="231605" y="19616"/>
                </a:lnTo>
                <a:lnTo>
                  <a:pt x="230931" y="19623"/>
                </a:lnTo>
                <a:lnTo>
                  <a:pt x="230260" y="19645"/>
                </a:lnTo>
                <a:lnTo>
                  <a:pt x="229593" y="19682"/>
                </a:lnTo>
                <a:close/>
                <a:moveTo>
                  <a:pt x="231313" y="24413"/>
                </a:moveTo>
                <a:lnTo>
                  <a:pt x="231931" y="24496"/>
                </a:lnTo>
                <a:lnTo>
                  <a:pt x="232539" y="24602"/>
                </a:lnTo>
                <a:lnTo>
                  <a:pt x="233137" y="24733"/>
                </a:lnTo>
                <a:lnTo>
                  <a:pt x="233726" y="24886"/>
                </a:lnTo>
                <a:lnTo>
                  <a:pt x="234306" y="25064"/>
                </a:lnTo>
                <a:lnTo>
                  <a:pt x="234875" y="25265"/>
                </a:lnTo>
                <a:lnTo>
                  <a:pt x="235435" y="25490"/>
                </a:lnTo>
                <a:lnTo>
                  <a:pt x="235986" y="25738"/>
                </a:lnTo>
                <a:lnTo>
                  <a:pt x="236527" y="26010"/>
                </a:lnTo>
                <a:lnTo>
                  <a:pt x="237058" y="26306"/>
                </a:lnTo>
                <a:lnTo>
                  <a:pt x="237579" y="26625"/>
                </a:lnTo>
                <a:lnTo>
                  <a:pt x="238091" y="26968"/>
                </a:lnTo>
                <a:lnTo>
                  <a:pt x="238594" y="27335"/>
                </a:lnTo>
                <a:lnTo>
                  <a:pt x="239086" y="27726"/>
                </a:lnTo>
                <a:lnTo>
                  <a:pt x="239569" y="28140"/>
                </a:lnTo>
                <a:lnTo>
                  <a:pt x="240043" y="28577"/>
                </a:lnTo>
                <a:lnTo>
                  <a:pt x="240507" y="29039"/>
                </a:lnTo>
                <a:lnTo>
                  <a:pt x="240961" y="29524"/>
                </a:lnTo>
                <a:lnTo>
                  <a:pt x="241405" y="30032"/>
                </a:lnTo>
                <a:lnTo>
                  <a:pt x="241840" y="30565"/>
                </a:lnTo>
                <a:lnTo>
                  <a:pt x="242266" y="31121"/>
                </a:lnTo>
                <a:lnTo>
                  <a:pt x="242875" y="31962"/>
                </a:lnTo>
                <a:lnTo>
                  <a:pt x="243458" y="32829"/>
                </a:lnTo>
                <a:lnTo>
                  <a:pt x="244015" y="33721"/>
                </a:lnTo>
                <a:lnTo>
                  <a:pt x="244546" y="34639"/>
                </a:lnTo>
                <a:lnTo>
                  <a:pt x="245051" y="35582"/>
                </a:lnTo>
                <a:lnTo>
                  <a:pt x="245530" y="36552"/>
                </a:lnTo>
                <a:lnTo>
                  <a:pt x="245984" y="37547"/>
                </a:lnTo>
                <a:lnTo>
                  <a:pt x="246411" y="38567"/>
                </a:lnTo>
                <a:lnTo>
                  <a:pt x="246813" y="39613"/>
                </a:lnTo>
                <a:lnTo>
                  <a:pt x="247189" y="40685"/>
                </a:lnTo>
                <a:lnTo>
                  <a:pt x="247539" y="41782"/>
                </a:lnTo>
                <a:lnTo>
                  <a:pt x="247863" y="42905"/>
                </a:lnTo>
                <a:lnTo>
                  <a:pt x="248161" y="44054"/>
                </a:lnTo>
                <a:lnTo>
                  <a:pt x="248433" y="45228"/>
                </a:lnTo>
                <a:lnTo>
                  <a:pt x="248679" y="46428"/>
                </a:lnTo>
                <a:lnTo>
                  <a:pt x="248899" y="47654"/>
                </a:lnTo>
                <a:lnTo>
                  <a:pt x="249093" y="48905"/>
                </a:lnTo>
                <a:lnTo>
                  <a:pt x="249262" y="50182"/>
                </a:lnTo>
                <a:lnTo>
                  <a:pt x="249404" y="51484"/>
                </a:lnTo>
                <a:lnTo>
                  <a:pt x="249521" y="52813"/>
                </a:lnTo>
                <a:lnTo>
                  <a:pt x="249612" y="54166"/>
                </a:lnTo>
                <a:lnTo>
                  <a:pt x="249676" y="55546"/>
                </a:lnTo>
                <a:lnTo>
                  <a:pt x="249715" y="56951"/>
                </a:lnTo>
                <a:lnTo>
                  <a:pt x="249728" y="58381"/>
                </a:lnTo>
                <a:lnTo>
                  <a:pt x="249720" y="59521"/>
                </a:lnTo>
                <a:lnTo>
                  <a:pt x="249697" y="60632"/>
                </a:lnTo>
                <a:lnTo>
                  <a:pt x="249658" y="61714"/>
                </a:lnTo>
                <a:lnTo>
                  <a:pt x="249604" y="62768"/>
                </a:lnTo>
                <a:lnTo>
                  <a:pt x="249534" y="63794"/>
                </a:lnTo>
                <a:lnTo>
                  <a:pt x="249448" y="64792"/>
                </a:lnTo>
                <a:lnTo>
                  <a:pt x="249347" y="65761"/>
                </a:lnTo>
                <a:lnTo>
                  <a:pt x="249231" y="66702"/>
                </a:lnTo>
                <a:lnTo>
                  <a:pt x="249099" y="67615"/>
                </a:lnTo>
                <a:lnTo>
                  <a:pt x="248951" y="68499"/>
                </a:lnTo>
                <a:lnTo>
                  <a:pt x="248788" y="69355"/>
                </a:lnTo>
                <a:lnTo>
                  <a:pt x="248609" y="70182"/>
                </a:lnTo>
                <a:lnTo>
                  <a:pt x="248414" y="70981"/>
                </a:lnTo>
                <a:lnTo>
                  <a:pt x="248205" y="71752"/>
                </a:lnTo>
                <a:lnTo>
                  <a:pt x="247979" y="72495"/>
                </a:lnTo>
                <a:lnTo>
                  <a:pt x="247738" y="73209"/>
                </a:lnTo>
                <a:lnTo>
                  <a:pt x="247482" y="73895"/>
                </a:lnTo>
                <a:lnTo>
                  <a:pt x="247210" y="74552"/>
                </a:lnTo>
                <a:lnTo>
                  <a:pt x="246922" y="75181"/>
                </a:lnTo>
                <a:lnTo>
                  <a:pt x="246619" y="75782"/>
                </a:lnTo>
                <a:lnTo>
                  <a:pt x="246300" y="76355"/>
                </a:lnTo>
                <a:lnTo>
                  <a:pt x="245966" y="76899"/>
                </a:lnTo>
                <a:lnTo>
                  <a:pt x="245616" y="77414"/>
                </a:lnTo>
                <a:lnTo>
                  <a:pt x="245251" y="77902"/>
                </a:lnTo>
                <a:lnTo>
                  <a:pt x="244873" y="78365"/>
                </a:lnTo>
                <a:lnTo>
                  <a:pt x="244488" y="78809"/>
                </a:lnTo>
                <a:lnTo>
                  <a:pt x="244093" y="79233"/>
                </a:lnTo>
                <a:lnTo>
                  <a:pt x="243691" y="79637"/>
                </a:lnTo>
                <a:lnTo>
                  <a:pt x="243280" y="80022"/>
                </a:lnTo>
                <a:lnTo>
                  <a:pt x="242861" y="80386"/>
                </a:lnTo>
                <a:lnTo>
                  <a:pt x="242433" y="80732"/>
                </a:lnTo>
                <a:lnTo>
                  <a:pt x="241997" y="81057"/>
                </a:lnTo>
                <a:lnTo>
                  <a:pt x="241553" y="81363"/>
                </a:lnTo>
                <a:lnTo>
                  <a:pt x="241100" y="81648"/>
                </a:lnTo>
                <a:lnTo>
                  <a:pt x="240639" y="81915"/>
                </a:lnTo>
                <a:lnTo>
                  <a:pt x="240169" y="82161"/>
                </a:lnTo>
                <a:lnTo>
                  <a:pt x="239691" y="82388"/>
                </a:lnTo>
                <a:lnTo>
                  <a:pt x="239205" y="82595"/>
                </a:lnTo>
                <a:lnTo>
                  <a:pt x="238710" y="82782"/>
                </a:lnTo>
                <a:lnTo>
                  <a:pt x="238207" y="82950"/>
                </a:lnTo>
                <a:lnTo>
                  <a:pt x="237695" y="83098"/>
                </a:lnTo>
                <a:lnTo>
                  <a:pt x="237175" y="83226"/>
                </a:lnTo>
                <a:lnTo>
                  <a:pt x="236647" y="83334"/>
                </a:lnTo>
                <a:lnTo>
                  <a:pt x="236110" y="83423"/>
                </a:lnTo>
                <a:lnTo>
                  <a:pt x="235565" y="83492"/>
                </a:lnTo>
                <a:lnTo>
                  <a:pt x="235011" y="83541"/>
                </a:lnTo>
                <a:lnTo>
                  <a:pt x="234449" y="83571"/>
                </a:lnTo>
                <a:lnTo>
                  <a:pt x="233879" y="83581"/>
                </a:lnTo>
                <a:lnTo>
                  <a:pt x="233115" y="83563"/>
                </a:lnTo>
                <a:lnTo>
                  <a:pt x="232364" y="83509"/>
                </a:lnTo>
                <a:lnTo>
                  <a:pt x="231625" y="83420"/>
                </a:lnTo>
                <a:lnTo>
                  <a:pt x="230899" y="83295"/>
                </a:lnTo>
                <a:lnTo>
                  <a:pt x="230185" y="83134"/>
                </a:lnTo>
                <a:lnTo>
                  <a:pt x="229484" y="82938"/>
                </a:lnTo>
                <a:lnTo>
                  <a:pt x="228795" y="82705"/>
                </a:lnTo>
                <a:lnTo>
                  <a:pt x="228118" y="82437"/>
                </a:lnTo>
                <a:lnTo>
                  <a:pt x="227454" y="82134"/>
                </a:lnTo>
                <a:lnTo>
                  <a:pt x="226803" y="81794"/>
                </a:lnTo>
                <a:lnTo>
                  <a:pt x="226164" y="81419"/>
                </a:lnTo>
                <a:lnTo>
                  <a:pt x="225537" y="81008"/>
                </a:lnTo>
                <a:lnTo>
                  <a:pt x="224923" y="80561"/>
                </a:lnTo>
                <a:lnTo>
                  <a:pt x="224321" y="80079"/>
                </a:lnTo>
                <a:lnTo>
                  <a:pt x="223732" y="79561"/>
                </a:lnTo>
                <a:lnTo>
                  <a:pt x="223155" y="79007"/>
                </a:lnTo>
                <a:lnTo>
                  <a:pt x="222591" y="78417"/>
                </a:lnTo>
                <a:lnTo>
                  <a:pt x="222039" y="77792"/>
                </a:lnTo>
                <a:lnTo>
                  <a:pt x="221499" y="77130"/>
                </a:lnTo>
                <a:lnTo>
                  <a:pt x="220973" y="76434"/>
                </a:lnTo>
                <a:lnTo>
                  <a:pt x="220458" y="75701"/>
                </a:lnTo>
                <a:lnTo>
                  <a:pt x="219956" y="74933"/>
                </a:lnTo>
                <a:lnTo>
                  <a:pt x="219467" y="74129"/>
                </a:lnTo>
                <a:lnTo>
                  <a:pt x="218989" y="73289"/>
                </a:lnTo>
                <a:lnTo>
                  <a:pt x="218528" y="72424"/>
                </a:lnTo>
                <a:lnTo>
                  <a:pt x="218087" y="71546"/>
                </a:lnTo>
                <a:lnTo>
                  <a:pt x="217665" y="70654"/>
                </a:lnTo>
                <a:lnTo>
                  <a:pt x="217263" y="69749"/>
                </a:lnTo>
                <a:lnTo>
                  <a:pt x="216880" y="68830"/>
                </a:lnTo>
                <a:lnTo>
                  <a:pt x="216517" y="67898"/>
                </a:lnTo>
                <a:lnTo>
                  <a:pt x="216174" y="66952"/>
                </a:lnTo>
                <a:lnTo>
                  <a:pt x="215850" y="65992"/>
                </a:lnTo>
                <a:lnTo>
                  <a:pt x="215546" y="65019"/>
                </a:lnTo>
                <a:lnTo>
                  <a:pt x="215262" y="64033"/>
                </a:lnTo>
                <a:lnTo>
                  <a:pt x="214997" y="63033"/>
                </a:lnTo>
                <a:lnTo>
                  <a:pt x="214752" y="62019"/>
                </a:lnTo>
                <a:lnTo>
                  <a:pt x="214526" y="60992"/>
                </a:lnTo>
                <a:lnTo>
                  <a:pt x="214320" y="59951"/>
                </a:lnTo>
                <a:lnTo>
                  <a:pt x="214134" y="58896"/>
                </a:lnTo>
                <a:lnTo>
                  <a:pt x="213967" y="57829"/>
                </a:lnTo>
                <a:lnTo>
                  <a:pt x="213820" y="56747"/>
                </a:lnTo>
                <a:lnTo>
                  <a:pt x="213692" y="55652"/>
                </a:lnTo>
                <a:lnTo>
                  <a:pt x="213584" y="54544"/>
                </a:lnTo>
                <a:lnTo>
                  <a:pt x="213496" y="53422"/>
                </a:lnTo>
                <a:lnTo>
                  <a:pt x="213427" y="52286"/>
                </a:lnTo>
                <a:lnTo>
                  <a:pt x="213378" y="51137"/>
                </a:lnTo>
                <a:lnTo>
                  <a:pt x="213349" y="49974"/>
                </a:lnTo>
                <a:lnTo>
                  <a:pt x="213339" y="48798"/>
                </a:lnTo>
                <a:lnTo>
                  <a:pt x="213343" y="48070"/>
                </a:lnTo>
                <a:lnTo>
                  <a:pt x="213355" y="47353"/>
                </a:lnTo>
                <a:lnTo>
                  <a:pt x="213376" y="46647"/>
                </a:lnTo>
                <a:lnTo>
                  <a:pt x="213404" y="45953"/>
                </a:lnTo>
                <a:lnTo>
                  <a:pt x="213441" y="45269"/>
                </a:lnTo>
                <a:lnTo>
                  <a:pt x="213486" y="44596"/>
                </a:lnTo>
                <a:lnTo>
                  <a:pt x="213539" y="43935"/>
                </a:lnTo>
                <a:lnTo>
                  <a:pt x="213600" y="43285"/>
                </a:lnTo>
                <a:lnTo>
                  <a:pt x="213669" y="42645"/>
                </a:lnTo>
                <a:lnTo>
                  <a:pt x="213746" y="42017"/>
                </a:lnTo>
                <a:lnTo>
                  <a:pt x="213832" y="41400"/>
                </a:lnTo>
                <a:lnTo>
                  <a:pt x="213926" y="40794"/>
                </a:lnTo>
                <a:lnTo>
                  <a:pt x="214027" y="40199"/>
                </a:lnTo>
                <a:lnTo>
                  <a:pt x="214137" y="39616"/>
                </a:lnTo>
                <a:lnTo>
                  <a:pt x="214255" y="39043"/>
                </a:lnTo>
                <a:lnTo>
                  <a:pt x="214382" y="38481"/>
                </a:lnTo>
                <a:lnTo>
                  <a:pt x="214516" y="37931"/>
                </a:lnTo>
                <a:lnTo>
                  <a:pt x="214658" y="37391"/>
                </a:lnTo>
                <a:lnTo>
                  <a:pt x="214809" y="36863"/>
                </a:lnTo>
                <a:lnTo>
                  <a:pt x="214968" y="36346"/>
                </a:lnTo>
                <a:lnTo>
                  <a:pt x="215135" y="35840"/>
                </a:lnTo>
                <a:lnTo>
                  <a:pt x="215310" y="35345"/>
                </a:lnTo>
                <a:lnTo>
                  <a:pt x="215493" y="34861"/>
                </a:lnTo>
                <a:lnTo>
                  <a:pt x="215685" y="34388"/>
                </a:lnTo>
                <a:lnTo>
                  <a:pt x="215883" y="33926"/>
                </a:lnTo>
                <a:lnTo>
                  <a:pt x="216086" y="33477"/>
                </a:lnTo>
                <a:lnTo>
                  <a:pt x="216294" y="33039"/>
                </a:lnTo>
                <a:lnTo>
                  <a:pt x="216507" y="32612"/>
                </a:lnTo>
                <a:lnTo>
                  <a:pt x="216725" y="32197"/>
                </a:lnTo>
                <a:lnTo>
                  <a:pt x="216948" y="31795"/>
                </a:lnTo>
                <a:lnTo>
                  <a:pt x="217177" y="31403"/>
                </a:lnTo>
                <a:lnTo>
                  <a:pt x="217410" y="31024"/>
                </a:lnTo>
                <a:lnTo>
                  <a:pt x="217649" y="30656"/>
                </a:lnTo>
                <a:lnTo>
                  <a:pt x="217892" y="30300"/>
                </a:lnTo>
                <a:lnTo>
                  <a:pt x="218141" y="29955"/>
                </a:lnTo>
                <a:lnTo>
                  <a:pt x="218394" y="29623"/>
                </a:lnTo>
                <a:lnTo>
                  <a:pt x="218653" y="29302"/>
                </a:lnTo>
                <a:lnTo>
                  <a:pt x="218917" y="28992"/>
                </a:lnTo>
                <a:lnTo>
                  <a:pt x="219185" y="28695"/>
                </a:lnTo>
                <a:lnTo>
                  <a:pt x="219459" y="28409"/>
                </a:lnTo>
                <a:lnTo>
                  <a:pt x="219738" y="28135"/>
                </a:lnTo>
                <a:lnTo>
                  <a:pt x="220022" y="27872"/>
                </a:lnTo>
                <a:lnTo>
                  <a:pt x="220311" y="27621"/>
                </a:lnTo>
                <a:lnTo>
                  <a:pt x="220605" y="27382"/>
                </a:lnTo>
                <a:lnTo>
                  <a:pt x="220905" y="27155"/>
                </a:lnTo>
                <a:lnTo>
                  <a:pt x="221209" y="26939"/>
                </a:lnTo>
                <a:lnTo>
                  <a:pt x="221518" y="26735"/>
                </a:lnTo>
                <a:lnTo>
                  <a:pt x="221832" y="26543"/>
                </a:lnTo>
                <a:lnTo>
                  <a:pt x="222149" y="26361"/>
                </a:lnTo>
                <a:lnTo>
                  <a:pt x="222466" y="26186"/>
                </a:lnTo>
                <a:lnTo>
                  <a:pt x="222782" y="26019"/>
                </a:lnTo>
                <a:lnTo>
                  <a:pt x="223099" y="25860"/>
                </a:lnTo>
                <a:lnTo>
                  <a:pt x="223415" y="25708"/>
                </a:lnTo>
                <a:lnTo>
                  <a:pt x="223731" y="25565"/>
                </a:lnTo>
                <a:lnTo>
                  <a:pt x="224047" y="25429"/>
                </a:lnTo>
                <a:lnTo>
                  <a:pt x="224363" y="25301"/>
                </a:lnTo>
                <a:lnTo>
                  <a:pt x="224679" y="25180"/>
                </a:lnTo>
                <a:lnTo>
                  <a:pt x="224995" y="25068"/>
                </a:lnTo>
                <a:lnTo>
                  <a:pt x="225310" y="24963"/>
                </a:lnTo>
                <a:lnTo>
                  <a:pt x="225626" y="24866"/>
                </a:lnTo>
                <a:lnTo>
                  <a:pt x="225941" y="24777"/>
                </a:lnTo>
                <a:lnTo>
                  <a:pt x="226256" y="24695"/>
                </a:lnTo>
                <a:lnTo>
                  <a:pt x="226571" y="24621"/>
                </a:lnTo>
                <a:lnTo>
                  <a:pt x="226886" y="24555"/>
                </a:lnTo>
                <a:lnTo>
                  <a:pt x="227201" y="24497"/>
                </a:lnTo>
                <a:lnTo>
                  <a:pt x="227516" y="24446"/>
                </a:lnTo>
                <a:lnTo>
                  <a:pt x="227830" y="24404"/>
                </a:lnTo>
                <a:lnTo>
                  <a:pt x="228145" y="24369"/>
                </a:lnTo>
                <a:lnTo>
                  <a:pt x="228459" y="24342"/>
                </a:lnTo>
                <a:lnTo>
                  <a:pt x="228773" y="24322"/>
                </a:lnTo>
                <a:lnTo>
                  <a:pt x="229088" y="24311"/>
                </a:lnTo>
                <a:lnTo>
                  <a:pt x="229402" y="24307"/>
                </a:lnTo>
                <a:lnTo>
                  <a:pt x="230048" y="24319"/>
                </a:lnTo>
                <a:lnTo>
                  <a:pt x="230685" y="24354"/>
                </a:lnTo>
                <a:lnTo>
                  <a:pt x="231313" y="24413"/>
                </a:lnTo>
                <a:close/>
                <a:moveTo>
                  <a:pt x="445161" y="28133"/>
                </a:moveTo>
                <a:lnTo>
                  <a:pt x="445336" y="28122"/>
                </a:lnTo>
                <a:lnTo>
                  <a:pt x="445510" y="28111"/>
                </a:lnTo>
                <a:lnTo>
                  <a:pt x="445681" y="28101"/>
                </a:lnTo>
                <a:lnTo>
                  <a:pt x="445851" y="28092"/>
                </a:lnTo>
                <a:lnTo>
                  <a:pt x="446020" y="28082"/>
                </a:lnTo>
                <a:lnTo>
                  <a:pt x="446186" y="28074"/>
                </a:lnTo>
                <a:lnTo>
                  <a:pt x="446351" y="28066"/>
                </a:lnTo>
                <a:lnTo>
                  <a:pt x="446514" y="28058"/>
                </a:lnTo>
                <a:lnTo>
                  <a:pt x="446675" y="28051"/>
                </a:lnTo>
                <a:lnTo>
                  <a:pt x="446835" y="28044"/>
                </a:lnTo>
                <a:lnTo>
                  <a:pt x="446992" y="28038"/>
                </a:lnTo>
                <a:lnTo>
                  <a:pt x="447148" y="28032"/>
                </a:lnTo>
                <a:lnTo>
                  <a:pt x="447303" y="28027"/>
                </a:lnTo>
                <a:lnTo>
                  <a:pt x="447455" y="28022"/>
                </a:lnTo>
                <a:lnTo>
                  <a:pt x="447606" y="28018"/>
                </a:lnTo>
                <a:lnTo>
                  <a:pt x="447756" y="28015"/>
                </a:lnTo>
                <a:lnTo>
                  <a:pt x="447903" y="28011"/>
                </a:lnTo>
                <a:lnTo>
                  <a:pt x="448049" y="28009"/>
                </a:lnTo>
                <a:lnTo>
                  <a:pt x="448193" y="28006"/>
                </a:lnTo>
                <a:lnTo>
                  <a:pt x="448335" y="28005"/>
                </a:lnTo>
                <a:lnTo>
                  <a:pt x="448475" y="28003"/>
                </a:lnTo>
                <a:lnTo>
                  <a:pt x="448614" y="28003"/>
                </a:lnTo>
                <a:lnTo>
                  <a:pt x="448751" y="28002"/>
                </a:lnTo>
                <a:lnTo>
                  <a:pt x="449174" y="28006"/>
                </a:lnTo>
                <a:lnTo>
                  <a:pt x="449587" y="28016"/>
                </a:lnTo>
                <a:lnTo>
                  <a:pt x="449992" y="28033"/>
                </a:lnTo>
                <a:lnTo>
                  <a:pt x="450388" y="28056"/>
                </a:lnTo>
                <a:lnTo>
                  <a:pt x="450776" y="28086"/>
                </a:lnTo>
                <a:lnTo>
                  <a:pt x="451155" y="28123"/>
                </a:lnTo>
                <a:lnTo>
                  <a:pt x="451525" y="28166"/>
                </a:lnTo>
                <a:lnTo>
                  <a:pt x="451886" y="28217"/>
                </a:lnTo>
                <a:lnTo>
                  <a:pt x="452239" y="28274"/>
                </a:lnTo>
                <a:lnTo>
                  <a:pt x="452584" y="28337"/>
                </a:lnTo>
                <a:lnTo>
                  <a:pt x="452920" y="28407"/>
                </a:lnTo>
                <a:lnTo>
                  <a:pt x="453247" y="28484"/>
                </a:lnTo>
                <a:lnTo>
                  <a:pt x="453565" y="28568"/>
                </a:lnTo>
                <a:lnTo>
                  <a:pt x="453875" y="28658"/>
                </a:lnTo>
                <a:lnTo>
                  <a:pt x="454176" y="28756"/>
                </a:lnTo>
                <a:lnTo>
                  <a:pt x="454469" y="28859"/>
                </a:lnTo>
                <a:lnTo>
                  <a:pt x="454753" y="28970"/>
                </a:lnTo>
                <a:lnTo>
                  <a:pt x="455028" y="29087"/>
                </a:lnTo>
                <a:lnTo>
                  <a:pt x="455295" y="29211"/>
                </a:lnTo>
                <a:lnTo>
                  <a:pt x="455553" y="29341"/>
                </a:lnTo>
                <a:lnTo>
                  <a:pt x="455802" y="29478"/>
                </a:lnTo>
                <a:lnTo>
                  <a:pt x="456043" y="29622"/>
                </a:lnTo>
                <a:lnTo>
                  <a:pt x="456275" y="29773"/>
                </a:lnTo>
                <a:lnTo>
                  <a:pt x="456498" y="29930"/>
                </a:lnTo>
                <a:lnTo>
                  <a:pt x="456716" y="30095"/>
                </a:lnTo>
                <a:lnTo>
                  <a:pt x="456930" y="30270"/>
                </a:lnTo>
                <a:lnTo>
                  <a:pt x="457140" y="30454"/>
                </a:lnTo>
                <a:lnTo>
                  <a:pt x="457347" y="30648"/>
                </a:lnTo>
                <a:lnTo>
                  <a:pt x="457551" y="30850"/>
                </a:lnTo>
                <a:lnTo>
                  <a:pt x="457751" y="31063"/>
                </a:lnTo>
                <a:lnTo>
                  <a:pt x="457948" y="31284"/>
                </a:lnTo>
                <a:lnTo>
                  <a:pt x="458141" y="31516"/>
                </a:lnTo>
                <a:lnTo>
                  <a:pt x="458331" y="31756"/>
                </a:lnTo>
                <a:lnTo>
                  <a:pt x="458517" y="32006"/>
                </a:lnTo>
                <a:lnTo>
                  <a:pt x="458700" y="32266"/>
                </a:lnTo>
                <a:lnTo>
                  <a:pt x="458879" y="32534"/>
                </a:lnTo>
                <a:lnTo>
                  <a:pt x="459055" y="32813"/>
                </a:lnTo>
                <a:lnTo>
                  <a:pt x="459228" y="33100"/>
                </a:lnTo>
                <a:lnTo>
                  <a:pt x="459397" y="33397"/>
                </a:lnTo>
                <a:lnTo>
                  <a:pt x="459562" y="33704"/>
                </a:lnTo>
                <a:lnTo>
                  <a:pt x="459724" y="34020"/>
                </a:lnTo>
                <a:lnTo>
                  <a:pt x="459883" y="34345"/>
                </a:lnTo>
                <a:lnTo>
                  <a:pt x="460038" y="34680"/>
                </a:lnTo>
                <a:lnTo>
                  <a:pt x="460190" y="35024"/>
                </a:lnTo>
                <a:lnTo>
                  <a:pt x="460338" y="35378"/>
                </a:lnTo>
                <a:lnTo>
                  <a:pt x="460483" y="35741"/>
                </a:lnTo>
                <a:lnTo>
                  <a:pt x="460625" y="36114"/>
                </a:lnTo>
                <a:lnTo>
                  <a:pt x="460763" y="36496"/>
                </a:lnTo>
                <a:lnTo>
                  <a:pt x="460799" y="36607"/>
                </a:lnTo>
                <a:lnTo>
                  <a:pt x="460850" y="36776"/>
                </a:lnTo>
                <a:lnTo>
                  <a:pt x="460915" y="37001"/>
                </a:lnTo>
                <a:lnTo>
                  <a:pt x="460994" y="37283"/>
                </a:lnTo>
                <a:lnTo>
                  <a:pt x="461087" y="37621"/>
                </a:lnTo>
                <a:lnTo>
                  <a:pt x="461193" y="38017"/>
                </a:lnTo>
                <a:lnTo>
                  <a:pt x="461315" y="38469"/>
                </a:lnTo>
                <a:lnTo>
                  <a:pt x="461450" y="38978"/>
                </a:lnTo>
                <a:lnTo>
                  <a:pt x="461599" y="39544"/>
                </a:lnTo>
                <a:lnTo>
                  <a:pt x="461762" y="40166"/>
                </a:lnTo>
                <a:lnTo>
                  <a:pt x="461939" y="40845"/>
                </a:lnTo>
                <a:lnTo>
                  <a:pt x="462131" y="41581"/>
                </a:lnTo>
                <a:lnTo>
                  <a:pt x="462336" y="42374"/>
                </a:lnTo>
                <a:lnTo>
                  <a:pt x="462556" y="43223"/>
                </a:lnTo>
                <a:lnTo>
                  <a:pt x="462789" y="44129"/>
                </a:lnTo>
                <a:lnTo>
                  <a:pt x="463037" y="45092"/>
                </a:lnTo>
                <a:lnTo>
                  <a:pt x="463299" y="46112"/>
                </a:lnTo>
                <a:lnTo>
                  <a:pt x="463574" y="47188"/>
                </a:lnTo>
                <a:lnTo>
                  <a:pt x="463864" y="48322"/>
                </a:lnTo>
                <a:lnTo>
                  <a:pt x="464168" y="49512"/>
                </a:lnTo>
                <a:lnTo>
                  <a:pt x="464486" y="50758"/>
                </a:lnTo>
                <a:lnTo>
                  <a:pt x="464818" y="52062"/>
                </a:lnTo>
                <a:lnTo>
                  <a:pt x="465164" y="53422"/>
                </a:lnTo>
                <a:lnTo>
                  <a:pt x="465524" y="54839"/>
                </a:lnTo>
                <a:lnTo>
                  <a:pt x="465369" y="55178"/>
                </a:lnTo>
                <a:lnTo>
                  <a:pt x="465201" y="55534"/>
                </a:lnTo>
                <a:lnTo>
                  <a:pt x="465018" y="55907"/>
                </a:lnTo>
                <a:lnTo>
                  <a:pt x="464822" y="56297"/>
                </a:lnTo>
                <a:lnTo>
                  <a:pt x="464611" y="56705"/>
                </a:lnTo>
                <a:lnTo>
                  <a:pt x="464387" y="57130"/>
                </a:lnTo>
                <a:lnTo>
                  <a:pt x="464149" y="57572"/>
                </a:lnTo>
                <a:lnTo>
                  <a:pt x="463898" y="58031"/>
                </a:lnTo>
                <a:lnTo>
                  <a:pt x="463632" y="58507"/>
                </a:lnTo>
                <a:lnTo>
                  <a:pt x="463353" y="59001"/>
                </a:lnTo>
                <a:lnTo>
                  <a:pt x="463060" y="59512"/>
                </a:lnTo>
                <a:lnTo>
                  <a:pt x="462753" y="60040"/>
                </a:lnTo>
                <a:lnTo>
                  <a:pt x="462432" y="60585"/>
                </a:lnTo>
                <a:lnTo>
                  <a:pt x="462097" y="61148"/>
                </a:lnTo>
                <a:lnTo>
                  <a:pt x="461749" y="61727"/>
                </a:lnTo>
                <a:lnTo>
                  <a:pt x="461386" y="62324"/>
                </a:lnTo>
                <a:lnTo>
                  <a:pt x="461010" y="62938"/>
                </a:lnTo>
                <a:lnTo>
                  <a:pt x="460620" y="63570"/>
                </a:lnTo>
                <a:lnTo>
                  <a:pt x="460217" y="64218"/>
                </a:lnTo>
                <a:lnTo>
                  <a:pt x="459799" y="64884"/>
                </a:lnTo>
                <a:lnTo>
                  <a:pt x="459368" y="65567"/>
                </a:lnTo>
                <a:lnTo>
                  <a:pt x="458923" y="66267"/>
                </a:lnTo>
                <a:lnTo>
                  <a:pt x="458464" y="66984"/>
                </a:lnTo>
                <a:lnTo>
                  <a:pt x="457991" y="67719"/>
                </a:lnTo>
                <a:lnTo>
                  <a:pt x="457515" y="68451"/>
                </a:lnTo>
                <a:lnTo>
                  <a:pt x="457048" y="69161"/>
                </a:lnTo>
                <a:lnTo>
                  <a:pt x="456589" y="69850"/>
                </a:lnTo>
                <a:lnTo>
                  <a:pt x="456139" y="70517"/>
                </a:lnTo>
                <a:lnTo>
                  <a:pt x="455697" y="71163"/>
                </a:lnTo>
                <a:lnTo>
                  <a:pt x="455263" y="71787"/>
                </a:lnTo>
                <a:lnTo>
                  <a:pt x="454838" y="72389"/>
                </a:lnTo>
                <a:lnTo>
                  <a:pt x="454421" y="72970"/>
                </a:lnTo>
                <a:lnTo>
                  <a:pt x="454013" y="73529"/>
                </a:lnTo>
                <a:lnTo>
                  <a:pt x="453613" y="74067"/>
                </a:lnTo>
                <a:lnTo>
                  <a:pt x="453221" y="74582"/>
                </a:lnTo>
                <a:lnTo>
                  <a:pt x="452838" y="75077"/>
                </a:lnTo>
                <a:lnTo>
                  <a:pt x="452463" y="75549"/>
                </a:lnTo>
                <a:lnTo>
                  <a:pt x="452097" y="76000"/>
                </a:lnTo>
                <a:lnTo>
                  <a:pt x="451739" y="76430"/>
                </a:lnTo>
                <a:lnTo>
                  <a:pt x="451389" y="76837"/>
                </a:lnTo>
                <a:lnTo>
                  <a:pt x="451048" y="77224"/>
                </a:lnTo>
                <a:lnTo>
                  <a:pt x="450715" y="77588"/>
                </a:lnTo>
                <a:lnTo>
                  <a:pt x="450390" y="77931"/>
                </a:lnTo>
                <a:lnTo>
                  <a:pt x="450074" y="78252"/>
                </a:lnTo>
                <a:lnTo>
                  <a:pt x="449766" y="78552"/>
                </a:lnTo>
                <a:lnTo>
                  <a:pt x="449467" y="78830"/>
                </a:lnTo>
                <a:lnTo>
                  <a:pt x="449176" y="79086"/>
                </a:lnTo>
                <a:lnTo>
                  <a:pt x="448894" y="79321"/>
                </a:lnTo>
                <a:lnTo>
                  <a:pt x="448782" y="79413"/>
                </a:lnTo>
                <a:lnTo>
                  <a:pt x="448672" y="79502"/>
                </a:lnTo>
                <a:lnTo>
                  <a:pt x="448564" y="79587"/>
                </a:lnTo>
                <a:lnTo>
                  <a:pt x="448457" y="79667"/>
                </a:lnTo>
                <a:lnTo>
                  <a:pt x="448352" y="79744"/>
                </a:lnTo>
                <a:lnTo>
                  <a:pt x="448249" y="79817"/>
                </a:lnTo>
                <a:lnTo>
                  <a:pt x="448148" y="79885"/>
                </a:lnTo>
                <a:lnTo>
                  <a:pt x="448049" y="79950"/>
                </a:lnTo>
                <a:lnTo>
                  <a:pt x="447951" y="80011"/>
                </a:lnTo>
                <a:lnTo>
                  <a:pt x="447855" y="80068"/>
                </a:lnTo>
                <a:lnTo>
                  <a:pt x="447760" y="80121"/>
                </a:lnTo>
                <a:lnTo>
                  <a:pt x="447668" y="80171"/>
                </a:lnTo>
                <a:lnTo>
                  <a:pt x="447577" y="80216"/>
                </a:lnTo>
                <a:lnTo>
                  <a:pt x="447487" y="80257"/>
                </a:lnTo>
                <a:lnTo>
                  <a:pt x="447400" y="80294"/>
                </a:lnTo>
                <a:lnTo>
                  <a:pt x="447314" y="80328"/>
                </a:lnTo>
                <a:lnTo>
                  <a:pt x="447230" y="80357"/>
                </a:lnTo>
                <a:lnTo>
                  <a:pt x="447148" y="80383"/>
                </a:lnTo>
                <a:lnTo>
                  <a:pt x="447067" y="80405"/>
                </a:lnTo>
                <a:lnTo>
                  <a:pt x="446988" y="80422"/>
                </a:lnTo>
                <a:lnTo>
                  <a:pt x="446911" y="80436"/>
                </a:lnTo>
                <a:lnTo>
                  <a:pt x="446836" y="80446"/>
                </a:lnTo>
                <a:lnTo>
                  <a:pt x="446762" y="80452"/>
                </a:lnTo>
                <a:lnTo>
                  <a:pt x="446690" y="80454"/>
                </a:lnTo>
                <a:lnTo>
                  <a:pt x="446606" y="80451"/>
                </a:lnTo>
                <a:lnTo>
                  <a:pt x="446519" y="80442"/>
                </a:lnTo>
                <a:lnTo>
                  <a:pt x="446428" y="80428"/>
                </a:lnTo>
                <a:lnTo>
                  <a:pt x="446335" y="80408"/>
                </a:lnTo>
                <a:lnTo>
                  <a:pt x="446239" y="80382"/>
                </a:lnTo>
                <a:lnTo>
                  <a:pt x="446139" y="80350"/>
                </a:lnTo>
                <a:lnTo>
                  <a:pt x="446037" y="80312"/>
                </a:lnTo>
                <a:lnTo>
                  <a:pt x="445932" y="80269"/>
                </a:lnTo>
                <a:lnTo>
                  <a:pt x="445824" y="80220"/>
                </a:lnTo>
                <a:lnTo>
                  <a:pt x="445713" y="80165"/>
                </a:lnTo>
                <a:lnTo>
                  <a:pt x="445599" y="80104"/>
                </a:lnTo>
                <a:lnTo>
                  <a:pt x="445482" y="80038"/>
                </a:lnTo>
                <a:lnTo>
                  <a:pt x="445362" y="79966"/>
                </a:lnTo>
                <a:lnTo>
                  <a:pt x="445239" y="79888"/>
                </a:lnTo>
                <a:lnTo>
                  <a:pt x="445113" y="79804"/>
                </a:lnTo>
                <a:lnTo>
                  <a:pt x="444985" y="79714"/>
                </a:lnTo>
                <a:lnTo>
                  <a:pt x="444853" y="79619"/>
                </a:lnTo>
                <a:lnTo>
                  <a:pt x="444718" y="79518"/>
                </a:lnTo>
                <a:lnTo>
                  <a:pt x="444580" y="79411"/>
                </a:lnTo>
                <a:lnTo>
                  <a:pt x="444440" y="79299"/>
                </a:lnTo>
                <a:lnTo>
                  <a:pt x="444296" y="79180"/>
                </a:lnTo>
                <a:lnTo>
                  <a:pt x="444149" y="79056"/>
                </a:lnTo>
                <a:lnTo>
                  <a:pt x="444000" y="78926"/>
                </a:lnTo>
                <a:lnTo>
                  <a:pt x="443847" y="78790"/>
                </a:lnTo>
                <a:lnTo>
                  <a:pt x="443635" y="78601"/>
                </a:lnTo>
                <a:lnTo>
                  <a:pt x="443423" y="78420"/>
                </a:lnTo>
                <a:lnTo>
                  <a:pt x="443212" y="78247"/>
                </a:lnTo>
                <a:lnTo>
                  <a:pt x="443002" y="78082"/>
                </a:lnTo>
                <a:lnTo>
                  <a:pt x="442794" y="77926"/>
                </a:lnTo>
                <a:lnTo>
                  <a:pt x="442586" y="77777"/>
                </a:lnTo>
                <a:lnTo>
                  <a:pt x="442379" y="77636"/>
                </a:lnTo>
                <a:lnTo>
                  <a:pt x="442173" y="77503"/>
                </a:lnTo>
                <a:lnTo>
                  <a:pt x="441968" y="77379"/>
                </a:lnTo>
                <a:lnTo>
                  <a:pt x="441765" y="77262"/>
                </a:lnTo>
                <a:lnTo>
                  <a:pt x="441562" y="77153"/>
                </a:lnTo>
                <a:lnTo>
                  <a:pt x="441360" y="77053"/>
                </a:lnTo>
                <a:lnTo>
                  <a:pt x="441159" y="76960"/>
                </a:lnTo>
                <a:lnTo>
                  <a:pt x="440959" y="76876"/>
                </a:lnTo>
                <a:lnTo>
                  <a:pt x="440760" y="76799"/>
                </a:lnTo>
                <a:lnTo>
                  <a:pt x="440562" y="76731"/>
                </a:lnTo>
                <a:lnTo>
                  <a:pt x="440365" y="76671"/>
                </a:lnTo>
                <a:lnTo>
                  <a:pt x="440169" y="76618"/>
                </a:lnTo>
                <a:lnTo>
                  <a:pt x="439974" y="76574"/>
                </a:lnTo>
                <a:lnTo>
                  <a:pt x="439781" y="76538"/>
                </a:lnTo>
                <a:lnTo>
                  <a:pt x="439588" y="76510"/>
                </a:lnTo>
                <a:lnTo>
                  <a:pt x="439396" y="76490"/>
                </a:lnTo>
                <a:lnTo>
                  <a:pt x="439205" y="76478"/>
                </a:lnTo>
                <a:lnTo>
                  <a:pt x="439015" y="76474"/>
                </a:lnTo>
                <a:lnTo>
                  <a:pt x="438826" y="76476"/>
                </a:lnTo>
                <a:lnTo>
                  <a:pt x="438640" y="76485"/>
                </a:lnTo>
                <a:lnTo>
                  <a:pt x="438457" y="76498"/>
                </a:lnTo>
                <a:lnTo>
                  <a:pt x="438276" y="76517"/>
                </a:lnTo>
                <a:lnTo>
                  <a:pt x="438098" y="76542"/>
                </a:lnTo>
                <a:lnTo>
                  <a:pt x="437922" y="76572"/>
                </a:lnTo>
                <a:lnTo>
                  <a:pt x="437748" y="76608"/>
                </a:lnTo>
                <a:lnTo>
                  <a:pt x="437577" y="76649"/>
                </a:lnTo>
                <a:lnTo>
                  <a:pt x="437409" y="76695"/>
                </a:lnTo>
                <a:lnTo>
                  <a:pt x="437243" y="76747"/>
                </a:lnTo>
                <a:lnTo>
                  <a:pt x="437079" y="76805"/>
                </a:lnTo>
                <a:lnTo>
                  <a:pt x="436918" y="76867"/>
                </a:lnTo>
                <a:lnTo>
                  <a:pt x="436759" y="76936"/>
                </a:lnTo>
                <a:lnTo>
                  <a:pt x="436603" y="77010"/>
                </a:lnTo>
                <a:lnTo>
                  <a:pt x="436449" y="77089"/>
                </a:lnTo>
                <a:lnTo>
                  <a:pt x="436298" y="77174"/>
                </a:lnTo>
                <a:lnTo>
                  <a:pt x="436149" y="77264"/>
                </a:lnTo>
                <a:lnTo>
                  <a:pt x="436003" y="77359"/>
                </a:lnTo>
                <a:lnTo>
                  <a:pt x="435859" y="77461"/>
                </a:lnTo>
                <a:lnTo>
                  <a:pt x="435718" y="77567"/>
                </a:lnTo>
                <a:lnTo>
                  <a:pt x="435579" y="77679"/>
                </a:lnTo>
                <a:lnTo>
                  <a:pt x="435442" y="77797"/>
                </a:lnTo>
                <a:lnTo>
                  <a:pt x="435308" y="77920"/>
                </a:lnTo>
                <a:lnTo>
                  <a:pt x="435177" y="78048"/>
                </a:lnTo>
                <a:lnTo>
                  <a:pt x="435049" y="78181"/>
                </a:lnTo>
                <a:lnTo>
                  <a:pt x="434927" y="78316"/>
                </a:lnTo>
                <a:lnTo>
                  <a:pt x="434810" y="78454"/>
                </a:lnTo>
                <a:lnTo>
                  <a:pt x="434699" y="78594"/>
                </a:lnTo>
                <a:lnTo>
                  <a:pt x="434593" y="78738"/>
                </a:lnTo>
                <a:lnTo>
                  <a:pt x="434493" y="78884"/>
                </a:lnTo>
                <a:lnTo>
                  <a:pt x="434398" y="79033"/>
                </a:lnTo>
                <a:lnTo>
                  <a:pt x="434308" y="79184"/>
                </a:lnTo>
                <a:lnTo>
                  <a:pt x="434224" y="79338"/>
                </a:lnTo>
                <a:lnTo>
                  <a:pt x="434145" y="79495"/>
                </a:lnTo>
                <a:lnTo>
                  <a:pt x="434072" y="79655"/>
                </a:lnTo>
                <a:lnTo>
                  <a:pt x="434004" y="79817"/>
                </a:lnTo>
                <a:lnTo>
                  <a:pt x="433941" y="79983"/>
                </a:lnTo>
                <a:lnTo>
                  <a:pt x="433884" y="80150"/>
                </a:lnTo>
                <a:lnTo>
                  <a:pt x="433833" y="80321"/>
                </a:lnTo>
                <a:lnTo>
                  <a:pt x="433787" y="80494"/>
                </a:lnTo>
                <a:lnTo>
                  <a:pt x="433746" y="80671"/>
                </a:lnTo>
                <a:lnTo>
                  <a:pt x="433711" y="80849"/>
                </a:lnTo>
                <a:lnTo>
                  <a:pt x="433681" y="81031"/>
                </a:lnTo>
                <a:lnTo>
                  <a:pt x="433656" y="81215"/>
                </a:lnTo>
                <a:lnTo>
                  <a:pt x="433637" y="81402"/>
                </a:lnTo>
                <a:lnTo>
                  <a:pt x="433624" y="81592"/>
                </a:lnTo>
                <a:lnTo>
                  <a:pt x="433616" y="81784"/>
                </a:lnTo>
                <a:lnTo>
                  <a:pt x="433613" y="81980"/>
                </a:lnTo>
                <a:lnTo>
                  <a:pt x="433616" y="82198"/>
                </a:lnTo>
                <a:lnTo>
                  <a:pt x="433625" y="82413"/>
                </a:lnTo>
                <a:lnTo>
                  <a:pt x="433640" y="82624"/>
                </a:lnTo>
                <a:lnTo>
                  <a:pt x="433660" y="82832"/>
                </a:lnTo>
                <a:lnTo>
                  <a:pt x="433687" y="83035"/>
                </a:lnTo>
                <a:lnTo>
                  <a:pt x="433720" y="83235"/>
                </a:lnTo>
                <a:lnTo>
                  <a:pt x="433758" y="83431"/>
                </a:lnTo>
                <a:lnTo>
                  <a:pt x="433803" y="83624"/>
                </a:lnTo>
                <a:lnTo>
                  <a:pt x="433853" y="83813"/>
                </a:lnTo>
                <a:lnTo>
                  <a:pt x="433909" y="83998"/>
                </a:lnTo>
                <a:lnTo>
                  <a:pt x="433971" y="84179"/>
                </a:lnTo>
                <a:lnTo>
                  <a:pt x="434039" y="84357"/>
                </a:lnTo>
                <a:lnTo>
                  <a:pt x="434113" y="84530"/>
                </a:lnTo>
                <a:lnTo>
                  <a:pt x="434193" y="84701"/>
                </a:lnTo>
                <a:lnTo>
                  <a:pt x="434279" y="84867"/>
                </a:lnTo>
                <a:lnTo>
                  <a:pt x="434371" y="85030"/>
                </a:lnTo>
                <a:lnTo>
                  <a:pt x="434469" y="85189"/>
                </a:lnTo>
                <a:lnTo>
                  <a:pt x="434572" y="85344"/>
                </a:lnTo>
                <a:lnTo>
                  <a:pt x="434682" y="85496"/>
                </a:lnTo>
                <a:lnTo>
                  <a:pt x="434798" y="85643"/>
                </a:lnTo>
                <a:lnTo>
                  <a:pt x="434919" y="85787"/>
                </a:lnTo>
                <a:lnTo>
                  <a:pt x="435046" y="85928"/>
                </a:lnTo>
                <a:lnTo>
                  <a:pt x="435180" y="86064"/>
                </a:lnTo>
                <a:lnTo>
                  <a:pt x="435319" y="86197"/>
                </a:lnTo>
                <a:lnTo>
                  <a:pt x="435515" y="86367"/>
                </a:lnTo>
                <a:lnTo>
                  <a:pt x="435713" y="86529"/>
                </a:lnTo>
                <a:lnTo>
                  <a:pt x="435913" y="86683"/>
                </a:lnTo>
                <a:lnTo>
                  <a:pt x="436114" y="86831"/>
                </a:lnTo>
                <a:lnTo>
                  <a:pt x="436318" y="86972"/>
                </a:lnTo>
                <a:lnTo>
                  <a:pt x="436523" y="87105"/>
                </a:lnTo>
                <a:lnTo>
                  <a:pt x="436729" y="87231"/>
                </a:lnTo>
                <a:lnTo>
                  <a:pt x="436938" y="87350"/>
                </a:lnTo>
                <a:lnTo>
                  <a:pt x="437148" y="87461"/>
                </a:lnTo>
                <a:lnTo>
                  <a:pt x="437360" y="87566"/>
                </a:lnTo>
                <a:lnTo>
                  <a:pt x="437573" y="87663"/>
                </a:lnTo>
                <a:lnTo>
                  <a:pt x="437789" y="87753"/>
                </a:lnTo>
                <a:lnTo>
                  <a:pt x="438006" y="87836"/>
                </a:lnTo>
                <a:lnTo>
                  <a:pt x="438224" y="87912"/>
                </a:lnTo>
                <a:lnTo>
                  <a:pt x="438445" y="87980"/>
                </a:lnTo>
                <a:lnTo>
                  <a:pt x="438667" y="88041"/>
                </a:lnTo>
                <a:lnTo>
                  <a:pt x="438891" y="88095"/>
                </a:lnTo>
                <a:lnTo>
                  <a:pt x="439117" y="88142"/>
                </a:lnTo>
                <a:lnTo>
                  <a:pt x="439344" y="88182"/>
                </a:lnTo>
                <a:lnTo>
                  <a:pt x="439573" y="88214"/>
                </a:lnTo>
                <a:lnTo>
                  <a:pt x="439804" y="88239"/>
                </a:lnTo>
                <a:lnTo>
                  <a:pt x="440037" y="88257"/>
                </a:lnTo>
                <a:lnTo>
                  <a:pt x="440271" y="88268"/>
                </a:lnTo>
                <a:lnTo>
                  <a:pt x="440507" y="88272"/>
                </a:lnTo>
                <a:lnTo>
                  <a:pt x="440845" y="88266"/>
                </a:lnTo>
                <a:lnTo>
                  <a:pt x="441184" y="88247"/>
                </a:lnTo>
                <a:lnTo>
                  <a:pt x="441524" y="88216"/>
                </a:lnTo>
                <a:lnTo>
                  <a:pt x="441865" y="88173"/>
                </a:lnTo>
                <a:lnTo>
                  <a:pt x="442207" y="88117"/>
                </a:lnTo>
                <a:lnTo>
                  <a:pt x="442550" y="88049"/>
                </a:lnTo>
                <a:lnTo>
                  <a:pt x="442894" y="87968"/>
                </a:lnTo>
                <a:lnTo>
                  <a:pt x="443239" y="87875"/>
                </a:lnTo>
                <a:lnTo>
                  <a:pt x="443585" y="87770"/>
                </a:lnTo>
                <a:lnTo>
                  <a:pt x="443932" y="87652"/>
                </a:lnTo>
                <a:lnTo>
                  <a:pt x="444280" y="87522"/>
                </a:lnTo>
                <a:lnTo>
                  <a:pt x="444629" y="87379"/>
                </a:lnTo>
                <a:lnTo>
                  <a:pt x="444979" y="87225"/>
                </a:lnTo>
                <a:lnTo>
                  <a:pt x="445330" y="87057"/>
                </a:lnTo>
                <a:lnTo>
                  <a:pt x="445682" y="86877"/>
                </a:lnTo>
                <a:lnTo>
                  <a:pt x="446035" y="86685"/>
                </a:lnTo>
                <a:lnTo>
                  <a:pt x="446389" y="86481"/>
                </a:lnTo>
                <a:lnTo>
                  <a:pt x="446744" y="86264"/>
                </a:lnTo>
                <a:lnTo>
                  <a:pt x="447099" y="86035"/>
                </a:lnTo>
                <a:lnTo>
                  <a:pt x="447456" y="85793"/>
                </a:lnTo>
                <a:lnTo>
                  <a:pt x="447814" y="85539"/>
                </a:lnTo>
                <a:lnTo>
                  <a:pt x="448173" y="85273"/>
                </a:lnTo>
                <a:lnTo>
                  <a:pt x="448533" y="84994"/>
                </a:lnTo>
                <a:lnTo>
                  <a:pt x="448894" y="84703"/>
                </a:lnTo>
                <a:lnTo>
                  <a:pt x="449458" y="84215"/>
                </a:lnTo>
                <a:lnTo>
                  <a:pt x="450038" y="83679"/>
                </a:lnTo>
                <a:lnTo>
                  <a:pt x="450633" y="83096"/>
                </a:lnTo>
                <a:lnTo>
                  <a:pt x="451243" y="82465"/>
                </a:lnTo>
                <a:lnTo>
                  <a:pt x="451868" y="81786"/>
                </a:lnTo>
                <a:lnTo>
                  <a:pt x="452509" y="81059"/>
                </a:lnTo>
                <a:lnTo>
                  <a:pt x="453166" y="80284"/>
                </a:lnTo>
                <a:lnTo>
                  <a:pt x="453837" y="79462"/>
                </a:lnTo>
                <a:lnTo>
                  <a:pt x="454524" y="78591"/>
                </a:lnTo>
                <a:lnTo>
                  <a:pt x="455226" y="77673"/>
                </a:lnTo>
                <a:lnTo>
                  <a:pt x="455943" y="76707"/>
                </a:lnTo>
                <a:lnTo>
                  <a:pt x="456676" y="75694"/>
                </a:lnTo>
                <a:lnTo>
                  <a:pt x="457424" y="74632"/>
                </a:lnTo>
                <a:lnTo>
                  <a:pt x="458187" y="73523"/>
                </a:lnTo>
                <a:lnTo>
                  <a:pt x="458966" y="72365"/>
                </a:lnTo>
                <a:lnTo>
                  <a:pt x="459760" y="71160"/>
                </a:lnTo>
                <a:lnTo>
                  <a:pt x="460569" y="69907"/>
                </a:lnTo>
                <a:lnTo>
                  <a:pt x="461393" y="68607"/>
                </a:lnTo>
                <a:lnTo>
                  <a:pt x="462233" y="67258"/>
                </a:lnTo>
                <a:lnTo>
                  <a:pt x="463088" y="65862"/>
                </a:lnTo>
                <a:lnTo>
                  <a:pt x="463959" y="64418"/>
                </a:lnTo>
                <a:lnTo>
                  <a:pt x="464844" y="62926"/>
                </a:lnTo>
                <a:lnTo>
                  <a:pt x="465745" y="61386"/>
                </a:lnTo>
                <a:lnTo>
                  <a:pt x="466662" y="59798"/>
                </a:lnTo>
                <a:lnTo>
                  <a:pt x="467047" y="61534"/>
                </a:lnTo>
                <a:lnTo>
                  <a:pt x="467421" y="63206"/>
                </a:lnTo>
                <a:lnTo>
                  <a:pt x="467784" y="64813"/>
                </a:lnTo>
                <a:lnTo>
                  <a:pt x="468136" y="66357"/>
                </a:lnTo>
                <a:lnTo>
                  <a:pt x="468477" y="67836"/>
                </a:lnTo>
                <a:lnTo>
                  <a:pt x="468807" y="69252"/>
                </a:lnTo>
                <a:lnTo>
                  <a:pt x="469126" y="70604"/>
                </a:lnTo>
                <a:lnTo>
                  <a:pt x="469433" y="71892"/>
                </a:lnTo>
                <a:lnTo>
                  <a:pt x="469730" y="73115"/>
                </a:lnTo>
                <a:lnTo>
                  <a:pt x="470015" y="74275"/>
                </a:lnTo>
                <a:lnTo>
                  <a:pt x="470290" y="75371"/>
                </a:lnTo>
                <a:lnTo>
                  <a:pt x="470553" y="76403"/>
                </a:lnTo>
                <a:lnTo>
                  <a:pt x="470805" y="77370"/>
                </a:lnTo>
                <a:lnTo>
                  <a:pt x="471046" y="78274"/>
                </a:lnTo>
                <a:lnTo>
                  <a:pt x="471276" y="79114"/>
                </a:lnTo>
                <a:lnTo>
                  <a:pt x="471495" y="79890"/>
                </a:lnTo>
                <a:lnTo>
                  <a:pt x="471702" y="80602"/>
                </a:lnTo>
                <a:lnTo>
                  <a:pt x="471899" y="81250"/>
                </a:lnTo>
                <a:lnTo>
                  <a:pt x="472084" y="81834"/>
                </a:lnTo>
                <a:lnTo>
                  <a:pt x="472259" y="82354"/>
                </a:lnTo>
                <a:lnTo>
                  <a:pt x="472422" y="82810"/>
                </a:lnTo>
                <a:lnTo>
                  <a:pt x="472574" y="83202"/>
                </a:lnTo>
                <a:lnTo>
                  <a:pt x="472715" y="83530"/>
                </a:lnTo>
                <a:lnTo>
                  <a:pt x="472845" y="83794"/>
                </a:lnTo>
                <a:lnTo>
                  <a:pt x="473043" y="84160"/>
                </a:lnTo>
                <a:lnTo>
                  <a:pt x="473247" y="84509"/>
                </a:lnTo>
                <a:lnTo>
                  <a:pt x="473457" y="84844"/>
                </a:lnTo>
                <a:lnTo>
                  <a:pt x="473672" y="85162"/>
                </a:lnTo>
                <a:lnTo>
                  <a:pt x="473893" y="85465"/>
                </a:lnTo>
                <a:lnTo>
                  <a:pt x="474120" y="85753"/>
                </a:lnTo>
                <a:lnTo>
                  <a:pt x="474352" y="86025"/>
                </a:lnTo>
                <a:lnTo>
                  <a:pt x="474590" y="86282"/>
                </a:lnTo>
                <a:lnTo>
                  <a:pt x="474834" y="86523"/>
                </a:lnTo>
                <a:lnTo>
                  <a:pt x="475083" y="86748"/>
                </a:lnTo>
                <a:lnTo>
                  <a:pt x="475338" y="86958"/>
                </a:lnTo>
                <a:lnTo>
                  <a:pt x="475599" y="87152"/>
                </a:lnTo>
                <a:lnTo>
                  <a:pt x="475865" y="87331"/>
                </a:lnTo>
                <a:lnTo>
                  <a:pt x="476137" y="87494"/>
                </a:lnTo>
                <a:lnTo>
                  <a:pt x="476415" y="87642"/>
                </a:lnTo>
                <a:lnTo>
                  <a:pt x="476699" y="87774"/>
                </a:lnTo>
                <a:lnTo>
                  <a:pt x="476988" y="87891"/>
                </a:lnTo>
                <a:lnTo>
                  <a:pt x="477282" y="87992"/>
                </a:lnTo>
                <a:lnTo>
                  <a:pt x="477583" y="88077"/>
                </a:lnTo>
                <a:lnTo>
                  <a:pt x="477889" y="88147"/>
                </a:lnTo>
                <a:lnTo>
                  <a:pt x="478201" y="88202"/>
                </a:lnTo>
                <a:lnTo>
                  <a:pt x="478518" y="88241"/>
                </a:lnTo>
                <a:lnTo>
                  <a:pt x="478841" y="88264"/>
                </a:lnTo>
                <a:lnTo>
                  <a:pt x="479170" y="88272"/>
                </a:lnTo>
                <a:lnTo>
                  <a:pt x="479397" y="88266"/>
                </a:lnTo>
                <a:lnTo>
                  <a:pt x="479629" y="88250"/>
                </a:lnTo>
                <a:lnTo>
                  <a:pt x="479864" y="88223"/>
                </a:lnTo>
                <a:lnTo>
                  <a:pt x="480104" y="88185"/>
                </a:lnTo>
                <a:lnTo>
                  <a:pt x="480348" y="88136"/>
                </a:lnTo>
                <a:lnTo>
                  <a:pt x="480596" y="88076"/>
                </a:lnTo>
                <a:lnTo>
                  <a:pt x="480849" y="88006"/>
                </a:lnTo>
                <a:lnTo>
                  <a:pt x="481105" y="87924"/>
                </a:lnTo>
                <a:lnTo>
                  <a:pt x="481366" y="87832"/>
                </a:lnTo>
                <a:lnTo>
                  <a:pt x="481631" y="87729"/>
                </a:lnTo>
                <a:lnTo>
                  <a:pt x="481900" y="87615"/>
                </a:lnTo>
                <a:lnTo>
                  <a:pt x="482173" y="87490"/>
                </a:lnTo>
                <a:lnTo>
                  <a:pt x="482451" y="87355"/>
                </a:lnTo>
                <a:lnTo>
                  <a:pt x="482732" y="87208"/>
                </a:lnTo>
                <a:lnTo>
                  <a:pt x="483018" y="87051"/>
                </a:lnTo>
                <a:lnTo>
                  <a:pt x="483308" y="86883"/>
                </a:lnTo>
                <a:lnTo>
                  <a:pt x="483603" y="86704"/>
                </a:lnTo>
                <a:lnTo>
                  <a:pt x="483901" y="86514"/>
                </a:lnTo>
                <a:lnTo>
                  <a:pt x="484204" y="86313"/>
                </a:lnTo>
                <a:lnTo>
                  <a:pt x="484511" y="86102"/>
                </a:lnTo>
                <a:lnTo>
                  <a:pt x="484822" y="85879"/>
                </a:lnTo>
                <a:lnTo>
                  <a:pt x="485137" y="85646"/>
                </a:lnTo>
                <a:lnTo>
                  <a:pt x="485456" y="85402"/>
                </a:lnTo>
                <a:lnTo>
                  <a:pt x="485780" y="85147"/>
                </a:lnTo>
                <a:lnTo>
                  <a:pt x="486350" y="84680"/>
                </a:lnTo>
                <a:lnTo>
                  <a:pt x="486912" y="84204"/>
                </a:lnTo>
                <a:lnTo>
                  <a:pt x="487466" y="83718"/>
                </a:lnTo>
                <a:lnTo>
                  <a:pt x="488011" y="83222"/>
                </a:lnTo>
                <a:lnTo>
                  <a:pt x="488548" y="82716"/>
                </a:lnTo>
                <a:lnTo>
                  <a:pt x="489076" y="82201"/>
                </a:lnTo>
                <a:lnTo>
                  <a:pt x="489596" y="81675"/>
                </a:lnTo>
                <a:lnTo>
                  <a:pt x="490108" y="81140"/>
                </a:lnTo>
                <a:lnTo>
                  <a:pt x="490611" y="80594"/>
                </a:lnTo>
                <a:lnTo>
                  <a:pt x="491106" y="80039"/>
                </a:lnTo>
                <a:lnTo>
                  <a:pt x="491592" y="79474"/>
                </a:lnTo>
                <a:lnTo>
                  <a:pt x="492070" y="78899"/>
                </a:lnTo>
                <a:lnTo>
                  <a:pt x="492540" y="78314"/>
                </a:lnTo>
                <a:lnTo>
                  <a:pt x="493001" y="77720"/>
                </a:lnTo>
                <a:lnTo>
                  <a:pt x="493454" y="77115"/>
                </a:lnTo>
                <a:lnTo>
                  <a:pt x="493898" y="76501"/>
                </a:lnTo>
                <a:lnTo>
                  <a:pt x="494334" y="75876"/>
                </a:lnTo>
                <a:lnTo>
                  <a:pt x="494762" y="75242"/>
                </a:lnTo>
                <a:lnTo>
                  <a:pt x="495181" y="74598"/>
                </a:lnTo>
                <a:lnTo>
                  <a:pt x="495592" y="73944"/>
                </a:lnTo>
                <a:lnTo>
                  <a:pt x="495994" y="73280"/>
                </a:lnTo>
                <a:lnTo>
                  <a:pt x="496389" y="72607"/>
                </a:lnTo>
                <a:lnTo>
                  <a:pt x="496774" y="71923"/>
                </a:lnTo>
                <a:lnTo>
                  <a:pt x="497152" y="71230"/>
                </a:lnTo>
                <a:lnTo>
                  <a:pt x="494664" y="69951"/>
                </a:lnTo>
                <a:lnTo>
                  <a:pt x="494431" y="70385"/>
                </a:lnTo>
                <a:lnTo>
                  <a:pt x="494194" y="70813"/>
                </a:lnTo>
                <a:lnTo>
                  <a:pt x="493953" y="71234"/>
                </a:lnTo>
                <a:lnTo>
                  <a:pt x="493709" y="71648"/>
                </a:lnTo>
                <a:lnTo>
                  <a:pt x="493460" y="72055"/>
                </a:lnTo>
                <a:lnTo>
                  <a:pt x="493207" y="72455"/>
                </a:lnTo>
                <a:lnTo>
                  <a:pt x="492950" y="72848"/>
                </a:lnTo>
                <a:lnTo>
                  <a:pt x="492690" y="73234"/>
                </a:lnTo>
                <a:lnTo>
                  <a:pt x="492425" y="73613"/>
                </a:lnTo>
                <a:lnTo>
                  <a:pt x="492157" y="73986"/>
                </a:lnTo>
                <a:lnTo>
                  <a:pt x="491884" y="74351"/>
                </a:lnTo>
                <a:lnTo>
                  <a:pt x="491608" y="74710"/>
                </a:lnTo>
                <a:lnTo>
                  <a:pt x="491328" y="75061"/>
                </a:lnTo>
                <a:lnTo>
                  <a:pt x="491043" y="75406"/>
                </a:lnTo>
                <a:lnTo>
                  <a:pt x="490755" y="75744"/>
                </a:lnTo>
                <a:lnTo>
                  <a:pt x="490463" y="76075"/>
                </a:lnTo>
                <a:lnTo>
                  <a:pt x="490167" y="76399"/>
                </a:lnTo>
                <a:lnTo>
                  <a:pt x="489867" y="76716"/>
                </a:lnTo>
                <a:lnTo>
                  <a:pt x="489563" y="77026"/>
                </a:lnTo>
                <a:lnTo>
                  <a:pt x="489255" y="77329"/>
                </a:lnTo>
                <a:lnTo>
                  <a:pt x="488943" y="77625"/>
                </a:lnTo>
                <a:lnTo>
                  <a:pt x="488627" y="77915"/>
                </a:lnTo>
                <a:lnTo>
                  <a:pt x="488307" y="78197"/>
                </a:lnTo>
                <a:lnTo>
                  <a:pt x="487983" y="78473"/>
                </a:lnTo>
                <a:lnTo>
                  <a:pt x="487818" y="78606"/>
                </a:lnTo>
                <a:lnTo>
                  <a:pt x="487655" y="78734"/>
                </a:lnTo>
                <a:lnTo>
                  <a:pt x="487494" y="78856"/>
                </a:lnTo>
                <a:lnTo>
                  <a:pt x="487334" y="78972"/>
                </a:lnTo>
                <a:lnTo>
                  <a:pt x="487176" y="79083"/>
                </a:lnTo>
                <a:lnTo>
                  <a:pt x="487019" y="79188"/>
                </a:lnTo>
                <a:lnTo>
                  <a:pt x="486865" y="79287"/>
                </a:lnTo>
                <a:lnTo>
                  <a:pt x="486712" y="79381"/>
                </a:lnTo>
                <a:lnTo>
                  <a:pt x="486561" y="79469"/>
                </a:lnTo>
                <a:lnTo>
                  <a:pt x="486411" y="79551"/>
                </a:lnTo>
                <a:lnTo>
                  <a:pt x="486264" y="79628"/>
                </a:lnTo>
                <a:lnTo>
                  <a:pt x="486118" y="79699"/>
                </a:lnTo>
                <a:lnTo>
                  <a:pt x="485973" y="79764"/>
                </a:lnTo>
                <a:lnTo>
                  <a:pt x="485831" y="79823"/>
                </a:lnTo>
                <a:lnTo>
                  <a:pt x="485690" y="79877"/>
                </a:lnTo>
                <a:lnTo>
                  <a:pt x="485551" y="79926"/>
                </a:lnTo>
                <a:lnTo>
                  <a:pt x="485414" y="79968"/>
                </a:lnTo>
                <a:lnTo>
                  <a:pt x="485278" y="80005"/>
                </a:lnTo>
                <a:lnTo>
                  <a:pt x="485144" y="80036"/>
                </a:lnTo>
                <a:lnTo>
                  <a:pt x="485012" y="80062"/>
                </a:lnTo>
                <a:lnTo>
                  <a:pt x="484882" y="80082"/>
                </a:lnTo>
                <a:lnTo>
                  <a:pt x="484753" y="80096"/>
                </a:lnTo>
                <a:lnTo>
                  <a:pt x="484626" y="80104"/>
                </a:lnTo>
                <a:lnTo>
                  <a:pt x="484501" y="80107"/>
                </a:lnTo>
                <a:lnTo>
                  <a:pt x="484424" y="80105"/>
                </a:lnTo>
                <a:lnTo>
                  <a:pt x="484347" y="80100"/>
                </a:lnTo>
                <a:lnTo>
                  <a:pt x="484270" y="80090"/>
                </a:lnTo>
                <a:lnTo>
                  <a:pt x="484193" y="80077"/>
                </a:lnTo>
                <a:lnTo>
                  <a:pt x="484116" y="80060"/>
                </a:lnTo>
                <a:lnTo>
                  <a:pt x="484039" y="80039"/>
                </a:lnTo>
                <a:lnTo>
                  <a:pt x="483962" y="80014"/>
                </a:lnTo>
                <a:lnTo>
                  <a:pt x="483885" y="79985"/>
                </a:lnTo>
                <a:lnTo>
                  <a:pt x="483808" y="79953"/>
                </a:lnTo>
                <a:lnTo>
                  <a:pt x="483731" y="79916"/>
                </a:lnTo>
                <a:lnTo>
                  <a:pt x="483654" y="79876"/>
                </a:lnTo>
                <a:lnTo>
                  <a:pt x="483577" y="79832"/>
                </a:lnTo>
                <a:lnTo>
                  <a:pt x="483500" y="79785"/>
                </a:lnTo>
                <a:lnTo>
                  <a:pt x="483423" y="79733"/>
                </a:lnTo>
                <a:lnTo>
                  <a:pt x="483346" y="79678"/>
                </a:lnTo>
                <a:lnTo>
                  <a:pt x="483269" y="79619"/>
                </a:lnTo>
                <a:lnTo>
                  <a:pt x="483192" y="79556"/>
                </a:lnTo>
                <a:lnTo>
                  <a:pt x="483115" y="79489"/>
                </a:lnTo>
                <a:lnTo>
                  <a:pt x="483038" y="79418"/>
                </a:lnTo>
                <a:lnTo>
                  <a:pt x="482961" y="79344"/>
                </a:lnTo>
                <a:lnTo>
                  <a:pt x="482884" y="79266"/>
                </a:lnTo>
                <a:lnTo>
                  <a:pt x="482807" y="79183"/>
                </a:lnTo>
                <a:lnTo>
                  <a:pt x="482730" y="79098"/>
                </a:lnTo>
                <a:lnTo>
                  <a:pt x="482653" y="79008"/>
                </a:lnTo>
                <a:lnTo>
                  <a:pt x="482575" y="78908"/>
                </a:lnTo>
                <a:lnTo>
                  <a:pt x="482496" y="78793"/>
                </a:lnTo>
                <a:lnTo>
                  <a:pt x="482415" y="78662"/>
                </a:lnTo>
                <a:lnTo>
                  <a:pt x="482333" y="78515"/>
                </a:lnTo>
                <a:lnTo>
                  <a:pt x="482249" y="78353"/>
                </a:lnTo>
                <a:lnTo>
                  <a:pt x="482164" y="78175"/>
                </a:lnTo>
                <a:lnTo>
                  <a:pt x="482078" y="77982"/>
                </a:lnTo>
                <a:lnTo>
                  <a:pt x="481990" y="77773"/>
                </a:lnTo>
                <a:lnTo>
                  <a:pt x="481900" y="77548"/>
                </a:lnTo>
                <a:lnTo>
                  <a:pt x="481809" y="77307"/>
                </a:lnTo>
                <a:lnTo>
                  <a:pt x="481716" y="77051"/>
                </a:lnTo>
                <a:lnTo>
                  <a:pt x="481622" y="76779"/>
                </a:lnTo>
                <a:lnTo>
                  <a:pt x="481527" y="76492"/>
                </a:lnTo>
                <a:lnTo>
                  <a:pt x="481430" y="76188"/>
                </a:lnTo>
                <a:lnTo>
                  <a:pt x="481331" y="75870"/>
                </a:lnTo>
                <a:lnTo>
                  <a:pt x="481231" y="75535"/>
                </a:lnTo>
                <a:lnTo>
                  <a:pt x="481130" y="75185"/>
                </a:lnTo>
                <a:lnTo>
                  <a:pt x="481027" y="74819"/>
                </a:lnTo>
                <a:lnTo>
                  <a:pt x="480923" y="74438"/>
                </a:lnTo>
                <a:lnTo>
                  <a:pt x="480817" y="74041"/>
                </a:lnTo>
                <a:lnTo>
                  <a:pt x="480709" y="73628"/>
                </a:lnTo>
                <a:lnTo>
                  <a:pt x="480601" y="73200"/>
                </a:lnTo>
                <a:lnTo>
                  <a:pt x="480490" y="72756"/>
                </a:lnTo>
                <a:lnTo>
                  <a:pt x="480379" y="72296"/>
                </a:lnTo>
                <a:lnTo>
                  <a:pt x="474551" y="47849"/>
                </a:lnTo>
                <a:lnTo>
                  <a:pt x="475057" y="46978"/>
                </a:lnTo>
                <a:lnTo>
                  <a:pt x="475557" y="46130"/>
                </a:lnTo>
                <a:lnTo>
                  <a:pt x="476052" y="45307"/>
                </a:lnTo>
                <a:lnTo>
                  <a:pt x="476541" y="44507"/>
                </a:lnTo>
                <a:lnTo>
                  <a:pt x="477023" y="43732"/>
                </a:lnTo>
                <a:lnTo>
                  <a:pt x="477500" y="42980"/>
                </a:lnTo>
                <a:lnTo>
                  <a:pt x="477971" y="42253"/>
                </a:lnTo>
                <a:lnTo>
                  <a:pt x="478436" y="41549"/>
                </a:lnTo>
                <a:lnTo>
                  <a:pt x="478895" y="40869"/>
                </a:lnTo>
                <a:lnTo>
                  <a:pt x="479348" y="40213"/>
                </a:lnTo>
                <a:lnTo>
                  <a:pt x="479795" y="39582"/>
                </a:lnTo>
                <a:lnTo>
                  <a:pt x="480236" y="38974"/>
                </a:lnTo>
                <a:lnTo>
                  <a:pt x="480672" y="38390"/>
                </a:lnTo>
                <a:lnTo>
                  <a:pt x="481101" y="37830"/>
                </a:lnTo>
                <a:lnTo>
                  <a:pt x="481525" y="37294"/>
                </a:lnTo>
                <a:lnTo>
                  <a:pt x="481942" y="36782"/>
                </a:lnTo>
                <a:lnTo>
                  <a:pt x="482354" y="36294"/>
                </a:lnTo>
                <a:lnTo>
                  <a:pt x="482759" y="35830"/>
                </a:lnTo>
                <a:lnTo>
                  <a:pt x="483159" y="35390"/>
                </a:lnTo>
                <a:lnTo>
                  <a:pt x="483553" y="34973"/>
                </a:lnTo>
                <a:lnTo>
                  <a:pt x="483941" y="34581"/>
                </a:lnTo>
                <a:lnTo>
                  <a:pt x="484323" y="34213"/>
                </a:lnTo>
                <a:lnTo>
                  <a:pt x="484699" y="33869"/>
                </a:lnTo>
                <a:lnTo>
                  <a:pt x="485069" y="33548"/>
                </a:lnTo>
                <a:lnTo>
                  <a:pt x="485264" y="33386"/>
                </a:lnTo>
                <a:lnTo>
                  <a:pt x="485456" y="33230"/>
                </a:lnTo>
                <a:lnTo>
                  <a:pt x="485646" y="33081"/>
                </a:lnTo>
                <a:lnTo>
                  <a:pt x="485833" y="32940"/>
                </a:lnTo>
                <a:lnTo>
                  <a:pt x="486019" y="32805"/>
                </a:lnTo>
                <a:lnTo>
                  <a:pt x="486202" y="32677"/>
                </a:lnTo>
                <a:lnTo>
                  <a:pt x="486383" y="32556"/>
                </a:lnTo>
                <a:lnTo>
                  <a:pt x="486562" y="32442"/>
                </a:lnTo>
                <a:lnTo>
                  <a:pt x="486738" y="32334"/>
                </a:lnTo>
                <a:lnTo>
                  <a:pt x="486913" y="32234"/>
                </a:lnTo>
                <a:lnTo>
                  <a:pt x="487085" y="32141"/>
                </a:lnTo>
                <a:lnTo>
                  <a:pt x="487255" y="32054"/>
                </a:lnTo>
                <a:lnTo>
                  <a:pt x="487422" y="31975"/>
                </a:lnTo>
                <a:lnTo>
                  <a:pt x="487588" y="31902"/>
                </a:lnTo>
                <a:lnTo>
                  <a:pt x="487751" y="31836"/>
                </a:lnTo>
                <a:lnTo>
                  <a:pt x="487912" y="31777"/>
                </a:lnTo>
                <a:lnTo>
                  <a:pt x="488071" y="31726"/>
                </a:lnTo>
                <a:lnTo>
                  <a:pt x="488228" y="31681"/>
                </a:lnTo>
                <a:lnTo>
                  <a:pt x="488382" y="31643"/>
                </a:lnTo>
                <a:lnTo>
                  <a:pt x="488534" y="31611"/>
                </a:lnTo>
                <a:lnTo>
                  <a:pt x="488684" y="31587"/>
                </a:lnTo>
                <a:lnTo>
                  <a:pt x="488832" y="31570"/>
                </a:lnTo>
                <a:lnTo>
                  <a:pt x="488977" y="31560"/>
                </a:lnTo>
                <a:lnTo>
                  <a:pt x="489120" y="31556"/>
                </a:lnTo>
                <a:lnTo>
                  <a:pt x="489219" y="31558"/>
                </a:lnTo>
                <a:lnTo>
                  <a:pt x="489325" y="31564"/>
                </a:lnTo>
                <a:lnTo>
                  <a:pt x="489439" y="31575"/>
                </a:lnTo>
                <a:lnTo>
                  <a:pt x="489561" y="31589"/>
                </a:lnTo>
                <a:lnTo>
                  <a:pt x="489690" y="31607"/>
                </a:lnTo>
                <a:lnTo>
                  <a:pt x="489827" y="31630"/>
                </a:lnTo>
                <a:lnTo>
                  <a:pt x="489971" y="31657"/>
                </a:lnTo>
                <a:lnTo>
                  <a:pt x="490123" y="31687"/>
                </a:lnTo>
                <a:lnTo>
                  <a:pt x="490283" y="31722"/>
                </a:lnTo>
                <a:lnTo>
                  <a:pt x="490451" y="31761"/>
                </a:lnTo>
                <a:lnTo>
                  <a:pt x="490626" y="31804"/>
                </a:lnTo>
                <a:lnTo>
                  <a:pt x="490808" y="31851"/>
                </a:lnTo>
                <a:lnTo>
                  <a:pt x="490999" y="31903"/>
                </a:lnTo>
                <a:lnTo>
                  <a:pt x="491197" y="31958"/>
                </a:lnTo>
                <a:lnTo>
                  <a:pt x="491403" y="32018"/>
                </a:lnTo>
                <a:lnTo>
                  <a:pt x="491616" y="32081"/>
                </a:lnTo>
                <a:lnTo>
                  <a:pt x="491837" y="32149"/>
                </a:lnTo>
                <a:lnTo>
                  <a:pt x="492065" y="32221"/>
                </a:lnTo>
                <a:lnTo>
                  <a:pt x="492302" y="32297"/>
                </a:lnTo>
                <a:lnTo>
                  <a:pt x="492546" y="32377"/>
                </a:lnTo>
                <a:lnTo>
                  <a:pt x="492797" y="32461"/>
                </a:lnTo>
                <a:lnTo>
                  <a:pt x="493057" y="32549"/>
                </a:lnTo>
                <a:lnTo>
                  <a:pt x="493323" y="32641"/>
                </a:lnTo>
                <a:lnTo>
                  <a:pt x="493598" y="32738"/>
                </a:lnTo>
                <a:lnTo>
                  <a:pt x="493740" y="32792"/>
                </a:lnTo>
                <a:lnTo>
                  <a:pt x="493881" y="32844"/>
                </a:lnTo>
                <a:lnTo>
                  <a:pt x="494021" y="32894"/>
                </a:lnTo>
                <a:lnTo>
                  <a:pt x="494161" y="32941"/>
                </a:lnTo>
                <a:lnTo>
                  <a:pt x="494299" y="32986"/>
                </a:lnTo>
                <a:lnTo>
                  <a:pt x="494438" y="33029"/>
                </a:lnTo>
                <a:lnTo>
                  <a:pt x="494575" y="33070"/>
                </a:lnTo>
                <a:lnTo>
                  <a:pt x="494711" y="33108"/>
                </a:lnTo>
                <a:lnTo>
                  <a:pt x="494847" y="33144"/>
                </a:lnTo>
                <a:lnTo>
                  <a:pt x="494982" y="33177"/>
                </a:lnTo>
                <a:lnTo>
                  <a:pt x="495117" y="33208"/>
                </a:lnTo>
                <a:lnTo>
                  <a:pt x="495250" y="33237"/>
                </a:lnTo>
                <a:lnTo>
                  <a:pt x="495383" y="33264"/>
                </a:lnTo>
                <a:lnTo>
                  <a:pt x="495515" y="33288"/>
                </a:lnTo>
                <a:lnTo>
                  <a:pt x="495647" y="33310"/>
                </a:lnTo>
                <a:lnTo>
                  <a:pt x="495778" y="33330"/>
                </a:lnTo>
                <a:lnTo>
                  <a:pt x="495907" y="33347"/>
                </a:lnTo>
                <a:lnTo>
                  <a:pt x="496037" y="33362"/>
                </a:lnTo>
                <a:lnTo>
                  <a:pt x="496165" y="33375"/>
                </a:lnTo>
                <a:lnTo>
                  <a:pt x="496293" y="33385"/>
                </a:lnTo>
                <a:lnTo>
                  <a:pt x="496420" y="33394"/>
                </a:lnTo>
                <a:lnTo>
                  <a:pt x="496546" y="33399"/>
                </a:lnTo>
                <a:lnTo>
                  <a:pt x="496671" y="33403"/>
                </a:lnTo>
                <a:lnTo>
                  <a:pt x="496796" y="33404"/>
                </a:lnTo>
                <a:lnTo>
                  <a:pt x="497008" y="33401"/>
                </a:lnTo>
                <a:lnTo>
                  <a:pt x="497219" y="33391"/>
                </a:lnTo>
                <a:lnTo>
                  <a:pt x="497427" y="33376"/>
                </a:lnTo>
                <a:lnTo>
                  <a:pt x="497633" y="33354"/>
                </a:lnTo>
                <a:lnTo>
                  <a:pt x="497838" y="33326"/>
                </a:lnTo>
                <a:lnTo>
                  <a:pt x="498040" y="33292"/>
                </a:lnTo>
                <a:lnTo>
                  <a:pt x="498240" y="33251"/>
                </a:lnTo>
                <a:lnTo>
                  <a:pt x="498439" y="33204"/>
                </a:lnTo>
                <a:lnTo>
                  <a:pt x="498635" y="33151"/>
                </a:lnTo>
                <a:lnTo>
                  <a:pt x="498830" y="33092"/>
                </a:lnTo>
                <a:lnTo>
                  <a:pt x="499022" y="33026"/>
                </a:lnTo>
                <a:lnTo>
                  <a:pt x="499213" y="32954"/>
                </a:lnTo>
                <a:lnTo>
                  <a:pt x="499401" y="32876"/>
                </a:lnTo>
                <a:lnTo>
                  <a:pt x="499588" y="32792"/>
                </a:lnTo>
                <a:lnTo>
                  <a:pt x="499772" y="32701"/>
                </a:lnTo>
                <a:lnTo>
                  <a:pt x="499955" y="32604"/>
                </a:lnTo>
                <a:lnTo>
                  <a:pt x="500136" y="32501"/>
                </a:lnTo>
                <a:lnTo>
                  <a:pt x="500314" y="32392"/>
                </a:lnTo>
                <a:lnTo>
                  <a:pt x="500491" y="32276"/>
                </a:lnTo>
                <a:lnTo>
                  <a:pt x="500666" y="32155"/>
                </a:lnTo>
                <a:lnTo>
                  <a:pt x="500838" y="32027"/>
                </a:lnTo>
                <a:lnTo>
                  <a:pt x="501009" y="31892"/>
                </a:lnTo>
                <a:lnTo>
                  <a:pt x="501178" y="31752"/>
                </a:lnTo>
                <a:lnTo>
                  <a:pt x="501345" y="31605"/>
                </a:lnTo>
                <a:lnTo>
                  <a:pt x="501432" y="31518"/>
                </a:lnTo>
                <a:lnTo>
                  <a:pt x="501515" y="31425"/>
                </a:lnTo>
                <a:lnTo>
                  <a:pt x="501595" y="31326"/>
                </a:lnTo>
                <a:lnTo>
                  <a:pt x="501671" y="31221"/>
                </a:lnTo>
                <a:lnTo>
                  <a:pt x="501743" y="31110"/>
                </a:lnTo>
                <a:lnTo>
                  <a:pt x="501811" y="30993"/>
                </a:lnTo>
                <a:lnTo>
                  <a:pt x="501876" y="30870"/>
                </a:lnTo>
                <a:lnTo>
                  <a:pt x="501937" y="30741"/>
                </a:lnTo>
                <a:lnTo>
                  <a:pt x="501994" y="30606"/>
                </a:lnTo>
                <a:lnTo>
                  <a:pt x="502048" y="30465"/>
                </a:lnTo>
                <a:lnTo>
                  <a:pt x="502098" y="30318"/>
                </a:lnTo>
                <a:lnTo>
                  <a:pt x="502144" y="30165"/>
                </a:lnTo>
                <a:lnTo>
                  <a:pt x="502187" y="30006"/>
                </a:lnTo>
                <a:lnTo>
                  <a:pt x="502226" y="29841"/>
                </a:lnTo>
                <a:lnTo>
                  <a:pt x="502261" y="29670"/>
                </a:lnTo>
                <a:lnTo>
                  <a:pt x="502292" y="29493"/>
                </a:lnTo>
                <a:lnTo>
                  <a:pt x="502320" y="29309"/>
                </a:lnTo>
                <a:lnTo>
                  <a:pt x="502344" y="29120"/>
                </a:lnTo>
                <a:lnTo>
                  <a:pt x="502365" y="28925"/>
                </a:lnTo>
                <a:lnTo>
                  <a:pt x="502381" y="28724"/>
                </a:lnTo>
                <a:lnTo>
                  <a:pt x="502394" y="28517"/>
                </a:lnTo>
                <a:lnTo>
                  <a:pt x="502404" y="28304"/>
                </a:lnTo>
                <a:lnTo>
                  <a:pt x="502409" y="28085"/>
                </a:lnTo>
                <a:lnTo>
                  <a:pt x="502411" y="27860"/>
                </a:lnTo>
                <a:lnTo>
                  <a:pt x="502408" y="27664"/>
                </a:lnTo>
                <a:lnTo>
                  <a:pt x="502398" y="27470"/>
                </a:lnTo>
                <a:lnTo>
                  <a:pt x="502383" y="27278"/>
                </a:lnTo>
                <a:lnTo>
                  <a:pt x="502361" y="27089"/>
                </a:lnTo>
                <a:lnTo>
                  <a:pt x="502332" y="26902"/>
                </a:lnTo>
                <a:lnTo>
                  <a:pt x="502298" y="26718"/>
                </a:lnTo>
                <a:lnTo>
                  <a:pt x="502257" y="26537"/>
                </a:lnTo>
                <a:lnTo>
                  <a:pt x="502210" y="26357"/>
                </a:lnTo>
                <a:lnTo>
                  <a:pt x="502156" y="26181"/>
                </a:lnTo>
                <a:lnTo>
                  <a:pt x="502096" y="26007"/>
                </a:lnTo>
                <a:lnTo>
                  <a:pt x="502030" y="25835"/>
                </a:lnTo>
                <a:lnTo>
                  <a:pt x="501958" y="25666"/>
                </a:lnTo>
                <a:lnTo>
                  <a:pt x="501879" y="25499"/>
                </a:lnTo>
                <a:lnTo>
                  <a:pt x="501794" y="25335"/>
                </a:lnTo>
                <a:lnTo>
                  <a:pt x="501703" y="25174"/>
                </a:lnTo>
                <a:lnTo>
                  <a:pt x="501605" y="25014"/>
                </a:lnTo>
                <a:lnTo>
                  <a:pt x="501502" y="24858"/>
                </a:lnTo>
                <a:lnTo>
                  <a:pt x="501391" y="24704"/>
                </a:lnTo>
                <a:lnTo>
                  <a:pt x="501275" y="24552"/>
                </a:lnTo>
                <a:lnTo>
                  <a:pt x="501152" y="24403"/>
                </a:lnTo>
                <a:lnTo>
                  <a:pt x="501023" y="24256"/>
                </a:lnTo>
                <a:lnTo>
                  <a:pt x="500888" y="24112"/>
                </a:lnTo>
                <a:lnTo>
                  <a:pt x="500746" y="23971"/>
                </a:lnTo>
                <a:lnTo>
                  <a:pt x="500599" y="23831"/>
                </a:lnTo>
                <a:lnTo>
                  <a:pt x="500445" y="23696"/>
                </a:lnTo>
                <a:lnTo>
                  <a:pt x="500288" y="23567"/>
                </a:lnTo>
                <a:lnTo>
                  <a:pt x="500126" y="23443"/>
                </a:lnTo>
                <a:lnTo>
                  <a:pt x="499960" y="23325"/>
                </a:lnTo>
                <a:lnTo>
                  <a:pt x="499789" y="23213"/>
                </a:lnTo>
                <a:lnTo>
                  <a:pt x="499615" y="23107"/>
                </a:lnTo>
                <a:lnTo>
                  <a:pt x="499436" y="23006"/>
                </a:lnTo>
                <a:lnTo>
                  <a:pt x="499252" y="22911"/>
                </a:lnTo>
                <a:lnTo>
                  <a:pt x="499064" y="22822"/>
                </a:lnTo>
                <a:lnTo>
                  <a:pt x="498872" y="22738"/>
                </a:lnTo>
                <a:lnTo>
                  <a:pt x="498676" y="22661"/>
                </a:lnTo>
                <a:lnTo>
                  <a:pt x="498475" y="22589"/>
                </a:lnTo>
                <a:lnTo>
                  <a:pt x="498270" y="22523"/>
                </a:lnTo>
                <a:lnTo>
                  <a:pt x="498061" y="22462"/>
                </a:lnTo>
                <a:lnTo>
                  <a:pt x="497847" y="22408"/>
                </a:lnTo>
                <a:lnTo>
                  <a:pt x="497629" y="22359"/>
                </a:lnTo>
                <a:lnTo>
                  <a:pt x="497407" y="22315"/>
                </a:lnTo>
                <a:lnTo>
                  <a:pt x="497180" y="22278"/>
                </a:lnTo>
                <a:lnTo>
                  <a:pt x="496950" y="22246"/>
                </a:lnTo>
                <a:lnTo>
                  <a:pt x="496714" y="22221"/>
                </a:lnTo>
                <a:lnTo>
                  <a:pt x="496475" y="22200"/>
                </a:lnTo>
                <a:lnTo>
                  <a:pt x="496231" y="22186"/>
                </a:lnTo>
                <a:lnTo>
                  <a:pt x="495983" y="22177"/>
                </a:lnTo>
                <a:lnTo>
                  <a:pt x="495730" y="22175"/>
                </a:lnTo>
                <a:lnTo>
                  <a:pt x="495559" y="22176"/>
                </a:lnTo>
                <a:lnTo>
                  <a:pt x="495389" y="22180"/>
                </a:lnTo>
                <a:lnTo>
                  <a:pt x="495220" y="22186"/>
                </a:lnTo>
                <a:lnTo>
                  <a:pt x="495053" y="22194"/>
                </a:lnTo>
                <a:lnTo>
                  <a:pt x="494887" y="22206"/>
                </a:lnTo>
                <a:lnTo>
                  <a:pt x="494722" y="22219"/>
                </a:lnTo>
                <a:lnTo>
                  <a:pt x="494558" y="22235"/>
                </a:lnTo>
                <a:lnTo>
                  <a:pt x="494396" y="22254"/>
                </a:lnTo>
                <a:lnTo>
                  <a:pt x="494234" y="22275"/>
                </a:lnTo>
                <a:lnTo>
                  <a:pt x="494074" y="22299"/>
                </a:lnTo>
                <a:lnTo>
                  <a:pt x="493915" y="22325"/>
                </a:lnTo>
                <a:lnTo>
                  <a:pt x="493758" y="22353"/>
                </a:lnTo>
                <a:lnTo>
                  <a:pt x="493602" y="22384"/>
                </a:lnTo>
                <a:lnTo>
                  <a:pt x="493446" y="22418"/>
                </a:lnTo>
                <a:lnTo>
                  <a:pt x="493293" y="22454"/>
                </a:lnTo>
                <a:lnTo>
                  <a:pt x="493140" y="22492"/>
                </a:lnTo>
                <a:lnTo>
                  <a:pt x="492989" y="22533"/>
                </a:lnTo>
                <a:lnTo>
                  <a:pt x="492838" y="22577"/>
                </a:lnTo>
                <a:lnTo>
                  <a:pt x="492689" y="22623"/>
                </a:lnTo>
                <a:lnTo>
                  <a:pt x="492542" y="22671"/>
                </a:lnTo>
                <a:lnTo>
                  <a:pt x="492395" y="22722"/>
                </a:lnTo>
                <a:lnTo>
                  <a:pt x="492250" y="22775"/>
                </a:lnTo>
                <a:lnTo>
                  <a:pt x="492106" y="22831"/>
                </a:lnTo>
                <a:lnTo>
                  <a:pt x="491963" y="22890"/>
                </a:lnTo>
                <a:lnTo>
                  <a:pt x="491737" y="22988"/>
                </a:lnTo>
                <a:lnTo>
                  <a:pt x="491507" y="23094"/>
                </a:lnTo>
                <a:lnTo>
                  <a:pt x="491275" y="23206"/>
                </a:lnTo>
                <a:lnTo>
                  <a:pt x="491039" y="23326"/>
                </a:lnTo>
                <a:lnTo>
                  <a:pt x="490801" y="23452"/>
                </a:lnTo>
                <a:lnTo>
                  <a:pt x="490560" y="23585"/>
                </a:lnTo>
                <a:lnTo>
                  <a:pt x="490315" y="23724"/>
                </a:lnTo>
                <a:lnTo>
                  <a:pt x="490068" y="23871"/>
                </a:lnTo>
                <a:lnTo>
                  <a:pt x="489818" y="24024"/>
                </a:lnTo>
                <a:lnTo>
                  <a:pt x="489565" y="24185"/>
                </a:lnTo>
                <a:lnTo>
                  <a:pt x="489308" y="24352"/>
                </a:lnTo>
                <a:lnTo>
                  <a:pt x="489049" y="24525"/>
                </a:lnTo>
                <a:lnTo>
                  <a:pt x="488787" y="24706"/>
                </a:lnTo>
                <a:lnTo>
                  <a:pt x="488522" y="24894"/>
                </a:lnTo>
                <a:lnTo>
                  <a:pt x="488254" y="25088"/>
                </a:lnTo>
                <a:lnTo>
                  <a:pt x="487983" y="25289"/>
                </a:lnTo>
                <a:lnTo>
                  <a:pt x="487709" y="25497"/>
                </a:lnTo>
                <a:lnTo>
                  <a:pt x="487432" y="25712"/>
                </a:lnTo>
                <a:lnTo>
                  <a:pt x="487153" y="25934"/>
                </a:lnTo>
                <a:lnTo>
                  <a:pt x="486870" y="26163"/>
                </a:lnTo>
                <a:lnTo>
                  <a:pt x="486584" y="26398"/>
                </a:lnTo>
                <a:lnTo>
                  <a:pt x="486295" y="26640"/>
                </a:lnTo>
                <a:lnTo>
                  <a:pt x="486004" y="26889"/>
                </a:lnTo>
                <a:lnTo>
                  <a:pt x="485709" y="27145"/>
                </a:lnTo>
                <a:lnTo>
                  <a:pt x="485415" y="27405"/>
                </a:lnTo>
                <a:lnTo>
                  <a:pt x="485124" y="27666"/>
                </a:lnTo>
                <a:lnTo>
                  <a:pt x="484837" y="27928"/>
                </a:lnTo>
                <a:lnTo>
                  <a:pt x="484554" y="28191"/>
                </a:lnTo>
                <a:lnTo>
                  <a:pt x="484275" y="28456"/>
                </a:lnTo>
                <a:lnTo>
                  <a:pt x="483999" y="28721"/>
                </a:lnTo>
                <a:lnTo>
                  <a:pt x="483727" y="28987"/>
                </a:lnTo>
                <a:lnTo>
                  <a:pt x="483458" y="29255"/>
                </a:lnTo>
                <a:lnTo>
                  <a:pt x="483194" y="29524"/>
                </a:lnTo>
                <a:lnTo>
                  <a:pt x="482933" y="29794"/>
                </a:lnTo>
                <a:lnTo>
                  <a:pt x="482675" y="30065"/>
                </a:lnTo>
                <a:lnTo>
                  <a:pt x="482422" y="30337"/>
                </a:lnTo>
                <a:lnTo>
                  <a:pt x="482172" y="30610"/>
                </a:lnTo>
                <a:lnTo>
                  <a:pt x="481926" y="30884"/>
                </a:lnTo>
                <a:lnTo>
                  <a:pt x="481683" y="31160"/>
                </a:lnTo>
                <a:lnTo>
                  <a:pt x="481445" y="31436"/>
                </a:lnTo>
                <a:lnTo>
                  <a:pt x="481210" y="31714"/>
                </a:lnTo>
                <a:lnTo>
                  <a:pt x="480978" y="31992"/>
                </a:lnTo>
                <a:lnTo>
                  <a:pt x="480751" y="32272"/>
                </a:lnTo>
                <a:lnTo>
                  <a:pt x="480527" y="32553"/>
                </a:lnTo>
                <a:lnTo>
                  <a:pt x="480306" y="32835"/>
                </a:lnTo>
                <a:lnTo>
                  <a:pt x="480090" y="33119"/>
                </a:lnTo>
                <a:lnTo>
                  <a:pt x="479877" y="33403"/>
                </a:lnTo>
                <a:lnTo>
                  <a:pt x="479668" y="33688"/>
                </a:lnTo>
                <a:lnTo>
                  <a:pt x="473413" y="43130"/>
                </a:lnTo>
                <a:lnTo>
                  <a:pt x="473173" y="42234"/>
                </a:lnTo>
                <a:lnTo>
                  <a:pt x="472939" y="41368"/>
                </a:lnTo>
                <a:lnTo>
                  <a:pt x="472711" y="40531"/>
                </a:lnTo>
                <a:lnTo>
                  <a:pt x="472488" y="39722"/>
                </a:lnTo>
                <a:lnTo>
                  <a:pt x="472270" y="38943"/>
                </a:lnTo>
                <a:lnTo>
                  <a:pt x="472059" y="38192"/>
                </a:lnTo>
                <a:lnTo>
                  <a:pt x="471853" y="37471"/>
                </a:lnTo>
                <a:lnTo>
                  <a:pt x="471652" y="36778"/>
                </a:lnTo>
                <a:lnTo>
                  <a:pt x="471458" y="36115"/>
                </a:lnTo>
                <a:lnTo>
                  <a:pt x="471269" y="35480"/>
                </a:lnTo>
                <a:lnTo>
                  <a:pt x="471086" y="34875"/>
                </a:lnTo>
                <a:lnTo>
                  <a:pt x="470908" y="34298"/>
                </a:lnTo>
                <a:lnTo>
                  <a:pt x="470736" y="33751"/>
                </a:lnTo>
                <a:lnTo>
                  <a:pt x="470570" y="33232"/>
                </a:lnTo>
                <a:lnTo>
                  <a:pt x="470410" y="32743"/>
                </a:lnTo>
                <a:lnTo>
                  <a:pt x="470255" y="32282"/>
                </a:lnTo>
                <a:lnTo>
                  <a:pt x="470106" y="31851"/>
                </a:lnTo>
                <a:lnTo>
                  <a:pt x="469962" y="31448"/>
                </a:lnTo>
                <a:lnTo>
                  <a:pt x="469824" y="31075"/>
                </a:lnTo>
                <a:lnTo>
                  <a:pt x="469692" y="30730"/>
                </a:lnTo>
                <a:lnTo>
                  <a:pt x="469566" y="30414"/>
                </a:lnTo>
                <a:lnTo>
                  <a:pt x="469445" y="30128"/>
                </a:lnTo>
                <a:lnTo>
                  <a:pt x="469330" y="29870"/>
                </a:lnTo>
                <a:lnTo>
                  <a:pt x="469220" y="29642"/>
                </a:lnTo>
                <a:lnTo>
                  <a:pt x="469069" y="29330"/>
                </a:lnTo>
                <a:lnTo>
                  <a:pt x="468912" y="29019"/>
                </a:lnTo>
                <a:lnTo>
                  <a:pt x="468749" y="28708"/>
                </a:lnTo>
                <a:lnTo>
                  <a:pt x="468581" y="28397"/>
                </a:lnTo>
                <a:lnTo>
                  <a:pt x="468406" y="28086"/>
                </a:lnTo>
                <a:lnTo>
                  <a:pt x="468225" y="27775"/>
                </a:lnTo>
                <a:lnTo>
                  <a:pt x="468039" y="27464"/>
                </a:lnTo>
                <a:lnTo>
                  <a:pt x="467846" y="27153"/>
                </a:lnTo>
                <a:lnTo>
                  <a:pt x="467648" y="26841"/>
                </a:lnTo>
                <a:lnTo>
                  <a:pt x="467443" y="26530"/>
                </a:lnTo>
                <a:lnTo>
                  <a:pt x="467233" y="26219"/>
                </a:lnTo>
                <a:lnTo>
                  <a:pt x="467017" y="25908"/>
                </a:lnTo>
                <a:lnTo>
                  <a:pt x="466795" y="25597"/>
                </a:lnTo>
                <a:lnTo>
                  <a:pt x="466567" y="25286"/>
                </a:lnTo>
                <a:lnTo>
                  <a:pt x="466333" y="24975"/>
                </a:lnTo>
                <a:lnTo>
                  <a:pt x="466093" y="24664"/>
                </a:lnTo>
                <a:lnTo>
                  <a:pt x="465847" y="24352"/>
                </a:lnTo>
                <a:lnTo>
                  <a:pt x="465596" y="24041"/>
                </a:lnTo>
                <a:lnTo>
                  <a:pt x="465338" y="23730"/>
                </a:lnTo>
                <a:lnTo>
                  <a:pt x="465074" y="23419"/>
                </a:lnTo>
                <a:lnTo>
                  <a:pt x="464805" y="23108"/>
                </a:lnTo>
                <a:lnTo>
                  <a:pt x="464529" y="22797"/>
                </a:lnTo>
                <a:lnTo>
                  <a:pt x="464248" y="22486"/>
                </a:lnTo>
                <a:lnTo>
                  <a:pt x="463961" y="22175"/>
                </a:lnTo>
                <a:lnTo>
                  <a:pt x="444985" y="25586"/>
                </a:lnTo>
                <a:lnTo>
                  <a:pt x="444985" y="28145"/>
                </a:lnTo>
                <a:lnTo>
                  <a:pt x="445161" y="28133"/>
                </a:lnTo>
                <a:close/>
                <a:moveTo>
                  <a:pt x="155617" y="115064"/>
                </a:moveTo>
                <a:lnTo>
                  <a:pt x="155190" y="115059"/>
                </a:lnTo>
                <a:lnTo>
                  <a:pt x="154774" y="115049"/>
                </a:lnTo>
                <a:lnTo>
                  <a:pt x="154370" y="115036"/>
                </a:lnTo>
                <a:lnTo>
                  <a:pt x="153977" y="115020"/>
                </a:lnTo>
                <a:lnTo>
                  <a:pt x="153596" y="114999"/>
                </a:lnTo>
                <a:lnTo>
                  <a:pt x="153227" y="114975"/>
                </a:lnTo>
                <a:lnTo>
                  <a:pt x="152869" y="114947"/>
                </a:lnTo>
                <a:lnTo>
                  <a:pt x="152522" y="114916"/>
                </a:lnTo>
                <a:lnTo>
                  <a:pt x="152187" y="114881"/>
                </a:lnTo>
                <a:lnTo>
                  <a:pt x="151863" y="114842"/>
                </a:lnTo>
                <a:lnTo>
                  <a:pt x="151551" y="114799"/>
                </a:lnTo>
                <a:lnTo>
                  <a:pt x="151250" y="114753"/>
                </a:lnTo>
                <a:lnTo>
                  <a:pt x="150961" y="114703"/>
                </a:lnTo>
                <a:lnTo>
                  <a:pt x="150683" y="114649"/>
                </a:lnTo>
                <a:lnTo>
                  <a:pt x="150417" y="114592"/>
                </a:lnTo>
                <a:lnTo>
                  <a:pt x="150162" y="114531"/>
                </a:lnTo>
                <a:lnTo>
                  <a:pt x="149918" y="114466"/>
                </a:lnTo>
                <a:lnTo>
                  <a:pt x="149686" y="114398"/>
                </a:lnTo>
                <a:lnTo>
                  <a:pt x="149466" y="114326"/>
                </a:lnTo>
                <a:lnTo>
                  <a:pt x="149257" y="114250"/>
                </a:lnTo>
                <a:lnTo>
                  <a:pt x="149060" y="114170"/>
                </a:lnTo>
                <a:lnTo>
                  <a:pt x="148874" y="114087"/>
                </a:lnTo>
                <a:lnTo>
                  <a:pt x="148699" y="114000"/>
                </a:lnTo>
                <a:lnTo>
                  <a:pt x="148532" y="113910"/>
                </a:lnTo>
                <a:lnTo>
                  <a:pt x="148370" y="113817"/>
                </a:lnTo>
                <a:lnTo>
                  <a:pt x="148212" y="113722"/>
                </a:lnTo>
                <a:lnTo>
                  <a:pt x="148057" y="113624"/>
                </a:lnTo>
                <a:lnTo>
                  <a:pt x="147907" y="113523"/>
                </a:lnTo>
                <a:lnTo>
                  <a:pt x="147762" y="113420"/>
                </a:lnTo>
                <a:lnTo>
                  <a:pt x="147620" y="113314"/>
                </a:lnTo>
                <a:lnTo>
                  <a:pt x="147483" y="113206"/>
                </a:lnTo>
                <a:lnTo>
                  <a:pt x="147350" y="113095"/>
                </a:lnTo>
                <a:lnTo>
                  <a:pt x="147221" y="112982"/>
                </a:lnTo>
                <a:lnTo>
                  <a:pt x="147096" y="112866"/>
                </a:lnTo>
                <a:lnTo>
                  <a:pt x="146976" y="112747"/>
                </a:lnTo>
                <a:lnTo>
                  <a:pt x="146859" y="112626"/>
                </a:lnTo>
                <a:lnTo>
                  <a:pt x="146747" y="112502"/>
                </a:lnTo>
                <a:lnTo>
                  <a:pt x="146639" y="112376"/>
                </a:lnTo>
                <a:lnTo>
                  <a:pt x="146535" y="112247"/>
                </a:lnTo>
                <a:lnTo>
                  <a:pt x="146436" y="112115"/>
                </a:lnTo>
                <a:lnTo>
                  <a:pt x="146340" y="111981"/>
                </a:lnTo>
                <a:lnTo>
                  <a:pt x="146249" y="111844"/>
                </a:lnTo>
                <a:lnTo>
                  <a:pt x="146162" y="111705"/>
                </a:lnTo>
                <a:lnTo>
                  <a:pt x="146079" y="111563"/>
                </a:lnTo>
                <a:lnTo>
                  <a:pt x="146001" y="111418"/>
                </a:lnTo>
                <a:lnTo>
                  <a:pt x="145926" y="111271"/>
                </a:lnTo>
                <a:lnTo>
                  <a:pt x="145856" y="111121"/>
                </a:lnTo>
                <a:lnTo>
                  <a:pt x="145789" y="110962"/>
                </a:lnTo>
                <a:lnTo>
                  <a:pt x="145726" y="110786"/>
                </a:lnTo>
                <a:lnTo>
                  <a:pt x="145665" y="110592"/>
                </a:lnTo>
                <a:lnTo>
                  <a:pt x="145606" y="110382"/>
                </a:lnTo>
                <a:lnTo>
                  <a:pt x="145551" y="110155"/>
                </a:lnTo>
                <a:lnTo>
                  <a:pt x="145499" y="109911"/>
                </a:lnTo>
                <a:lnTo>
                  <a:pt x="145449" y="109650"/>
                </a:lnTo>
                <a:lnTo>
                  <a:pt x="145402" y="109372"/>
                </a:lnTo>
                <a:lnTo>
                  <a:pt x="145358" y="109078"/>
                </a:lnTo>
                <a:lnTo>
                  <a:pt x="145317" y="108766"/>
                </a:lnTo>
                <a:lnTo>
                  <a:pt x="145279" y="108437"/>
                </a:lnTo>
                <a:lnTo>
                  <a:pt x="145243" y="108092"/>
                </a:lnTo>
                <a:lnTo>
                  <a:pt x="145210" y="107730"/>
                </a:lnTo>
                <a:lnTo>
                  <a:pt x="145181" y="107350"/>
                </a:lnTo>
                <a:lnTo>
                  <a:pt x="145154" y="106954"/>
                </a:lnTo>
                <a:lnTo>
                  <a:pt x="145130" y="106541"/>
                </a:lnTo>
                <a:lnTo>
                  <a:pt x="145108" y="106111"/>
                </a:lnTo>
                <a:lnTo>
                  <a:pt x="145090" y="105664"/>
                </a:lnTo>
                <a:lnTo>
                  <a:pt x="145074" y="105201"/>
                </a:lnTo>
                <a:lnTo>
                  <a:pt x="145061" y="104720"/>
                </a:lnTo>
                <a:lnTo>
                  <a:pt x="145052" y="104222"/>
                </a:lnTo>
                <a:lnTo>
                  <a:pt x="145044" y="103708"/>
                </a:lnTo>
                <a:lnTo>
                  <a:pt x="145040" y="103177"/>
                </a:lnTo>
                <a:lnTo>
                  <a:pt x="145039" y="102628"/>
                </a:lnTo>
                <a:lnTo>
                  <a:pt x="145039" y="82799"/>
                </a:lnTo>
                <a:lnTo>
                  <a:pt x="145334" y="83062"/>
                </a:lnTo>
                <a:lnTo>
                  <a:pt x="145626" y="83317"/>
                </a:lnTo>
                <a:lnTo>
                  <a:pt x="145916" y="83565"/>
                </a:lnTo>
                <a:lnTo>
                  <a:pt x="146204" y="83806"/>
                </a:lnTo>
                <a:lnTo>
                  <a:pt x="146489" y="84039"/>
                </a:lnTo>
                <a:lnTo>
                  <a:pt x="146771" y="84265"/>
                </a:lnTo>
                <a:lnTo>
                  <a:pt x="147051" y="84483"/>
                </a:lnTo>
                <a:lnTo>
                  <a:pt x="147329" y="84694"/>
                </a:lnTo>
                <a:lnTo>
                  <a:pt x="147604" y="84898"/>
                </a:lnTo>
                <a:lnTo>
                  <a:pt x="147877" y="85094"/>
                </a:lnTo>
                <a:lnTo>
                  <a:pt x="148147" y="85283"/>
                </a:lnTo>
                <a:lnTo>
                  <a:pt x="148415" y="85464"/>
                </a:lnTo>
                <a:lnTo>
                  <a:pt x="148680" y="85638"/>
                </a:lnTo>
                <a:lnTo>
                  <a:pt x="148943" y="85805"/>
                </a:lnTo>
                <a:lnTo>
                  <a:pt x="149203" y="85964"/>
                </a:lnTo>
                <a:lnTo>
                  <a:pt x="149461" y="86116"/>
                </a:lnTo>
                <a:lnTo>
                  <a:pt x="149716" y="86260"/>
                </a:lnTo>
                <a:lnTo>
                  <a:pt x="149969" y="86397"/>
                </a:lnTo>
                <a:lnTo>
                  <a:pt x="150220" y="86527"/>
                </a:lnTo>
                <a:lnTo>
                  <a:pt x="150468" y="86649"/>
                </a:lnTo>
                <a:lnTo>
                  <a:pt x="150713" y="86764"/>
                </a:lnTo>
                <a:lnTo>
                  <a:pt x="150957" y="86871"/>
                </a:lnTo>
                <a:lnTo>
                  <a:pt x="151197" y="86971"/>
                </a:lnTo>
                <a:lnTo>
                  <a:pt x="151435" y="87063"/>
                </a:lnTo>
                <a:lnTo>
                  <a:pt x="151758" y="87185"/>
                </a:lnTo>
                <a:lnTo>
                  <a:pt x="152085" y="87302"/>
                </a:lnTo>
                <a:lnTo>
                  <a:pt x="152417" y="87413"/>
                </a:lnTo>
                <a:lnTo>
                  <a:pt x="152754" y="87520"/>
                </a:lnTo>
                <a:lnTo>
                  <a:pt x="153096" y="87621"/>
                </a:lnTo>
                <a:lnTo>
                  <a:pt x="153443" y="87716"/>
                </a:lnTo>
                <a:lnTo>
                  <a:pt x="153795" y="87807"/>
                </a:lnTo>
                <a:lnTo>
                  <a:pt x="154152" y="87893"/>
                </a:lnTo>
                <a:lnTo>
                  <a:pt x="154514" y="87973"/>
                </a:lnTo>
                <a:lnTo>
                  <a:pt x="154880" y="88048"/>
                </a:lnTo>
                <a:lnTo>
                  <a:pt x="155252" y="88118"/>
                </a:lnTo>
                <a:lnTo>
                  <a:pt x="155629" y="88183"/>
                </a:lnTo>
                <a:lnTo>
                  <a:pt x="156010" y="88242"/>
                </a:lnTo>
                <a:lnTo>
                  <a:pt x="156397" y="88297"/>
                </a:lnTo>
                <a:lnTo>
                  <a:pt x="156788" y="88346"/>
                </a:lnTo>
                <a:lnTo>
                  <a:pt x="157184" y="88390"/>
                </a:lnTo>
                <a:lnTo>
                  <a:pt x="157586" y="88429"/>
                </a:lnTo>
                <a:lnTo>
                  <a:pt x="157992" y="88463"/>
                </a:lnTo>
                <a:lnTo>
                  <a:pt x="158403" y="88491"/>
                </a:lnTo>
                <a:lnTo>
                  <a:pt x="158819" y="88515"/>
                </a:lnTo>
                <a:lnTo>
                  <a:pt x="159240" y="88533"/>
                </a:lnTo>
                <a:lnTo>
                  <a:pt x="159666" y="88546"/>
                </a:lnTo>
                <a:lnTo>
                  <a:pt x="160097" y="88553"/>
                </a:lnTo>
                <a:lnTo>
                  <a:pt x="160533" y="88556"/>
                </a:lnTo>
                <a:lnTo>
                  <a:pt x="161532" y="88540"/>
                </a:lnTo>
                <a:lnTo>
                  <a:pt x="162518" y="88493"/>
                </a:lnTo>
                <a:lnTo>
                  <a:pt x="163489" y="88415"/>
                </a:lnTo>
                <a:lnTo>
                  <a:pt x="164445" y="88306"/>
                </a:lnTo>
                <a:lnTo>
                  <a:pt x="165388" y="88165"/>
                </a:lnTo>
                <a:lnTo>
                  <a:pt x="166316" y="87992"/>
                </a:lnTo>
                <a:lnTo>
                  <a:pt x="167230" y="87789"/>
                </a:lnTo>
                <a:lnTo>
                  <a:pt x="168129" y="87554"/>
                </a:lnTo>
                <a:lnTo>
                  <a:pt x="169015" y="87288"/>
                </a:lnTo>
                <a:lnTo>
                  <a:pt x="169885" y="86990"/>
                </a:lnTo>
                <a:lnTo>
                  <a:pt x="170742" y="86662"/>
                </a:lnTo>
                <a:lnTo>
                  <a:pt x="171584" y="86302"/>
                </a:lnTo>
                <a:lnTo>
                  <a:pt x="172412" y="85910"/>
                </a:lnTo>
                <a:lnTo>
                  <a:pt x="173226" y="85488"/>
                </a:lnTo>
                <a:lnTo>
                  <a:pt x="174025" y="85034"/>
                </a:lnTo>
                <a:lnTo>
                  <a:pt x="174810" y="84548"/>
                </a:lnTo>
                <a:lnTo>
                  <a:pt x="175581" y="84032"/>
                </a:lnTo>
                <a:lnTo>
                  <a:pt x="176337" y="83484"/>
                </a:lnTo>
                <a:lnTo>
                  <a:pt x="177079" y="82905"/>
                </a:lnTo>
                <a:lnTo>
                  <a:pt x="177807" y="82294"/>
                </a:lnTo>
                <a:lnTo>
                  <a:pt x="178520" y="81652"/>
                </a:lnTo>
                <a:lnTo>
                  <a:pt x="179220" y="80979"/>
                </a:lnTo>
                <a:lnTo>
                  <a:pt x="179904" y="80274"/>
                </a:lnTo>
                <a:lnTo>
                  <a:pt x="180575" y="79539"/>
                </a:lnTo>
                <a:lnTo>
                  <a:pt x="181364" y="78612"/>
                </a:lnTo>
                <a:lnTo>
                  <a:pt x="182119" y="77664"/>
                </a:lnTo>
                <a:lnTo>
                  <a:pt x="182840" y="76696"/>
                </a:lnTo>
                <a:lnTo>
                  <a:pt x="183528" y="75709"/>
                </a:lnTo>
                <a:lnTo>
                  <a:pt x="184183" y="74701"/>
                </a:lnTo>
                <a:lnTo>
                  <a:pt x="184804" y="73672"/>
                </a:lnTo>
                <a:lnTo>
                  <a:pt x="185391" y="72624"/>
                </a:lnTo>
                <a:lnTo>
                  <a:pt x="185945" y="71555"/>
                </a:lnTo>
                <a:lnTo>
                  <a:pt x="186465" y="70466"/>
                </a:lnTo>
                <a:lnTo>
                  <a:pt x="186952" y="69357"/>
                </a:lnTo>
                <a:lnTo>
                  <a:pt x="187405" y="68228"/>
                </a:lnTo>
                <a:lnTo>
                  <a:pt x="187824" y="67078"/>
                </a:lnTo>
                <a:lnTo>
                  <a:pt x="188210" y="65909"/>
                </a:lnTo>
                <a:lnTo>
                  <a:pt x="188563" y="64719"/>
                </a:lnTo>
                <a:lnTo>
                  <a:pt x="188881" y="63508"/>
                </a:lnTo>
                <a:lnTo>
                  <a:pt x="189167" y="62278"/>
                </a:lnTo>
                <a:lnTo>
                  <a:pt x="189418" y="61027"/>
                </a:lnTo>
                <a:lnTo>
                  <a:pt x="189637" y="59757"/>
                </a:lnTo>
                <a:lnTo>
                  <a:pt x="189821" y="58466"/>
                </a:lnTo>
                <a:lnTo>
                  <a:pt x="189972" y="57154"/>
                </a:lnTo>
                <a:lnTo>
                  <a:pt x="190090" y="55823"/>
                </a:lnTo>
                <a:lnTo>
                  <a:pt x="190174" y="54471"/>
                </a:lnTo>
                <a:lnTo>
                  <a:pt x="190224" y="53099"/>
                </a:lnTo>
                <a:lnTo>
                  <a:pt x="190241" y="51707"/>
                </a:lnTo>
                <a:lnTo>
                  <a:pt x="190227" y="50463"/>
                </a:lnTo>
                <a:lnTo>
                  <a:pt x="190185" y="49238"/>
                </a:lnTo>
                <a:lnTo>
                  <a:pt x="190115" y="48033"/>
                </a:lnTo>
                <a:lnTo>
                  <a:pt x="190018" y="46848"/>
                </a:lnTo>
                <a:lnTo>
                  <a:pt x="189892" y="45682"/>
                </a:lnTo>
                <a:lnTo>
                  <a:pt x="189739" y="44536"/>
                </a:lnTo>
                <a:lnTo>
                  <a:pt x="189558" y="43410"/>
                </a:lnTo>
                <a:lnTo>
                  <a:pt x="189348" y="42304"/>
                </a:lnTo>
                <a:lnTo>
                  <a:pt x="189111" y="41217"/>
                </a:lnTo>
                <a:lnTo>
                  <a:pt x="188846" y="40150"/>
                </a:lnTo>
                <a:lnTo>
                  <a:pt x="188554" y="39103"/>
                </a:lnTo>
                <a:lnTo>
                  <a:pt x="188233" y="38075"/>
                </a:lnTo>
                <a:lnTo>
                  <a:pt x="187884" y="37067"/>
                </a:lnTo>
                <a:lnTo>
                  <a:pt x="187508" y="36079"/>
                </a:lnTo>
                <a:lnTo>
                  <a:pt x="187104" y="35111"/>
                </a:lnTo>
                <a:lnTo>
                  <a:pt x="186671" y="34162"/>
                </a:lnTo>
                <a:lnTo>
                  <a:pt x="186211" y="33233"/>
                </a:lnTo>
                <a:lnTo>
                  <a:pt x="185723" y="32324"/>
                </a:lnTo>
                <a:lnTo>
                  <a:pt x="185207" y="31435"/>
                </a:lnTo>
                <a:lnTo>
                  <a:pt x="184664" y="30565"/>
                </a:lnTo>
                <a:lnTo>
                  <a:pt x="184092" y="29715"/>
                </a:lnTo>
                <a:lnTo>
                  <a:pt x="183492" y="28884"/>
                </a:lnTo>
                <a:lnTo>
                  <a:pt x="182865" y="28074"/>
                </a:lnTo>
                <a:lnTo>
                  <a:pt x="182210" y="27283"/>
                </a:lnTo>
                <a:lnTo>
                  <a:pt x="181659" y="26657"/>
                </a:lnTo>
                <a:lnTo>
                  <a:pt x="181097" y="26058"/>
                </a:lnTo>
                <a:lnTo>
                  <a:pt x="180524" y="25486"/>
                </a:lnTo>
                <a:lnTo>
                  <a:pt x="179939" y="24940"/>
                </a:lnTo>
                <a:lnTo>
                  <a:pt x="179343" y="24421"/>
                </a:lnTo>
                <a:lnTo>
                  <a:pt x="178736" y="23929"/>
                </a:lnTo>
                <a:lnTo>
                  <a:pt x="178117" y="23463"/>
                </a:lnTo>
                <a:lnTo>
                  <a:pt x="177487" y="23023"/>
                </a:lnTo>
                <a:lnTo>
                  <a:pt x="176846" y="22611"/>
                </a:lnTo>
                <a:lnTo>
                  <a:pt x="176193" y="22225"/>
                </a:lnTo>
                <a:lnTo>
                  <a:pt x="175529" y="21865"/>
                </a:lnTo>
                <a:lnTo>
                  <a:pt x="174854" y="21533"/>
                </a:lnTo>
                <a:lnTo>
                  <a:pt x="174167" y="21227"/>
                </a:lnTo>
                <a:lnTo>
                  <a:pt x="173469" y="20947"/>
                </a:lnTo>
                <a:lnTo>
                  <a:pt x="172759" y="20694"/>
                </a:lnTo>
                <a:lnTo>
                  <a:pt x="172038" y="20468"/>
                </a:lnTo>
                <a:lnTo>
                  <a:pt x="171306" y="20268"/>
                </a:lnTo>
                <a:lnTo>
                  <a:pt x="170563" y="20095"/>
                </a:lnTo>
                <a:lnTo>
                  <a:pt x="169808" y="19949"/>
                </a:lnTo>
                <a:lnTo>
                  <a:pt x="169041" y="19829"/>
                </a:lnTo>
                <a:lnTo>
                  <a:pt x="168264" y="19736"/>
                </a:lnTo>
                <a:lnTo>
                  <a:pt x="167475" y="19669"/>
                </a:lnTo>
                <a:lnTo>
                  <a:pt x="166675" y="19629"/>
                </a:lnTo>
                <a:lnTo>
                  <a:pt x="165863" y="19616"/>
                </a:lnTo>
                <a:lnTo>
                  <a:pt x="165396" y="19622"/>
                </a:lnTo>
                <a:lnTo>
                  <a:pt x="164931" y="19639"/>
                </a:lnTo>
                <a:lnTo>
                  <a:pt x="164468" y="19669"/>
                </a:lnTo>
                <a:lnTo>
                  <a:pt x="164006" y="19710"/>
                </a:lnTo>
                <a:lnTo>
                  <a:pt x="163547" y="19762"/>
                </a:lnTo>
                <a:lnTo>
                  <a:pt x="163089" y="19827"/>
                </a:lnTo>
                <a:lnTo>
                  <a:pt x="162633" y="19903"/>
                </a:lnTo>
                <a:lnTo>
                  <a:pt x="162179" y="19991"/>
                </a:lnTo>
                <a:lnTo>
                  <a:pt x="161727" y="20091"/>
                </a:lnTo>
                <a:lnTo>
                  <a:pt x="161277" y="20202"/>
                </a:lnTo>
                <a:lnTo>
                  <a:pt x="160828" y="20325"/>
                </a:lnTo>
                <a:lnTo>
                  <a:pt x="160382" y="20460"/>
                </a:lnTo>
                <a:lnTo>
                  <a:pt x="159937" y="20606"/>
                </a:lnTo>
                <a:lnTo>
                  <a:pt x="159494" y="20765"/>
                </a:lnTo>
                <a:lnTo>
                  <a:pt x="159053" y="20935"/>
                </a:lnTo>
                <a:lnTo>
                  <a:pt x="158614" y="21116"/>
                </a:lnTo>
                <a:lnTo>
                  <a:pt x="158176" y="21310"/>
                </a:lnTo>
                <a:lnTo>
                  <a:pt x="157741" y="21515"/>
                </a:lnTo>
                <a:lnTo>
                  <a:pt x="157307" y="21732"/>
                </a:lnTo>
                <a:lnTo>
                  <a:pt x="156875" y="21960"/>
                </a:lnTo>
                <a:lnTo>
                  <a:pt x="156445" y="22201"/>
                </a:lnTo>
                <a:lnTo>
                  <a:pt x="156017" y="22453"/>
                </a:lnTo>
                <a:lnTo>
                  <a:pt x="155591" y="22716"/>
                </a:lnTo>
                <a:lnTo>
                  <a:pt x="155167" y="22992"/>
                </a:lnTo>
                <a:lnTo>
                  <a:pt x="154743" y="23282"/>
                </a:lnTo>
                <a:lnTo>
                  <a:pt x="154320" y="23591"/>
                </a:lnTo>
                <a:lnTo>
                  <a:pt x="153897" y="23917"/>
                </a:lnTo>
                <a:lnTo>
                  <a:pt x="153474" y="24262"/>
                </a:lnTo>
                <a:lnTo>
                  <a:pt x="153051" y="24625"/>
                </a:lnTo>
                <a:lnTo>
                  <a:pt x="152628" y="25006"/>
                </a:lnTo>
                <a:lnTo>
                  <a:pt x="152205" y="25406"/>
                </a:lnTo>
                <a:lnTo>
                  <a:pt x="151783" y="25823"/>
                </a:lnTo>
                <a:lnTo>
                  <a:pt x="151360" y="26258"/>
                </a:lnTo>
                <a:lnTo>
                  <a:pt x="150938" y="26712"/>
                </a:lnTo>
                <a:lnTo>
                  <a:pt x="150516" y="27184"/>
                </a:lnTo>
                <a:lnTo>
                  <a:pt x="150094" y="27674"/>
                </a:lnTo>
                <a:lnTo>
                  <a:pt x="149672" y="28182"/>
                </a:lnTo>
                <a:lnTo>
                  <a:pt x="149250" y="28708"/>
                </a:lnTo>
                <a:lnTo>
                  <a:pt x="148828" y="29252"/>
                </a:lnTo>
                <a:lnTo>
                  <a:pt x="148407" y="29815"/>
                </a:lnTo>
                <a:lnTo>
                  <a:pt x="147985" y="30395"/>
                </a:lnTo>
                <a:lnTo>
                  <a:pt x="147564" y="30994"/>
                </a:lnTo>
                <a:lnTo>
                  <a:pt x="147143" y="31611"/>
                </a:lnTo>
                <a:lnTo>
                  <a:pt x="146722" y="32246"/>
                </a:lnTo>
                <a:lnTo>
                  <a:pt x="146301" y="32899"/>
                </a:lnTo>
                <a:lnTo>
                  <a:pt x="145880" y="33571"/>
                </a:lnTo>
                <a:lnTo>
                  <a:pt x="145459" y="34260"/>
                </a:lnTo>
                <a:lnTo>
                  <a:pt x="145039" y="34968"/>
                </a:lnTo>
                <a:lnTo>
                  <a:pt x="145039" y="19758"/>
                </a:lnTo>
                <a:lnTo>
                  <a:pt x="142338" y="19758"/>
                </a:lnTo>
                <a:lnTo>
                  <a:pt x="122296" y="27867"/>
                </a:lnTo>
                <a:lnTo>
                  <a:pt x="123149" y="30141"/>
                </a:lnTo>
                <a:lnTo>
                  <a:pt x="123366" y="30060"/>
                </a:lnTo>
                <a:lnTo>
                  <a:pt x="123580" y="29982"/>
                </a:lnTo>
                <a:lnTo>
                  <a:pt x="123792" y="29908"/>
                </a:lnTo>
                <a:lnTo>
                  <a:pt x="123999" y="29837"/>
                </a:lnTo>
                <a:lnTo>
                  <a:pt x="124204" y="29770"/>
                </a:lnTo>
                <a:lnTo>
                  <a:pt x="124406" y="29706"/>
                </a:lnTo>
                <a:lnTo>
                  <a:pt x="124604" y="29646"/>
                </a:lnTo>
                <a:lnTo>
                  <a:pt x="124799" y="29589"/>
                </a:lnTo>
                <a:lnTo>
                  <a:pt x="124991" y="29535"/>
                </a:lnTo>
                <a:lnTo>
                  <a:pt x="125180" y="29485"/>
                </a:lnTo>
                <a:lnTo>
                  <a:pt x="125365" y="29438"/>
                </a:lnTo>
                <a:lnTo>
                  <a:pt x="125547" y="29395"/>
                </a:lnTo>
                <a:lnTo>
                  <a:pt x="125726" y="29355"/>
                </a:lnTo>
                <a:lnTo>
                  <a:pt x="125902" y="29319"/>
                </a:lnTo>
                <a:lnTo>
                  <a:pt x="126075" y="29286"/>
                </a:lnTo>
                <a:lnTo>
                  <a:pt x="126244" y="29257"/>
                </a:lnTo>
                <a:lnTo>
                  <a:pt x="126410" y="29231"/>
                </a:lnTo>
                <a:lnTo>
                  <a:pt x="126573" y="29208"/>
                </a:lnTo>
                <a:lnTo>
                  <a:pt x="126733" y="29189"/>
                </a:lnTo>
                <a:lnTo>
                  <a:pt x="126890" y="29174"/>
                </a:lnTo>
                <a:lnTo>
                  <a:pt x="127043" y="29162"/>
                </a:lnTo>
                <a:lnTo>
                  <a:pt x="127193" y="29153"/>
                </a:lnTo>
                <a:lnTo>
                  <a:pt x="127340" y="29148"/>
                </a:lnTo>
                <a:lnTo>
                  <a:pt x="127484" y="29146"/>
                </a:lnTo>
                <a:lnTo>
                  <a:pt x="127660" y="29148"/>
                </a:lnTo>
                <a:lnTo>
                  <a:pt x="127833" y="29152"/>
                </a:lnTo>
                <a:lnTo>
                  <a:pt x="128003" y="29160"/>
                </a:lnTo>
                <a:lnTo>
                  <a:pt x="128170" y="29170"/>
                </a:lnTo>
                <a:lnTo>
                  <a:pt x="128334" y="29183"/>
                </a:lnTo>
                <a:lnTo>
                  <a:pt x="128495" y="29200"/>
                </a:lnTo>
                <a:lnTo>
                  <a:pt x="128652" y="29219"/>
                </a:lnTo>
                <a:lnTo>
                  <a:pt x="128807" y="29241"/>
                </a:lnTo>
                <a:lnTo>
                  <a:pt x="128958" y="29267"/>
                </a:lnTo>
                <a:lnTo>
                  <a:pt x="129107" y="29295"/>
                </a:lnTo>
                <a:lnTo>
                  <a:pt x="129252" y="29326"/>
                </a:lnTo>
                <a:lnTo>
                  <a:pt x="129394" y="29360"/>
                </a:lnTo>
                <a:lnTo>
                  <a:pt x="129533" y="29397"/>
                </a:lnTo>
                <a:lnTo>
                  <a:pt x="129669" y="29437"/>
                </a:lnTo>
                <a:lnTo>
                  <a:pt x="129802" y="29480"/>
                </a:lnTo>
                <a:lnTo>
                  <a:pt x="129932" y="29526"/>
                </a:lnTo>
                <a:lnTo>
                  <a:pt x="130059" y="29575"/>
                </a:lnTo>
                <a:lnTo>
                  <a:pt x="130182" y="29627"/>
                </a:lnTo>
                <a:lnTo>
                  <a:pt x="130303" y="29682"/>
                </a:lnTo>
                <a:lnTo>
                  <a:pt x="130421" y="29740"/>
                </a:lnTo>
                <a:lnTo>
                  <a:pt x="130535" y="29801"/>
                </a:lnTo>
                <a:lnTo>
                  <a:pt x="130646" y="29865"/>
                </a:lnTo>
                <a:lnTo>
                  <a:pt x="130755" y="29932"/>
                </a:lnTo>
                <a:lnTo>
                  <a:pt x="130860" y="30001"/>
                </a:lnTo>
                <a:lnTo>
                  <a:pt x="130962" y="30074"/>
                </a:lnTo>
                <a:lnTo>
                  <a:pt x="131062" y="30149"/>
                </a:lnTo>
                <a:lnTo>
                  <a:pt x="131160" y="30228"/>
                </a:lnTo>
                <a:lnTo>
                  <a:pt x="131256" y="30309"/>
                </a:lnTo>
                <a:lnTo>
                  <a:pt x="131349" y="30394"/>
                </a:lnTo>
                <a:lnTo>
                  <a:pt x="131440" y="30481"/>
                </a:lnTo>
                <a:lnTo>
                  <a:pt x="131528" y="30572"/>
                </a:lnTo>
                <a:lnTo>
                  <a:pt x="131614" y="30665"/>
                </a:lnTo>
                <a:lnTo>
                  <a:pt x="131698" y="30761"/>
                </a:lnTo>
                <a:lnTo>
                  <a:pt x="131779" y="30861"/>
                </a:lnTo>
                <a:lnTo>
                  <a:pt x="131858" y="30963"/>
                </a:lnTo>
                <a:lnTo>
                  <a:pt x="131935" y="31068"/>
                </a:lnTo>
                <a:lnTo>
                  <a:pt x="132009" y="31176"/>
                </a:lnTo>
                <a:lnTo>
                  <a:pt x="132081" y="31287"/>
                </a:lnTo>
                <a:lnTo>
                  <a:pt x="132151" y="31401"/>
                </a:lnTo>
                <a:lnTo>
                  <a:pt x="132218" y="31519"/>
                </a:lnTo>
                <a:lnTo>
                  <a:pt x="132283" y="31639"/>
                </a:lnTo>
                <a:lnTo>
                  <a:pt x="132346" y="31762"/>
                </a:lnTo>
                <a:lnTo>
                  <a:pt x="132406" y="31888"/>
                </a:lnTo>
                <a:lnTo>
                  <a:pt x="132464" y="32017"/>
                </a:lnTo>
                <a:lnTo>
                  <a:pt x="132520" y="32149"/>
                </a:lnTo>
                <a:lnTo>
                  <a:pt x="132573" y="32283"/>
                </a:lnTo>
                <a:lnTo>
                  <a:pt x="132624" y="32421"/>
                </a:lnTo>
                <a:lnTo>
                  <a:pt x="132672" y="32562"/>
                </a:lnTo>
                <a:lnTo>
                  <a:pt x="132719" y="32712"/>
                </a:lnTo>
                <a:lnTo>
                  <a:pt x="132763" y="32879"/>
                </a:lnTo>
                <a:lnTo>
                  <a:pt x="132805" y="33061"/>
                </a:lnTo>
                <a:lnTo>
                  <a:pt x="132846" y="33259"/>
                </a:lnTo>
                <a:lnTo>
                  <a:pt x="132884" y="33474"/>
                </a:lnTo>
                <a:lnTo>
                  <a:pt x="132921" y="33704"/>
                </a:lnTo>
                <a:lnTo>
                  <a:pt x="132956" y="33951"/>
                </a:lnTo>
                <a:lnTo>
                  <a:pt x="132988" y="34213"/>
                </a:lnTo>
                <a:lnTo>
                  <a:pt x="133019" y="34492"/>
                </a:lnTo>
                <a:lnTo>
                  <a:pt x="133047" y="34786"/>
                </a:lnTo>
                <a:lnTo>
                  <a:pt x="133074" y="35097"/>
                </a:lnTo>
                <a:lnTo>
                  <a:pt x="133099" y="35424"/>
                </a:lnTo>
                <a:lnTo>
                  <a:pt x="133121" y="35767"/>
                </a:lnTo>
                <a:lnTo>
                  <a:pt x="133142" y="36126"/>
                </a:lnTo>
                <a:lnTo>
                  <a:pt x="133161" y="36501"/>
                </a:lnTo>
                <a:lnTo>
                  <a:pt x="133178" y="36892"/>
                </a:lnTo>
                <a:lnTo>
                  <a:pt x="133192" y="37299"/>
                </a:lnTo>
                <a:lnTo>
                  <a:pt x="133205" y="37722"/>
                </a:lnTo>
                <a:lnTo>
                  <a:pt x="133216" y="38161"/>
                </a:lnTo>
                <a:lnTo>
                  <a:pt x="133225" y="38616"/>
                </a:lnTo>
                <a:lnTo>
                  <a:pt x="133232" y="39088"/>
                </a:lnTo>
                <a:lnTo>
                  <a:pt x="133237" y="39575"/>
                </a:lnTo>
                <a:lnTo>
                  <a:pt x="133240" y="40078"/>
                </a:lnTo>
                <a:lnTo>
                  <a:pt x="133241" y="40598"/>
                </a:lnTo>
                <a:lnTo>
                  <a:pt x="133241" y="102193"/>
                </a:lnTo>
                <a:lnTo>
                  <a:pt x="133240" y="102776"/>
                </a:lnTo>
                <a:lnTo>
                  <a:pt x="133236" y="103341"/>
                </a:lnTo>
                <a:lnTo>
                  <a:pt x="133229" y="103887"/>
                </a:lnTo>
                <a:lnTo>
                  <a:pt x="133220" y="104414"/>
                </a:lnTo>
                <a:lnTo>
                  <a:pt x="133208" y="104923"/>
                </a:lnTo>
                <a:lnTo>
                  <a:pt x="133194" y="105413"/>
                </a:lnTo>
                <a:lnTo>
                  <a:pt x="133177" y="105885"/>
                </a:lnTo>
                <a:lnTo>
                  <a:pt x="133158" y="106337"/>
                </a:lnTo>
                <a:lnTo>
                  <a:pt x="133136" y="106772"/>
                </a:lnTo>
                <a:lnTo>
                  <a:pt x="133111" y="107187"/>
                </a:lnTo>
                <a:lnTo>
                  <a:pt x="133084" y="107584"/>
                </a:lnTo>
                <a:lnTo>
                  <a:pt x="133054" y="107962"/>
                </a:lnTo>
                <a:lnTo>
                  <a:pt x="133022" y="108322"/>
                </a:lnTo>
                <a:lnTo>
                  <a:pt x="132987" y="108662"/>
                </a:lnTo>
                <a:lnTo>
                  <a:pt x="132949" y="108985"/>
                </a:lnTo>
                <a:lnTo>
                  <a:pt x="132909" y="109288"/>
                </a:lnTo>
                <a:lnTo>
                  <a:pt x="132866" y="109573"/>
                </a:lnTo>
                <a:lnTo>
                  <a:pt x="132821" y="109840"/>
                </a:lnTo>
                <a:lnTo>
                  <a:pt x="132773" y="110087"/>
                </a:lnTo>
                <a:lnTo>
                  <a:pt x="132723" y="110316"/>
                </a:lnTo>
                <a:lnTo>
                  <a:pt x="132669" y="110527"/>
                </a:lnTo>
                <a:lnTo>
                  <a:pt x="132614" y="110718"/>
                </a:lnTo>
                <a:lnTo>
                  <a:pt x="132555" y="110891"/>
                </a:lnTo>
                <a:lnTo>
                  <a:pt x="132495" y="111046"/>
                </a:lnTo>
                <a:lnTo>
                  <a:pt x="132431" y="111190"/>
                </a:lnTo>
                <a:lnTo>
                  <a:pt x="132366" y="111330"/>
                </a:lnTo>
                <a:lnTo>
                  <a:pt x="132299" y="111467"/>
                </a:lnTo>
                <a:lnTo>
                  <a:pt x="132229" y="111600"/>
                </a:lnTo>
                <a:lnTo>
                  <a:pt x="132157" y="111731"/>
                </a:lnTo>
                <a:lnTo>
                  <a:pt x="132084" y="111858"/>
                </a:lnTo>
                <a:lnTo>
                  <a:pt x="132008" y="111981"/>
                </a:lnTo>
                <a:lnTo>
                  <a:pt x="131930" y="112101"/>
                </a:lnTo>
                <a:lnTo>
                  <a:pt x="131850" y="112218"/>
                </a:lnTo>
                <a:lnTo>
                  <a:pt x="131768" y="112332"/>
                </a:lnTo>
                <a:lnTo>
                  <a:pt x="131684" y="112442"/>
                </a:lnTo>
                <a:lnTo>
                  <a:pt x="131597" y="112549"/>
                </a:lnTo>
                <a:lnTo>
                  <a:pt x="131509" y="112653"/>
                </a:lnTo>
                <a:lnTo>
                  <a:pt x="131418" y="112753"/>
                </a:lnTo>
                <a:lnTo>
                  <a:pt x="131326" y="112850"/>
                </a:lnTo>
                <a:lnTo>
                  <a:pt x="131231" y="112943"/>
                </a:lnTo>
                <a:lnTo>
                  <a:pt x="131134" y="113033"/>
                </a:lnTo>
                <a:lnTo>
                  <a:pt x="131035" y="113120"/>
                </a:lnTo>
                <a:lnTo>
                  <a:pt x="130934" y="113204"/>
                </a:lnTo>
                <a:lnTo>
                  <a:pt x="130831" y="113284"/>
                </a:lnTo>
                <a:lnTo>
                  <a:pt x="130726" y="113361"/>
                </a:lnTo>
                <a:lnTo>
                  <a:pt x="130619" y="113434"/>
                </a:lnTo>
                <a:lnTo>
                  <a:pt x="130509" y="113504"/>
                </a:lnTo>
                <a:lnTo>
                  <a:pt x="130398" y="113571"/>
                </a:lnTo>
                <a:lnTo>
                  <a:pt x="130165" y="113699"/>
                </a:lnTo>
                <a:lnTo>
                  <a:pt x="129928" y="113821"/>
                </a:lnTo>
                <a:lnTo>
                  <a:pt x="129687" y="113937"/>
                </a:lnTo>
                <a:lnTo>
                  <a:pt x="129442" y="114048"/>
                </a:lnTo>
                <a:lnTo>
                  <a:pt x="129194" y="114153"/>
                </a:lnTo>
                <a:lnTo>
                  <a:pt x="128941" y="114252"/>
                </a:lnTo>
                <a:lnTo>
                  <a:pt x="128684" y="114345"/>
                </a:lnTo>
                <a:lnTo>
                  <a:pt x="128424" y="114433"/>
                </a:lnTo>
                <a:lnTo>
                  <a:pt x="128159" y="114515"/>
                </a:lnTo>
                <a:lnTo>
                  <a:pt x="127891" y="114592"/>
                </a:lnTo>
                <a:lnTo>
                  <a:pt x="127618" y="114663"/>
                </a:lnTo>
                <a:lnTo>
                  <a:pt x="127342" y="114728"/>
                </a:lnTo>
                <a:lnTo>
                  <a:pt x="127061" y="114787"/>
                </a:lnTo>
                <a:lnTo>
                  <a:pt x="126777" y="114841"/>
                </a:lnTo>
                <a:lnTo>
                  <a:pt x="126489" y="114889"/>
                </a:lnTo>
                <a:lnTo>
                  <a:pt x="126197" y="114931"/>
                </a:lnTo>
                <a:lnTo>
                  <a:pt x="125901" y="114968"/>
                </a:lnTo>
                <a:lnTo>
                  <a:pt x="125601" y="114999"/>
                </a:lnTo>
                <a:lnTo>
                  <a:pt x="125297" y="115024"/>
                </a:lnTo>
                <a:lnTo>
                  <a:pt x="124989" y="115044"/>
                </a:lnTo>
                <a:lnTo>
                  <a:pt x="124677" y="115058"/>
                </a:lnTo>
                <a:lnTo>
                  <a:pt x="124361" y="115066"/>
                </a:lnTo>
                <a:lnTo>
                  <a:pt x="124041" y="115069"/>
                </a:lnTo>
                <a:lnTo>
                  <a:pt x="123717" y="115066"/>
                </a:lnTo>
                <a:lnTo>
                  <a:pt x="123717" y="112081"/>
                </a:lnTo>
                <a:lnTo>
                  <a:pt x="48452" y="112081"/>
                </a:lnTo>
                <a:lnTo>
                  <a:pt x="48452" y="117980"/>
                </a:lnTo>
                <a:lnTo>
                  <a:pt x="123717" y="117980"/>
                </a:lnTo>
                <a:lnTo>
                  <a:pt x="123717" y="117696"/>
                </a:lnTo>
                <a:lnTo>
                  <a:pt x="156055" y="117696"/>
                </a:lnTo>
                <a:lnTo>
                  <a:pt x="156055" y="115066"/>
                </a:lnTo>
                <a:lnTo>
                  <a:pt x="155617" y="115064"/>
                </a:lnTo>
                <a:close/>
                <a:moveTo>
                  <a:pt x="146461" y="37773"/>
                </a:moveTo>
                <a:lnTo>
                  <a:pt x="146912" y="37302"/>
                </a:lnTo>
                <a:lnTo>
                  <a:pt x="147352" y="36850"/>
                </a:lnTo>
                <a:lnTo>
                  <a:pt x="147780" y="36415"/>
                </a:lnTo>
                <a:lnTo>
                  <a:pt x="148196" y="35998"/>
                </a:lnTo>
                <a:lnTo>
                  <a:pt x="148600" y="35599"/>
                </a:lnTo>
                <a:lnTo>
                  <a:pt x="148993" y="35218"/>
                </a:lnTo>
                <a:lnTo>
                  <a:pt x="149375" y="34854"/>
                </a:lnTo>
                <a:lnTo>
                  <a:pt x="149744" y="34508"/>
                </a:lnTo>
                <a:lnTo>
                  <a:pt x="150103" y="34180"/>
                </a:lnTo>
                <a:lnTo>
                  <a:pt x="150449" y="33869"/>
                </a:lnTo>
                <a:lnTo>
                  <a:pt x="150784" y="33576"/>
                </a:lnTo>
                <a:lnTo>
                  <a:pt x="151108" y="33301"/>
                </a:lnTo>
                <a:lnTo>
                  <a:pt x="151419" y="33044"/>
                </a:lnTo>
                <a:lnTo>
                  <a:pt x="151720" y="32805"/>
                </a:lnTo>
                <a:lnTo>
                  <a:pt x="152008" y="32583"/>
                </a:lnTo>
                <a:lnTo>
                  <a:pt x="152285" y="32379"/>
                </a:lnTo>
                <a:lnTo>
                  <a:pt x="152551" y="32193"/>
                </a:lnTo>
                <a:lnTo>
                  <a:pt x="152805" y="32024"/>
                </a:lnTo>
                <a:lnTo>
                  <a:pt x="153047" y="31873"/>
                </a:lnTo>
                <a:lnTo>
                  <a:pt x="153277" y="31740"/>
                </a:lnTo>
                <a:lnTo>
                  <a:pt x="153496" y="31625"/>
                </a:lnTo>
                <a:lnTo>
                  <a:pt x="153775" y="31486"/>
                </a:lnTo>
                <a:lnTo>
                  <a:pt x="154054" y="31353"/>
                </a:lnTo>
                <a:lnTo>
                  <a:pt x="154333" y="31226"/>
                </a:lnTo>
                <a:lnTo>
                  <a:pt x="154612" y="31104"/>
                </a:lnTo>
                <a:lnTo>
                  <a:pt x="154891" y="30989"/>
                </a:lnTo>
                <a:lnTo>
                  <a:pt x="155171" y="30880"/>
                </a:lnTo>
                <a:lnTo>
                  <a:pt x="155451" y="30776"/>
                </a:lnTo>
                <a:lnTo>
                  <a:pt x="155731" y="30679"/>
                </a:lnTo>
                <a:lnTo>
                  <a:pt x="156012" y="30587"/>
                </a:lnTo>
                <a:lnTo>
                  <a:pt x="156292" y="30501"/>
                </a:lnTo>
                <a:lnTo>
                  <a:pt x="156573" y="30421"/>
                </a:lnTo>
                <a:lnTo>
                  <a:pt x="156855" y="30347"/>
                </a:lnTo>
                <a:lnTo>
                  <a:pt x="157136" y="30279"/>
                </a:lnTo>
                <a:lnTo>
                  <a:pt x="157418" y="30217"/>
                </a:lnTo>
                <a:lnTo>
                  <a:pt x="157700" y="30161"/>
                </a:lnTo>
                <a:lnTo>
                  <a:pt x="157982" y="30111"/>
                </a:lnTo>
                <a:lnTo>
                  <a:pt x="158264" y="30066"/>
                </a:lnTo>
                <a:lnTo>
                  <a:pt x="158547" y="30028"/>
                </a:lnTo>
                <a:lnTo>
                  <a:pt x="158830" y="29995"/>
                </a:lnTo>
                <a:lnTo>
                  <a:pt x="159113" y="29969"/>
                </a:lnTo>
                <a:lnTo>
                  <a:pt x="159396" y="29948"/>
                </a:lnTo>
                <a:lnTo>
                  <a:pt x="159680" y="29933"/>
                </a:lnTo>
                <a:lnTo>
                  <a:pt x="159964" y="29924"/>
                </a:lnTo>
                <a:lnTo>
                  <a:pt x="160248" y="29921"/>
                </a:lnTo>
                <a:lnTo>
                  <a:pt x="160766" y="29931"/>
                </a:lnTo>
                <a:lnTo>
                  <a:pt x="161279" y="29960"/>
                </a:lnTo>
                <a:lnTo>
                  <a:pt x="161785" y="30008"/>
                </a:lnTo>
                <a:lnTo>
                  <a:pt x="162286" y="30075"/>
                </a:lnTo>
                <a:lnTo>
                  <a:pt x="162780" y="30162"/>
                </a:lnTo>
                <a:lnTo>
                  <a:pt x="163269" y="30267"/>
                </a:lnTo>
                <a:lnTo>
                  <a:pt x="163752" y="30392"/>
                </a:lnTo>
                <a:lnTo>
                  <a:pt x="164228" y="30537"/>
                </a:lnTo>
                <a:lnTo>
                  <a:pt x="164699" y="30700"/>
                </a:lnTo>
                <a:lnTo>
                  <a:pt x="165164" y="30883"/>
                </a:lnTo>
                <a:lnTo>
                  <a:pt x="165623" y="31085"/>
                </a:lnTo>
                <a:lnTo>
                  <a:pt x="166076" y="31306"/>
                </a:lnTo>
                <a:lnTo>
                  <a:pt x="166523" y="31546"/>
                </a:lnTo>
                <a:lnTo>
                  <a:pt x="166965" y="31806"/>
                </a:lnTo>
                <a:lnTo>
                  <a:pt x="167400" y="32084"/>
                </a:lnTo>
                <a:lnTo>
                  <a:pt x="167829" y="32382"/>
                </a:lnTo>
                <a:lnTo>
                  <a:pt x="168253" y="32700"/>
                </a:lnTo>
                <a:lnTo>
                  <a:pt x="168670" y="33036"/>
                </a:lnTo>
                <a:lnTo>
                  <a:pt x="169082" y="33392"/>
                </a:lnTo>
                <a:lnTo>
                  <a:pt x="169488" y="33767"/>
                </a:lnTo>
                <a:lnTo>
                  <a:pt x="169887" y="34161"/>
                </a:lnTo>
                <a:lnTo>
                  <a:pt x="170281" y="34574"/>
                </a:lnTo>
                <a:lnTo>
                  <a:pt x="170669" y="35007"/>
                </a:lnTo>
                <a:lnTo>
                  <a:pt x="171051" y="35458"/>
                </a:lnTo>
                <a:lnTo>
                  <a:pt x="171585" y="36139"/>
                </a:lnTo>
                <a:lnTo>
                  <a:pt x="172096" y="36843"/>
                </a:lnTo>
                <a:lnTo>
                  <a:pt x="172584" y="37571"/>
                </a:lnTo>
                <a:lnTo>
                  <a:pt x="173049" y="38323"/>
                </a:lnTo>
                <a:lnTo>
                  <a:pt x="173492" y="39099"/>
                </a:lnTo>
                <a:lnTo>
                  <a:pt x="173912" y="39899"/>
                </a:lnTo>
                <a:lnTo>
                  <a:pt x="174309" y="40722"/>
                </a:lnTo>
                <a:lnTo>
                  <a:pt x="174684" y="41570"/>
                </a:lnTo>
                <a:lnTo>
                  <a:pt x="175036" y="42442"/>
                </a:lnTo>
                <a:lnTo>
                  <a:pt x="175365" y="43337"/>
                </a:lnTo>
                <a:lnTo>
                  <a:pt x="175671" y="44256"/>
                </a:lnTo>
                <a:lnTo>
                  <a:pt x="175955" y="45200"/>
                </a:lnTo>
                <a:lnTo>
                  <a:pt x="176216" y="46167"/>
                </a:lnTo>
                <a:lnTo>
                  <a:pt x="176455" y="47158"/>
                </a:lnTo>
                <a:lnTo>
                  <a:pt x="176670" y="48173"/>
                </a:lnTo>
                <a:lnTo>
                  <a:pt x="176863" y="49212"/>
                </a:lnTo>
                <a:lnTo>
                  <a:pt x="177034" y="50275"/>
                </a:lnTo>
                <a:lnTo>
                  <a:pt x="177181" y="51361"/>
                </a:lnTo>
                <a:lnTo>
                  <a:pt x="177306" y="52472"/>
                </a:lnTo>
                <a:lnTo>
                  <a:pt x="177408" y="53606"/>
                </a:lnTo>
                <a:lnTo>
                  <a:pt x="177488" y="54765"/>
                </a:lnTo>
                <a:lnTo>
                  <a:pt x="177544" y="55947"/>
                </a:lnTo>
                <a:lnTo>
                  <a:pt x="177579" y="57153"/>
                </a:lnTo>
                <a:lnTo>
                  <a:pt x="177590" y="58384"/>
                </a:lnTo>
                <a:lnTo>
                  <a:pt x="177580" y="59468"/>
                </a:lnTo>
                <a:lnTo>
                  <a:pt x="177550" y="60531"/>
                </a:lnTo>
                <a:lnTo>
                  <a:pt x="177500" y="61575"/>
                </a:lnTo>
                <a:lnTo>
                  <a:pt x="177430" y="62597"/>
                </a:lnTo>
                <a:lnTo>
                  <a:pt x="177340" y="63600"/>
                </a:lnTo>
                <a:lnTo>
                  <a:pt x="177230" y="64582"/>
                </a:lnTo>
                <a:lnTo>
                  <a:pt x="177100" y="65543"/>
                </a:lnTo>
                <a:lnTo>
                  <a:pt x="176950" y="66484"/>
                </a:lnTo>
                <a:lnTo>
                  <a:pt x="176780" y="67404"/>
                </a:lnTo>
                <a:lnTo>
                  <a:pt x="176590" y="68304"/>
                </a:lnTo>
                <a:lnTo>
                  <a:pt x="176381" y="69184"/>
                </a:lnTo>
                <a:lnTo>
                  <a:pt x="176151" y="70043"/>
                </a:lnTo>
                <a:lnTo>
                  <a:pt x="175901" y="70881"/>
                </a:lnTo>
                <a:lnTo>
                  <a:pt x="175631" y="71699"/>
                </a:lnTo>
                <a:lnTo>
                  <a:pt x="175341" y="72497"/>
                </a:lnTo>
                <a:lnTo>
                  <a:pt x="175031" y="73274"/>
                </a:lnTo>
                <a:lnTo>
                  <a:pt x="174701" y="74031"/>
                </a:lnTo>
                <a:lnTo>
                  <a:pt x="174352" y="74767"/>
                </a:lnTo>
                <a:lnTo>
                  <a:pt x="173982" y="75483"/>
                </a:lnTo>
                <a:lnTo>
                  <a:pt x="173592" y="76178"/>
                </a:lnTo>
                <a:lnTo>
                  <a:pt x="173182" y="76853"/>
                </a:lnTo>
                <a:lnTo>
                  <a:pt x="172753" y="77507"/>
                </a:lnTo>
                <a:lnTo>
                  <a:pt x="172303" y="78141"/>
                </a:lnTo>
                <a:lnTo>
                  <a:pt x="171833" y="78755"/>
                </a:lnTo>
                <a:lnTo>
                  <a:pt x="171461" y="79206"/>
                </a:lnTo>
                <a:lnTo>
                  <a:pt x="171080" y="79639"/>
                </a:lnTo>
                <a:lnTo>
                  <a:pt x="170689" y="80052"/>
                </a:lnTo>
                <a:lnTo>
                  <a:pt x="170289" y="80447"/>
                </a:lnTo>
                <a:lnTo>
                  <a:pt x="169880" y="80821"/>
                </a:lnTo>
                <a:lnTo>
                  <a:pt x="169461" y="81177"/>
                </a:lnTo>
                <a:lnTo>
                  <a:pt x="169033" y="81514"/>
                </a:lnTo>
                <a:lnTo>
                  <a:pt x="168595" y="81831"/>
                </a:lnTo>
                <a:lnTo>
                  <a:pt x="168148" y="82129"/>
                </a:lnTo>
                <a:lnTo>
                  <a:pt x="167692" y="82408"/>
                </a:lnTo>
                <a:lnTo>
                  <a:pt x="167226" y="82667"/>
                </a:lnTo>
                <a:lnTo>
                  <a:pt x="166751" y="82907"/>
                </a:lnTo>
                <a:lnTo>
                  <a:pt x="166267" y="83129"/>
                </a:lnTo>
                <a:lnTo>
                  <a:pt x="165773" y="83330"/>
                </a:lnTo>
                <a:lnTo>
                  <a:pt x="165270" y="83513"/>
                </a:lnTo>
                <a:lnTo>
                  <a:pt x="164757" y="83676"/>
                </a:lnTo>
                <a:lnTo>
                  <a:pt x="164235" y="83821"/>
                </a:lnTo>
                <a:lnTo>
                  <a:pt x="163704" y="83946"/>
                </a:lnTo>
                <a:lnTo>
                  <a:pt x="163163" y="84051"/>
                </a:lnTo>
                <a:lnTo>
                  <a:pt x="162613" y="84138"/>
                </a:lnTo>
                <a:lnTo>
                  <a:pt x="162054" y="84205"/>
                </a:lnTo>
                <a:lnTo>
                  <a:pt x="161485" y="84253"/>
                </a:lnTo>
                <a:lnTo>
                  <a:pt x="160907" y="84282"/>
                </a:lnTo>
                <a:lnTo>
                  <a:pt x="160319" y="84292"/>
                </a:lnTo>
                <a:lnTo>
                  <a:pt x="159831" y="84286"/>
                </a:lnTo>
                <a:lnTo>
                  <a:pt x="159350" y="84270"/>
                </a:lnTo>
                <a:lnTo>
                  <a:pt x="158876" y="84243"/>
                </a:lnTo>
                <a:lnTo>
                  <a:pt x="158409" y="84205"/>
                </a:lnTo>
                <a:lnTo>
                  <a:pt x="157949" y="84156"/>
                </a:lnTo>
                <a:lnTo>
                  <a:pt x="157496" y="84096"/>
                </a:lnTo>
                <a:lnTo>
                  <a:pt x="157051" y="84026"/>
                </a:lnTo>
                <a:lnTo>
                  <a:pt x="156612" y="83945"/>
                </a:lnTo>
                <a:lnTo>
                  <a:pt x="156180" y="83853"/>
                </a:lnTo>
                <a:lnTo>
                  <a:pt x="155755" y="83750"/>
                </a:lnTo>
                <a:lnTo>
                  <a:pt x="155337" y="83636"/>
                </a:lnTo>
                <a:lnTo>
                  <a:pt x="154927" y="83511"/>
                </a:lnTo>
                <a:lnTo>
                  <a:pt x="154523" y="83375"/>
                </a:lnTo>
                <a:lnTo>
                  <a:pt x="154126" y="83229"/>
                </a:lnTo>
                <a:lnTo>
                  <a:pt x="153737" y="83072"/>
                </a:lnTo>
                <a:lnTo>
                  <a:pt x="153354" y="82904"/>
                </a:lnTo>
                <a:lnTo>
                  <a:pt x="152979" y="82725"/>
                </a:lnTo>
                <a:lnTo>
                  <a:pt x="152610" y="82535"/>
                </a:lnTo>
                <a:lnTo>
                  <a:pt x="152249" y="82335"/>
                </a:lnTo>
                <a:lnTo>
                  <a:pt x="151894" y="82123"/>
                </a:lnTo>
                <a:lnTo>
                  <a:pt x="151547" y="81901"/>
                </a:lnTo>
                <a:lnTo>
                  <a:pt x="151207" y="81668"/>
                </a:lnTo>
                <a:lnTo>
                  <a:pt x="150873" y="81424"/>
                </a:lnTo>
                <a:lnTo>
                  <a:pt x="150547" y="81169"/>
                </a:lnTo>
                <a:lnTo>
                  <a:pt x="150229" y="80907"/>
                </a:lnTo>
                <a:lnTo>
                  <a:pt x="149921" y="80642"/>
                </a:lnTo>
                <a:lnTo>
                  <a:pt x="149624" y="80373"/>
                </a:lnTo>
                <a:lnTo>
                  <a:pt x="149336" y="80100"/>
                </a:lnTo>
                <a:lnTo>
                  <a:pt x="149058" y="79825"/>
                </a:lnTo>
                <a:lnTo>
                  <a:pt x="148790" y="79545"/>
                </a:lnTo>
                <a:lnTo>
                  <a:pt x="148532" y="79263"/>
                </a:lnTo>
                <a:lnTo>
                  <a:pt x="148284" y="78977"/>
                </a:lnTo>
                <a:lnTo>
                  <a:pt x="148047" y="78687"/>
                </a:lnTo>
                <a:lnTo>
                  <a:pt x="147819" y="78394"/>
                </a:lnTo>
                <a:lnTo>
                  <a:pt x="147601" y="78097"/>
                </a:lnTo>
                <a:lnTo>
                  <a:pt x="147393" y="77797"/>
                </a:lnTo>
                <a:lnTo>
                  <a:pt x="147195" y="77494"/>
                </a:lnTo>
                <a:lnTo>
                  <a:pt x="147007" y="77187"/>
                </a:lnTo>
                <a:lnTo>
                  <a:pt x="146829" y="76877"/>
                </a:lnTo>
                <a:lnTo>
                  <a:pt x="146662" y="76563"/>
                </a:lnTo>
                <a:lnTo>
                  <a:pt x="146504" y="76246"/>
                </a:lnTo>
                <a:lnTo>
                  <a:pt x="146356" y="75925"/>
                </a:lnTo>
                <a:lnTo>
                  <a:pt x="146218" y="75601"/>
                </a:lnTo>
                <a:lnTo>
                  <a:pt x="146090" y="75273"/>
                </a:lnTo>
                <a:lnTo>
                  <a:pt x="145972" y="74942"/>
                </a:lnTo>
                <a:lnTo>
                  <a:pt x="145864" y="74608"/>
                </a:lnTo>
                <a:lnTo>
                  <a:pt x="145766" y="74270"/>
                </a:lnTo>
                <a:lnTo>
                  <a:pt x="145678" y="73928"/>
                </a:lnTo>
                <a:lnTo>
                  <a:pt x="145626" y="73712"/>
                </a:lnTo>
                <a:lnTo>
                  <a:pt x="145576" y="73477"/>
                </a:lnTo>
                <a:lnTo>
                  <a:pt x="145529" y="73223"/>
                </a:lnTo>
                <a:lnTo>
                  <a:pt x="145483" y="72951"/>
                </a:lnTo>
                <a:lnTo>
                  <a:pt x="145440" y="72660"/>
                </a:lnTo>
                <a:lnTo>
                  <a:pt x="145399" y="72350"/>
                </a:lnTo>
                <a:lnTo>
                  <a:pt x="145360" y="72021"/>
                </a:lnTo>
                <a:lnTo>
                  <a:pt x="145323" y="71673"/>
                </a:lnTo>
                <a:lnTo>
                  <a:pt x="145289" y="71307"/>
                </a:lnTo>
                <a:lnTo>
                  <a:pt x="145256" y="70922"/>
                </a:lnTo>
                <a:lnTo>
                  <a:pt x="145226" y="70519"/>
                </a:lnTo>
                <a:lnTo>
                  <a:pt x="145199" y="70096"/>
                </a:lnTo>
                <a:lnTo>
                  <a:pt x="145173" y="69655"/>
                </a:lnTo>
                <a:lnTo>
                  <a:pt x="145150" y="69195"/>
                </a:lnTo>
                <a:lnTo>
                  <a:pt x="145129" y="68716"/>
                </a:lnTo>
                <a:lnTo>
                  <a:pt x="145110" y="68219"/>
                </a:lnTo>
                <a:lnTo>
                  <a:pt x="145093" y="67703"/>
                </a:lnTo>
                <a:lnTo>
                  <a:pt x="145079" y="67168"/>
                </a:lnTo>
                <a:lnTo>
                  <a:pt x="145067" y="66614"/>
                </a:lnTo>
                <a:lnTo>
                  <a:pt x="145057" y="66042"/>
                </a:lnTo>
                <a:lnTo>
                  <a:pt x="145049" y="65451"/>
                </a:lnTo>
                <a:lnTo>
                  <a:pt x="145043" y="64841"/>
                </a:lnTo>
                <a:lnTo>
                  <a:pt x="145040" y="64213"/>
                </a:lnTo>
                <a:lnTo>
                  <a:pt x="145039" y="63565"/>
                </a:lnTo>
                <a:lnTo>
                  <a:pt x="145039" y="39290"/>
                </a:lnTo>
                <a:lnTo>
                  <a:pt x="145525" y="38766"/>
                </a:lnTo>
                <a:lnTo>
                  <a:pt x="145999" y="38261"/>
                </a:lnTo>
                <a:lnTo>
                  <a:pt x="146461" y="37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4">
            <a:extLst xmlns:a="http://schemas.openxmlformats.org/drawingml/2006/main">
              <a:ext uri="{FF2B5EF4-FFF2-40B4-BE49-F238E27FC236}">
                <a16:creationId xmlns:a16="http://schemas.microsoft.com/office/drawing/2014/main" id="{BB38468F-2883-48D4-B8FF-D7D69F0D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482" y="3303194"/>
            <a:ext cx="44207" cy="65386"/>
          </a:xfrm>
          <a:custGeom xmlns:a="http://schemas.openxmlformats.org/drawingml/2006/main">
            <a:pathLst>
              <a:path w="44207" h="65386">
                <a:moveTo>
                  <a:pt x="44207" y="0"/>
                </a:moveTo>
                <a:lnTo>
                  <a:pt x="31895" y="42264"/>
                </a:lnTo>
                <a:lnTo>
                  <a:pt x="39611" y="42264"/>
                </a:lnTo>
                <a:lnTo>
                  <a:pt x="37905" y="48140"/>
                </a:lnTo>
                <a:lnTo>
                  <a:pt x="30183" y="48140"/>
                </a:lnTo>
                <a:lnTo>
                  <a:pt x="25160" y="65386"/>
                </a:lnTo>
                <a:lnTo>
                  <a:pt x="18194" y="65386"/>
                </a:lnTo>
                <a:lnTo>
                  <a:pt x="23221" y="48140"/>
                </a:lnTo>
                <a:lnTo>
                  <a:pt x="0" y="48140"/>
                </a:lnTo>
                <a:lnTo>
                  <a:pt x="1990" y="41506"/>
                </a:lnTo>
                <a:lnTo>
                  <a:pt x="40606" y="0"/>
                </a:lnTo>
                <a:lnTo>
                  <a:pt x="44207" y="0"/>
                </a:lnTo>
                <a:moveTo>
                  <a:pt x="33688" y="12224"/>
                </a:moveTo>
                <a:lnTo>
                  <a:pt x="6065" y="42264"/>
                </a:lnTo>
                <a:lnTo>
                  <a:pt x="24933" y="42264"/>
                </a:lnTo>
                <a:lnTo>
                  <a:pt x="33688" y="122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,seq=arb">
            <a:extLst xmlns:a="http://schemas.openxmlformats.org/drawingml/2006/main">
              <a:ext uri="{FF2B5EF4-FFF2-40B4-BE49-F238E27FC236}">
                <a16:creationId xmlns:a16="http://schemas.microsoft.com/office/drawing/2014/main" id="{591D3D88-CE6C-4184-8FF4-48030132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786" y="3230475"/>
            <a:ext cx="538925" cy="132194"/>
          </a:xfrm>
          <a:custGeom xmlns:a="http://schemas.openxmlformats.org/drawingml/2006/main">
            <a:pathLst>
              <a:path w="538925" h="132194">
                <a:moveTo>
                  <a:pt x="0" y="125371"/>
                </a:moveTo>
                <a:lnTo>
                  <a:pt x="0" y="122244"/>
                </a:lnTo>
                <a:cubicBezTo>
                  <a:pt x="4880" y="120627"/>
                  <a:pt x="8659" y="118118"/>
                  <a:pt x="11336" y="114717"/>
                </a:cubicBezTo>
                <a:cubicBezTo>
                  <a:pt x="14013" y="111318"/>
                  <a:pt x="15352" y="107715"/>
                  <a:pt x="15352" y="103910"/>
                </a:cubicBezTo>
                <a:cubicBezTo>
                  <a:pt x="15352" y="103008"/>
                  <a:pt x="15138" y="102249"/>
                  <a:pt x="14712" y="101633"/>
                </a:cubicBezTo>
                <a:cubicBezTo>
                  <a:pt x="14380" y="101207"/>
                  <a:pt x="14049" y="100994"/>
                  <a:pt x="13717" y="100994"/>
                </a:cubicBezTo>
                <a:cubicBezTo>
                  <a:pt x="13196" y="100994"/>
                  <a:pt x="12059" y="101467"/>
                  <a:pt x="10305" y="102415"/>
                </a:cubicBezTo>
                <a:cubicBezTo>
                  <a:pt x="9453" y="102842"/>
                  <a:pt x="8552" y="103055"/>
                  <a:pt x="7605" y="103055"/>
                </a:cubicBezTo>
                <a:cubicBezTo>
                  <a:pt x="5283" y="103055"/>
                  <a:pt x="3435" y="102368"/>
                  <a:pt x="2061" y="100994"/>
                </a:cubicBezTo>
                <a:cubicBezTo>
                  <a:pt x="687" y="99620"/>
                  <a:pt x="0" y="97724"/>
                  <a:pt x="0" y="95308"/>
                </a:cubicBezTo>
                <a:cubicBezTo>
                  <a:pt x="0" y="92986"/>
                  <a:pt x="888" y="90996"/>
                  <a:pt x="2665" y="89338"/>
                </a:cubicBezTo>
                <a:cubicBezTo>
                  <a:pt x="4442" y="87679"/>
                  <a:pt x="6610" y="86850"/>
                  <a:pt x="9168" y="86850"/>
                </a:cubicBezTo>
                <a:cubicBezTo>
                  <a:pt x="12295" y="86850"/>
                  <a:pt x="15079" y="88215"/>
                  <a:pt x="17519" y="90946"/>
                </a:cubicBezTo>
                <a:cubicBezTo>
                  <a:pt x="19959" y="93675"/>
                  <a:pt x="21180" y="97293"/>
                  <a:pt x="21180" y="101802"/>
                </a:cubicBezTo>
                <a:cubicBezTo>
                  <a:pt x="21180" y="106693"/>
                  <a:pt x="19486" y="111238"/>
                  <a:pt x="16098" y="115439"/>
                </a:cubicBezTo>
                <a:cubicBezTo>
                  <a:pt x="12710" y="119640"/>
                  <a:pt x="7344" y="122951"/>
                  <a:pt x="0" y="125371"/>
                </a:cubicBezTo>
                <a:close/>
                <a:moveTo>
                  <a:pt x="111583" y="34115"/>
                </a:moveTo>
                <a:lnTo>
                  <a:pt x="111583" y="56147"/>
                </a:lnTo>
                <a:lnTo>
                  <a:pt x="109238" y="56147"/>
                </a:lnTo>
                <a:cubicBezTo>
                  <a:pt x="107438" y="49237"/>
                  <a:pt x="105128" y="44536"/>
                  <a:pt x="102308" y="42046"/>
                </a:cubicBezTo>
                <a:cubicBezTo>
                  <a:pt x="99489" y="39554"/>
                  <a:pt x="95900" y="38308"/>
                  <a:pt x="91541" y="38308"/>
                </a:cubicBezTo>
                <a:cubicBezTo>
                  <a:pt x="88224" y="38308"/>
                  <a:pt x="85547" y="39184"/>
                  <a:pt x="83510" y="40935"/>
                </a:cubicBezTo>
                <a:cubicBezTo>
                  <a:pt x="81472" y="42686"/>
                  <a:pt x="80454" y="44626"/>
                  <a:pt x="80454" y="46757"/>
                </a:cubicBezTo>
                <a:cubicBezTo>
                  <a:pt x="80454" y="49407"/>
                  <a:pt x="81212" y="51678"/>
                  <a:pt x="82728" y="53571"/>
                </a:cubicBezTo>
                <a:cubicBezTo>
                  <a:pt x="84197" y="55512"/>
                  <a:pt x="87182" y="57571"/>
                  <a:pt x="91683" y="59747"/>
                </a:cubicBezTo>
                <a:lnTo>
                  <a:pt x="102060" y="64789"/>
                </a:lnTo>
                <a:cubicBezTo>
                  <a:pt x="111678" y="69474"/>
                  <a:pt x="116487" y="75650"/>
                  <a:pt x="116487" y="83319"/>
                </a:cubicBezTo>
                <a:cubicBezTo>
                  <a:pt x="116487" y="89234"/>
                  <a:pt x="114249" y="94003"/>
                  <a:pt x="109771" y="97624"/>
                </a:cubicBezTo>
                <a:cubicBezTo>
                  <a:pt x="105293" y="101245"/>
                  <a:pt x="100283" y="103055"/>
                  <a:pt x="94739" y="103055"/>
                </a:cubicBezTo>
                <a:cubicBezTo>
                  <a:pt x="90759" y="103055"/>
                  <a:pt x="86211" y="102344"/>
                  <a:pt x="81093" y="100923"/>
                </a:cubicBezTo>
                <a:cubicBezTo>
                  <a:pt x="79530" y="100449"/>
                  <a:pt x="78251" y="100212"/>
                  <a:pt x="77256" y="100212"/>
                </a:cubicBezTo>
                <a:cubicBezTo>
                  <a:pt x="76166" y="100212"/>
                  <a:pt x="75313" y="100828"/>
                  <a:pt x="74697" y="102060"/>
                </a:cubicBezTo>
                <a:lnTo>
                  <a:pt x="72352" y="102060"/>
                </a:lnTo>
                <a:lnTo>
                  <a:pt x="72352" y="78748"/>
                </a:lnTo>
                <a:lnTo>
                  <a:pt x="74697" y="78748"/>
                </a:lnTo>
                <a:cubicBezTo>
                  <a:pt x="76024" y="85405"/>
                  <a:pt x="78558" y="90422"/>
                  <a:pt x="82302" y="93798"/>
                </a:cubicBezTo>
                <a:cubicBezTo>
                  <a:pt x="86045" y="97173"/>
                  <a:pt x="90238" y="98861"/>
                  <a:pt x="94881" y="98861"/>
                </a:cubicBezTo>
                <a:cubicBezTo>
                  <a:pt x="98151" y="98861"/>
                  <a:pt x="100816" y="97903"/>
                  <a:pt x="102877" y="95987"/>
                </a:cubicBezTo>
                <a:cubicBezTo>
                  <a:pt x="104938" y="94070"/>
                  <a:pt x="105969" y="91762"/>
                  <a:pt x="105969" y="89065"/>
                </a:cubicBezTo>
                <a:cubicBezTo>
                  <a:pt x="105969" y="85798"/>
                  <a:pt x="104820" y="83053"/>
                  <a:pt x="102522" y="80829"/>
                </a:cubicBezTo>
                <a:cubicBezTo>
                  <a:pt x="100224" y="78605"/>
                  <a:pt x="95640" y="75790"/>
                  <a:pt x="88769" y="72383"/>
                </a:cubicBezTo>
                <a:cubicBezTo>
                  <a:pt x="81899" y="68974"/>
                  <a:pt x="77398" y="65897"/>
                  <a:pt x="75265" y="63152"/>
                </a:cubicBezTo>
                <a:cubicBezTo>
                  <a:pt x="73133" y="60454"/>
                  <a:pt x="72067" y="57047"/>
                  <a:pt x="72067" y="52929"/>
                </a:cubicBezTo>
                <a:cubicBezTo>
                  <a:pt x="72067" y="47581"/>
                  <a:pt x="73903" y="43108"/>
                  <a:pt x="77575" y="39512"/>
                </a:cubicBezTo>
                <a:cubicBezTo>
                  <a:pt x="81247" y="35914"/>
                  <a:pt x="85997" y="34115"/>
                  <a:pt x="91825" y="34115"/>
                </a:cubicBezTo>
                <a:cubicBezTo>
                  <a:pt x="94384" y="34115"/>
                  <a:pt x="97487" y="34660"/>
                  <a:pt x="101136" y="35749"/>
                </a:cubicBezTo>
                <a:cubicBezTo>
                  <a:pt x="103552" y="36460"/>
                  <a:pt x="105163" y="36815"/>
                  <a:pt x="105969" y="36815"/>
                </a:cubicBezTo>
                <a:cubicBezTo>
                  <a:pt x="106727" y="36815"/>
                  <a:pt x="107319" y="36650"/>
                  <a:pt x="107745" y="36318"/>
                </a:cubicBezTo>
                <a:cubicBezTo>
                  <a:pt x="108172" y="35986"/>
                  <a:pt x="108669" y="35252"/>
                  <a:pt x="109238" y="34115"/>
                </a:cubicBezTo>
                <a:lnTo>
                  <a:pt x="111583" y="34115"/>
                </a:lnTo>
                <a:close/>
                <a:moveTo>
                  <a:pt x="137221" y="60554"/>
                </a:moveTo>
                <a:cubicBezTo>
                  <a:pt x="137173" y="70197"/>
                  <a:pt x="139519" y="77761"/>
                  <a:pt x="144257" y="83246"/>
                </a:cubicBezTo>
                <a:cubicBezTo>
                  <a:pt x="148995" y="88728"/>
                  <a:pt x="154562" y="91470"/>
                  <a:pt x="160959" y="91470"/>
                </a:cubicBezTo>
                <a:cubicBezTo>
                  <a:pt x="165223" y="91470"/>
                  <a:pt x="168931" y="90297"/>
                  <a:pt x="172082" y="87952"/>
                </a:cubicBezTo>
                <a:cubicBezTo>
                  <a:pt x="175233" y="85606"/>
                  <a:pt x="177874" y="81591"/>
                  <a:pt x="180006" y="75905"/>
                </a:cubicBezTo>
                <a:lnTo>
                  <a:pt x="182210" y="77327"/>
                </a:lnTo>
                <a:cubicBezTo>
                  <a:pt x="181215" y="83818"/>
                  <a:pt x="178324" y="89729"/>
                  <a:pt x="173539" y="95059"/>
                </a:cubicBezTo>
                <a:cubicBezTo>
                  <a:pt x="168753" y="100390"/>
                  <a:pt x="162759" y="103055"/>
                  <a:pt x="155557" y="103055"/>
                </a:cubicBezTo>
                <a:cubicBezTo>
                  <a:pt x="147740" y="103055"/>
                  <a:pt x="141047" y="100017"/>
                  <a:pt x="135480" y="93942"/>
                </a:cubicBezTo>
                <a:cubicBezTo>
                  <a:pt x="129912" y="87865"/>
                  <a:pt x="127129" y="79696"/>
                  <a:pt x="127129" y="69435"/>
                </a:cubicBezTo>
                <a:cubicBezTo>
                  <a:pt x="127129" y="58324"/>
                  <a:pt x="129983" y="49660"/>
                  <a:pt x="135693" y="43443"/>
                </a:cubicBezTo>
                <a:cubicBezTo>
                  <a:pt x="141402" y="37224"/>
                  <a:pt x="148569" y="34115"/>
                  <a:pt x="157192" y="34115"/>
                </a:cubicBezTo>
                <a:cubicBezTo>
                  <a:pt x="164489" y="34115"/>
                  <a:pt x="170483" y="36513"/>
                  <a:pt x="175173" y="41311"/>
                </a:cubicBezTo>
                <a:cubicBezTo>
                  <a:pt x="179864" y="46107"/>
                  <a:pt x="182210" y="52521"/>
                  <a:pt x="182210" y="60554"/>
                </a:cubicBezTo>
                <a:lnTo>
                  <a:pt x="137221" y="60554"/>
                </a:lnTo>
                <a:moveTo>
                  <a:pt x="137221" y="56431"/>
                </a:moveTo>
                <a:lnTo>
                  <a:pt x="167355" y="56431"/>
                </a:lnTo>
                <a:cubicBezTo>
                  <a:pt x="167119" y="52262"/>
                  <a:pt x="166621" y="49324"/>
                  <a:pt x="165863" y="47618"/>
                </a:cubicBezTo>
                <a:cubicBezTo>
                  <a:pt x="164678" y="44965"/>
                  <a:pt x="162913" y="42880"/>
                  <a:pt x="160568" y="41364"/>
                </a:cubicBezTo>
                <a:cubicBezTo>
                  <a:pt x="158223" y="39848"/>
                  <a:pt x="155771" y="39090"/>
                  <a:pt x="153212" y="39090"/>
                </a:cubicBezTo>
                <a:cubicBezTo>
                  <a:pt x="149279" y="39090"/>
                  <a:pt x="145761" y="40618"/>
                  <a:pt x="142658" y="43674"/>
                </a:cubicBezTo>
                <a:cubicBezTo>
                  <a:pt x="139554" y="46730"/>
                  <a:pt x="137742" y="50982"/>
                  <a:pt x="137221" y="56431"/>
                </a:cubicBezTo>
                <a:close/>
                <a:moveTo>
                  <a:pt x="248440" y="34115"/>
                </a:moveTo>
                <a:lnTo>
                  <a:pt x="248440" y="117776"/>
                </a:lnTo>
                <a:cubicBezTo>
                  <a:pt x="248440" y="121942"/>
                  <a:pt x="248725" y="124617"/>
                  <a:pt x="249293" y="125800"/>
                </a:cubicBezTo>
                <a:cubicBezTo>
                  <a:pt x="249862" y="126985"/>
                  <a:pt x="250750" y="127908"/>
                  <a:pt x="251958" y="128570"/>
                </a:cubicBezTo>
                <a:cubicBezTo>
                  <a:pt x="253167" y="129233"/>
                  <a:pt x="255524" y="129565"/>
                  <a:pt x="259030" y="129565"/>
                </a:cubicBezTo>
                <a:lnTo>
                  <a:pt x="259030" y="132194"/>
                </a:lnTo>
                <a:lnTo>
                  <a:pt x="226195" y="132194"/>
                </a:lnTo>
                <a:lnTo>
                  <a:pt x="226195" y="129565"/>
                </a:lnTo>
                <a:lnTo>
                  <a:pt x="227545" y="129565"/>
                </a:lnTo>
                <a:cubicBezTo>
                  <a:pt x="230198" y="129565"/>
                  <a:pt x="232212" y="129186"/>
                  <a:pt x="233586" y="128428"/>
                </a:cubicBezTo>
                <a:cubicBezTo>
                  <a:pt x="234534" y="127906"/>
                  <a:pt x="235292" y="126971"/>
                  <a:pt x="235860" y="125620"/>
                </a:cubicBezTo>
                <a:cubicBezTo>
                  <a:pt x="236429" y="124270"/>
                  <a:pt x="236713" y="121652"/>
                  <a:pt x="236713" y="117767"/>
                </a:cubicBezTo>
                <a:lnTo>
                  <a:pt x="236713" y="89764"/>
                </a:lnTo>
                <a:cubicBezTo>
                  <a:pt x="232402" y="94881"/>
                  <a:pt x="228635" y="98376"/>
                  <a:pt x="225413" y="100247"/>
                </a:cubicBezTo>
                <a:cubicBezTo>
                  <a:pt x="222191" y="102119"/>
                  <a:pt x="218850" y="103055"/>
                  <a:pt x="215392" y="103055"/>
                </a:cubicBezTo>
                <a:cubicBezTo>
                  <a:pt x="209090" y="103055"/>
                  <a:pt x="203463" y="100191"/>
                  <a:pt x="198512" y="94464"/>
                </a:cubicBezTo>
                <a:cubicBezTo>
                  <a:pt x="193561" y="88737"/>
                  <a:pt x="191085" y="81069"/>
                  <a:pt x="191085" y="71461"/>
                </a:cubicBezTo>
                <a:cubicBezTo>
                  <a:pt x="191085" y="60431"/>
                  <a:pt x="194354" y="51450"/>
                  <a:pt x="200893" y="44516"/>
                </a:cubicBezTo>
                <a:cubicBezTo>
                  <a:pt x="207432" y="37582"/>
                  <a:pt x="215321" y="34115"/>
                  <a:pt x="224560" y="34115"/>
                </a:cubicBezTo>
                <a:cubicBezTo>
                  <a:pt x="227261" y="34115"/>
                  <a:pt x="229748" y="34494"/>
                  <a:pt x="232023" y="35252"/>
                </a:cubicBezTo>
                <a:cubicBezTo>
                  <a:pt x="234297" y="36010"/>
                  <a:pt x="236334" y="37147"/>
                  <a:pt x="238135" y="38663"/>
                </a:cubicBezTo>
                <a:cubicBezTo>
                  <a:pt x="240883" y="37337"/>
                  <a:pt x="243513" y="35820"/>
                  <a:pt x="246024" y="34115"/>
                </a:cubicBezTo>
                <a:lnTo>
                  <a:pt x="248440" y="34115"/>
                </a:lnTo>
                <a:moveTo>
                  <a:pt x="236713" y="85298"/>
                </a:moveTo>
                <a:lnTo>
                  <a:pt x="236713" y="54777"/>
                </a:lnTo>
                <a:cubicBezTo>
                  <a:pt x="236713" y="51228"/>
                  <a:pt x="236251" y="48436"/>
                  <a:pt x="235327" y="46401"/>
                </a:cubicBezTo>
                <a:cubicBezTo>
                  <a:pt x="234403" y="44365"/>
                  <a:pt x="232757" y="42638"/>
                  <a:pt x="230388" y="41220"/>
                </a:cubicBezTo>
                <a:cubicBezTo>
                  <a:pt x="228019" y="39800"/>
                  <a:pt x="225342" y="39090"/>
                  <a:pt x="222357" y="39090"/>
                </a:cubicBezTo>
                <a:cubicBezTo>
                  <a:pt x="217050" y="39090"/>
                  <a:pt x="212501" y="41337"/>
                  <a:pt x="208711" y="45833"/>
                </a:cubicBezTo>
                <a:cubicBezTo>
                  <a:pt x="204920" y="50328"/>
                  <a:pt x="203025" y="57142"/>
                  <a:pt x="203025" y="66275"/>
                </a:cubicBezTo>
                <a:cubicBezTo>
                  <a:pt x="203025" y="75029"/>
                  <a:pt x="204956" y="81677"/>
                  <a:pt x="208817" y="86219"/>
                </a:cubicBezTo>
                <a:cubicBezTo>
                  <a:pt x="212679" y="90762"/>
                  <a:pt x="217334" y="93034"/>
                  <a:pt x="222783" y="93034"/>
                </a:cubicBezTo>
                <a:cubicBezTo>
                  <a:pt x="225579" y="93034"/>
                  <a:pt x="228066" y="92430"/>
                  <a:pt x="230246" y="91223"/>
                </a:cubicBezTo>
                <a:cubicBezTo>
                  <a:pt x="232425" y="90017"/>
                  <a:pt x="234581" y="88041"/>
                  <a:pt x="236713" y="85298"/>
                </a:cubicBezTo>
                <a:close/>
                <a:moveTo>
                  <a:pt x="261659" y="38237"/>
                </a:moveTo>
                <a:lnTo>
                  <a:pt x="338346" y="38237"/>
                </a:lnTo>
                <a:lnTo>
                  <a:pt x="338346" y="44136"/>
                </a:lnTo>
                <a:lnTo>
                  <a:pt x="261659" y="44136"/>
                </a:lnTo>
                <a:lnTo>
                  <a:pt x="261659" y="38237"/>
                </a:lnTo>
                <a:moveTo>
                  <a:pt x="261659" y="61335"/>
                </a:moveTo>
                <a:lnTo>
                  <a:pt x="338346" y="61335"/>
                </a:lnTo>
                <a:lnTo>
                  <a:pt x="338346" y="67234"/>
                </a:lnTo>
                <a:lnTo>
                  <a:pt x="261659" y="67234"/>
                </a:lnTo>
                <a:lnTo>
                  <a:pt x="261659" y="61335"/>
                </a:lnTo>
                <a:close/>
                <a:moveTo>
                  <a:pt x="409379" y="36673"/>
                </a:moveTo>
                <a:lnTo>
                  <a:pt x="395520" y="84934"/>
                </a:lnTo>
                <a:lnTo>
                  <a:pt x="393957" y="91419"/>
                </a:lnTo>
                <a:cubicBezTo>
                  <a:pt x="393815" y="92027"/>
                  <a:pt x="393744" y="92542"/>
                  <a:pt x="393744" y="92962"/>
                </a:cubicBezTo>
                <a:cubicBezTo>
                  <a:pt x="393744" y="93721"/>
                  <a:pt x="393981" y="94384"/>
                  <a:pt x="394454" y="94952"/>
                </a:cubicBezTo>
                <a:cubicBezTo>
                  <a:pt x="394833" y="95379"/>
                  <a:pt x="395307" y="95592"/>
                  <a:pt x="395876" y="95592"/>
                </a:cubicBezTo>
                <a:cubicBezTo>
                  <a:pt x="396492" y="95592"/>
                  <a:pt x="397297" y="95213"/>
                  <a:pt x="398292" y="94455"/>
                </a:cubicBezTo>
                <a:cubicBezTo>
                  <a:pt x="400140" y="93081"/>
                  <a:pt x="402604" y="90238"/>
                  <a:pt x="405684" y="85926"/>
                </a:cubicBezTo>
                <a:lnTo>
                  <a:pt x="408100" y="87632"/>
                </a:lnTo>
                <a:cubicBezTo>
                  <a:pt x="404831" y="92560"/>
                  <a:pt x="401467" y="96315"/>
                  <a:pt x="398008" y="98897"/>
                </a:cubicBezTo>
                <a:cubicBezTo>
                  <a:pt x="394549" y="101479"/>
                  <a:pt x="391351" y="102770"/>
                  <a:pt x="388413" y="102770"/>
                </a:cubicBezTo>
                <a:cubicBezTo>
                  <a:pt x="386376" y="102770"/>
                  <a:pt x="384848" y="102261"/>
                  <a:pt x="383829" y="101242"/>
                </a:cubicBezTo>
                <a:cubicBezTo>
                  <a:pt x="382810" y="100224"/>
                  <a:pt x="382301" y="98743"/>
                  <a:pt x="382301" y="96800"/>
                </a:cubicBezTo>
                <a:cubicBezTo>
                  <a:pt x="382301" y="94479"/>
                  <a:pt x="382822" y="91423"/>
                  <a:pt x="383865" y="87632"/>
                </a:cubicBezTo>
                <a:lnTo>
                  <a:pt x="385357" y="82126"/>
                </a:lnTo>
                <a:cubicBezTo>
                  <a:pt x="379150" y="90298"/>
                  <a:pt x="373441" y="96009"/>
                  <a:pt x="368229" y="99259"/>
                </a:cubicBezTo>
                <a:cubicBezTo>
                  <a:pt x="364486" y="101600"/>
                  <a:pt x="360813" y="102770"/>
                  <a:pt x="357212" y="102770"/>
                </a:cubicBezTo>
                <a:cubicBezTo>
                  <a:pt x="353754" y="102770"/>
                  <a:pt x="350769" y="101336"/>
                  <a:pt x="348257" y="98466"/>
                </a:cubicBezTo>
                <a:cubicBezTo>
                  <a:pt x="345746" y="95597"/>
                  <a:pt x="344491" y="91648"/>
                  <a:pt x="344491" y="86619"/>
                </a:cubicBezTo>
                <a:cubicBezTo>
                  <a:pt x="344491" y="79078"/>
                  <a:pt x="346753" y="71122"/>
                  <a:pt x="351278" y="62750"/>
                </a:cubicBezTo>
                <a:cubicBezTo>
                  <a:pt x="355803" y="54378"/>
                  <a:pt x="361548" y="47678"/>
                  <a:pt x="368513" y="42650"/>
                </a:cubicBezTo>
                <a:cubicBezTo>
                  <a:pt x="373962" y="38666"/>
                  <a:pt x="379103" y="36673"/>
                  <a:pt x="383936" y="36673"/>
                </a:cubicBezTo>
                <a:cubicBezTo>
                  <a:pt x="386826" y="36673"/>
                  <a:pt x="389231" y="37438"/>
                  <a:pt x="391149" y="38968"/>
                </a:cubicBezTo>
                <a:cubicBezTo>
                  <a:pt x="393068" y="40497"/>
                  <a:pt x="394525" y="43030"/>
                  <a:pt x="395520" y="46566"/>
                </a:cubicBezTo>
                <a:lnTo>
                  <a:pt x="398079" y="38379"/>
                </a:lnTo>
                <a:lnTo>
                  <a:pt x="409379" y="36673"/>
                </a:lnTo>
                <a:moveTo>
                  <a:pt x="384078" y="40227"/>
                </a:moveTo>
                <a:cubicBezTo>
                  <a:pt x="381045" y="40227"/>
                  <a:pt x="377823" y="41654"/>
                  <a:pt x="374412" y="44509"/>
                </a:cubicBezTo>
                <a:cubicBezTo>
                  <a:pt x="369579" y="48551"/>
                  <a:pt x="365279" y="54544"/>
                  <a:pt x="361512" y="62488"/>
                </a:cubicBezTo>
                <a:cubicBezTo>
                  <a:pt x="357746" y="70432"/>
                  <a:pt x="355862" y="77615"/>
                  <a:pt x="355862" y="84036"/>
                </a:cubicBezTo>
                <a:cubicBezTo>
                  <a:pt x="355862" y="87272"/>
                  <a:pt x="356668" y="89829"/>
                  <a:pt x="358279" y="91708"/>
                </a:cubicBezTo>
                <a:cubicBezTo>
                  <a:pt x="359890" y="93587"/>
                  <a:pt x="361737" y="94526"/>
                  <a:pt x="363822" y="94526"/>
                </a:cubicBezTo>
                <a:cubicBezTo>
                  <a:pt x="368987" y="94526"/>
                  <a:pt x="374601" y="90697"/>
                  <a:pt x="380666" y="83039"/>
                </a:cubicBezTo>
                <a:cubicBezTo>
                  <a:pt x="388769" y="72859"/>
                  <a:pt x="392820" y="62418"/>
                  <a:pt x="392820" y="51714"/>
                </a:cubicBezTo>
                <a:cubicBezTo>
                  <a:pt x="392820" y="47672"/>
                  <a:pt x="392038" y="44747"/>
                  <a:pt x="390474" y="42939"/>
                </a:cubicBezTo>
                <a:cubicBezTo>
                  <a:pt x="388911" y="41131"/>
                  <a:pt x="386779" y="40227"/>
                  <a:pt x="384078" y="40227"/>
                </a:cubicBezTo>
                <a:close/>
                <a:moveTo>
                  <a:pt x="421461" y="40653"/>
                </a:moveTo>
                <a:lnTo>
                  <a:pt x="445981" y="36673"/>
                </a:lnTo>
                <a:lnTo>
                  <a:pt x="435747" y="71285"/>
                </a:lnTo>
                <a:cubicBezTo>
                  <a:pt x="444039" y="57089"/>
                  <a:pt x="451572" y="47165"/>
                  <a:pt x="458348" y="41515"/>
                </a:cubicBezTo>
                <a:cubicBezTo>
                  <a:pt x="462186" y="38287"/>
                  <a:pt x="465313" y="36673"/>
                  <a:pt x="467730" y="36673"/>
                </a:cubicBezTo>
                <a:cubicBezTo>
                  <a:pt x="469293" y="36673"/>
                  <a:pt x="470525" y="37137"/>
                  <a:pt x="471425" y="38066"/>
                </a:cubicBezTo>
                <a:cubicBezTo>
                  <a:pt x="472326" y="38993"/>
                  <a:pt x="472776" y="40336"/>
                  <a:pt x="472776" y="42097"/>
                </a:cubicBezTo>
                <a:cubicBezTo>
                  <a:pt x="472776" y="45236"/>
                  <a:pt x="471970" y="48233"/>
                  <a:pt x="470359" y="51088"/>
                </a:cubicBezTo>
                <a:cubicBezTo>
                  <a:pt x="469222" y="53229"/>
                  <a:pt x="467587" y="54299"/>
                  <a:pt x="465455" y="54299"/>
                </a:cubicBezTo>
                <a:cubicBezTo>
                  <a:pt x="464365" y="54299"/>
                  <a:pt x="463430" y="53944"/>
                  <a:pt x="462648" y="53233"/>
                </a:cubicBezTo>
                <a:cubicBezTo>
                  <a:pt x="461866" y="52522"/>
                  <a:pt x="461380" y="51433"/>
                  <a:pt x="461191" y="49964"/>
                </a:cubicBezTo>
                <a:cubicBezTo>
                  <a:pt x="461096" y="49064"/>
                  <a:pt x="460883" y="48471"/>
                  <a:pt x="460551" y="48187"/>
                </a:cubicBezTo>
                <a:cubicBezTo>
                  <a:pt x="460172" y="47808"/>
                  <a:pt x="459722" y="47618"/>
                  <a:pt x="459201" y="47618"/>
                </a:cubicBezTo>
                <a:cubicBezTo>
                  <a:pt x="458395" y="47618"/>
                  <a:pt x="457637" y="47808"/>
                  <a:pt x="456927" y="48187"/>
                </a:cubicBezTo>
                <a:cubicBezTo>
                  <a:pt x="455695" y="48850"/>
                  <a:pt x="453823" y="50697"/>
                  <a:pt x="451312" y="53728"/>
                </a:cubicBezTo>
                <a:cubicBezTo>
                  <a:pt x="447379" y="58372"/>
                  <a:pt x="443115" y="64388"/>
                  <a:pt x="438519" y="71779"/>
                </a:cubicBezTo>
                <a:cubicBezTo>
                  <a:pt x="436529" y="74904"/>
                  <a:pt x="434823" y="78433"/>
                  <a:pt x="433402" y="82366"/>
                </a:cubicBezTo>
                <a:cubicBezTo>
                  <a:pt x="431412" y="87766"/>
                  <a:pt x="430274" y="91011"/>
                  <a:pt x="429990" y="92101"/>
                </a:cubicBezTo>
                <a:lnTo>
                  <a:pt x="427716" y="101065"/>
                </a:lnTo>
                <a:lnTo>
                  <a:pt x="416842" y="101065"/>
                </a:lnTo>
                <a:lnTo>
                  <a:pt x="429990" y="56858"/>
                </a:lnTo>
                <a:cubicBezTo>
                  <a:pt x="431506" y="51714"/>
                  <a:pt x="432264" y="48046"/>
                  <a:pt x="432264" y="45855"/>
                </a:cubicBezTo>
                <a:cubicBezTo>
                  <a:pt x="432264" y="44998"/>
                  <a:pt x="431909" y="44283"/>
                  <a:pt x="431198" y="43712"/>
                </a:cubicBezTo>
                <a:cubicBezTo>
                  <a:pt x="430251" y="42952"/>
                  <a:pt x="428995" y="42572"/>
                  <a:pt x="427432" y="42572"/>
                </a:cubicBezTo>
                <a:cubicBezTo>
                  <a:pt x="426437" y="42572"/>
                  <a:pt x="424612" y="42785"/>
                  <a:pt x="421959" y="43212"/>
                </a:cubicBezTo>
                <a:lnTo>
                  <a:pt x="421461" y="40653"/>
                </a:lnTo>
                <a:close/>
                <a:moveTo>
                  <a:pt x="512628" y="0"/>
                </a:moveTo>
                <a:lnTo>
                  <a:pt x="498627" y="49104"/>
                </a:lnTo>
                <a:cubicBezTo>
                  <a:pt x="503175" y="44341"/>
                  <a:pt x="507143" y="41078"/>
                  <a:pt x="510531" y="39316"/>
                </a:cubicBezTo>
                <a:cubicBezTo>
                  <a:pt x="513919" y="37554"/>
                  <a:pt x="517461" y="36673"/>
                  <a:pt x="521156" y="36673"/>
                </a:cubicBezTo>
                <a:cubicBezTo>
                  <a:pt x="526368" y="36673"/>
                  <a:pt x="530633" y="38405"/>
                  <a:pt x="533949" y="41868"/>
                </a:cubicBezTo>
                <a:cubicBezTo>
                  <a:pt x="537266" y="45330"/>
                  <a:pt x="538925" y="50025"/>
                  <a:pt x="538925" y="55954"/>
                </a:cubicBezTo>
                <a:cubicBezTo>
                  <a:pt x="538925" y="63591"/>
                  <a:pt x="536745" y="71193"/>
                  <a:pt x="532386" y="78759"/>
                </a:cubicBezTo>
                <a:cubicBezTo>
                  <a:pt x="528027" y="86324"/>
                  <a:pt x="522554" y="92217"/>
                  <a:pt x="515968" y="96438"/>
                </a:cubicBezTo>
                <a:cubicBezTo>
                  <a:pt x="509382" y="100660"/>
                  <a:pt x="502891" y="102770"/>
                  <a:pt x="496494" y="102770"/>
                </a:cubicBezTo>
                <a:cubicBezTo>
                  <a:pt x="489340" y="102770"/>
                  <a:pt x="481996" y="100070"/>
                  <a:pt x="474462" y="94668"/>
                </a:cubicBezTo>
                <a:lnTo>
                  <a:pt x="496068" y="20185"/>
                </a:lnTo>
                <a:cubicBezTo>
                  <a:pt x="497726" y="14451"/>
                  <a:pt x="498556" y="11087"/>
                  <a:pt x="498556" y="10092"/>
                </a:cubicBezTo>
                <a:cubicBezTo>
                  <a:pt x="498556" y="8860"/>
                  <a:pt x="498176" y="7936"/>
                  <a:pt x="497418" y="7320"/>
                </a:cubicBezTo>
                <a:cubicBezTo>
                  <a:pt x="496329" y="6468"/>
                  <a:pt x="494718" y="6041"/>
                  <a:pt x="492585" y="6041"/>
                </a:cubicBezTo>
                <a:cubicBezTo>
                  <a:pt x="491590" y="6041"/>
                  <a:pt x="490074" y="6207"/>
                  <a:pt x="488037" y="6539"/>
                </a:cubicBezTo>
                <a:lnTo>
                  <a:pt x="488037" y="3980"/>
                </a:lnTo>
                <a:lnTo>
                  <a:pt x="512628" y="0"/>
                </a:lnTo>
                <a:moveTo>
                  <a:pt x="485123" y="95450"/>
                </a:moveTo>
                <a:cubicBezTo>
                  <a:pt x="489861" y="98056"/>
                  <a:pt x="494031" y="99359"/>
                  <a:pt x="497632" y="99359"/>
                </a:cubicBezTo>
                <a:cubicBezTo>
                  <a:pt x="501801" y="99359"/>
                  <a:pt x="506125" y="97833"/>
                  <a:pt x="510602" y="94781"/>
                </a:cubicBezTo>
                <a:cubicBezTo>
                  <a:pt x="515080" y="91728"/>
                  <a:pt x="518965" y="86582"/>
                  <a:pt x="522258" y="79343"/>
                </a:cubicBezTo>
                <a:cubicBezTo>
                  <a:pt x="525551" y="72103"/>
                  <a:pt x="527198" y="64791"/>
                  <a:pt x="527198" y="57409"/>
                </a:cubicBezTo>
                <a:cubicBezTo>
                  <a:pt x="527198" y="53055"/>
                  <a:pt x="526120" y="49648"/>
                  <a:pt x="523964" y="47188"/>
                </a:cubicBezTo>
                <a:cubicBezTo>
                  <a:pt x="521808" y="44727"/>
                  <a:pt x="519261" y="43496"/>
                  <a:pt x="516324" y="43496"/>
                </a:cubicBezTo>
                <a:cubicBezTo>
                  <a:pt x="511917" y="43496"/>
                  <a:pt x="507605" y="45260"/>
                  <a:pt x="503388" y="48789"/>
                </a:cubicBezTo>
                <a:cubicBezTo>
                  <a:pt x="499171" y="52316"/>
                  <a:pt x="496163" y="57229"/>
                  <a:pt x="494362" y="63527"/>
                </a:cubicBezTo>
                <a:lnTo>
                  <a:pt x="485123" y="95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D4302-AB0C-4D9A-8AA2-D8ABE79A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222" y="3830244"/>
            <a:ext cx="374079" cy="245019"/>
          </a:xfrm>
          <a:custGeom xmlns:a="http://schemas.openxmlformats.org/drawingml/2006/main">
            <a:pathLst>
              <a:path w="374079" h="245019">
                <a:moveTo>
                  <a:pt x="0" y="0"/>
                </a:moveTo>
                <a:lnTo>
                  <a:pt x="374079" y="0"/>
                </a:lnTo>
                <a:lnTo>
                  <a:pt x="374079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50E8C-DFC4-4AF4-98A8-32C5C0FF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222" y="3830244"/>
            <a:ext cx="374079" cy="245019"/>
          </a:xfrm>
          <a:custGeom xmlns:a="http://schemas.openxmlformats.org/drawingml/2006/main">
            <a:pathLst>
              <a:path w="374079" h="245019" fill="none">
                <a:moveTo>
                  <a:pt x="0" y="0"/>
                </a:moveTo>
                <a:lnTo>
                  <a:pt x="374079" y="0"/>
                </a:lnTo>
                <a:lnTo>
                  <a:pt x="374079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08" name="Text S1">
            <a:extLst xmlns:a="http://schemas.openxmlformats.org/drawingml/2006/main">
              <a:ext uri="{FF2B5EF4-FFF2-40B4-BE49-F238E27FC236}">
                <a16:creationId xmlns:a16="http://schemas.microsoft.com/office/drawing/2014/main" id="{3DCD12AE-015B-44E7-B605-5760C866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947" y="3907818"/>
            <a:ext cx="131507" cy="95379"/>
          </a:xfrm>
          <a:custGeom xmlns:a="http://schemas.openxmlformats.org/drawingml/2006/main">
            <a:pathLst>
              <a:path w="131507" h="95379">
                <a:moveTo>
                  <a:pt x="60056" y="66124"/>
                </a:moveTo>
                <a:cubicBezTo>
                  <a:pt x="60056" y="70964"/>
                  <a:pt x="59156" y="75211"/>
                  <a:pt x="57355" y="78866"/>
                </a:cubicBezTo>
                <a:cubicBezTo>
                  <a:pt x="55555" y="82520"/>
                  <a:pt x="53115" y="85569"/>
                  <a:pt x="50035" y="88012"/>
                </a:cubicBezTo>
                <a:cubicBezTo>
                  <a:pt x="46955" y="90455"/>
                  <a:pt x="43354" y="92294"/>
                  <a:pt x="39232" y="93529"/>
                </a:cubicBezTo>
                <a:cubicBezTo>
                  <a:pt x="35110" y="94762"/>
                  <a:pt x="30703" y="95379"/>
                  <a:pt x="26012" y="95379"/>
                </a:cubicBezTo>
                <a:cubicBezTo>
                  <a:pt x="22838" y="95379"/>
                  <a:pt x="19888" y="95121"/>
                  <a:pt x="17164" y="94604"/>
                </a:cubicBezTo>
                <a:cubicBezTo>
                  <a:pt x="14440" y="94087"/>
                  <a:pt x="12035" y="93465"/>
                  <a:pt x="9950" y="92738"/>
                </a:cubicBezTo>
                <a:cubicBezTo>
                  <a:pt x="7865" y="92010"/>
                  <a:pt x="6124" y="91246"/>
                  <a:pt x="4726" y="90448"/>
                </a:cubicBezTo>
                <a:cubicBezTo>
                  <a:pt x="3329" y="89650"/>
                  <a:pt x="2322" y="88946"/>
                  <a:pt x="1706" y="88336"/>
                </a:cubicBezTo>
                <a:cubicBezTo>
                  <a:pt x="1090" y="87725"/>
                  <a:pt x="651" y="86835"/>
                  <a:pt x="391" y="85669"/>
                </a:cubicBezTo>
                <a:cubicBezTo>
                  <a:pt x="130" y="84502"/>
                  <a:pt x="0" y="82824"/>
                  <a:pt x="0" y="80634"/>
                </a:cubicBezTo>
                <a:cubicBezTo>
                  <a:pt x="0" y="79157"/>
                  <a:pt x="47" y="77920"/>
                  <a:pt x="142" y="76920"/>
                </a:cubicBezTo>
                <a:cubicBezTo>
                  <a:pt x="237" y="75921"/>
                  <a:pt x="391" y="75111"/>
                  <a:pt x="604" y="74493"/>
                </a:cubicBezTo>
                <a:cubicBezTo>
                  <a:pt x="817" y="73874"/>
                  <a:pt x="1102" y="73433"/>
                  <a:pt x="1457" y="73171"/>
                </a:cubicBezTo>
                <a:cubicBezTo>
                  <a:pt x="1812" y="72909"/>
                  <a:pt x="2227" y="72778"/>
                  <a:pt x="2701" y="72778"/>
                </a:cubicBezTo>
                <a:cubicBezTo>
                  <a:pt x="3364" y="72778"/>
                  <a:pt x="4300" y="73169"/>
                  <a:pt x="5508" y="73951"/>
                </a:cubicBezTo>
                <a:cubicBezTo>
                  <a:pt x="6716" y="74732"/>
                  <a:pt x="8268" y="75597"/>
                  <a:pt x="10163" y="76545"/>
                </a:cubicBezTo>
                <a:cubicBezTo>
                  <a:pt x="12059" y="77492"/>
                  <a:pt x="14321" y="78357"/>
                  <a:pt x="16951" y="79139"/>
                </a:cubicBezTo>
                <a:cubicBezTo>
                  <a:pt x="19580" y="79921"/>
                  <a:pt x="22625" y="80312"/>
                  <a:pt x="26084" y="80312"/>
                </a:cubicBezTo>
                <a:cubicBezTo>
                  <a:pt x="28358" y="80312"/>
                  <a:pt x="30395" y="80038"/>
                  <a:pt x="32196" y="79492"/>
                </a:cubicBezTo>
                <a:cubicBezTo>
                  <a:pt x="33996" y="78944"/>
                  <a:pt x="35524" y="78171"/>
                  <a:pt x="36780" y="77173"/>
                </a:cubicBezTo>
                <a:cubicBezTo>
                  <a:pt x="38035" y="76175"/>
                  <a:pt x="38995" y="74940"/>
                  <a:pt x="39658" y="73466"/>
                </a:cubicBezTo>
                <a:cubicBezTo>
                  <a:pt x="40322" y="71992"/>
                  <a:pt x="40653" y="70351"/>
                  <a:pt x="40653" y="68545"/>
                </a:cubicBezTo>
                <a:cubicBezTo>
                  <a:pt x="40653" y="66457"/>
                  <a:pt x="40085" y="64666"/>
                  <a:pt x="38948" y="63172"/>
                </a:cubicBezTo>
                <a:cubicBezTo>
                  <a:pt x="37810" y="61677"/>
                  <a:pt x="36330" y="60348"/>
                  <a:pt x="34506" y="59185"/>
                </a:cubicBezTo>
                <a:cubicBezTo>
                  <a:pt x="32681" y="58023"/>
                  <a:pt x="30608" y="56932"/>
                  <a:pt x="28287" y="55912"/>
                </a:cubicBezTo>
                <a:cubicBezTo>
                  <a:pt x="25965" y="54890"/>
                  <a:pt x="23572" y="53810"/>
                  <a:pt x="21108" y="52671"/>
                </a:cubicBezTo>
                <a:cubicBezTo>
                  <a:pt x="18645" y="51533"/>
                  <a:pt x="16252" y="50240"/>
                  <a:pt x="13930" y="48793"/>
                </a:cubicBezTo>
                <a:cubicBezTo>
                  <a:pt x="11608" y="47345"/>
                  <a:pt x="9536" y="45613"/>
                  <a:pt x="7711" y="43596"/>
                </a:cubicBezTo>
                <a:cubicBezTo>
                  <a:pt x="5887" y="41579"/>
                  <a:pt x="4406" y="39196"/>
                  <a:pt x="3269" y="36445"/>
                </a:cubicBezTo>
                <a:cubicBezTo>
                  <a:pt x="2132" y="33692"/>
                  <a:pt x="1564" y="30394"/>
                  <a:pt x="1564" y="26550"/>
                </a:cubicBezTo>
                <a:cubicBezTo>
                  <a:pt x="1564" y="22136"/>
                  <a:pt x="2381" y="18257"/>
                  <a:pt x="4016" y="14912"/>
                </a:cubicBezTo>
                <a:cubicBezTo>
                  <a:pt x="5650" y="11567"/>
                  <a:pt x="7853" y="8791"/>
                  <a:pt x="10625" y="6585"/>
                </a:cubicBezTo>
                <a:cubicBezTo>
                  <a:pt x="13397" y="4378"/>
                  <a:pt x="16666" y="2728"/>
                  <a:pt x="20433" y="1637"/>
                </a:cubicBezTo>
                <a:cubicBezTo>
                  <a:pt x="24200" y="546"/>
                  <a:pt x="28192" y="0"/>
                  <a:pt x="32409" y="0"/>
                </a:cubicBezTo>
                <a:cubicBezTo>
                  <a:pt x="34588" y="0"/>
                  <a:pt x="36768" y="166"/>
                  <a:pt x="38948" y="498"/>
                </a:cubicBezTo>
                <a:cubicBezTo>
                  <a:pt x="41127" y="829"/>
                  <a:pt x="43165" y="1279"/>
                  <a:pt x="45060" y="1848"/>
                </a:cubicBezTo>
                <a:cubicBezTo>
                  <a:pt x="46955" y="2416"/>
                  <a:pt x="48637" y="3056"/>
                  <a:pt x="50106" y="3767"/>
                </a:cubicBezTo>
                <a:cubicBezTo>
                  <a:pt x="51575" y="4478"/>
                  <a:pt x="52546" y="5070"/>
                  <a:pt x="53020" y="5544"/>
                </a:cubicBezTo>
                <a:cubicBezTo>
                  <a:pt x="53494" y="6017"/>
                  <a:pt x="53814" y="6421"/>
                  <a:pt x="53979" y="6754"/>
                </a:cubicBezTo>
                <a:cubicBezTo>
                  <a:pt x="54145" y="7087"/>
                  <a:pt x="54287" y="7528"/>
                  <a:pt x="54406" y="8076"/>
                </a:cubicBezTo>
                <a:cubicBezTo>
                  <a:pt x="54524" y="8623"/>
                  <a:pt x="54607" y="9314"/>
                  <a:pt x="54655" y="10148"/>
                </a:cubicBezTo>
                <a:cubicBezTo>
                  <a:pt x="54702" y="10980"/>
                  <a:pt x="54726" y="12015"/>
                  <a:pt x="54726" y="13253"/>
                </a:cubicBezTo>
                <a:cubicBezTo>
                  <a:pt x="54726" y="14634"/>
                  <a:pt x="54690" y="15801"/>
                  <a:pt x="54619" y="16753"/>
                </a:cubicBezTo>
                <a:cubicBezTo>
                  <a:pt x="54548" y="17705"/>
                  <a:pt x="54429" y="18491"/>
                  <a:pt x="54264" y="19110"/>
                </a:cubicBezTo>
                <a:cubicBezTo>
                  <a:pt x="54098" y="19728"/>
                  <a:pt x="53861" y="20181"/>
                  <a:pt x="53553" y="20467"/>
                </a:cubicBezTo>
                <a:cubicBezTo>
                  <a:pt x="53245" y="20752"/>
                  <a:pt x="52830" y="20895"/>
                  <a:pt x="52309" y="20895"/>
                </a:cubicBezTo>
                <a:cubicBezTo>
                  <a:pt x="51788" y="20895"/>
                  <a:pt x="50959" y="20564"/>
                  <a:pt x="49822" y="19900"/>
                </a:cubicBezTo>
                <a:cubicBezTo>
                  <a:pt x="48684" y="19237"/>
                  <a:pt x="47287" y="18514"/>
                  <a:pt x="45628" y="17733"/>
                </a:cubicBezTo>
                <a:cubicBezTo>
                  <a:pt x="43970" y="16951"/>
                  <a:pt x="42051" y="16240"/>
                  <a:pt x="39872" y="15600"/>
                </a:cubicBezTo>
                <a:cubicBezTo>
                  <a:pt x="37692" y="14961"/>
                  <a:pt x="35299" y="14641"/>
                  <a:pt x="32693" y="14641"/>
                </a:cubicBezTo>
                <a:cubicBezTo>
                  <a:pt x="30656" y="14641"/>
                  <a:pt x="28879" y="14889"/>
                  <a:pt x="27363" y="15385"/>
                </a:cubicBezTo>
                <a:cubicBezTo>
                  <a:pt x="25847" y="15881"/>
                  <a:pt x="24579" y="16566"/>
                  <a:pt x="23560" y="17439"/>
                </a:cubicBezTo>
                <a:cubicBezTo>
                  <a:pt x="22542" y="18311"/>
                  <a:pt x="21784" y="19361"/>
                  <a:pt x="21286" y="20589"/>
                </a:cubicBezTo>
                <a:cubicBezTo>
                  <a:pt x="20789" y="21816"/>
                  <a:pt x="20540" y="23115"/>
                  <a:pt x="20540" y="24484"/>
                </a:cubicBezTo>
                <a:cubicBezTo>
                  <a:pt x="20540" y="26525"/>
                  <a:pt x="21097" y="28293"/>
                  <a:pt x="22210" y="29788"/>
                </a:cubicBezTo>
                <a:cubicBezTo>
                  <a:pt x="23324" y="31282"/>
                  <a:pt x="24816" y="32610"/>
                  <a:pt x="26688" y="33773"/>
                </a:cubicBezTo>
                <a:cubicBezTo>
                  <a:pt x="28559" y="34935"/>
                  <a:pt x="30680" y="36027"/>
                  <a:pt x="33049" y="37049"/>
                </a:cubicBezTo>
                <a:cubicBezTo>
                  <a:pt x="35418" y="38069"/>
                  <a:pt x="37834" y="39148"/>
                  <a:pt x="40298" y="40287"/>
                </a:cubicBezTo>
                <a:cubicBezTo>
                  <a:pt x="42762" y="41425"/>
                  <a:pt x="45178" y="42719"/>
                  <a:pt x="47547" y="44167"/>
                </a:cubicBezTo>
                <a:cubicBezTo>
                  <a:pt x="49916" y="45614"/>
                  <a:pt x="52025" y="47345"/>
                  <a:pt x="53873" y="49362"/>
                </a:cubicBezTo>
                <a:cubicBezTo>
                  <a:pt x="55721" y="51379"/>
                  <a:pt x="57213" y="53751"/>
                  <a:pt x="58350" y="56480"/>
                </a:cubicBezTo>
                <a:cubicBezTo>
                  <a:pt x="59487" y="59208"/>
                  <a:pt x="60056" y="62422"/>
                  <a:pt x="60056" y="66124"/>
                </a:cubicBezTo>
                <a:close/>
                <a:moveTo>
                  <a:pt x="131507" y="86530"/>
                </a:moveTo>
                <a:cubicBezTo>
                  <a:pt x="131507" y="87865"/>
                  <a:pt x="131436" y="88996"/>
                  <a:pt x="131293" y="89924"/>
                </a:cubicBezTo>
                <a:cubicBezTo>
                  <a:pt x="131151" y="90853"/>
                  <a:pt x="130950" y="91591"/>
                  <a:pt x="130689" y="92138"/>
                </a:cubicBezTo>
                <a:cubicBezTo>
                  <a:pt x="130429" y="92685"/>
                  <a:pt x="130133" y="93077"/>
                  <a:pt x="129801" y="93316"/>
                </a:cubicBezTo>
                <a:cubicBezTo>
                  <a:pt x="129469" y="93554"/>
                  <a:pt x="129090" y="93673"/>
                  <a:pt x="128664" y="93673"/>
                </a:cubicBezTo>
                <a:lnTo>
                  <a:pt x="77918" y="93673"/>
                </a:lnTo>
                <a:cubicBezTo>
                  <a:pt x="77539" y="93673"/>
                  <a:pt x="77184" y="93554"/>
                  <a:pt x="76852" y="93316"/>
                </a:cubicBezTo>
                <a:cubicBezTo>
                  <a:pt x="76520" y="93077"/>
                  <a:pt x="76224" y="92685"/>
                  <a:pt x="75964" y="92138"/>
                </a:cubicBezTo>
                <a:cubicBezTo>
                  <a:pt x="75703" y="91591"/>
                  <a:pt x="75502" y="90853"/>
                  <a:pt x="75360" y="89924"/>
                </a:cubicBezTo>
                <a:cubicBezTo>
                  <a:pt x="75217" y="88996"/>
                  <a:pt x="75146" y="87865"/>
                  <a:pt x="75146" y="86530"/>
                </a:cubicBezTo>
                <a:cubicBezTo>
                  <a:pt x="75146" y="85150"/>
                  <a:pt x="75206" y="83996"/>
                  <a:pt x="75324" y="83068"/>
                </a:cubicBezTo>
                <a:cubicBezTo>
                  <a:pt x="75443" y="82139"/>
                  <a:pt x="75632" y="81390"/>
                  <a:pt x="75893" y="80818"/>
                </a:cubicBezTo>
                <a:cubicBezTo>
                  <a:pt x="76153" y="80246"/>
                  <a:pt x="76449" y="79830"/>
                  <a:pt x="76781" y="79568"/>
                </a:cubicBezTo>
                <a:cubicBezTo>
                  <a:pt x="77113" y="79305"/>
                  <a:pt x="77492" y="79174"/>
                  <a:pt x="77918" y="79174"/>
                </a:cubicBezTo>
                <a:lnTo>
                  <a:pt x="95047" y="79174"/>
                </a:lnTo>
                <a:lnTo>
                  <a:pt x="95047" y="19332"/>
                </a:lnTo>
                <a:lnTo>
                  <a:pt x="80264" y="27576"/>
                </a:lnTo>
                <a:cubicBezTo>
                  <a:pt x="79174" y="28097"/>
                  <a:pt x="78285" y="28417"/>
                  <a:pt x="77598" y="28535"/>
                </a:cubicBezTo>
                <a:cubicBezTo>
                  <a:pt x="76911" y="28654"/>
                  <a:pt x="76366" y="28512"/>
                  <a:pt x="75964" y="28109"/>
                </a:cubicBezTo>
                <a:cubicBezTo>
                  <a:pt x="75561" y="27706"/>
                  <a:pt x="75289" y="27006"/>
                  <a:pt x="75146" y="26008"/>
                </a:cubicBezTo>
                <a:cubicBezTo>
                  <a:pt x="75004" y="25010"/>
                  <a:pt x="74933" y="23609"/>
                  <a:pt x="74933" y="21804"/>
                </a:cubicBezTo>
                <a:cubicBezTo>
                  <a:pt x="74933" y="20664"/>
                  <a:pt x="74957" y="19726"/>
                  <a:pt x="75004" y="18990"/>
                </a:cubicBezTo>
                <a:cubicBezTo>
                  <a:pt x="75052" y="18252"/>
                  <a:pt x="75170" y="17622"/>
                  <a:pt x="75360" y="17100"/>
                </a:cubicBezTo>
                <a:cubicBezTo>
                  <a:pt x="75549" y="16577"/>
                  <a:pt x="75810" y="16150"/>
                  <a:pt x="76141" y="15818"/>
                </a:cubicBezTo>
                <a:cubicBezTo>
                  <a:pt x="76473" y="15485"/>
                  <a:pt x="76923" y="15129"/>
                  <a:pt x="77492" y="14750"/>
                </a:cubicBezTo>
                <a:lnTo>
                  <a:pt x="97250" y="1921"/>
                </a:lnTo>
                <a:cubicBezTo>
                  <a:pt x="97487" y="1732"/>
                  <a:pt x="97783" y="1578"/>
                  <a:pt x="98138" y="1459"/>
                </a:cubicBezTo>
                <a:cubicBezTo>
                  <a:pt x="98494" y="1339"/>
                  <a:pt x="98956" y="1244"/>
                  <a:pt x="99524" y="1173"/>
                </a:cubicBezTo>
                <a:cubicBezTo>
                  <a:pt x="100093" y="1102"/>
                  <a:pt x="100839" y="1054"/>
                  <a:pt x="101763" y="1031"/>
                </a:cubicBezTo>
                <a:cubicBezTo>
                  <a:pt x="102687" y="1007"/>
                  <a:pt x="103883" y="995"/>
                  <a:pt x="105352" y="995"/>
                </a:cubicBezTo>
                <a:cubicBezTo>
                  <a:pt x="107153" y="995"/>
                  <a:pt x="108610" y="1031"/>
                  <a:pt x="109723" y="1102"/>
                </a:cubicBezTo>
                <a:cubicBezTo>
                  <a:pt x="110836" y="1173"/>
                  <a:pt x="111678" y="1291"/>
                  <a:pt x="112246" y="1457"/>
                </a:cubicBezTo>
                <a:cubicBezTo>
                  <a:pt x="112815" y="1623"/>
                  <a:pt x="113194" y="1848"/>
                  <a:pt x="113383" y="2132"/>
                </a:cubicBezTo>
                <a:cubicBezTo>
                  <a:pt x="113573" y="2416"/>
                  <a:pt x="113668" y="2772"/>
                  <a:pt x="113668" y="3198"/>
                </a:cubicBezTo>
                <a:lnTo>
                  <a:pt x="113668" y="79174"/>
                </a:lnTo>
                <a:lnTo>
                  <a:pt x="128664" y="79174"/>
                </a:lnTo>
                <a:cubicBezTo>
                  <a:pt x="129090" y="79174"/>
                  <a:pt x="129481" y="79305"/>
                  <a:pt x="129836" y="79568"/>
                </a:cubicBezTo>
                <a:cubicBezTo>
                  <a:pt x="130192" y="79830"/>
                  <a:pt x="130500" y="80246"/>
                  <a:pt x="130760" y="80818"/>
                </a:cubicBezTo>
                <a:cubicBezTo>
                  <a:pt x="131021" y="81390"/>
                  <a:pt x="131211" y="82139"/>
                  <a:pt x="131329" y="83068"/>
                </a:cubicBezTo>
                <a:cubicBezTo>
                  <a:pt x="131447" y="83996"/>
                  <a:pt x="131507" y="85150"/>
                  <a:pt x="131507" y="865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A7A59-84E8-4AE2-8932-940CF77F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737" y="4079630"/>
            <a:ext cx="373593" cy="245019"/>
          </a:xfrm>
          <a:custGeom xmlns:a="http://schemas.openxmlformats.org/drawingml/2006/main">
            <a:pathLst>
              <a:path w="373593" h="245019">
                <a:moveTo>
                  <a:pt x="0" y="0"/>
                </a:moveTo>
                <a:lnTo>
                  <a:pt x="373593" y="0"/>
                </a:lnTo>
                <a:lnTo>
                  <a:pt x="373593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6B773-9D0B-46D1-8463-B372D49B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737" y="4079630"/>
            <a:ext cx="373593" cy="245019"/>
          </a:xfrm>
          <a:custGeom xmlns:a="http://schemas.openxmlformats.org/drawingml/2006/main">
            <a:pathLst>
              <a:path w="373593" h="245019" fill="none">
                <a:moveTo>
                  <a:pt x="0" y="0"/>
                </a:moveTo>
                <a:lnTo>
                  <a:pt x="373593" y="0"/>
                </a:lnTo>
                <a:lnTo>
                  <a:pt x="373593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11" name="Text S2">
            <a:extLst xmlns:a="http://schemas.openxmlformats.org/drawingml/2006/main">
              <a:ext uri="{FF2B5EF4-FFF2-40B4-BE49-F238E27FC236}">
                <a16:creationId xmlns:a16="http://schemas.microsoft.com/office/drawing/2014/main" id="{4B11E3AC-9AB1-475B-91CC-DFB6EABC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033" y="4157326"/>
            <a:ext cx="132360" cy="95379"/>
          </a:xfrm>
          <a:custGeom xmlns:a="http://schemas.openxmlformats.org/drawingml/2006/main">
            <a:pathLst>
              <a:path w="132360" h="95379">
                <a:moveTo>
                  <a:pt x="60056" y="66124"/>
                </a:moveTo>
                <a:cubicBezTo>
                  <a:pt x="60056" y="70964"/>
                  <a:pt x="59156" y="75211"/>
                  <a:pt x="57355" y="78866"/>
                </a:cubicBezTo>
                <a:cubicBezTo>
                  <a:pt x="55555" y="82520"/>
                  <a:pt x="53115" y="85569"/>
                  <a:pt x="50035" y="88012"/>
                </a:cubicBezTo>
                <a:cubicBezTo>
                  <a:pt x="46955" y="90455"/>
                  <a:pt x="43354" y="92294"/>
                  <a:pt x="39232" y="93529"/>
                </a:cubicBezTo>
                <a:cubicBezTo>
                  <a:pt x="35110" y="94762"/>
                  <a:pt x="30703" y="95379"/>
                  <a:pt x="26012" y="95379"/>
                </a:cubicBezTo>
                <a:cubicBezTo>
                  <a:pt x="22838" y="95379"/>
                  <a:pt x="19888" y="95121"/>
                  <a:pt x="17164" y="94604"/>
                </a:cubicBezTo>
                <a:cubicBezTo>
                  <a:pt x="14440" y="94087"/>
                  <a:pt x="12035" y="93465"/>
                  <a:pt x="9950" y="92738"/>
                </a:cubicBezTo>
                <a:cubicBezTo>
                  <a:pt x="7865" y="92010"/>
                  <a:pt x="6124" y="91246"/>
                  <a:pt x="4726" y="90448"/>
                </a:cubicBezTo>
                <a:cubicBezTo>
                  <a:pt x="3329" y="89650"/>
                  <a:pt x="2322" y="88946"/>
                  <a:pt x="1706" y="88336"/>
                </a:cubicBezTo>
                <a:cubicBezTo>
                  <a:pt x="1090" y="87725"/>
                  <a:pt x="651" y="86835"/>
                  <a:pt x="391" y="85669"/>
                </a:cubicBezTo>
                <a:cubicBezTo>
                  <a:pt x="130" y="84502"/>
                  <a:pt x="0" y="82824"/>
                  <a:pt x="0" y="80634"/>
                </a:cubicBezTo>
                <a:cubicBezTo>
                  <a:pt x="0" y="79157"/>
                  <a:pt x="47" y="77920"/>
                  <a:pt x="142" y="76920"/>
                </a:cubicBezTo>
                <a:cubicBezTo>
                  <a:pt x="237" y="75921"/>
                  <a:pt x="391" y="75111"/>
                  <a:pt x="604" y="74493"/>
                </a:cubicBezTo>
                <a:cubicBezTo>
                  <a:pt x="817" y="73874"/>
                  <a:pt x="1102" y="73433"/>
                  <a:pt x="1457" y="73171"/>
                </a:cubicBezTo>
                <a:cubicBezTo>
                  <a:pt x="1812" y="72909"/>
                  <a:pt x="2227" y="72778"/>
                  <a:pt x="2701" y="72778"/>
                </a:cubicBezTo>
                <a:cubicBezTo>
                  <a:pt x="3364" y="72778"/>
                  <a:pt x="4300" y="73169"/>
                  <a:pt x="5508" y="73951"/>
                </a:cubicBezTo>
                <a:cubicBezTo>
                  <a:pt x="6716" y="74732"/>
                  <a:pt x="8268" y="75597"/>
                  <a:pt x="10163" y="76545"/>
                </a:cubicBezTo>
                <a:cubicBezTo>
                  <a:pt x="12059" y="77492"/>
                  <a:pt x="14321" y="78357"/>
                  <a:pt x="16951" y="79139"/>
                </a:cubicBezTo>
                <a:cubicBezTo>
                  <a:pt x="19580" y="79921"/>
                  <a:pt x="22625" y="80312"/>
                  <a:pt x="26084" y="80312"/>
                </a:cubicBezTo>
                <a:cubicBezTo>
                  <a:pt x="28358" y="80312"/>
                  <a:pt x="30395" y="80038"/>
                  <a:pt x="32196" y="79492"/>
                </a:cubicBezTo>
                <a:cubicBezTo>
                  <a:pt x="33996" y="78944"/>
                  <a:pt x="35524" y="78171"/>
                  <a:pt x="36780" y="77173"/>
                </a:cubicBezTo>
                <a:cubicBezTo>
                  <a:pt x="38035" y="76175"/>
                  <a:pt x="38995" y="74940"/>
                  <a:pt x="39658" y="73466"/>
                </a:cubicBezTo>
                <a:cubicBezTo>
                  <a:pt x="40322" y="71992"/>
                  <a:pt x="40653" y="70351"/>
                  <a:pt x="40653" y="68545"/>
                </a:cubicBezTo>
                <a:cubicBezTo>
                  <a:pt x="40653" y="66457"/>
                  <a:pt x="40085" y="64666"/>
                  <a:pt x="38948" y="63172"/>
                </a:cubicBezTo>
                <a:cubicBezTo>
                  <a:pt x="37810" y="61677"/>
                  <a:pt x="36330" y="60348"/>
                  <a:pt x="34506" y="59185"/>
                </a:cubicBezTo>
                <a:cubicBezTo>
                  <a:pt x="32681" y="58023"/>
                  <a:pt x="30608" y="56932"/>
                  <a:pt x="28287" y="55912"/>
                </a:cubicBezTo>
                <a:cubicBezTo>
                  <a:pt x="25965" y="54890"/>
                  <a:pt x="23572" y="53810"/>
                  <a:pt x="21108" y="52671"/>
                </a:cubicBezTo>
                <a:cubicBezTo>
                  <a:pt x="18645" y="51533"/>
                  <a:pt x="16252" y="50240"/>
                  <a:pt x="13930" y="48793"/>
                </a:cubicBezTo>
                <a:cubicBezTo>
                  <a:pt x="11608" y="47345"/>
                  <a:pt x="9536" y="45613"/>
                  <a:pt x="7711" y="43596"/>
                </a:cubicBezTo>
                <a:cubicBezTo>
                  <a:pt x="5887" y="41579"/>
                  <a:pt x="4406" y="39196"/>
                  <a:pt x="3269" y="36445"/>
                </a:cubicBezTo>
                <a:cubicBezTo>
                  <a:pt x="2132" y="33692"/>
                  <a:pt x="1564" y="30394"/>
                  <a:pt x="1564" y="26550"/>
                </a:cubicBezTo>
                <a:cubicBezTo>
                  <a:pt x="1564" y="22136"/>
                  <a:pt x="2381" y="18257"/>
                  <a:pt x="4016" y="14912"/>
                </a:cubicBezTo>
                <a:cubicBezTo>
                  <a:pt x="5650" y="11567"/>
                  <a:pt x="7853" y="8791"/>
                  <a:pt x="10625" y="6585"/>
                </a:cubicBezTo>
                <a:cubicBezTo>
                  <a:pt x="13397" y="4378"/>
                  <a:pt x="16666" y="2728"/>
                  <a:pt x="20433" y="1637"/>
                </a:cubicBezTo>
                <a:cubicBezTo>
                  <a:pt x="24200" y="546"/>
                  <a:pt x="28192" y="0"/>
                  <a:pt x="32409" y="0"/>
                </a:cubicBezTo>
                <a:cubicBezTo>
                  <a:pt x="34588" y="0"/>
                  <a:pt x="36768" y="166"/>
                  <a:pt x="38948" y="498"/>
                </a:cubicBezTo>
                <a:cubicBezTo>
                  <a:pt x="41127" y="829"/>
                  <a:pt x="43165" y="1279"/>
                  <a:pt x="45060" y="1848"/>
                </a:cubicBezTo>
                <a:cubicBezTo>
                  <a:pt x="46955" y="2416"/>
                  <a:pt x="48637" y="3056"/>
                  <a:pt x="50106" y="3767"/>
                </a:cubicBezTo>
                <a:cubicBezTo>
                  <a:pt x="51575" y="4478"/>
                  <a:pt x="52546" y="5070"/>
                  <a:pt x="53020" y="5544"/>
                </a:cubicBezTo>
                <a:cubicBezTo>
                  <a:pt x="53494" y="6017"/>
                  <a:pt x="53814" y="6421"/>
                  <a:pt x="53979" y="6754"/>
                </a:cubicBezTo>
                <a:cubicBezTo>
                  <a:pt x="54145" y="7087"/>
                  <a:pt x="54287" y="7528"/>
                  <a:pt x="54406" y="8076"/>
                </a:cubicBezTo>
                <a:cubicBezTo>
                  <a:pt x="54524" y="8623"/>
                  <a:pt x="54607" y="9314"/>
                  <a:pt x="54655" y="10148"/>
                </a:cubicBezTo>
                <a:cubicBezTo>
                  <a:pt x="54702" y="10980"/>
                  <a:pt x="54726" y="12015"/>
                  <a:pt x="54726" y="13253"/>
                </a:cubicBezTo>
                <a:cubicBezTo>
                  <a:pt x="54726" y="14634"/>
                  <a:pt x="54690" y="15801"/>
                  <a:pt x="54619" y="16753"/>
                </a:cubicBezTo>
                <a:cubicBezTo>
                  <a:pt x="54548" y="17705"/>
                  <a:pt x="54429" y="18491"/>
                  <a:pt x="54264" y="19110"/>
                </a:cubicBezTo>
                <a:cubicBezTo>
                  <a:pt x="54098" y="19728"/>
                  <a:pt x="53861" y="20181"/>
                  <a:pt x="53553" y="20467"/>
                </a:cubicBezTo>
                <a:cubicBezTo>
                  <a:pt x="53245" y="20752"/>
                  <a:pt x="52830" y="20895"/>
                  <a:pt x="52309" y="20895"/>
                </a:cubicBezTo>
                <a:cubicBezTo>
                  <a:pt x="51788" y="20895"/>
                  <a:pt x="50959" y="20564"/>
                  <a:pt x="49822" y="19900"/>
                </a:cubicBezTo>
                <a:cubicBezTo>
                  <a:pt x="48684" y="19237"/>
                  <a:pt x="47287" y="18514"/>
                  <a:pt x="45628" y="17733"/>
                </a:cubicBezTo>
                <a:cubicBezTo>
                  <a:pt x="43970" y="16951"/>
                  <a:pt x="42051" y="16240"/>
                  <a:pt x="39872" y="15600"/>
                </a:cubicBezTo>
                <a:cubicBezTo>
                  <a:pt x="37692" y="14961"/>
                  <a:pt x="35299" y="14641"/>
                  <a:pt x="32693" y="14641"/>
                </a:cubicBezTo>
                <a:cubicBezTo>
                  <a:pt x="30656" y="14641"/>
                  <a:pt x="28879" y="14889"/>
                  <a:pt x="27363" y="15385"/>
                </a:cubicBezTo>
                <a:cubicBezTo>
                  <a:pt x="25847" y="15881"/>
                  <a:pt x="24579" y="16566"/>
                  <a:pt x="23560" y="17439"/>
                </a:cubicBezTo>
                <a:cubicBezTo>
                  <a:pt x="22542" y="18311"/>
                  <a:pt x="21784" y="19361"/>
                  <a:pt x="21286" y="20589"/>
                </a:cubicBezTo>
                <a:cubicBezTo>
                  <a:pt x="20789" y="21816"/>
                  <a:pt x="20540" y="23115"/>
                  <a:pt x="20540" y="24484"/>
                </a:cubicBezTo>
                <a:cubicBezTo>
                  <a:pt x="20540" y="26525"/>
                  <a:pt x="21097" y="28293"/>
                  <a:pt x="22210" y="29788"/>
                </a:cubicBezTo>
                <a:cubicBezTo>
                  <a:pt x="23324" y="31282"/>
                  <a:pt x="24816" y="32610"/>
                  <a:pt x="26688" y="33773"/>
                </a:cubicBezTo>
                <a:cubicBezTo>
                  <a:pt x="28559" y="34935"/>
                  <a:pt x="30680" y="36027"/>
                  <a:pt x="33049" y="37049"/>
                </a:cubicBezTo>
                <a:cubicBezTo>
                  <a:pt x="35418" y="38069"/>
                  <a:pt x="37834" y="39148"/>
                  <a:pt x="40298" y="40287"/>
                </a:cubicBezTo>
                <a:cubicBezTo>
                  <a:pt x="42762" y="41425"/>
                  <a:pt x="45178" y="42719"/>
                  <a:pt x="47547" y="44167"/>
                </a:cubicBezTo>
                <a:cubicBezTo>
                  <a:pt x="49916" y="45614"/>
                  <a:pt x="52025" y="47345"/>
                  <a:pt x="53873" y="49362"/>
                </a:cubicBezTo>
                <a:cubicBezTo>
                  <a:pt x="55721" y="51379"/>
                  <a:pt x="57213" y="53751"/>
                  <a:pt x="58350" y="56480"/>
                </a:cubicBezTo>
                <a:cubicBezTo>
                  <a:pt x="59487" y="59208"/>
                  <a:pt x="60056" y="62422"/>
                  <a:pt x="60056" y="66124"/>
                </a:cubicBezTo>
                <a:close/>
                <a:moveTo>
                  <a:pt x="132360" y="86033"/>
                </a:moveTo>
                <a:cubicBezTo>
                  <a:pt x="132360" y="87413"/>
                  <a:pt x="132300" y="88591"/>
                  <a:pt x="132182" y="89567"/>
                </a:cubicBezTo>
                <a:cubicBezTo>
                  <a:pt x="132063" y="90542"/>
                  <a:pt x="131886" y="91340"/>
                  <a:pt x="131649" y="91959"/>
                </a:cubicBezTo>
                <a:cubicBezTo>
                  <a:pt x="131412" y="92577"/>
                  <a:pt x="131104" y="93018"/>
                  <a:pt x="130725" y="93280"/>
                </a:cubicBezTo>
                <a:cubicBezTo>
                  <a:pt x="130346" y="93542"/>
                  <a:pt x="129919" y="93673"/>
                  <a:pt x="129446" y="93673"/>
                </a:cubicBezTo>
                <a:lnTo>
                  <a:pt x="76568" y="93673"/>
                </a:lnTo>
                <a:cubicBezTo>
                  <a:pt x="75525" y="93673"/>
                  <a:pt x="74625" y="93578"/>
                  <a:pt x="73867" y="93389"/>
                </a:cubicBezTo>
                <a:cubicBezTo>
                  <a:pt x="73109" y="93198"/>
                  <a:pt x="72493" y="92829"/>
                  <a:pt x="72019" y="92283"/>
                </a:cubicBezTo>
                <a:cubicBezTo>
                  <a:pt x="71545" y="91735"/>
                  <a:pt x="71202" y="90938"/>
                  <a:pt x="70989" y="89893"/>
                </a:cubicBezTo>
                <a:cubicBezTo>
                  <a:pt x="70775" y="88848"/>
                  <a:pt x="70669" y="87493"/>
                  <a:pt x="70669" y="85829"/>
                </a:cubicBezTo>
                <a:cubicBezTo>
                  <a:pt x="70669" y="84259"/>
                  <a:pt x="70740" y="82916"/>
                  <a:pt x="70882" y="81800"/>
                </a:cubicBezTo>
                <a:cubicBezTo>
                  <a:pt x="71024" y="80682"/>
                  <a:pt x="71285" y="79683"/>
                  <a:pt x="71664" y="78804"/>
                </a:cubicBezTo>
                <a:cubicBezTo>
                  <a:pt x="72043" y="77923"/>
                  <a:pt x="72529" y="77066"/>
                  <a:pt x="73121" y="76234"/>
                </a:cubicBezTo>
                <a:cubicBezTo>
                  <a:pt x="73713" y="75402"/>
                  <a:pt x="74483" y="74487"/>
                  <a:pt x="75431" y="73489"/>
                </a:cubicBezTo>
                <a:lnTo>
                  <a:pt x="91351" y="56460"/>
                </a:lnTo>
                <a:cubicBezTo>
                  <a:pt x="94525" y="53142"/>
                  <a:pt x="97084" y="50121"/>
                  <a:pt x="99027" y="47396"/>
                </a:cubicBezTo>
                <a:cubicBezTo>
                  <a:pt x="100969" y="44672"/>
                  <a:pt x="102486" y="42184"/>
                  <a:pt x="103575" y="39934"/>
                </a:cubicBezTo>
                <a:cubicBezTo>
                  <a:pt x="104665" y="37682"/>
                  <a:pt x="105411" y="35608"/>
                  <a:pt x="105814" y="33713"/>
                </a:cubicBezTo>
                <a:cubicBezTo>
                  <a:pt x="106217" y="31816"/>
                  <a:pt x="106418" y="30015"/>
                  <a:pt x="106418" y="28309"/>
                </a:cubicBezTo>
                <a:cubicBezTo>
                  <a:pt x="106418" y="26753"/>
                  <a:pt x="106169" y="25279"/>
                  <a:pt x="105672" y="23887"/>
                </a:cubicBezTo>
                <a:cubicBezTo>
                  <a:pt x="105174" y="22495"/>
                  <a:pt x="104440" y="21280"/>
                  <a:pt x="103469" y="20242"/>
                </a:cubicBezTo>
                <a:cubicBezTo>
                  <a:pt x="102497" y="19204"/>
                  <a:pt x="101277" y="18391"/>
                  <a:pt x="99808" y="17801"/>
                </a:cubicBezTo>
                <a:cubicBezTo>
                  <a:pt x="98340" y="17211"/>
                  <a:pt x="96610" y="16915"/>
                  <a:pt x="94620" y="16915"/>
                </a:cubicBezTo>
                <a:cubicBezTo>
                  <a:pt x="91825" y="16915"/>
                  <a:pt x="89349" y="17271"/>
                  <a:pt x="87193" y="17981"/>
                </a:cubicBezTo>
                <a:cubicBezTo>
                  <a:pt x="85037" y="18692"/>
                  <a:pt x="83142" y="19486"/>
                  <a:pt x="81507" y="20362"/>
                </a:cubicBezTo>
                <a:cubicBezTo>
                  <a:pt x="79873" y="21239"/>
                  <a:pt x="78510" y="22044"/>
                  <a:pt x="77421" y="22779"/>
                </a:cubicBezTo>
                <a:cubicBezTo>
                  <a:pt x="76331" y="23513"/>
                  <a:pt x="75478" y="23880"/>
                  <a:pt x="74862" y="23880"/>
                </a:cubicBezTo>
                <a:cubicBezTo>
                  <a:pt x="74436" y="23880"/>
                  <a:pt x="74068" y="23737"/>
                  <a:pt x="73760" y="23452"/>
                </a:cubicBezTo>
                <a:cubicBezTo>
                  <a:pt x="73453" y="23166"/>
                  <a:pt x="73204" y="22691"/>
                  <a:pt x="73014" y="22026"/>
                </a:cubicBezTo>
                <a:cubicBezTo>
                  <a:pt x="72825" y="21359"/>
                  <a:pt x="72671" y="20467"/>
                  <a:pt x="72552" y="19349"/>
                </a:cubicBezTo>
                <a:cubicBezTo>
                  <a:pt x="72434" y="18230"/>
                  <a:pt x="72375" y="16862"/>
                  <a:pt x="72375" y="15245"/>
                </a:cubicBezTo>
                <a:cubicBezTo>
                  <a:pt x="72375" y="14151"/>
                  <a:pt x="72410" y="13235"/>
                  <a:pt x="72481" y="12498"/>
                </a:cubicBezTo>
                <a:cubicBezTo>
                  <a:pt x="72552" y="11760"/>
                  <a:pt x="72659" y="11118"/>
                  <a:pt x="72801" y="10570"/>
                </a:cubicBezTo>
                <a:cubicBezTo>
                  <a:pt x="72943" y="10022"/>
                  <a:pt x="73133" y="9546"/>
                  <a:pt x="73370" y="9142"/>
                </a:cubicBezTo>
                <a:cubicBezTo>
                  <a:pt x="73606" y="8737"/>
                  <a:pt x="74021" y="8250"/>
                  <a:pt x="74613" y="7680"/>
                </a:cubicBezTo>
                <a:cubicBezTo>
                  <a:pt x="75206" y="7109"/>
                  <a:pt x="76295" y="6385"/>
                  <a:pt x="77883" y="5508"/>
                </a:cubicBezTo>
                <a:cubicBezTo>
                  <a:pt x="79470" y="4632"/>
                  <a:pt x="81424" y="3779"/>
                  <a:pt x="83746" y="2950"/>
                </a:cubicBezTo>
                <a:cubicBezTo>
                  <a:pt x="86068" y="2120"/>
                  <a:pt x="88626" y="1421"/>
                  <a:pt x="91422" y="853"/>
                </a:cubicBezTo>
                <a:cubicBezTo>
                  <a:pt x="94217" y="284"/>
                  <a:pt x="97131" y="0"/>
                  <a:pt x="100164" y="0"/>
                </a:cubicBezTo>
                <a:cubicBezTo>
                  <a:pt x="104949" y="0"/>
                  <a:pt x="109131" y="605"/>
                  <a:pt x="112708" y="1815"/>
                </a:cubicBezTo>
                <a:cubicBezTo>
                  <a:pt x="116285" y="3023"/>
                  <a:pt x="119259" y="4706"/>
                  <a:pt x="121628" y="6863"/>
                </a:cubicBezTo>
                <a:cubicBezTo>
                  <a:pt x="123997" y="9020"/>
                  <a:pt x="125762" y="11581"/>
                  <a:pt x="126923" y="14545"/>
                </a:cubicBezTo>
                <a:cubicBezTo>
                  <a:pt x="128083" y="17508"/>
                  <a:pt x="128664" y="20697"/>
                  <a:pt x="128664" y="24111"/>
                </a:cubicBezTo>
                <a:cubicBezTo>
                  <a:pt x="128664" y="27096"/>
                  <a:pt x="128379" y="30034"/>
                  <a:pt x="127811" y="32924"/>
                </a:cubicBezTo>
                <a:cubicBezTo>
                  <a:pt x="127242" y="35813"/>
                  <a:pt x="126058" y="38928"/>
                  <a:pt x="124257" y="42268"/>
                </a:cubicBezTo>
                <a:cubicBezTo>
                  <a:pt x="122457" y="45608"/>
                  <a:pt x="119922" y="49304"/>
                  <a:pt x="116653" y="53355"/>
                </a:cubicBezTo>
                <a:cubicBezTo>
                  <a:pt x="113383" y="57405"/>
                  <a:pt x="109048" y="62107"/>
                  <a:pt x="103646" y="67461"/>
                </a:cubicBezTo>
                <a:lnTo>
                  <a:pt x="92914" y="78464"/>
                </a:lnTo>
                <a:lnTo>
                  <a:pt x="129161" y="78464"/>
                </a:lnTo>
                <a:cubicBezTo>
                  <a:pt x="129635" y="78464"/>
                  <a:pt x="130073" y="78607"/>
                  <a:pt x="130476" y="78892"/>
                </a:cubicBezTo>
                <a:cubicBezTo>
                  <a:pt x="130879" y="79178"/>
                  <a:pt x="131222" y="79619"/>
                  <a:pt x="131507" y="80214"/>
                </a:cubicBezTo>
                <a:cubicBezTo>
                  <a:pt x="131791" y="80809"/>
                  <a:pt x="132004" y="81595"/>
                  <a:pt x="132146" y="82570"/>
                </a:cubicBezTo>
                <a:cubicBezTo>
                  <a:pt x="132288" y="83546"/>
                  <a:pt x="132360" y="84700"/>
                  <a:pt x="132360" y="860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907E1-7739-407A-A9BB-60CF2E38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163" y="4325620"/>
            <a:ext cx="373593" cy="244534"/>
          </a:xfrm>
          <a:custGeom xmlns:a="http://schemas.openxmlformats.org/drawingml/2006/main">
            <a:pathLst>
              <a:path w="373593" h="244534" fill="none">
                <a:moveTo>
                  <a:pt x="0" y="0"/>
                </a:moveTo>
                <a:lnTo>
                  <a:pt x="373593" y="0"/>
                </a:lnTo>
                <a:lnTo>
                  <a:pt x="373593" y="244534"/>
                </a:lnTo>
                <a:lnTo>
                  <a:pt x="0" y="24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481DC-8755-4A78-82C5-E41020CC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52" y="3582799"/>
            <a:ext cx="373593" cy="245019"/>
          </a:xfrm>
          <a:custGeom xmlns:a="http://schemas.openxmlformats.org/drawingml/2006/main">
            <a:pathLst>
              <a:path w="373593" h="245019" fill="none">
                <a:moveTo>
                  <a:pt x="0" y="0"/>
                </a:moveTo>
                <a:lnTo>
                  <a:pt x="373593" y="0"/>
                </a:lnTo>
                <a:lnTo>
                  <a:pt x="373593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870CC-0A86-42B1-9597-7A2A3102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24" y="4013888"/>
            <a:ext cx="976680" cy="150893"/>
          </a:xfrm>
          <a:custGeom xmlns:a="http://schemas.openxmlformats.org/drawingml/2006/main">
            <a:pathLst>
              <a:path w="976680" h="150893">
                <a:moveTo>
                  <a:pt x="0" y="0"/>
                </a:moveTo>
                <a:lnTo>
                  <a:pt x="976680" y="0"/>
                </a:lnTo>
                <a:lnTo>
                  <a:pt x="976680" y="150893"/>
                </a:lnTo>
                <a:lnTo>
                  <a:pt x="0" y="1508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DUPACK">
            <a:extLst xmlns:a="http://schemas.openxmlformats.org/drawingml/2006/main">
              <a:ext uri="{FF2B5EF4-FFF2-40B4-BE49-F238E27FC236}">
                <a16:creationId xmlns:a16="http://schemas.microsoft.com/office/drawing/2014/main" id="{30225B5B-D944-4937-9741-56C561CE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964" y="4048980"/>
            <a:ext cx="550472" cy="89568"/>
          </a:xfrm>
          <a:custGeom xmlns:a="http://schemas.openxmlformats.org/drawingml/2006/main">
            <a:pathLst>
              <a:path w="550472" h="89568">
                <a:moveTo>
                  <a:pt x="0" y="87670"/>
                </a:moveTo>
                <a:lnTo>
                  <a:pt x="0" y="85330"/>
                </a:lnTo>
                <a:lnTo>
                  <a:pt x="3226" y="85330"/>
                </a:lnTo>
                <a:cubicBezTo>
                  <a:pt x="6853" y="85330"/>
                  <a:pt x="9425" y="84170"/>
                  <a:pt x="10943" y="81851"/>
                </a:cubicBezTo>
                <a:cubicBezTo>
                  <a:pt x="11871" y="80459"/>
                  <a:pt x="12335" y="77339"/>
                  <a:pt x="12335" y="72489"/>
                </a:cubicBezTo>
                <a:lnTo>
                  <a:pt x="12335" y="17079"/>
                </a:lnTo>
                <a:cubicBezTo>
                  <a:pt x="12335" y="11723"/>
                  <a:pt x="11744" y="8371"/>
                  <a:pt x="10563" y="7021"/>
                </a:cubicBezTo>
                <a:cubicBezTo>
                  <a:pt x="8919" y="5166"/>
                  <a:pt x="6473" y="4238"/>
                  <a:pt x="3226" y="4238"/>
                </a:cubicBezTo>
                <a:lnTo>
                  <a:pt x="0" y="4238"/>
                </a:lnTo>
                <a:lnTo>
                  <a:pt x="0" y="1898"/>
                </a:lnTo>
                <a:lnTo>
                  <a:pt x="34916" y="1898"/>
                </a:lnTo>
                <a:cubicBezTo>
                  <a:pt x="47736" y="1898"/>
                  <a:pt x="57488" y="3352"/>
                  <a:pt x="64171" y="6262"/>
                </a:cubicBezTo>
                <a:cubicBezTo>
                  <a:pt x="70855" y="9172"/>
                  <a:pt x="76232" y="14021"/>
                  <a:pt x="80301" y="20811"/>
                </a:cubicBezTo>
                <a:cubicBezTo>
                  <a:pt x="84371" y="27600"/>
                  <a:pt x="86405" y="35443"/>
                  <a:pt x="86405" y="44341"/>
                </a:cubicBezTo>
                <a:cubicBezTo>
                  <a:pt x="86405" y="56275"/>
                  <a:pt x="82779" y="66248"/>
                  <a:pt x="75526" y="74261"/>
                </a:cubicBezTo>
                <a:cubicBezTo>
                  <a:pt x="67387" y="83200"/>
                  <a:pt x="54989" y="87670"/>
                  <a:pt x="38332" y="87670"/>
                </a:cubicBezTo>
                <a:lnTo>
                  <a:pt x="0" y="87670"/>
                </a:lnTo>
                <a:moveTo>
                  <a:pt x="24479" y="81535"/>
                </a:moveTo>
                <a:cubicBezTo>
                  <a:pt x="29835" y="82673"/>
                  <a:pt x="34326" y="83243"/>
                  <a:pt x="37953" y="83243"/>
                </a:cubicBezTo>
                <a:cubicBezTo>
                  <a:pt x="47736" y="83243"/>
                  <a:pt x="55854" y="79806"/>
                  <a:pt x="62305" y="72932"/>
                </a:cubicBezTo>
                <a:cubicBezTo>
                  <a:pt x="68757" y="66059"/>
                  <a:pt x="71983" y="56739"/>
                  <a:pt x="71983" y="44974"/>
                </a:cubicBezTo>
                <a:cubicBezTo>
                  <a:pt x="71983" y="33124"/>
                  <a:pt x="68757" y="23784"/>
                  <a:pt x="62305" y="16952"/>
                </a:cubicBezTo>
                <a:cubicBezTo>
                  <a:pt x="55854" y="10121"/>
                  <a:pt x="47567" y="6705"/>
                  <a:pt x="37447" y="6705"/>
                </a:cubicBezTo>
                <a:cubicBezTo>
                  <a:pt x="33651" y="6705"/>
                  <a:pt x="29329" y="7316"/>
                  <a:pt x="24479" y="8539"/>
                </a:cubicBezTo>
                <a:lnTo>
                  <a:pt x="24479" y="81535"/>
                </a:lnTo>
                <a:close/>
                <a:moveTo>
                  <a:pt x="153246" y="4238"/>
                </a:moveTo>
                <a:lnTo>
                  <a:pt x="153246" y="1898"/>
                </a:lnTo>
                <a:lnTo>
                  <a:pt x="183608" y="1898"/>
                </a:lnTo>
                <a:lnTo>
                  <a:pt x="183608" y="4238"/>
                </a:lnTo>
                <a:lnTo>
                  <a:pt x="180382" y="4238"/>
                </a:lnTo>
                <a:cubicBezTo>
                  <a:pt x="177009" y="4238"/>
                  <a:pt x="174415" y="5649"/>
                  <a:pt x="172602" y="8470"/>
                </a:cubicBezTo>
                <a:cubicBezTo>
                  <a:pt x="171716" y="9775"/>
                  <a:pt x="171274" y="12806"/>
                  <a:pt x="171274" y="17565"/>
                </a:cubicBezTo>
                <a:lnTo>
                  <a:pt x="171274" y="52303"/>
                </a:lnTo>
                <a:cubicBezTo>
                  <a:pt x="171274" y="60893"/>
                  <a:pt x="170420" y="67556"/>
                  <a:pt x="168712" y="72294"/>
                </a:cubicBezTo>
                <a:cubicBezTo>
                  <a:pt x="167004" y="77031"/>
                  <a:pt x="163651" y="81095"/>
                  <a:pt x="158654" y="84484"/>
                </a:cubicBezTo>
                <a:cubicBezTo>
                  <a:pt x="153657" y="87873"/>
                  <a:pt x="146857" y="89568"/>
                  <a:pt x="138255" y="89568"/>
                </a:cubicBezTo>
                <a:cubicBezTo>
                  <a:pt x="128893" y="89568"/>
                  <a:pt x="121788" y="87947"/>
                  <a:pt x="116938" y="84705"/>
                </a:cubicBezTo>
                <a:cubicBezTo>
                  <a:pt x="112089" y="81462"/>
                  <a:pt x="108652" y="77104"/>
                  <a:pt x="106628" y="71630"/>
                </a:cubicBezTo>
                <a:cubicBezTo>
                  <a:pt x="105278" y="67883"/>
                  <a:pt x="104604" y="60851"/>
                  <a:pt x="104604" y="50534"/>
                </a:cubicBezTo>
                <a:lnTo>
                  <a:pt x="104604" y="17059"/>
                </a:lnTo>
                <a:cubicBezTo>
                  <a:pt x="104604" y="11796"/>
                  <a:pt x="103876" y="8343"/>
                  <a:pt x="102421" y="6701"/>
                </a:cubicBezTo>
                <a:cubicBezTo>
                  <a:pt x="100966" y="5059"/>
                  <a:pt x="98615" y="4238"/>
                  <a:pt x="95368" y="4238"/>
                </a:cubicBezTo>
                <a:lnTo>
                  <a:pt x="92142" y="4238"/>
                </a:lnTo>
                <a:lnTo>
                  <a:pt x="92142" y="1898"/>
                </a:lnTo>
                <a:lnTo>
                  <a:pt x="129209" y="1898"/>
                </a:lnTo>
                <a:lnTo>
                  <a:pt x="129209" y="4238"/>
                </a:lnTo>
                <a:lnTo>
                  <a:pt x="125920" y="4238"/>
                </a:lnTo>
                <a:cubicBezTo>
                  <a:pt x="122378" y="4238"/>
                  <a:pt x="119848" y="5355"/>
                  <a:pt x="118330" y="7589"/>
                </a:cubicBezTo>
                <a:cubicBezTo>
                  <a:pt x="117275" y="9105"/>
                  <a:pt x="116748" y="12265"/>
                  <a:pt x="116748" y="17069"/>
                </a:cubicBezTo>
                <a:lnTo>
                  <a:pt x="116748" y="54422"/>
                </a:lnTo>
                <a:cubicBezTo>
                  <a:pt x="116748" y="57751"/>
                  <a:pt x="117054" y="61565"/>
                  <a:pt x="117666" y="65864"/>
                </a:cubicBezTo>
                <a:cubicBezTo>
                  <a:pt x="118277" y="70161"/>
                  <a:pt x="119384" y="73511"/>
                  <a:pt x="120986" y="75913"/>
                </a:cubicBezTo>
                <a:cubicBezTo>
                  <a:pt x="122589" y="78314"/>
                  <a:pt x="124898" y="80294"/>
                  <a:pt x="127913" y="81853"/>
                </a:cubicBezTo>
                <a:cubicBezTo>
                  <a:pt x="130928" y="83412"/>
                  <a:pt x="134628" y="84191"/>
                  <a:pt x="139014" y="84191"/>
                </a:cubicBezTo>
                <a:cubicBezTo>
                  <a:pt x="144622" y="84191"/>
                  <a:pt x="149641" y="82970"/>
                  <a:pt x="154068" y="80527"/>
                </a:cubicBezTo>
                <a:cubicBezTo>
                  <a:pt x="158496" y="78082"/>
                  <a:pt x="161522" y="74954"/>
                  <a:pt x="163145" y="71141"/>
                </a:cubicBezTo>
                <a:cubicBezTo>
                  <a:pt x="164769" y="67328"/>
                  <a:pt x="165581" y="60870"/>
                  <a:pt x="165581" y="51768"/>
                </a:cubicBezTo>
                <a:lnTo>
                  <a:pt x="165581" y="17069"/>
                </a:lnTo>
                <a:cubicBezTo>
                  <a:pt x="165581" y="11717"/>
                  <a:pt x="164990" y="8367"/>
                  <a:pt x="163810" y="7019"/>
                </a:cubicBezTo>
                <a:cubicBezTo>
                  <a:pt x="162165" y="5165"/>
                  <a:pt x="159719" y="4238"/>
                  <a:pt x="156472" y="4238"/>
                </a:cubicBezTo>
                <a:lnTo>
                  <a:pt x="153246" y="4238"/>
                </a:lnTo>
                <a:close/>
                <a:moveTo>
                  <a:pt x="211674" y="47441"/>
                </a:moveTo>
                <a:lnTo>
                  <a:pt x="211674" y="72468"/>
                </a:lnTo>
                <a:cubicBezTo>
                  <a:pt x="211674" y="77875"/>
                  <a:pt x="212264" y="81233"/>
                  <a:pt x="213445" y="82543"/>
                </a:cubicBezTo>
                <a:cubicBezTo>
                  <a:pt x="215048" y="84401"/>
                  <a:pt x="217472" y="85330"/>
                  <a:pt x="220719" y="85330"/>
                </a:cubicBezTo>
                <a:lnTo>
                  <a:pt x="224009" y="85330"/>
                </a:lnTo>
                <a:lnTo>
                  <a:pt x="224009" y="87670"/>
                </a:lnTo>
                <a:lnTo>
                  <a:pt x="187258" y="87670"/>
                </a:lnTo>
                <a:lnTo>
                  <a:pt x="187258" y="85330"/>
                </a:lnTo>
                <a:lnTo>
                  <a:pt x="190484" y="85330"/>
                </a:lnTo>
                <a:cubicBezTo>
                  <a:pt x="194110" y="85330"/>
                  <a:pt x="196704" y="84149"/>
                  <a:pt x="198264" y="81788"/>
                </a:cubicBezTo>
                <a:cubicBezTo>
                  <a:pt x="199108" y="80481"/>
                  <a:pt x="199529" y="77381"/>
                  <a:pt x="199529" y="72489"/>
                </a:cubicBezTo>
                <a:lnTo>
                  <a:pt x="199529" y="17079"/>
                </a:lnTo>
                <a:cubicBezTo>
                  <a:pt x="199529" y="11681"/>
                  <a:pt x="198960" y="8328"/>
                  <a:pt x="197821" y="7021"/>
                </a:cubicBezTo>
                <a:cubicBezTo>
                  <a:pt x="196177" y="5166"/>
                  <a:pt x="193731" y="4238"/>
                  <a:pt x="190484" y="4238"/>
                </a:cubicBezTo>
                <a:lnTo>
                  <a:pt x="187258" y="4238"/>
                </a:lnTo>
                <a:lnTo>
                  <a:pt x="187258" y="1898"/>
                </a:lnTo>
                <a:lnTo>
                  <a:pt x="218695" y="1898"/>
                </a:lnTo>
                <a:cubicBezTo>
                  <a:pt x="226370" y="1898"/>
                  <a:pt x="232421" y="2688"/>
                  <a:pt x="236849" y="4268"/>
                </a:cubicBezTo>
                <a:cubicBezTo>
                  <a:pt x="241277" y="5846"/>
                  <a:pt x="245009" y="8510"/>
                  <a:pt x="248045" y="12257"/>
                </a:cubicBezTo>
                <a:cubicBezTo>
                  <a:pt x="251081" y="16005"/>
                  <a:pt x="252600" y="20448"/>
                  <a:pt x="252600" y="25586"/>
                </a:cubicBezTo>
                <a:cubicBezTo>
                  <a:pt x="252600" y="32577"/>
                  <a:pt x="250291" y="38263"/>
                  <a:pt x="245673" y="42643"/>
                </a:cubicBezTo>
                <a:cubicBezTo>
                  <a:pt x="241056" y="47022"/>
                  <a:pt x="234530" y="49212"/>
                  <a:pt x="226096" y="49212"/>
                </a:cubicBezTo>
                <a:cubicBezTo>
                  <a:pt x="224030" y="49212"/>
                  <a:pt x="221795" y="49064"/>
                  <a:pt x="219391" y="48769"/>
                </a:cubicBezTo>
                <a:cubicBezTo>
                  <a:pt x="216987" y="48474"/>
                  <a:pt x="214415" y="48031"/>
                  <a:pt x="211674" y="47441"/>
                </a:cubicBezTo>
                <a:moveTo>
                  <a:pt x="211674" y="43772"/>
                </a:moveTo>
                <a:cubicBezTo>
                  <a:pt x="213909" y="44194"/>
                  <a:pt x="215891" y="44510"/>
                  <a:pt x="217620" y="44721"/>
                </a:cubicBezTo>
                <a:cubicBezTo>
                  <a:pt x="219349" y="44932"/>
                  <a:pt x="220825" y="45037"/>
                  <a:pt x="222048" y="45037"/>
                </a:cubicBezTo>
                <a:cubicBezTo>
                  <a:pt x="226433" y="45037"/>
                  <a:pt x="230218" y="43340"/>
                  <a:pt x="233402" y="39945"/>
                </a:cubicBezTo>
                <a:cubicBezTo>
                  <a:pt x="236586" y="36550"/>
                  <a:pt x="238178" y="32154"/>
                  <a:pt x="238178" y="26757"/>
                </a:cubicBezTo>
                <a:cubicBezTo>
                  <a:pt x="238178" y="23046"/>
                  <a:pt x="237419" y="19598"/>
                  <a:pt x="235900" y="16414"/>
                </a:cubicBezTo>
                <a:cubicBezTo>
                  <a:pt x="234382" y="13231"/>
                  <a:pt x="232232" y="10848"/>
                  <a:pt x="229448" y="9267"/>
                </a:cubicBezTo>
                <a:cubicBezTo>
                  <a:pt x="226665" y="7685"/>
                  <a:pt x="223503" y="6895"/>
                  <a:pt x="219960" y="6895"/>
                </a:cubicBezTo>
                <a:cubicBezTo>
                  <a:pt x="217810" y="6895"/>
                  <a:pt x="215048" y="7295"/>
                  <a:pt x="211674" y="8097"/>
                </a:cubicBezTo>
                <a:lnTo>
                  <a:pt x="211674" y="43772"/>
                </a:lnTo>
                <a:close/>
                <a:moveTo>
                  <a:pt x="335097" y="58953"/>
                </a:moveTo>
                <a:lnTo>
                  <a:pt x="301889" y="58953"/>
                </a:lnTo>
                <a:lnTo>
                  <a:pt x="296069" y="72489"/>
                </a:lnTo>
                <a:cubicBezTo>
                  <a:pt x="294636" y="75821"/>
                  <a:pt x="293919" y="78309"/>
                  <a:pt x="293919" y="79953"/>
                </a:cubicBezTo>
                <a:cubicBezTo>
                  <a:pt x="293919" y="81261"/>
                  <a:pt x="294541" y="82410"/>
                  <a:pt x="295785" y="83401"/>
                </a:cubicBezTo>
                <a:cubicBezTo>
                  <a:pt x="297029" y="84392"/>
                  <a:pt x="299717" y="85035"/>
                  <a:pt x="303850" y="85330"/>
                </a:cubicBezTo>
                <a:lnTo>
                  <a:pt x="303850" y="87670"/>
                </a:lnTo>
                <a:lnTo>
                  <a:pt x="276840" y="87670"/>
                </a:lnTo>
                <a:lnTo>
                  <a:pt x="276840" y="85330"/>
                </a:lnTo>
                <a:cubicBezTo>
                  <a:pt x="280424" y="84697"/>
                  <a:pt x="282744" y="83876"/>
                  <a:pt x="283798" y="82865"/>
                </a:cubicBezTo>
                <a:cubicBezTo>
                  <a:pt x="285949" y="80842"/>
                  <a:pt x="288331" y="76734"/>
                  <a:pt x="290946" y="70540"/>
                </a:cubicBezTo>
                <a:lnTo>
                  <a:pt x="321118" y="0"/>
                </a:lnTo>
                <a:lnTo>
                  <a:pt x="323332" y="0"/>
                </a:lnTo>
                <a:lnTo>
                  <a:pt x="353188" y="71297"/>
                </a:lnTo>
                <a:cubicBezTo>
                  <a:pt x="355592" y="77029"/>
                  <a:pt x="357774" y="80747"/>
                  <a:pt x="359735" y="82454"/>
                </a:cubicBezTo>
                <a:cubicBezTo>
                  <a:pt x="361696" y="84160"/>
                  <a:pt x="364426" y="85119"/>
                  <a:pt x="367926" y="85330"/>
                </a:cubicBezTo>
                <a:lnTo>
                  <a:pt x="367926" y="87670"/>
                </a:lnTo>
                <a:lnTo>
                  <a:pt x="334085" y="87670"/>
                </a:lnTo>
                <a:lnTo>
                  <a:pt x="334085" y="85330"/>
                </a:lnTo>
                <a:cubicBezTo>
                  <a:pt x="337501" y="85161"/>
                  <a:pt x="339810" y="84592"/>
                  <a:pt x="341012" y="83622"/>
                </a:cubicBezTo>
                <a:cubicBezTo>
                  <a:pt x="342213" y="82652"/>
                  <a:pt x="342814" y="81472"/>
                  <a:pt x="342814" y="80080"/>
                </a:cubicBezTo>
                <a:cubicBezTo>
                  <a:pt x="342814" y="78224"/>
                  <a:pt x="341971" y="75294"/>
                  <a:pt x="340284" y="71288"/>
                </a:cubicBezTo>
                <a:lnTo>
                  <a:pt x="335097" y="58953"/>
                </a:lnTo>
                <a:moveTo>
                  <a:pt x="333326" y="54272"/>
                </a:moveTo>
                <a:lnTo>
                  <a:pt x="318778" y="19658"/>
                </a:lnTo>
                <a:lnTo>
                  <a:pt x="303850" y="54272"/>
                </a:lnTo>
                <a:lnTo>
                  <a:pt x="333326" y="54272"/>
                </a:lnTo>
                <a:close/>
                <a:moveTo>
                  <a:pt x="447481" y="0"/>
                </a:moveTo>
                <a:lnTo>
                  <a:pt x="449442" y="29097"/>
                </a:lnTo>
                <a:lnTo>
                  <a:pt x="447481" y="29097"/>
                </a:lnTo>
                <a:cubicBezTo>
                  <a:pt x="444867" y="20345"/>
                  <a:pt x="441135" y="14046"/>
                  <a:pt x="436285" y="10200"/>
                </a:cubicBezTo>
                <a:cubicBezTo>
                  <a:pt x="431436" y="6352"/>
                  <a:pt x="425616" y="4428"/>
                  <a:pt x="418827" y="4428"/>
                </a:cubicBezTo>
                <a:cubicBezTo>
                  <a:pt x="413134" y="4428"/>
                  <a:pt x="407989" y="5873"/>
                  <a:pt x="403393" y="8765"/>
                </a:cubicBezTo>
                <a:cubicBezTo>
                  <a:pt x="398796" y="11655"/>
                  <a:pt x="395180" y="16265"/>
                  <a:pt x="392545" y="22596"/>
                </a:cubicBezTo>
                <a:cubicBezTo>
                  <a:pt x="389909" y="28926"/>
                  <a:pt x="388591" y="36798"/>
                  <a:pt x="388591" y="46209"/>
                </a:cubicBezTo>
                <a:cubicBezTo>
                  <a:pt x="388591" y="53974"/>
                  <a:pt x="389835" y="60705"/>
                  <a:pt x="392323" y="66403"/>
                </a:cubicBezTo>
                <a:cubicBezTo>
                  <a:pt x="394811" y="72100"/>
                  <a:pt x="398554" y="76468"/>
                  <a:pt x="403551" y="79507"/>
                </a:cubicBezTo>
                <a:cubicBezTo>
                  <a:pt x="408548" y="82546"/>
                  <a:pt x="414252" y="84065"/>
                  <a:pt x="420661" y="84065"/>
                </a:cubicBezTo>
                <a:cubicBezTo>
                  <a:pt x="426228" y="84065"/>
                  <a:pt x="431140" y="82874"/>
                  <a:pt x="435400" y="80491"/>
                </a:cubicBezTo>
                <a:cubicBezTo>
                  <a:pt x="439659" y="78108"/>
                  <a:pt x="444339" y="73375"/>
                  <a:pt x="449442" y="66290"/>
                </a:cubicBezTo>
                <a:lnTo>
                  <a:pt x="451403" y="67552"/>
                </a:lnTo>
                <a:cubicBezTo>
                  <a:pt x="447102" y="75165"/>
                  <a:pt x="442083" y="80737"/>
                  <a:pt x="436348" y="84271"/>
                </a:cubicBezTo>
                <a:cubicBezTo>
                  <a:pt x="430613" y="87802"/>
                  <a:pt x="423803" y="89568"/>
                  <a:pt x="415917" y="89568"/>
                </a:cubicBezTo>
                <a:cubicBezTo>
                  <a:pt x="401706" y="89568"/>
                  <a:pt x="390700" y="84304"/>
                  <a:pt x="382898" y="73776"/>
                </a:cubicBezTo>
                <a:cubicBezTo>
                  <a:pt x="377079" y="65945"/>
                  <a:pt x="374169" y="56723"/>
                  <a:pt x="374169" y="46110"/>
                </a:cubicBezTo>
                <a:cubicBezTo>
                  <a:pt x="374169" y="37562"/>
                  <a:pt x="376088" y="29708"/>
                  <a:pt x="379926" y="22550"/>
                </a:cubicBezTo>
                <a:cubicBezTo>
                  <a:pt x="383763" y="15392"/>
                  <a:pt x="389045" y="9844"/>
                  <a:pt x="395771" y="5906"/>
                </a:cubicBezTo>
                <a:cubicBezTo>
                  <a:pt x="402497" y="1969"/>
                  <a:pt x="409845" y="0"/>
                  <a:pt x="417815" y="0"/>
                </a:cubicBezTo>
                <a:cubicBezTo>
                  <a:pt x="424014" y="0"/>
                  <a:pt x="430128" y="1518"/>
                  <a:pt x="436159" y="4554"/>
                </a:cubicBezTo>
                <a:cubicBezTo>
                  <a:pt x="437930" y="5482"/>
                  <a:pt x="439195" y="5946"/>
                  <a:pt x="439954" y="5946"/>
                </a:cubicBezTo>
                <a:cubicBezTo>
                  <a:pt x="441092" y="5946"/>
                  <a:pt x="442083" y="5545"/>
                  <a:pt x="442927" y="4744"/>
                </a:cubicBezTo>
                <a:cubicBezTo>
                  <a:pt x="444023" y="3605"/>
                  <a:pt x="444803" y="2024"/>
                  <a:pt x="445267" y="0"/>
                </a:cubicBezTo>
                <a:lnTo>
                  <a:pt x="447481" y="0"/>
                </a:lnTo>
                <a:close/>
                <a:moveTo>
                  <a:pt x="494555" y="40103"/>
                </a:moveTo>
                <a:lnTo>
                  <a:pt x="526182" y="71541"/>
                </a:lnTo>
                <a:cubicBezTo>
                  <a:pt x="531369" y="76727"/>
                  <a:pt x="535797" y="80259"/>
                  <a:pt x="539466" y="82136"/>
                </a:cubicBezTo>
                <a:cubicBezTo>
                  <a:pt x="543134" y="84012"/>
                  <a:pt x="546803" y="85077"/>
                  <a:pt x="550472" y="85330"/>
                </a:cubicBezTo>
                <a:lnTo>
                  <a:pt x="550472" y="87670"/>
                </a:lnTo>
                <a:lnTo>
                  <a:pt x="509673" y="87670"/>
                </a:lnTo>
                <a:lnTo>
                  <a:pt x="509673" y="85330"/>
                </a:lnTo>
                <a:cubicBezTo>
                  <a:pt x="512119" y="85330"/>
                  <a:pt x="513879" y="84919"/>
                  <a:pt x="514954" y="84097"/>
                </a:cubicBezTo>
                <a:cubicBezTo>
                  <a:pt x="516030" y="83274"/>
                  <a:pt x="516567" y="82357"/>
                  <a:pt x="516567" y="81345"/>
                </a:cubicBezTo>
                <a:cubicBezTo>
                  <a:pt x="516567" y="80333"/>
                  <a:pt x="516367" y="79426"/>
                  <a:pt x="515967" y="78625"/>
                </a:cubicBezTo>
                <a:cubicBezTo>
                  <a:pt x="515566" y="77824"/>
                  <a:pt x="514248" y="76327"/>
                  <a:pt x="512013" y="74134"/>
                </a:cubicBezTo>
                <a:lnTo>
                  <a:pt x="482410" y="44847"/>
                </a:lnTo>
                <a:lnTo>
                  <a:pt x="482410" y="72489"/>
                </a:lnTo>
                <a:cubicBezTo>
                  <a:pt x="482410" y="76833"/>
                  <a:pt x="482684" y="79700"/>
                  <a:pt x="483232" y="81092"/>
                </a:cubicBezTo>
                <a:cubicBezTo>
                  <a:pt x="483654" y="82146"/>
                  <a:pt x="484540" y="83053"/>
                  <a:pt x="485889" y="83812"/>
                </a:cubicBezTo>
                <a:cubicBezTo>
                  <a:pt x="487702" y="84824"/>
                  <a:pt x="489621" y="85330"/>
                  <a:pt x="491645" y="85330"/>
                </a:cubicBezTo>
                <a:lnTo>
                  <a:pt x="494555" y="85330"/>
                </a:lnTo>
                <a:lnTo>
                  <a:pt x="494555" y="87670"/>
                </a:lnTo>
                <a:lnTo>
                  <a:pt x="457994" y="87670"/>
                </a:lnTo>
                <a:lnTo>
                  <a:pt x="457994" y="85330"/>
                </a:lnTo>
                <a:lnTo>
                  <a:pt x="461030" y="85330"/>
                </a:lnTo>
                <a:cubicBezTo>
                  <a:pt x="464572" y="85330"/>
                  <a:pt x="467145" y="84297"/>
                  <a:pt x="468747" y="82231"/>
                </a:cubicBezTo>
                <a:cubicBezTo>
                  <a:pt x="469759" y="80881"/>
                  <a:pt x="470265" y="77634"/>
                  <a:pt x="470265" y="72489"/>
                </a:cubicBezTo>
                <a:lnTo>
                  <a:pt x="470265" y="17079"/>
                </a:lnTo>
                <a:cubicBezTo>
                  <a:pt x="470265" y="12735"/>
                  <a:pt x="469991" y="9847"/>
                  <a:pt x="469443" y="8413"/>
                </a:cubicBezTo>
                <a:cubicBezTo>
                  <a:pt x="469021" y="7401"/>
                  <a:pt x="468157" y="6515"/>
                  <a:pt x="466850" y="5756"/>
                </a:cubicBezTo>
                <a:cubicBezTo>
                  <a:pt x="464994" y="4744"/>
                  <a:pt x="463054" y="4238"/>
                  <a:pt x="461030" y="4238"/>
                </a:cubicBezTo>
                <a:lnTo>
                  <a:pt x="457994" y="4238"/>
                </a:lnTo>
                <a:lnTo>
                  <a:pt x="457994" y="1898"/>
                </a:lnTo>
                <a:lnTo>
                  <a:pt x="494555" y="1898"/>
                </a:lnTo>
                <a:lnTo>
                  <a:pt x="494555" y="4238"/>
                </a:lnTo>
                <a:lnTo>
                  <a:pt x="491645" y="4238"/>
                </a:lnTo>
                <a:cubicBezTo>
                  <a:pt x="489663" y="4238"/>
                  <a:pt x="487745" y="4723"/>
                  <a:pt x="485889" y="5693"/>
                </a:cubicBezTo>
                <a:cubicBezTo>
                  <a:pt x="484582" y="6368"/>
                  <a:pt x="483675" y="7380"/>
                  <a:pt x="483169" y="8729"/>
                </a:cubicBezTo>
                <a:cubicBezTo>
                  <a:pt x="482663" y="10079"/>
                  <a:pt x="482410" y="12862"/>
                  <a:pt x="482410" y="17079"/>
                </a:cubicBezTo>
                <a:lnTo>
                  <a:pt x="482410" y="43329"/>
                </a:lnTo>
                <a:cubicBezTo>
                  <a:pt x="483254" y="42528"/>
                  <a:pt x="486142" y="39850"/>
                  <a:pt x="491076" y="35296"/>
                </a:cubicBezTo>
                <a:cubicBezTo>
                  <a:pt x="503600" y="23826"/>
                  <a:pt x="511170" y="16172"/>
                  <a:pt x="513784" y="12335"/>
                </a:cubicBezTo>
                <a:cubicBezTo>
                  <a:pt x="514923" y="10648"/>
                  <a:pt x="515492" y="9172"/>
                  <a:pt x="515492" y="7907"/>
                </a:cubicBezTo>
                <a:cubicBezTo>
                  <a:pt x="515492" y="6937"/>
                  <a:pt x="515049" y="6083"/>
                  <a:pt x="514164" y="5345"/>
                </a:cubicBezTo>
                <a:cubicBezTo>
                  <a:pt x="513278" y="4607"/>
                  <a:pt x="511781" y="4238"/>
                  <a:pt x="509673" y="4238"/>
                </a:cubicBezTo>
                <a:lnTo>
                  <a:pt x="507712" y="4238"/>
                </a:lnTo>
                <a:lnTo>
                  <a:pt x="507712" y="1898"/>
                </a:lnTo>
                <a:lnTo>
                  <a:pt x="539212" y="1898"/>
                </a:lnTo>
                <a:lnTo>
                  <a:pt x="539212" y="4238"/>
                </a:lnTo>
                <a:cubicBezTo>
                  <a:pt x="537357" y="4280"/>
                  <a:pt x="535670" y="4533"/>
                  <a:pt x="534152" y="4997"/>
                </a:cubicBezTo>
                <a:cubicBezTo>
                  <a:pt x="532634" y="5461"/>
                  <a:pt x="530779" y="6357"/>
                  <a:pt x="528586" y="7685"/>
                </a:cubicBezTo>
                <a:cubicBezTo>
                  <a:pt x="526393" y="9014"/>
                  <a:pt x="523694" y="11154"/>
                  <a:pt x="520489" y="14106"/>
                </a:cubicBezTo>
                <a:cubicBezTo>
                  <a:pt x="519561" y="14949"/>
                  <a:pt x="515281" y="19271"/>
                  <a:pt x="507649" y="27073"/>
                </a:cubicBezTo>
                <a:lnTo>
                  <a:pt x="494555" y="401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withack=">
            <a:extLst xmlns:a="http://schemas.openxmlformats.org/drawingml/2006/main">
              <a:ext uri="{FF2B5EF4-FFF2-40B4-BE49-F238E27FC236}">
                <a16:creationId xmlns:a16="http://schemas.microsoft.com/office/drawing/2014/main" id="{504913BC-A5DD-4444-ABF6-10F6894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493" y="4034030"/>
            <a:ext cx="611608" cy="103055"/>
          </a:xfrm>
          <a:custGeom xmlns:a="http://schemas.openxmlformats.org/drawingml/2006/main">
            <a:pathLst>
              <a:path w="611608" h="103055">
                <a:moveTo>
                  <a:pt x="0" y="35963"/>
                </a:moveTo>
                <a:lnTo>
                  <a:pt x="27292" y="35963"/>
                </a:lnTo>
                <a:lnTo>
                  <a:pt x="27292" y="38592"/>
                </a:lnTo>
                <a:cubicBezTo>
                  <a:pt x="24781" y="38782"/>
                  <a:pt x="23134" y="39232"/>
                  <a:pt x="22352" y="39943"/>
                </a:cubicBezTo>
                <a:cubicBezTo>
                  <a:pt x="21570" y="40653"/>
                  <a:pt x="21180" y="41672"/>
                  <a:pt x="21180" y="42999"/>
                </a:cubicBezTo>
                <a:cubicBezTo>
                  <a:pt x="21180" y="44468"/>
                  <a:pt x="21582" y="46244"/>
                  <a:pt x="22388" y="48329"/>
                </a:cubicBezTo>
                <a:lnTo>
                  <a:pt x="36318" y="85784"/>
                </a:lnTo>
                <a:lnTo>
                  <a:pt x="50319" y="55294"/>
                </a:lnTo>
                <a:lnTo>
                  <a:pt x="46623" y="45699"/>
                </a:lnTo>
                <a:cubicBezTo>
                  <a:pt x="45486" y="42857"/>
                  <a:pt x="43994" y="40890"/>
                  <a:pt x="42146" y="39800"/>
                </a:cubicBezTo>
                <a:cubicBezTo>
                  <a:pt x="41103" y="39137"/>
                  <a:pt x="39161" y="38734"/>
                  <a:pt x="36318" y="38592"/>
                </a:cubicBezTo>
                <a:lnTo>
                  <a:pt x="36318" y="35963"/>
                </a:lnTo>
                <a:lnTo>
                  <a:pt x="67305" y="35963"/>
                </a:lnTo>
                <a:lnTo>
                  <a:pt x="67305" y="38592"/>
                </a:lnTo>
                <a:cubicBezTo>
                  <a:pt x="63894" y="38734"/>
                  <a:pt x="61477" y="39350"/>
                  <a:pt x="60056" y="40440"/>
                </a:cubicBezTo>
                <a:cubicBezTo>
                  <a:pt x="59108" y="41198"/>
                  <a:pt x="58635" y="42406"/>
                  <a:pt x="58635" y="44065"/>
                </a:cubicBezTo>
                <a:cubicBezTo>
                  <a:pt x="58635" y="45012"/>
                  <a:pt x="58824" y="45984"/>
                  <a:pt x="59203" y="46979"/>
                </a:cubicBezTo>
                <a:lnTo>
                  <a:pt x="73986" y="84363"/>
                </a:lnTo>
                <a:lnTo>
                  <a:pt x="87703" y="48329"/>
                </a:lnTo>
                <a:cubicBezTo>
                  <a:pt x="88651" y="45771"/>
                  <a:pt x="89125" y="43733"/>
                  <a:pt x="89125" y="42217"/>
                </a:cubicBezTo>
                <a:cubicBezTo>
                  <a:pt x="89125" y="41317"/>
                  <a:pt x="88663" y="40511"/>
                  <a:pt x="87739" y="39800"/>
                </a:cubicBezTo>
                <a:cubicBezTo>
                  <a:pt x="86815" y="39090"/>
                  <a:pt x="85002" y="38687"/>
                  <a:pt x="82302" y="38592"/>
                </a:cubicBezTo>
                <a:lnTo>
                  <a:pt x="82302" y="35963"/>
                </a:lnTo>
                <a:lnTo>
                  <a:pt x="102841" y="35963"/>
                </a:lnTo>
                <a:lnTo>
                  <a:pt x="102841" y="38592"/>
                </a:lnTo>
                <a:cubicBezTo>
                  <a:pt x="98719" y="39208"/>
                  <a:pt x="95687" y="42004"/>
                  <a:pt x="93744" y="46979"/>
                </a:cubicBezTo>
                <a:lnTo>
                  <a:pt x="71996" y="103055"/>
                </a:lnTo>
                <a:lnTo>
                  <a:pt x="69082" y="103055"/>
                </a:lnTo>
                <a:lnTo>
                  <a:pt x="52807" y="61477"/>
                </a:lnTo>
                <a:lnTo>
                  <a:pt x="33830" y="103055"/>
                </a:lnTo>
                <a:lnTo>
                  <a:pt x="31201" y="103055"/>
                </a:lnTo>
                <a:lnTo>
                  <a:pt x="10305" y="48329"/>
                </a:lnTo>
                <a:cubicBezTo>
                  <a:pt x="8931" y="44870"/>
                  <a:pt x="7581" y="42537"/>
                  <a:pt x="6254" y="41328"/>
                </a:cubicBezTo>
                <a:cubicBezTo>
                  <a:pt x="4928" y="40120"/>
                  <a:pt x="2843" y="39208"/>
                  <a:pt x="0" y="38592"/>
                </a:cubicBezTo>
                <a:lnTo>
                  <a:pt x="0" y="35963"/>
                </a:lnTo>
                <a:close/>
                <a:moveTo>
                  <a:pt x="125464" y="0"/>
                </a:moveTo>
                <a:cubicBezTo>
                  <a:pt x="127454" y="0"/>
                  <a:pt x="129148" y="703"/>
                  <a:pt x="130546" y="2108"/>
                </a:cubicBezTo>
                <a:cubicBezTo>
                  <a:pt x="131943" y="3511"/>
                  <a:pt x="132642" y="5213"/>
                  <a:pt x="132642" y="7214"/>
                </a:cubicBezTo>
                <a:cubicBezTo>
                  <a:pt x="132642" y="9214"/>
                  <a:pt x="131943" y="10929"/>
                  <a:pt x="130546" y="12358"/>
                </a:cubicBezTo>
                <a:cubicBezTo>
                  <a:pt x="129148" y="13785"/>
                  <a:pt x="127454" y="14499"/>
                  <a:pt x="125464" y="14499"/>
                </a:cubicBezTo>
                <a:cubicBezTo>
                  <a:pt x="123474" y="14499"/>
                  <a:pt x="121768" y="13785"/>
                  <a:pt x="120347" y="12358"/>
                </a:cubicBezTo>
                <a:cubicBezTo>
                  <a:pt x="118925" y="10929"/>
                  <a:pt x="118215" y="9214"/>
                  <a:pt x="118215" y="7214"/>
                </a:cubicBezTo>
                <a:cubicBezTo>
                  <a:pt x="118215" y="5213"/>
                  <a:pt x="118913" y="3511"/>
                  <a:pt x="120311" y="2108"/>
                </a:cubicBezTo>
                <a:cubicBezTo>
                  <a:pt x="121709" y="703"/>
                  <a:pt x="123427" y="0"/>
                  <a:pt x="125464" y="0"/>
                </a:cubicBezTo>
                <a:moveTo>
                  <a:pt x="131363" y="34115"/>
                </a:moveTo>
                <a:lnTo>
                  <a:pt x="131363" y="86308"/>
                </a:lnTo>
                <a:cubicBezTo>
                  <a:pt x="131363" y="90374"/>
                  <a:pt x="131659" y="93081"/>
                  <a:pt x="132251" y="94428"/>
                </a:cubicBezTo>
                <a:cubicBezTo>
                  <a:pt x="132844" y="95776"/>
                  <a:pt x="133720" y="96780"/>
                  <a:pt x="134881" y="97442"/>
                </a:cubicBezTo>
                <a:cubicBezTo>
                  <a:pt x="136042" y="98104"/>
                  <a:pt x="138162" y="98435"/>
                  <a:pt x="141242" y="98435"/>
                </a:cubicBezTo>
                <a:lnTo>
                  <a:pt x="141242" y="101065"/>
                </a:lnTo>
                <a:lnTo>
                  <a:pt x="109615" y="101065"/>
                </a:lnTo>
                <a:lnTo>
                  <a:pt x="109615" y="98435"/>
                </a:lnTo>
                <a:cubicBezTo>
                  <a:pt x="112789" y="98435"/>
                  <a:pt x="114922" y="98128"/>
                  <a:pt x="116011" y="97513"/>
                </a:cubicBezTo>
                <a:cubicBezTo>
                  <a:pt x="117101" y="96899"/>
                  <a:pt x="117966" y="95882"/>
                  <a:pt x="118605" y="94464"/>
                </a:cubicBezTo>
                <a:cubicBezTo>
                  <a:pt x="119245" y="93045"/>
                  <a:pt x="119565" y="90327"/>
                  <a:pt x="119565" y="86308"/>
                </a:cubicBezTo>
                <a:lnTo>
                  <a:pt x="119565" y="61275"/>
                </a:lnTo>
                <a:cubicBezTo>
                  <a:pt x="119565" y="54230"/>
                  <a:pt x="119352" y="49668"/>
                  <a:pt x="118925" y="47590"/>
                </a:cubicBezTo>
                <a:cubicBezTo>
                  <a:pt x="118594" y="46076"/>
                  <a:pt x="118072" y="45024"/>
                  <a:pt x="117362" y="44433"/>
                </a:cubicBezTo>
                <a:cubicBezTo>
                  <a:pt x="116651" y="43843"/>
                  <a:pt x="115680" y="43547"/>
                  <a:pt x="114448" y="43547"/>
                </a:cubicBezTo>
                <a:cubicBezTo>
                  <a:pt x="113121" y="43547"/>
                  <a:pt x="111510" y="43902"/>
                  <a:pt x="109615" y="44611"/>
                </a:cubicBezTo>
                <a:lnTo>
                  <a:pt x="108620" y="42057"/>
                </a:lnTo>
                <a:lnTo>
                  <a:pt x="128236" y="34115"/>
                </a:lnTo>
                <a:lnTo>
                  <a:pt x="131363" y="34115"/>
                </a:lnTo>
                <a:close/>
                <a:moveTo>
                  <a:pt x="168085" y="14499"/>
                </a:moveTo>
                <a:lnTo>
                  <a:pt x="168085" y="35963"/>
                </a:lnTo>
                <a:lnTo>
                  <a:pt x="183295" y="35963"/>
                </a:lnTo>
                <a:lnTo>
                  <a:pt x="183295" y="40938"/>
                </a:lnTo>
                <a:lnTo>
                  <a:pt x="168085" y="40938"/>
                </a:lnTo>
                <a:lnTo>
                  <a:pt x="168085" y="83097"/>
                </a:lnTo>
                <a:cubicBezTo>
                  <a:pt x="168085" y="87309"/>
                  <a:pt x="168689" y="90149"/>
                  <a:pt x="169898" y="91617"/>
                </a:cubicBezTo>
                <a:cubicBezTo>
                  <a:pt x="171106" y="93082"/>
                  <a:pt x="172658" y="93815"/>
                  <a:pt x="174553" y="93815"/>
                </a:cubicBezTo>
                <a:cubicBezTo>
                  <a:pt x="176116" y="93815"/>
                  <a:pt x="177633" y="93330"/>
                  <a:pt x="179101" y="92358"/>
                </a:cubicBezTo>
                <a:cubicBezTo>
                  <a:pt x="180570" y="91387"/>
                  <a:pt x="181707" y="89954"/>
                  <a:pt x="182513" y="88058"/>
                </a:cubicBezTo>
                <a:lnTo>
                  <a:pt x="185285" y="88058"/>
                </a:lnTo>
                <a:cubicBezTo>
                  <a:pt x="183626" y="92715"/>
                  <a:pt x="181281" y="96237"/>
                  <a:pt x="178249" y="98624"/>
                </a:cubicBezTo>
                <a:cubicBezTo>
                  <a:pt x="175216" y="101009"/>
                  <a:pt x="172089" y="102202"/>
                  <a:pt x="168867" y="102202"/>
                </a:cubicBezTo>
                <a:cubicBezTo>
                  <a:pt x="166687" y="102202"/>
                  <a:pt x="164555" y="101597"/>
                  <a:pt x="162471" y="100387"/>
                </a:cubicBezTo>
                <a:cubicBezTo>
                  <a:pt x="160386" y="99178"/>
                  <a:pt x="158846" y="97447"/>
                  <a:pt x="157851" y="95195"/>
                </a:cubicBezTo>
                <a:cubicBezTo>
                  <a:pt x="156856" y="92941"/>
                  <a:pt x="156358" y="89466"/>
                  <a:pt x="156358" y="84769"/>
                </a:cubicBezTo>
                <a:lnTo>
                  <a:pt x="156358" y="40938"/>
                </a:lnTo>
                <a:lnTo>
                  <a:pt x="146053" y="40938"/>
                </a:lnTo>
                <a:lnTo>
                  <a:pt x="146053" y="38592"/>
                </a:lnTo>
                <a:cubicBezTo>
                  <a:pt x="148659" y="37547"/>
                  <a:pt x="151324" y="35777"/>
                  <a:pt x="154048" y="33282"/>
                </a:cubicBezTo>
                <a:cubicBezTo>
                  <a:pt x="156773" y="30787"/>
                  <a:pt x="159201" y="27828"/>
                  <a:pt x="161333" y="24407"/>
                </a:cubicBezTo>
                <a:cubicBezTo>
                  <a:pt x="162423" y="22602"/>
                  <a:pt x="163939" y="19299"/>
                  <a:pt x="165882" y="14499"/>
                </a:cubicBezTo>
                <a:lnTo>
                  <a:pt x="168085" y="14499"/>
                </a:lnTo>
                <a:close/>
                <a:moveTo>
                  <a:pt x="208575" y="0"/>
                </a:moveTo>
                <a:lnTo>
                  <a:pt x="208575" y="47689"/>
                </a:lnTo>
                <a:cubicBezTo>
                  <a:pt x="213834" y="41909"/>
                  <a:pt x="218004" y="38201"/>
                  <a:pt x="221083" y="36567"/>
                </a:cubicBezTo>
                <a:cubicBezTo>
                  <a:pt x="224163" y="34932"/>
                  <a:pt x="227243" y="34115"/>
                  <a:pt x="230323" y="34115"/>
                </a:cubicBezTo>
                <a:cubicBezTo>
                  <a:pt x="234018" y="34115"/>
                  <a:pt x="237193" y="35131"/>
                  <a:pt x="239846" y="37164"/>
                </a:cubicBezTo>
                <a:cubicBezTo>
                  <a:pt x="242500" y="39197"/>
                  <a:pt x="244466" y="42388"/>
                  <a:pt x="245745" y="46737"/>
                </a:cubicBezTo>
                <a:cubicBezTo>
                  <a:pt x="246646" y="49763"/>
                  <a:pt x="247096" y="55295"/>
                  <a:pt x="247096" y="63332"/>
                </a:cubicBezTo>
                <a:lnTo>
                  <a:pt x="247096" y="86308"/>
                </a:lnTo>
                <a:cubicBezTo>
                  <a:pt x="247096" y="90422"/>
                  <a:pt x="247427" y="93235"/>
                  <a:pt x="248091" y="94748"/>
                </a:cubicBezTo>
                <a:cubicBezTo>
                  <a:pt x="248565" y="95882"/>
                  <a:pt x="249370" y="96780"/>
                  <a:pt x="250507" y="97442"/>
                </a:cubicBezTo>
                <a:cubicBezTo>
                  <a:pt x="251644" y="98104"/>
                  <a:pt x="253729" y="98435"/>
                  <a:pt x="256762" y="98435"/>
                </a:cubicBezTo>
                <a:lnTo>
                  <a:pt x="256762" y="101065"/>
                </a:lnTo>
                <a:lnTo>
                  <a:pt x="224779" y="101065"/>
                </a:lnTo>
                <a:lnTo>
                  <a:pt x="224779" y="98435"/>
                </a:lnTo>
                <a:lnTo>
                  <a:pt x="226272" y="98435"/>
                </a:lnTo>
                <a:cubicBezTo>
                  <a:pt x="229304" y="98435"/>
                  <a:pt x="231412" y="97973"/>
                  <a:pt x="232597" y="97049"/>
                </a:cubicBezTo>
                <a:cubicBezTo>
                  <a:pt x="233782" y="96125"/>
                  <a:pt x="234611" y="94763"/>
                  <a:pt x="235085" y="92962"/>
                </a:cubicBezTo>
                <a:cubicBezTo>
                  <a:pt x="235227" y="92204"/>
                  <a:pt x="235298" y="89977"/>
                  <a:pt x="235298" y="86282"/>
                </a:cubicBezTo>
                <a:lnTo>
                  <a:pt x="235298" y="63254"/>
                </a:lnTo>
                <a:cubicBezTo>
                  <a:pt x="235298" y="56147"/>
                  <a:pt x="234931" y="51480"/>
                  <a:pt x="234196" y="49253"/>
                </a:cubicBezTo>
                <a:cubicBezTo>
                  <a:pt x="233462" y="47026"/>
                  <a:pt x="232289" y="45356"/>
                  <a:pt x="230678" y="44242"/>
                </a:cubicBezTo>
                <a:cubicBezTo>
                  <a:pt x="229067" y="43129"/>
                  <a:pt x="227124" y="42572"/>
                  <a:pt x="224850" y="42572"/>
                </a:cubicBezTo>
                <a:cubicBezTo>
                  <a:pt x="222528" y="42572"/>
                  <a:pt x="220112" y="43188"/>
                  <a:pt x="217601" y="44420"/>
                </a:cubicBezTo>
                <a:cubicBezTo>
                  <a:pt x="215090" y="45652"/>
                  <a:pt x="212081" y="48140"/>
                  <a:pt x="208575" y="51883"/>
                </a:cubicBezTo>
                <a:lnTo>
                  <a:pt x="208575" y="86282"/>
                </a:lnTo>
                <a:cubicBezTo>
                  <a:pt x="208575" y="90736"/>
                  <a:pt x="208823" y="93507"/>
                  <a:pt x="209321" y="94597"/>
                </a:cubicBezTo>
                <a:cubicBezTo>
                  <a:pt x="209818" y="95687"/>
                  <a:pt x="210742" y="96599"/>
                  <a:pt x="212093" y="97333"/>
                </a:cubicBezTo>
                <a:cubicBezTo>
                  <a:pt x="213443" y="98068"/>
                  <a:pt x="215777" y="98435"/>
                  <a:pt x="219093" y="98435"/>
                </a:cubicBezTo>
                <a:lnTo>
                  <a:pt x="219093" y="101065"/>
                </a:lnTo>
                <a:lnTo>
                  <a:pt x="186827" y="101065"/>
                </a:lnTo>
                <a:lnTo>
                  <a:pt x="186827" y="98435"/>
                </a:lnTo>
                <a:cubicBezTo>
                  <a:pt x="189717" y="98435"/>
                  <a:pt x="191991" y="97985"/>
                  <a:pt x="193649" y="97085"/>
                </a:cubicBezTo>
                <a:cubicBezTo>
                  <a:pt x="194597" y="96612"/>
                  <a:pt x="195355" y="95714"/>
                  <a:pt x="195924" y="94388"/>
                </a:cubicBezTo>
                <a:cubicBezTo>
                  <a:pt x="196492" y="93062"/>
                  <a:pt x="196777" y="90362"/>
                  <a:pt x="196777" y="86291"/>
                </a:cubicBezTo>
                <a:lnTo>
                  <a:pt x="196777" y="27414"/>
                </a:lnTo>
                <a:cubicBezTo>
                  <a:pt x="196777" y="19981"/>
                  <a:pt x="196599" y="15412"/>
                  <a:pt x="196244" y="13708"/>
                </a:cubicBezTo>
                <a:cubicBezTo>
                  <a:pt x="195888" y="12002"/>
                  <a:pt x="195343" y="10842"/>
                  <a:pt x="194609" y="10228"/>
                </a:cubicBezTo>
                <a:cubicBezTo>
                  <a:pt x="193875" y="9612"/>
                  <a:pt x="192891" y="9304"/>
                  <a:pt x="191659" y="9304"/>
                </a:cubicBezTo>
                <a:cubicBezTo>
                  <a:pt x="190664" y="9304"/>
                  <a:pt x="189053" y="9683"/>
                  <a:pt x="186827" y="10441"/>
                </a:cubicBezTo>
                <a:lnTo>
                  <a:pt x="185832" y="7953"/>
                </a:lnTo>
                <a:lnTo>
                  <a:pt x="205305" y="0"/>
                </a:lnTo>
                <a:lnTo>
                  <a:pt x="208575" y="0"/>
                </a:lnTo>
                <a:close/>
                <a:moveTo>
                  <a:pt x="371898" y="91683"/>
                </a:moveTo>
                <a:cubicBezTo>
                  <a:pt x="365218" y="96848"/>
                  <a:pt x="361024" y="99833"/>
                  <a:pt x="359319" y="100638"/>
                </a:cubicBezTo>
                <a:cubicBezTo>
                  <a:pt x="356760" y="101870"/>
                  <a:pt x="354035" y="102486"/>
                  <a:pt x="351145" y="102486"/>
                </a:cubicBezTo>
                <a:cubicBezTo>
                  <a:pt x="346644" y="102486"/>
                  <a:pt x="342936" y="100946"/>
                  <a:pt x="340022" y="97866"/>
                </a:cubicBezTo>
                <a:cubicBezTo>
                  <a:pt x="337108" y="94787"/>
                  <a:pt x="335651" y="90736"/>
                  <a:pt x="335651" y="85713"/>
                </a:cubicBezTo>
                <a:cubicBezTo>
                  <a:pt x="335651" y="82539"/>
                  <a:pt x="336362" y="79790"/>
                  <a:pt x="337784" y="77469"/>
                </a:cubicBezTo>
                <a:cubicBezTo>
                  <a:pt x="339726" y="74247"/>
                  <a:pt x="343102" y="71214"/>
                  <a:pt x="347911" y="68371"/>
                </a:cubicBezTo>
                <a:cubicBezTo>
                  <a:pt x="352721" y="65529"/>
                  <a:pt x="360716" y="62070"/>
                  <a:pt x="371898" y="57995"/>
                </a:cubicBezTo>
                <a:lnTo>
                  <a:pt x="371898" y="55436"/>
                </a:lnTo>
                <a:cubicBezTo>
                  <a:pt x="371898" y="48945"/>
                  <a:pt x="370868" y="44491"/>
                  <a:pt x="368807" y="42075"/>
                </a:cubicBezTo>
                <a:cubicBezTo>
                  <a:pt x="366746" y="39658"/>
                  <a:pt x="363749" y="38450"/>
                  <a:pt x="359816" y="38450"/>
                </a:cubicBezTo>
                <a:cubicBezTo>
                  <a:pt x="356831" y="38450"/>
                  <a:pt x="354462" y="39253"/>
                  <a:pt x="352709" y="40858"/>
                </a:cubicBezTo>
                <a:cubicBezTo>
                  <a:pt x="350908" y="42463"/>
                  <a:pt x="350008" y="44304"/>
                  <a:pt x="350008" y="46381"/>
                </a:cubicBezTo>
                <a:lnTo>
                  <a:pt x="350150" y="50488"/>
                </a:lnTo>
                <a:cubicBezTo>
                  <a:pt x="350150" y="52659"/>
                  <a:pt x="349593" y="54334"/>
                  <a:pt x="348480" y="55514"/>
                </a:cubicBezTo>
                <a:cubicBezTo>
                  <a:pt x="347367" y="56694"/>
                  <a:pt x="345910" y="57284"/>
                  <a:pt x="344109" y="57284"/>
                </a:cubicBezTo>
                <a:cubicBezTo>
                  <a:pt x="342356" y="57284"/>
                  <a:pt x="340923" y="56670"/>
                  <a:pt x="339809" y="55443"/>
                </a:cubicBezTo>
                <a:cubicBezTo>
                  <a:pt x="338696" y="54214"/>
                  <a:pt x="338139" y="52536"/>
                  <a:pt x="338139" y="50410"/>
                </a:cubicBezTo>
                <a:cubicBezTo>
                  <a:pt x="338139" y="46349"/>
                  <a:pt x="340224" y="42617"/>
                  <a:pt x="344393" y="39216"/>
                </a:cubicBezTo>
                <a:cubicBezTo>
                  <a:pt x="348563" y="35815"/>
                  <a:pt x="354415" y="34115"/>
                  <a:pt x="361948" y="34115"/>
                </a:cubicBezTo>
                <a:cubicBezTo>
                  <a:pt x="367729" y="34115"/>
                  <a:pt x="372467" y="35085"/>
                  <a:pt x="376163" y="37024"/>
                </a:cubicBezTo>
                <a:cubicBezTo>
                  <a:pt x="378958" y="38492"/>
                  <a:pt x="381019" y="40787"/>
                  <a:pt x="382346" y="43912"/>
                </a:cubicBezTo>
                <a:cubicBezTo>
                  <a:pt x="383199" y="45946"/>
                  <a:pt x="383625" y="50110"/>
                  <a:pt x="383625" y="56405"/>
                </a:cubicBezTo>
                <a:lnTo>
                  <a:pt x="383625" y="78482"/>
                </a:lnTo>
                <a:cubicBezTo>
                  <a:pt x="383625" y="84681"/>
                  <a:pt x="383744" y="88479"/>
                  <a:pt x="383981" y="89875"/>
                </a:cubicBezTo>
                <a:cubicBezTo>
                  <a:pt x="384217" y="91272"/>
                  <a:pt x="384608" y="92207"/>
                  <a:pt x="385153" y="92680"/>
                </a:cubicBezTo>
                <a:cubicBezTo>
                  <a:pt x="385698" y="93153"/>
                  <a:pt x="386326" y="93389"/>
                  <a:pt x="387037" y="93389"/>
                </a:cubicBezTo>
                <a:cubicBezTo>
                  <a:pt x="387795" y="93389"/>
                  <a:pt x="388458" y="93223"/>
                  <a:pt x="389027" y="92891"/>
                </a:cubicBezTo>
                <a:cubicBezTo>
                  <a:pt x="390022" y="92275"/>
                  <a:pt x="391941" y="90546"/>
                  <a:pt x="394784" y="87703"/>
                </a:cubicBezTo>
                <a:lnTo>
                  <a:pt x="394784" y="91683"/>
                </a:lnTo>
                <a:cubicBezTo>
                  <a:pt x="389477" y="98790"/>
                  <a:pt x="384407" y="102344"/>
                  <a:pt x="379574" y="102344"/>
                </a:cubicBezTo>
                <a:cubicBezTo>
                  <a:pt x="377252" y="102344"/>
                  <a:pt x="375405" y="101539"/>
                  <a:pt x="374030" y="99928"/>
                </a:cubicBezTo>
                <a:cubicBezTo>
                  <a:pt x="372656" y="98317"/>
                  <a:pt x="371946" y="95568"/>
                  <a:pt x="371898" y="91683"/>
                </a:cubicBezTo>
                <a:moveTo>
                  <a:pt x="371898" y="87023"/>
                </a:moveTo>
                <a:lnTo>
                  <a:pt x="371898" y="62330"/>
                </a:lnTo>
                <a:cubicBezTo>
                  <a:pt x="364744" y="65160"/>
                  <a:pt x="360124" y="67165"/>
                  <a:pt x="358039" y="68345"/>
                </a:cubicBezTo>
                <a:cubicBezTo>
                  <a:pt x="354296" y="70421"/>
                  <a:pt x="351619" y="72591"/>
                  <a:pt x="350008" y="74855"/>
                </a:cubicBezTo>
                <a:cubicBezTo>
                  <a:pt x="348397" y="77119"/>
                  <a:pt x="347592" y="79595"/>
                  <a:pt x="347592" y="82284"/>
                </a:cubicBezTo>
                <a:cubicBezTo>
                  <a:pt x="347592" y="85681"/>
                  <a:pt x="348610" y="88499"/>
                  <a:pt x="350648" y="90739"/>
                </a:cubicBezTo>
                <a:cubicBezTo>
                  <a:pt x="352685" y="92979"/>
                  <a:pt x="355030" y="94100"/>
                  <a:pt x="357684" y="94100"/>
                </a:cubicBezTo>
                <a:cubicBezTo>
                  <a:pt x="361285" y="94100"/>
                  <a:pt x="366023" y="91741"/>
                  <a:pt x="371898" y="87023"/>
                </a:cubicBezTo>
                <a:close/>
                <a:moveTo>
                  <a:pt x="454831" y="76332"/>
                </a:moveTo>
                <a:cubicBezTo>
                  <a:pt x="453078" y="84908"/>
                  <a:pt x="449643" y="91505"/>
                  <a:pt x="444525" y="96125"/>
                </a:cubicBezTo>
                <a:cubicBezTo>
                  <a:pt x="439408" y="100745"/>
                  <a:pt x="433746" y="103055"/>
                  <a:pt x="427539" y="103055"/>
                </a:cubicBezTo>
                <a:cubicBezTo>
                  <a:pt x="420148" y="103055"/>
                  <a:pt x="413704" y="99955"/>
                  <a:pt x="408208" y="93755"/>
                </a:cubicBezTo>
                <a:cubicBezTo>
                  <a:pt x="402711" y="87554"/>
                  <a:pt x="399963" y="79176"/>
                  <a:pt x="399963" y="68620"/>
                </a:cubicBezTo>
                <a:cubicBezTo>
                  <a:pt x="399963" y="58396"/>
                  <a:pt x="403007" y="50090"/>
                  <a:pt x="409096" y="43701"/>
                </a:cubicBezTo>
                <a:cubicBezTo>
                  <a:pt x="415184" y="37310"/>
                  <a:pt x="422493" y="34115"/>
                  <a:pt x="431022" y="34115"/>
                </a:cubicBezTo>
                <a:cubicBezTo>
                  <a:pt x="437418" y="34115"/>
                  <a:pt x="442678" y="35803"/>
                  <a:pt x="446800" y="39181"/>
                </a:cubicBezTo>
                <a:cubicBezTo>
                  <a:pt x="450922" y="42557"/>
                  <a:pt x="452983" y="46063"/>
                  <a:pt x="452983" y="49699"/>
                </a:cubicBezTo>
                <a:cubicBezTo>
                  <a:pt x="452983" y="51494"/>
                  <a:pt x="452403" y="52947"/>
                  <a:pt x="451242" y="54057"/>
                </a:cubicBezTo>
                <a:cubicBezTo>
                  <a:pt x="450081" y="55166"/>
                  <a:pt x="448458" y="55721"/>
                  <a:pt x="446373" y="55721"/>
                </a:cubicBezTo>
                <a:cubicBezTo>
                  <a:pt x="443578" y="55721"/>
                  <a:pt x="441469" y="54820"/>
                  <a:pt x="440048" y="53020"/>
                </a:cubicBezTo>
                <a:cubicBezTo>
                  <a:pt x="439242" y="52025"/>
                  <a:pt x="438709" y="50130"/>
                  <a:pt x="438449" y="47334"/>
                </a:cubicBezTo>
                <a:cubicBezTo>
                  <a:pt x="438188" y="44539"/>
                  <a:pt x="437229" y="42406"/>
                  <a:pt x="435570" y="40938"/>
                </a:cubicBezTo>
                <a:cubicBezTo>
                  <a:pt x="433912" y="39516"/>
                  <a:pt x="431614" y="38805"/>
                  <a:pt x="428676" y="38805"/>
                </a:cubicBezTo>
                <a:cubicBezTo>
                  <a:pt x="423938" y="38805"/>
                  <a:pt x="420124" y="40559"/>
                  <a:pt x="417234" y="44065"/>
                </a:cubicBezTo>
                <a:cubicBezTo>
                  <a:pt x="413396" y="48708"/>
                  <a:pt x="411477" y="54844"/>
                  <a:pt x="411477" y="62472"/>
                </a:cubicBezTo>
                <a:cubicBezTo>
                  <a:pt x="411477" y="70243"/>
                  <a:pt x="413384" y="77102"/>
                  <a:pt x="417198" y="83048"/>
                </a:cubicBezTo>
                <a:cubicBezTo>
                  <a:pt x="421012" y="88994"/>
                  <a:pt x="426165" y="91967"/>
                  <a:pt x="432656" y="91967"/>
                </a:cubicBezTo>
                <a:cubicBezTo>
                  <a:pt x="437300" y="91967"/>
                  <a:pt x="441469" y="90380"/>
                  <a:pt x="445165" y="87206"/>
                </a:cubicBezTo>
                <a:cubicBezTo>
                  <a:pt x="447771" y="85026"/>
                  <a:pt x="450306" y="81070"/>
                  <a:pt x="452770" y="75337"/>
                </a:cubicBezTo>
                <a:lnTo>
                  <a:pt x="454831" y="76332"/>
                </a:lnTo>
                <a:close/>
                <a:moveTo>
                  <a:pt x="483323" y="0"/>
                </a:moveTo>
                <a:lnTo>
                  <a:pt x="483323" y="64747"/>
                </a:lnTo>
                <a:lnTo>
                  <a:pt x="499883" y="49679"/>
                </a:lnTo>
                <a:cubicBezTo>
                  <a:pt x="503389" y="46458"/>
                  <a:pt x="505426" y="44420"/>
                  <a:pt x="505995" y="43567"/>
                </a:cubicBezTo>
                <a:cubicBezTo>
                  <a:pt x="506374" y="42999"/>
                  <a:pt x="506563" y="42430"/>
                  <a:pt x="506563" y="41862"/>
                </a:cubicBezTo>
                <a:cubicBezTo>
                  <a:pt x="506563" y="40914"/>
                  <a:pt x="506173" y="40097"/>
                  <a:pt x="505391" y="39410"/>
                </a:cubicBezTo>
                <a:cubicBezTo>
                  <a:pt x="504609" y="38723"/>
                  <a:pt x="503318" y="38332"/>
                  <a:pt x="501517" y="38237"/>
                </a:cubicBezTo>
                <a:lnTo>
                  <a:pt x="501517" y="35963"/>
                </a:lnTo>
                <a:lnTo>
                  <a:pt x="529804" y="35963"/>
                </a:lnTo>
                <a:lnTo>
                  <a:pt x="529804" y="38237"/>
                </a:lnTo>
                <a:cubicBezTo>
                  <a:pt x="525919" y="38332"/>
                  <a:pt x="522685" y="38924"/>
                  <a:pt x="520103" y="40014"/>
                </a:cubicBezTo>
                <a:cubicBezTo>
                  <a:pt x="517520" y="41103"/>
                  <a:pt x="514689" y="43046"/>
                  <a:pt x="511610" y="45842"/>
                </a:cubicBezTo>
                <a:lnTo>
                  <a:pt x="494908" y="61264"/>
                </a:lnTo>
                <a:lnTo>
                  <a:pt x="511610" y="82333"/>
                </a:lnTo>
                <a:cubicBezTo>
                  <a:pt x="516253" y="88149"/>
                  <a:pt x="519380" y="91837"/>
                  <a:pt x="520991" y="93398"/>
                </a:cubicBezTo>
                <a:cubicBezTo>
                  <a:pt x="523265" y="95620"/>
                  <a:pt x="525255" y="97063"/>
                  <a:pt x="526961" y="97727"/>
                </a:cubicBezTo>
                <a:cubicBezTo>
                  <a:pt x="528146" y="98199"/>
                  <a:pt x="530207" y="98435"/>
                  <a:pt x="533144" y="98435"/>
                </a:cubicBezTo>
                <a:lnTo>
                  <a:pt x="533144" y="101065"/>
                </a:lnTo>
                <a:lnTo>
                  <a:pt x="501517" y="101065"/>
                </a:lnTo>
                <a:lnTo>
                  <a:pt x="501517" y="98435"/>
                </a:lnTo>
                <a:cubicBezTo>
                  <a:pt x="503318" y="98388"/>
                  <a:pt x="504538" y="98116"/>
                  <a:pt x="505178" y="97620"/>
                </a:cubicBezTo>
                <a:cubicBezTo>
                  <a:pt x="505817" y="97122"/>
                  <a:pt x="506137" y="96425"/>
                  <a:pt x="506137" y="95528"/>
                </a:cubicBezTo>
                <a:cubicBezTo>
                  <a:pt x="506137" y="94439"/>
                  <a:pt x="505189" y="92690"/>
                  <a:pt x="503294" y="90279"/>
                </a:cubicBezTo>
                <a:lnTo>
                  <a:pt x="483323" y="64818"/>
                </a:lnTo>
                <a:lnTo>
                  <a:pt x="483323" y="86377"/>
                </a:lnTo>
                <a:cubicBezTo>
                  <a:pt x="483323" y="90585"/>
                  <a:pt x="483619" y="93352"/>
                  <a:pt x="484211" y="94677"/>
                </a:cubicBezTo>
                <a:cubicBezTo>
                  <a:pt x="484803" y="96001"/>
                  <a:pt x="485644" y="96946"/>
                  <a:pt x="486734" y="97513"/>
                </a:cubicBezTo>
                <a:cubicBezTo>
                  <a:pt x="487824" y="98080"/>
                  <a:pt x="490193" y="98388"/>
                  <a:pt x="493841" y="98435"/>
                </a:cubicBezTo>
                <a:lnTo>
                  <a:pt x="493841" y="101065"/>
                </a:lnTo>
                <a:lnTo>
                  <a:pt x="460722" y="101065"/>
                </a:lnTo>
                <a:lnTo>
                  <a:pt x="460722" y="98435"/>
                </a:lnTo>
                <a:cubicBezTo>
                  <a:pt x="464039" y="98435"/>
                  <a:pt x="466526" y="98032"/>
                  <a:pt x="468184" y="97227"/>
                </a:cubicBezTo>
                <a:cubicBezTo>
                  <a:pt x="469179" y="96707"/>
                  <a:pt x="469938" y="95902"/>
                  <a:pt x="470459" y="94813"/>
                </a:cubicBezTo>
                <a:cubicBezTo>
                  <a:pt x="471169" y="93250"/>
                  <a:pt x="471525" y="90552"/>
                  <a:pt x="471525" y="86717"/>
                </a:cubicBezTo>
                <a:lnTo>
                  <a:pt x="471525" y="27485"/>
                </a:lnTo>
                <a:cubicBezTo>
                  <a:pt x="471525" y="19957"/>
                  <a:pt x="471359" y="15353"/>
                  <a:pt x="471027" y="13673"/>
                </a:cubicBezTo>
                <a:cubicBezTo>
                  <a:pt x="470696" y="11990"/>
                  <a:pt x="470151" y="10830"/>
                  <a:pt x="469393" y="10192"/>
                </a:cubicBezTo>
                <a:cubicBezTo>
                  <a:pt x="468635" y="9553"/>
                  <a:pt x="467640" y="9233"/>
                  <a:pt x="466408" y="9233"/>
                </a:cubicBezTo>
                <a:cubicBezTo>
                  <a:pt x="465413" y="9233"/>
                  <a:pt x="463920" y="9635"/>
                  <a:pt x="461930" y="10441"/>
                </a:cubicBezTo>
                <a:lnTo>
                  <a:pt x="460722" y="7953"/>
                </a:lnTo>
                <a:lnTo>
                  <a:pt x="480053" y="0"/>
                </a:lnTo>
                <a:lnTo>
                  <a:pt x="483323" y="0"/>
                </a:lnTo>
                <a:close/>
                <a:moveTo>
                  <a:pt x="534922" y="38237"/>
                </a:moveTo>
                <a:lnTo>
                  <a:pt x="611608" y="38237"/>
                </a:lnTo>
                <a:lnTo>
                  <a:pt x="611608" y="44136"/>
                </a:lnTo>
                <a:lnTo>
                  <a:pt x="534922" y="44136"/>
                </a:lnTo>
                <a:lnTo>
                  <a:pt x="534922" y="38237"/>
                </a:lnTo>
                <a:moveTo>
                  <a:pt x="534922" y="61335"/>
                </a:moveTo>
                <a:lnTo>
                  <a:pt x="611608" y="61335"/>
                </a:lnTo>
                <a:lnTo>
                  <a:pt x="611608" y="67234"/>
                </a:lnTo>
                <a:lnTo>
                  <a:pt x="534922" y="67234"/>
                </a:lnTo>
                <a:lnTo>
                  <a:pt x="534922" y="613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rcv">
            <a:extLst xmlns:a="http://schemas.openxmlformats.org/drawingml/2006/main">
              <a:ext uri="{FF2B5EF4-FFF2-40B4-BE49-F238E27FC236}">
                <a16:creationId xmlns:a16="http://schemas.microsoft.com/office/drawing/2014/main" id="{FB27CC63-75E1-4233-B94A-13958E88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321" y="4069140"/>
            <a:ext cx="183196" cy="67945"/>
          </a:xfrm>
          <a:custGeom xmlns:a="http://schemas.openxmlformats.org/drawingml/2006/main">
            <a:pathLst>
              <a:path w="183196" h="67945">
                <a:moveTo>
                  <a:pt x="31982" y="0"/>
                </a:moveTo>
                <a:lnTo>
                  <a:pt x="21251" y="39985"/>
                </a:lnTo>
                <a:cubicBezTo>
                  <a:pt x="30064" y="20490"/>
                  <a:pt x="36697" y="8490"/>
                  <a:pt x="41151" y="3984"/>
                </a:cubicBezTo>
                <a:cubicBezTo>
                  <a:pt x="43757" y="1328"/>
                  <a:pt x="46505" y="0"/>
                  <a:pt x="49395" y="0"/>
                </a:cubicBezTo>
                <a:cubicBezTo>
                  <a:pt x="51385" y="0"/>
                  <a:pt x="52996" y="723"/>
                  <a:pt x="54228" y="2168"/>
                </a:cubicBezTo>
                <a:cubicBezTo>
                  <a:pt x="55460" y="3613"/>
                  <a:pt x="56076" y="5662"/>
                  <a:pt x="56076" y="8315"/>
                </a:cubicBezTo>
                <a:cubicBezTo>
                  <a:pt x="56076" y="12911"/>
                  <a:pt x="54963" y="16773"/>
                  <a:pt x="52736" y="19900"/>
                </a:cubicBezTo>
                <a:cubicBezTo>
                  <a:pt x="51314" y="21890"/>
                  <a:pt x="49727" y="22885"/>
                  <a:pt x="47974" y="22885"/>
                </a:cubicBezTo>
                <a:cubicBezTo>
                  <a:pt x="46078" y="22885"/>
                  <a:pt x="44657" y="22019"/>
                  <a:pt x="43709" y="20287"/>
                </a:cubicBezTo>
                <a:cubicBezTo>
                  <a:pt x="42762" y="18553"/>
                  <a:pt x="42098" y="17534"/>
                  <a:pt x="41719" y="17231"/>
                </a:cubicBezTo>
                <a:cubicBezTo>
                  <a:pt x="41340" y="16926"/>
                  <a:pt x="40938" y="16773"/>
                  <a:pt x="40511" y="16773"/>
                </a:cubicBezTo>
                <a:cubicBezTo>
                  <a:pt x="40037" y="16773"/>
                  <a:pt x="39540" y="16915"/>
                  <a:pt x="39019" y="17199"/>
                </a:cubicBezTo>
                <a:cubicBezTo>
                  <a:pt x="37976" y="17768"/>
                  <a:pt x="36614" y="19154"/>
                  <a:pt x="34932" y="21357"/>
                </a:cubicBezTo>
                <a:cubicBezTo>
                  <a:pt x="33250" y="23559"/>
                  <a:pt x="31177" y="27242"/>
                  <a:pt x="28713" y="32407"/>
                </a:cubicBezTo>
                <a:cubicBezTo>
                  <a:pt x="26249" y="37570"/>
                  <a:pt x="24330" y="41940"/>
                  <a:pt x="22956" y="45517"/>
                </a:cubicBezTo>
                <a:cubicBezTo>
                  <a:pt x="21582" y="49093"/>
                  <a:pt x="19663" y="55906"/>
                  <a:pt x="17199" y="65955"/>
                </a:cubicBezTo>
                <a:lnTo>
                  <a:pt x="0" y="65955"/>
                </a:lnTo>
                <a:lnTo>
                  <a:pt x="11727" y="18834"/>
                </a:lnTo>
                <a:cubicBezTo>
                  <a:pt x="12580" y="15328"/>
                  <a:pt x="13006" y="13006"/>
                  <a:pt x="13006" y="11869"/>
                </a:cubicBezTo>
                <a:cubicBezTo>
                  <a:pt x="13006" y="10590"/>
                  <a:pt x="12781" y="9595"/>
                  <a:pt x="12331" y="8884"/>
                </a:cubicBezTo>
                <a:cubicBezTo>
                  <a:pt x="11881" y="8173"/>
                  <a:pt x="11265" y="7652"/>
                  <a:pt x="10483" y="7320"/>
                </a:cubicBezTo>
                <a:cubicBezTo>
                  <a:pt x="9701" y="6989"/>
                  <a:pt x="8079" y="6823"/>
                  <a:pt x="5615" y="6823"/>
                </a:cubicBezTo>
                <a:lnTo>
                  <a:pt x="6254" y="4691"/>
                </a:lnTo>
                <a:lnTo>
                  <a:pt x="27718" y="0"/>
                </a:lnTo>
                <a:lnTo>
                  <a:pt x="31982" y="0"/>
                </a:lnTo>
                <a:close/>
                <a:moveTo>
                  <a:pt x="108934" y="49040"/>
                </a:moveTo>
                <a:lnTo>
                  <a:pt x="111067" y="50937"/>
                </a:lnTo>
                <a:cubicBezTo>
                  <a:pt x="106471" y="56372"/>
                  <a:pt x="101946" y="60355"/>
                  <a:pt x="97492" y="62886"/>
                </a:cubicBezTo>
                <a:cubicBezTo>
                  <a:pt x="91569" y="66259"/>
                  <a:pt x="85433" y="67945"/>
                  <a:pt x="79084" y="67945"/>
                </a:cubicBezTo>
                <a:cubicBezTo>
                  <a:pt x="74820" y="67945"/>
                  <a:pt x="71041" y="67032"/>
                  <a:pt x="67748" y="65207"/>
                </a:cubicBezTo>
                <a:cubicBezTo>
                  <a:pt x="64455" y="63379"/>
                  <a:pt x="62027" y="60818"/>
                  <a:pt x="60463" y="57522"/>
                </a:cubicBezTo>
                <a:cubicBezTo>
                  <a:pt x="58900" y="54226"/>
                  <a:pt x="58118" y="50846"/>
                  <a:pt x="58118" y="47383"/>
                </a:cubicBezTo>
                <a:cubicBezTo>
                  <a:pt x="58118" y="39605"/>
                  <a:pt x="60226" y="31957"/>
                  <a:pt x="64443" y="24440"/>
                </a:cubicBezTo>
                <a:cubicBezTo>
                  <a:pt x="68660" y="16921"/>
                  <a:pt x="74227" y="10968"/>
                  <a:pt x="81145" y="6581"/>
                </a:cubicBezTo>
                <a:cubicBezTo>
                  <a:pt x="88063" y="2194"/>
                  <a:pt x="94862" y="0"/>
                  <a:pt x="101543" y="0"/>
                </a:cubicBezTo>
                <a:cubicBezTo>
                  <a:pt x="106897" y="0"/>
                  <a:pt x="110924" y="1188"/>
                  <a:pt x="113625" y="3565"/>
                </a:cubicBezTo>
                <a:cubicBezTo>
                  <a:pt x="116326" y="5941"/>
                  <a:pt x="117676" y="8888"/>
                  <a:pt x="117676" y="12404"/>
                </a:cubicBezTo>
                <a:cubicBezTo>
                  <a:pt x="117676" y="15588"/>
                  <a:pt x="116658" y="18297"/>
                  <a:pt x="114620" y="20531"/>
                </a:cubicBezTo>
                <a:cubicBezTo>
                  <a:pt x="112583" y="22764"/>
                  <a:pt x="110308" y="23880"/>
                  <a:pt x="107797" y="23880"/>
                </a:cubicBezTo>
                <a:cubicBezTo>
                  <a:pt x="105618" y="23880"/>
                  <a:pt x="103805" y="23167"/>
                  <a:pt x="102360" y="21741"/>
                </a:cubicBezTo>
                <a:cubicBezTo>
                  <a:pt x="100915" y="20314"/>
                  <a:pt x="100193" y="18626"/>
                  <a:pt x="100193" y="16678"/>
                </a:cubicBezTo>
                <a:cubicBezTo>
                  <a:pt x="100193" y="14110"/>
                  <a:pt x="101472" y="11875"/>
                  <a:pt x="104030" y="9972"/>
                </a:cubicBezTo>
                <a:cubicBezTo>
                  <a:pt x="105784" y="8641"/>
                  <a:pt x="106660" y="7477"/>
                  <a:pt x="106660" y="6479"/>
                </a:cubicBezTo>
                <a:cubicBezTo>
                  <a:pt x="106660" y="5623"/>
                  <a:pt x="106305" y="4934"/>
                  <a:pt x="105594" y="4411"/>
                </a:cubicBezTo>
                <a:cubicBezTo>
                  <a:pt x="104646" y="3650"/>
                  <a:pt x="103414" y="3269"/>
                  <a:pt x="101898" y="3269"/>
                </a:cubicBezTo>
                <a:cubicBezTo>
                  <a:pt x="97918" y="3269"/>
                  <a:pt x="94175" y="4883"/>
                  <a:pt x="90669" y="8109"/>
                </a:cubicBezTo>
                <a:cubicBezTo>
                  <a:pt x="86025" y="12379"/>
                  <a:pt x="82472" y="17788"/>
                  <a:pt x="80008" y="24336"/>
                </a:cubicBezTo>
                <a:cubicBezTo>
                  <a:pt x="77544" y="30882"/>
                  <a:pt x="76312" y="37096"/>
                  <a:pt x="76312" y="42979"/>
                </a:cubicBezTo>
                <a:cubicBezTo>
                  <a:pt x="76312" y="47628"/>
                  <a:pt x="77568" y="51341"/>
                  <a:pt x="80079" y="54117"/>
                </a:cubicBezTo>
                <a:cubicBezTo>
                  <a:pt x="82590" y="56892"/>
                  <a:pt x="85575" y="58279"/>
                  <a:pt x="89034" y="58279"/>
                </a:cubicBezTo>
                <a:cubicBezTo>
                  <a:pt x="92067" y="58279"/>
                  <a:pt x="95348" y="57515"/>
                  <a:pt x="98878" y="55987"/>
                </a:cubicBezTo>
                <a:cubicBezTo>
                  <a:pt x="102408" y="54459"/>
                  <a:pt x="105760" y="52143"/>
                  <a:pt x="108934" y="49040"/>
                </a:cubicBezTo>
                <a:close/>
                <a:moveTo>
                  <a:pt x="138847" y="67945"/>
                </a:moveTo>
                <a:lnTo>
                  <a:pt x="136288" y="67945"/>
                </a:lnTo>
                <a:cubicBezTo>
                  <a:pt x="136430" y="64060"/>
                  <a:pt x="136501" y="61122"/>
                  <a:pt x="136501" y="59132"/>
                </a:cubicBezTo>
                <a:cubicBezTo>
                  <a:pt x="136501" y="53731"/>
                  <a:pt x="136087" y="45924"/>
                  <a:pt x="135258" y="35714"/>
                </a:cubicBezTo>
                <a:cubicBezTo>
                  <a:pt x="134429" y="25503"/>
                  <a:pt x="133493" y="18692"/>
                  <a:pt x="132450" y="15281"/>
                </a:cubicBezTo>
                <a:cubicBezTo>
                  <a:pt x="131645" y="12769"/>
                  <a:pt x="130579" y="10945"/>
                  <a:pt x="129252" y="9808"/>
                </a:cubicBezTo>
                <a:cubicBezTo>
                  <a:pt x="128352" y="9050"/>
                  <a:pt x="127191" y="8671"/>
                  <a:pt x="125770" y="8671"/>
                </a:cubicBezTo>
                <a:cubicBezTo>
                  <a:pt x="124964" y="8671"/>
                  <a:pt x="123993" y="8766"/>
                  <a:pt x="122856" y="8955"/>
                </a:cubicBezTo>
                <a:lnTo>
                  <a:pt x="122856" y="6396"/>
                </a:lnTo>
                <a:lnTo>
                  <a:pt x="146523" y="0"/>
                </a:lnTo>
                <a:cubicBezTo>
                  <a:pt x="151261" y="12948"/>
                  <a:pt x="153559" y="29525"/>
                  <a:pt x="153417" y="49731"/>
                </a:cubicBezTo>
                <a:cubicBezTo>
                  <a:pt x="160382" y="43102"/>
                  <a:pt x="165179" y="37728"/>
                  <a:pt x="167809" y="33608"/>
                </a:cubicBezTo>
                <a:cubicBezTo>
                  <a:pt x="170438" y="29489"/>
                  <a:pt x="171753" y="26056"/>
                  <a:pt x="171753" y="23309"/>
                </a:cubicBezTo>
                <a:cubicBezTo>
                  <a:pt x="171753" y="21131"/>
                  <a:pt x="170936" y="18917"/>
                  <a:pt x="169301" y="16666"/>
                </a:cubicBezTo>
                <a:cubicBezTo>
                  <a:pt x="167667" y="14416"/>
                  <a:pt x="166648" y="12814"/>
                  <a:pt x="166245" y="11862"/>
                </a:cubicBezTo>
                <a:cubicBezTo>
                  <a:pt x="165842" y="10909"/>
                  <a:pt x="165641" y="9861"/>
                  <a:pt x="165641" y="8717"/>
                </a:cubicBezTo>
                <a:cubicBezTo>
                  <a:pt x="165641" y="6240"/>
                  <a:pt x="166447" y="4168"/>
                  <a:pt x="168058" y="2501"/>
                </a:cubicBezTo>
                <a:cubicBezTo>
                  <a:pt x="169669" y="834"/>
                  <a:pt x="171706" y="0"/>
                  <a:pt x="174170" y="0"/>
                </a:cubicBezTo>
                <a:cubicBezTo>
                  <a:pt x="176776" y="0"/>
                  <a:pt x="178789" y="831"/>
                  <a:pt x="180211" y="2492"/>
                </a:cubicBezTo>
                <a:cubicBezTo>
                  <a:pt x="182201" y="4817"/>
                  <a:pt x="183196" y="7568"/>
                  <a:pt x="183196" y="10745"/>
                </a:cubicBezTo>
                <a:cubicBezTo>
                  <a:pt x="183196" y="14019"/>
                  <a:pt x="182615" y="17234"/>
                  <a:pt x="181455" y="20389"/>
                </a:cubicBezTo>
                <a:cubicBezTo>
                  <a:pt x="180294" y="23544"/>
                  <a:pt x="178304" y="27269"/>
                  <a:pt x="175485" y="31563"/>
                </a:cubicBezTo>
                <a:cubicBezTo>
                  <a:pt x="172665" y="35857"/>
                  <a:pt x="169526" y="39759"/>
                  <a:pt x="166068" y="43270"/>
                </a:cubicBezTo>
                <a:cubicBezTo>
                  <a:pt x="159718" y="49722"/>
                  <a:pt x="150645" y="57948"/>
                  <a:pt x="138847" y="67945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.nxt">
            <a:extLst xmlns:a="http://schemas.openxmlformats.org/drawingml/2006/main">
              <a:ext uri="{FF2B5EF4-FFF2-40B4-BE49-F238E27FC236}">
                <a16:creationId xmlns:a16="http://schemas.microsoft.com/office/drawing/2014/main" id="{80BF9C16-89EA-4B60-906E-56BFEB6A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405" y="4051798"/>
            <a:ext cx="237460" cy="85287"/>
          </a:xfrm>
          <a:custGeom xmlns:a="http://schemas.openxmlformats.org/drawingml/2006/main">
            <a:pathLst>
              <a:path w="237460" h="85287">
                <a:moveTo>
                  <a:pt x="11656" y="61833"/>
                </a:moveTo>
                <a:cubicBezTo>
                  <a:pt x="14925" y="61833"/>
                  <a:pt x="17697" y="62977"/>
                  <a:pt x="19971" y="65267"/>
                </a:cubicBezTo>
                <a:cubicBezTo>
                  <a:pt x="22246" y="67554"/>
                  <a:pt x="23383" y="70319"/>
                  <a:pt x="23383" y="73560"/>
                </a:cubicBezTo>
                <a:cubicBezTo>
                  <a:pt x="23383" y="76801"/>
                  <a:pt x="22234" y="79566"/>
                  <a:pt x="19936" y="81855"/>
                </a:cubicBezTo>
                <a:cubicBezTo>
                  <a:pt x="17638" y="84143"/>
                  <a:pt x="14878" y="85287"/>
                  <a:pt x="11656" y="85287"/>
                </a:cubicBezTo>
                <a:cubicBezTo>
                  <a:pt x="8434" y="85287"/>
                  <a:pt x="5686" y="84143"/>
                  <a:pt x="3411" y="81855"/>
                </a:cubicBezTo>
                <a:cubicBezTo>
                  <a:pt x="1137" y="79566"/>
                  <a:pt x="0" y="76801"/>
                  <a:pt x="0" y="73560"/>
                </a:cubicBezTo>
                <a:cubicBezTo>
                  <a:pt x="0" y="70319"/>
                  <a:pt x="1137" y="67554"/>
                  <a:pt x="3411" y="65267"/>
                </a:cubicBezTo>
                <a:cubicBezTo>
                  <a:pt x="5686" y="62977"/>
                  <a:pt x="8434" y="61833"/>
                  <a:pt x="11656" y="61833"/>
                </a:cubicBezTo>
                <a:close/>
                <a:moveTo>
                  <a:pt x="77184" y="17342"/>
                </a:moveTo>
                <a:lnTo>
                  <a:pt x="68371" y="47865"/>
                </a:lnTo>
                <a:cubicBezTo>
                  <a:pt x="74294" y="38947"/>
                  <a:pt x="78724" y="32852"/>
                  <a:pt x="81662" y="29579"/>
                </a:cubicBezTo>
                <a:cubicBezTo>
                  <a:pt x="85973" y="24837"/>
                  <a:pt x="89693" y="21612"/>
                  <a:pt x="92820" y="19905"/>
                </a:cubicBezTo>
                <a:cubicBezTo>
                  <a:pt x="95947" y="18196"/>
                  <a:pt x="98885" y="17342"/>
                  <a:pt x="101633" y="17342"/>
                </a:cubicBezTo>
                <a:cubicBezTo>
                  <a:pt x="104097" y="17342"/>
                  <a:pt x="106205" y="18260"/>
                  <a:pt x="107958" y="20098"/>
                </a:cubicBezTo>
                <a:cubicBezTo>
                  <a:pt x="109711" y="21934"/>
                  <a:pt x="110588" y="24330"/>
                  <a:pt x="110588" y="27287"/>
                </a:cubicBezTo>
                <a:cubicBezTo>
                  <a:pt x="110588" y="29951"/>
                  <a:pt x="110019" y="33186"/>
                  <a:pt x="108882" y="36991"/>
                </a:cubicBezTo>
                <a:lnTo>
                  <a:pt x="99785" y="67459"/>
                </a:lnTo>
                <a:cubicBezTo>
                  <a:pt x="99027" y="70122"/>
                  <a:pt x="98648" y="71858"/>
                  <a:pt x="98648" y="72667"/>
                </a:cubicBezTo>
                <a:cubicBezTo>
                  <a:pt x="98648" y="73141"/>
                  <a:pt x="98825" y="73567"/>
                  <a:pt x="99181" y="73946"/>
                </a:cubicBezTo>
                <a:cubicBezTo>
                  <a:pt x="99536" y="74325"/>
                  <a:pt x="99903" y="74515"/>
                  <a:pt x="100282" y="74515"/>
                </a:cubicBezTo>
                <a:cubicBezTo>
                  <a:pt x="100756" y="74515"/>
                  <a:pt x="101254" y="74325"/>
                  <a:pt x="101775" y="73946"/>
                </a:cubicBezTo>
                <a:cubicBezTo>
                  <a:pt x="103433" y="72580"/>
                  <a:pt x="105115" y="70659"/>
                  <a:pt x="106821" y="68185"/>
                </a:cubicBezTo>
                <a:cubicBezTo>
                  <a:pt x="107248" y="67532"/>
                  <a:pt x="107935" y="66552"/>
                  <a:pt x="108882" y="65244"/>
                </a:cubicBezTo>
                <a:lnTo>
                  <a:pt x="111583" y="66855"/>
                </a:lnTo>
                <a:cubicBezTo>
                  <a:pt x="104618" y="78385"/>
                  <a:pt x="97297" y="84150"/>
                  <a:pt x="89622" y="84150"/>
                </a:cubicBezTo>
                <a:cubicBezTo>
                  <a:pt x="86684" y="84150"/>
                  <a:pt x="84386" y="83391"/>
                  <a:pt x="82728" y="81875"/>
                </a:cubicBezTo>
                <a:cubicBezTo>
                  <a:pt x="81069" y="80359"/>
                  <a:pt x="80240" y="78464"/>
                  <a:pt x="80240" y="76189"/>
                </a:cubicBezTo>
                <a:cubicBezTo>
                  <a:pt x="80240" y="74193"/>
                  <a:pt x="80809" y="71223"/>
                  <a:pt x="81946" y="67279"/>
                </a:cubicBezTo>
                <a:lnTo>
                  <a:pt x="90830" y="36835"/>
                </a:lnTo>
                <a:cubicBezTo>
                  <a:pt x="91446" y="34839"/>
                  <a:pt x="91754" y="33366"/>
                  <a:pt x="91754" y="32416"/>
                </a:cubicBezTo>
                <a:cubicBezTo>
                  <a:pt x="91754" y="31893"/>
                  <a:pt x="91541" y="31429"/>
                  <a:pt x="91114" y="31025"/>
                </a:cubicBezTo>
                <a:cubicBezTo>
                  <a:pt x="90688" y="30621"/>
                  <a:pt x="90190" y="30419"/>
                  <a:pt x="89622" y="30419"/>
                </a:cubicBezTo>
                <a:cubicBezTo>
                  <a:pt x="87821" y="30419"/>
                  <a:pt x="85642" y="31656"/>
                  <a:pt x="83083" y="34130"/>
                </a:cubicBezTo>
                <a:cubicBezTo>
                  <a:pt x="76544" y="40413"/>
                  <a:pt x="70219" y="49765"/>
                  <a:pt x="64107" y="62188"/>
                </a:cubicBezTo>
                <a:lnTo>
                  <a:pt x="58279" y="83297"/>
                </a:lnTo>
                <a:lnTo>
                  <a:pt x="40155" y="83297"/>
                </a:lnTo>
                <a:lnTo>
                  <a:pt x="53446" y="37673"/>
                </a:lnTo>
                <a:cubicBezTo>
                  <a:pt x="54725" y="33161"/>
                  <a:pt x="55365" y="29959"/>
                  <a:pt x="55365" y="28067"/>
                </a:cubicBezTo>
                <a:cubicBezTo>
                  <a:pt x="55365" y="27263"/>
                  <a:pt x="55175" y="26589"/>
                  <a:pt x="54796" y="26046"/>
                </a:cubicBezTo>
                <a:cubicBezTo>
                  <a:pt x="54417" y="25501"/>
                  <a:pt x="53801" y="25075"/>
                  <a:pt x="52948" y="24769"/>
                </a:cubicBezTo>
                <a:cubicBezTo>
                  <a:pt x="52096" y="24461"/>
                  <a:pt x="50485" y="24307"/>
                  <a:pt x="48115" y="24307"/>
                </a:cubicBezTo>
                <a:lnTo>
                  <a:pt x="48897" y="21606"/>
                </a:lnTo>
                <a:lnTo>
                  <a:pt x="72849" y="17342"/>
                </a:lnTo>
                <a:lnTo>
                  <a:pt x="77184" y="17342"/>
                </a:lnTo>
                <a:close/>
                <a:moveTo>
                  <a:pt x="125948" y="21606"/>
                </a:moveTo>
                <a:lnTo>
                  <a:pt x="150752" y="17342"/>
                </a:lnTo>
                <a:cubicBezTo>
                  <a:pt x="155253" y="24409"/>
                  <a:pt x="158428" y="32188"/>
                  <a:pt x="160276" y="40678"/>
                </a:cubicBezTo>
                <a:cubicBezTo>
                  <a:pt x="164919" y="33800"/>
                  <a:pt x="168425" y="28986"/>
                  <a:pt x="170794" y="26235"/>
                </a:cubicBezTo>
                <a:cubicBezTo>
                  <a:pt x="173969" y="22536"/>
                  <a:pt x="176587" y="20129"/>
                  <a:pt x="178648" y="19014"/>
                </a:cubicBezTo>
                <a:cubicBezTo>
                  <a:pt x="180709" y="17899"/>
                  <a:pt x="182900" y="17342"/>
                  <a:pt x="185222" y="17342"/>
                </a:cubicBezTo>
                <a:cubicBezTo>
                  <a:pt x="187828" y="17342"/>
                  <a:pt x="189830" y="18059"/>
                  <a:pt x="191228" y="19494"/>
                </a:cubicBezTo>
                <a:cubicBezTo>
                  <a:pt x="192625" y="20927"/>
                  <a:pt x="193324" y="22863"/>
                  <a:pt x="193324" y="25302"/>
                </a:cubicBezTo>
                <a:cubicBezTo>
                  <a:pt x="193324" y="27597"/>
                  <a:pt x="192625" y="29473"/>
                  <a:pt x="191228" y="30932"/>
                </a:cubicBezTo>
                <a:cubicBezTo>
                  <a:pt x="189830" y="32390"/>
                  <a:pt x="188089" y="33120"/>
                  <a:pt x="186004" y="33120"/>
                </a:cubicBezTo>
                <a:cubicBezTo>
                  <a:pt x="184488" y="33120"/>
                  <a:pt x="182746" y="32835"/>
                  <a:pt x="180780" y="32267"/>
                </a:cubicBezTo>
                <a:cubicBezTo>
                  <a:pt x="178814" y="31698"/>
                  <a:pt x="177452" y="31414"/>
                  <a:pt x="176693" y="31414"/>
                </a:cubicBezTo>
                <a:cubicBezTo>
                  <a:pt x="174703" y="31414"/>
                  <a:pt x="172808" y="32122"/>
                  <a:pt x="171008" y="33539"/>
                </a:cubicBezTo>
                <a:cubicBezTo>
                  <a:pt x="168544" y="35476"/>
                  <a:pt x="165511" y="39610"/>
                  <a:pt x="161910" y="45942"/>
                </a:cubicBezTo>
                <a:cubicBezTo>
                  <a:pt x="165938" y="60177"/>
                  <a:pt x="169160" y="68860"/>
                  <a:pt x="171576" y="71992"/>
                </a:cubicBezTo>
                <a:cubicBezTo>
                  <a:pt x="172998" y="73843"/>
                  <a:pt x="174443" y="74768"/>
                  <a:pt x="175912" y="74768"/>
                </a:cubicBezTo>
                <a:cubicBezTo>
                  <a:pt x="177144" y="74768"/>
                  <a:pt x="178210" y="74434"/>
                  <a:pt x="179110" y="73766"/>
                </a:cubicBezTo>
                <a:cubicBezTo>
                  <a:pt x="180484" y="72687"/>
                  <a:pt x="182592" y="69988"/>
                  <a:pt x="185435" y="65671"/>
                </a:cubicBezTo>
                <a:lnTo>
                  <a:pt x="187994" y="67219"/>
                </a:lnTo>
                <a:cubicBezTo>
                  <a:pt x="183824" y="74200"/>
                  <a:pt x="179750" y="79117"/>
                  <a:pt x="175770" y="81968"/>
                </a:cubicBezTo>
                <a:cubicBezTo>
                  <a:pt x="172737" y="84181"/>
                  <a:pt x="169752" y="85287"/>
                  <a:pt x="166814" y="85287"/>
                </a:cubicBezTo>
                <a:cubicBezTo>
                  <a:pt x="163782" y="85287"/>
                  <a:pt x="161259" y="84609"/>
                  <a:pt x="159245" y="83252"/>
                </a:cubicBezTo>
                <a:cubicBezTo>
                  <a:pt x="157232" y="81894"/>
                  <a:pt x="155443" y="79680"/>
                  <a:pt x="153879" y="76609"/>
                </a:cubicBezTo>
                <a:cubicBezTo>
                  <a:pt x="152316" y="73538"/>
                  <a:pt x="150468" y="68622"/>
                  <a:pt x="148336" y="61862"/>
                </a:cubicBezTo>
                <a:cubicBezTo>
                  <a:pt x="142792" y="68956"/>
                  <a:pt x="138445" y="74134"/>
                  <a:pt x="135294" y="77395"/>
                </a:cubicBezTo>
                <a:cubicBezTo>
                  <a:pt x="132143" y="80656"/>
                  <a:pt x="129525" y="82786"/>
                  <a:pt x="127440" y="83785"/>
                </a:cubicBezTo>
                <a:cubicBezTo>
                  <a:pt x="125356" y="84786"/>
                  <a:pt x="123129" y="85287"/>
                  <a:pt x="120760" y="85287"/>
                </a:cubicBezTo>
                <a:cubicBezTo>
                  <a:pt x="118296" y="85287"/>
                  <a:pt x="116341" y="84573"/>
                  <a:pt x="114896" y="83146"/>
                </a:cubicBezTo>
                <a:cubicBezTo>
                  <a:pt x="113451" y="81717"/>
                  <a:pt x="112728" y="79861"/>
                  <a:pt x="112728" y="77578"/>
                </a:cubicBezTo>
                <a:cubicBezTo>
                  <a:pt x="112728" y="75149"/>
                  <a:pt x="113510" y="73150"/>
                  <a:pt x="115074" y="71581"/>
                </a:cubicBezTo>
                <a:cubicBezTo>
                  <a:pt x="116637" y="70010"/>
                  <a:pt x="118627" y="69224"/>
                  <a:pt x="121044" y="69224"/>
                </a:cubicBezTo>
                <a:cubicBezTo>
                  <a:pt x="122323" y="69224"/>
                  <a:pt x="123768" y="69623"/>
                  <a:pt x="125379" y="70419"/>
                </a:cubicBezTo>
                <a:cubicBezTo>
                  <a:pt x="127748" y="71613"/>
                  <a:pt x="129454" y="72209"/>
                  <a:pt x="130497" y="72209"/>
                </a:cubicBezTo>
                <a:cubicBezTo>
                  <a:pt x="131871" y="72209"/>
                  <a:pt x="133103" y="71924"/>
                  <a:pt x="134192" y="71352"/>
                </a:cubicBezTo>
                <a:cubicBezTo>
                  <a:pt x="135614" y="70637"/>
                  <a:pt x="137414" y="69087"/>
                  <a:pt x="139594" y="66703"/>
                </a:cubicBezTo>
                <a:cubicBezTo>
                  <a:pt x="140920" y="65226"/>
                  <a:pt x="143361" y="62079"/>
                  <a:pt x="146914" y="57264"/>
                </a:cubicBezTo>
                <a:cubicBezTo>
                  <a:pt x="142366" y="40370"/>
                  <a:pt x="138812" y="30262"/>
                  <a:pt x="136253" y="26941"/>
                </a:cubicBezTo>
                <a:cubicBezTo>
                  <a:pt x="134642" y="24806"/>
                  <a:pt x="132605" y="23738"/>
                  <a:pt x="130141" y="23738"/>
                </a:cubicBezTo>
                <a:cubicBezTo>
                  <a:pt x="128862" y="23738"/>
                  <a:pt x="127298" y="23928"/>
                  <a:pt x="125450" y="24307"/>
                </a:cubicBezTo>
                <a:lnTo>
                  <a:pt x="125948" y="21606"/>
                </a:lnTo>
                <a:close/>
                <a:moveTo>
                  <a:pt x="233836" y="0"/>
                </a:moveTo>
                <a:lnTo>
                  <a:pt x="228150" y="19332"/>
                </a:lnTo>
                <a:lnTo>
                  <a:pt x="237460" y="19332"/>
                </a:lnTo>
                <a:lnTo>
                  <a:pt x="234973" y="27576"/>
                </a:lnTo>
                <a:lnTo>
                  <a:pt x="225804" y="27576"/>
                </a:lnTo>
                <a:lnTo>
                  <a:pt x="213935" y="68789"/>
                </a:lnTo>
                <a:cubicBezTo>
                  <a:pt x="213177" y="71348"/>
                  <a:pt x="212798" y="73290"/>
                  <a:pt x="212798" y="74617"/>
                </a:cubicBezTo>
                <a:cubicBezTo>
                  <a:pt x="212798" y="75236"/>
                  <a:pt x="213011" y="75771"/>
                  <a:pt x="213438" y="76223"/>
                </a:cubicBezTo>
                <a:cubicBezTo>
                  <a:pt x="213864" y="76674"/>
                  <a:pt x="214338" y="76900"/>
                  <a:pt x="214859" y="76900"/>
                </a:cubicBezTo>
                <a:cubicBezTo>
                  <a:pt x="215665" y="76900"/>
                  <a:pt x="216494" y="76568"/>
                  <a:pt x="217347" y="75905"/>
                </a:cubicBezTo>
                <a:cubicBezTo>
                  <a:pt x="219526" y="74247"/>
                  <a:pt x="222061" y="71357"/>
                  <a:pt x="224952" y="67234"/>
                </a:cubicBezTo>
                <a:lnTo>
                  <a:pt x="227439" y="68798"/>
                </a:lnTo>
                <a:cubicBezTo>
                  <a:pt x="224170" y="74484"/>
                  <a:pt x="220569" y="78653"/>
                  <a:pt x="216636" y="81307"/>
                </a:cubicBezTo>
                <a:cubicBezTo>
                  <a:pt x="212703" y="83960"/>
                  <a:pt x="208842" y="85287"/>
                  <a:pt x="205051" y="85287"/>
                </a:cubicBezTo>
                <a:cubicBezTo>
                  <a:pt x="201829" y="85287"/>
                  <a:pt x="199330" y="84469"/>
                  <a:pt x="197553" y="82835"/>
                </a:cubicBezTo>
                <a:cubicBezTo>
                  <a:pt x="195776" y="81200"/>
                  <a:pt x="194888" y="79127"/>
                  <a:pt x="194888" y="76616"/>
                </a:cubicBezTo>
                <a:cubicBezTo>
                  <a:pt x="194888" y="73868"/>
                  <a:pt x="195504" y="70338"/>
                  <a:pt x="196736" y="66026"/>
                </a:cubicBezTo>
                <a:lnTo>
                  <a:pt x="207965" y="27576"/>
                </a:lnTo>
                <a:lnTo>
                  <a:pt x="198299" y="27576"/>
                </a:lnTo>
                <a:lnTo>
                  <a:pt x="199721" y="22303"/>
                </a:lnTo>
                <a:cubicBezTo>
                  <a:pt x="205786" y="20070"/>
                  <a:pt x="210903" y="17458"/>
                  <a:pt x="215072" y="14465"/>
                </a:cubicBezTo>
                <a:cubicBezTo>
                  <a:pt x="219242" y="11473"/>
                  <a:pt x="224264" y="6651"/>
                  <a:pt x="230140" y="0"/>
                </a:cubicBezTo>
                <a:lnTo>
                  <a:pt x="233836" y="0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50AD4-CF18-4CDE-9E7C-95D3D70A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401" y="3645874"/>
            <a:ext cx="393001" cy="204749"/>
          </a:xfrm>
          <a:custGeom xmlns:a="http://schemas.openxmlformats.org/drawingml/2006/main">
            <a:pathLst>
              <a:path w="393001" h="204749">
                <a:moveTo>
                  <a:pt x="0" y="0"/>
                </a:moveTo>
                <a:lnTo>
                  <a:pt x="393001" y="0"/>
                </a:lnTo>
                <a:lnTo>
                  <a:pt x="393001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5E696-DD0B-4387-9BD3-0DB957A0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401" y="3645874"/>
            <a:ext cx="393001" cy="204749"/>
          </a:xfrm>
          <a:custGeom xmlns:a="http://schemas.openxmlformats.org/drawingml/2006/main">
            <a:pathLst>
              <a:path w="393001" h="204749" fill="none">
                <a:moveTo>
                  <a:pt x="0" y="0"/>
                </a:moveTo>
                <a:lnTo>
                  <a:pt x="393001" y="0"/>
                </a:lnTo>
                <a:lnTo>
                  <a:pt x="393001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38CF6-AFB2-4331-8E2C-9219C6F9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401" y="3850622"/>
            <a:ext cx="393001" cy="204749"/>
          </a:xfrm>
          <a:custGeom xmlns:a="http://schemas.openxmlformats.org/drawingml/2006/main">
            <a:pathLst>
              <a:path w="393001" h="204749">
                <a:moveTo>
                  <a:pt x="0" y="0"/>
                </a:moveTo>
                <a:lnTo>
                  <a:pt x="393001" y="0"/>
                </a:lnTo>
                <a:lnTo>
                  <a:pt x="393001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5B07F-74C1-4E56-A813-FAA1C18E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401" y="3850622"/>
            <a:ext cx="393001" cy="204749"/>
          </a:xfrm>
          <a:custGeom xmlns:a="http://schemas.openxmlformats.org/drawingml/2006/main">
            <a:pathLst>
              <a:path w="393001" h="204749" fill="none">
                <a:moveTo>
                  <a:pt x="0" y="0"/>
                </a:moveTo>
                <a:lnTo>
                  <a:pt x="393001" y="0"/>
                </a:lnTo>
                <a:lnTo>
                  <a:pt x="393001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D7131-767F-43EA-B802-ED5B8739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431" y="4059252"/>
            <a:ext cx="393001" cy="204263"/>
          </a:xfrm>
          <a:custGeom xmlns:a="http://schemas.openxmlformats.org/drawingml/2006/main">
            <a:pathLst>
              <a:path w="393001" h="204263">
                <a:moveTo>
                  <a:pt x="0" y="0"/>
                </a:moveTo>
                <a:lnTo>
                  <a:pt x="393001" y="0"/>
                </a:lnTo>
                <a:lnTo>
                  <a:pt x="393001" y="204263"/>
                </a:lnTo>
                <a:lnTo>
                  <a:pt x="0" y="2042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ECB4A-9464-4BB0-9196-0BB79040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431" y="4059252"/>
            <a:ext cx="393001" cy="204263"/>
          </a:xfrm>
          <a:custGeom xmlns:a="http://schemas.openxmlformats.org/drawingml/2006/main">
            <a:pathLst>
              <a:path w="393001" h="204263" fill="none">
                <a:moveTo>
                  <a:pt x="0" y="0"/>
                </a:moveTo>
                <a:lnTo>
                  <a:pt x="393001" y="0"/>
                </a:lnTo>
                <a:lnTo>
                  <a:pt x="393001" y="204263"/>
                </a:lnTo>
                <a:lnTo>
                  <a:pt x="0" y="2042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5B634-5C31-4EAB-8724-412E8C21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431" y="4263516"/>
            <a:ext cx="393001" cy="204749"/>
          </a:xfrm>
          <a:custGeom xmlns:a="http://schemas.openxmlformats.org/drawingml/2006/main">
            <a:pathLst>
              <a:path w="393001" h="204749">
                <a:moveTo>
                  <a:pt x="0" y="0"/>
                </a:moveTo>
                <a:lnTo>
                  <a:pt x="393001" y="0"/>
                </a:lnTo>
                <a:lnTo>
                  <a:pt x="393001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48E0C-ED04-474E-972B-8A7A0E35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431" y="4263516"/>
            <a:ext cx="393001" cy="204749"/>
          </a:xfrm>
          <a:custGeom xmlns:a="http://schemas.openxmlformats.org/drawingml/2006/main">
            <a:pathLst>
              <a:path w="393001" h="204749" fill="none">
                <a:moveTo>
                  <a:pt x="0" y="0"/>
                </a:moveTo>
                <a:lnTo>
                  <a:pt x="393001" y="0"/>
                </a:lnTo>
                <a:lnTo>
                  <a:pt x="393001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27" name="Text Discard">
            <a:extLst xmlns:a="http://schemas.openxmlformats.org/drawingml/2006/main">
              <a:ext uri="{FF2B5EF4-FFF2-40B4-BE49-F238E27FC236}">
                <a16:creationId xmlns:a16="http://schemas.microsoft.com/office/drawing/2014/main" id="{DD7B874C-09A2-4304-8DD8-E4028ACF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952" y="3699724"/>
            <a:ext cx="450503" cy="103055"/>
          </a:xfrm>
          <a:custGeom xmlns:a="http://schemas.openxmlformats.org/drawingml/2006/main">
            <a:pathLst>
              <a:path w="450503" h="103055">
                <a:moveTo>
                  <a:pt x="0" y="101065"/>
                </a:moveTo>
                <a:lnTo>
                  <a:pt x="0" y="98435"/>
                </a:lnTo>
                <a:lnTo>
                  <a:pt x="3625" y="98435"/>
                </a:lnTo>
                <a:cubicBezTo>
                  <a:pt x="7699" y="98435"/>
                  <a:pt x="10590" y="97132"/>
                  <a:pt x="12295" y="94526"/>
                </a:cubicBezTo>
                <a:cubicBezTo>
                  <a:pt x="13338" y="92962"/>
                  <a:pt x="13859" y="89456"/>
                  <a:pt x="13859" y="84007"/>
                </a:cubicBezTo>
                <a:lnTo>
                  <a:pt x="13859" y="21748"/>
                </a:lnTo>
                <a:cubicBezTo>
                  <a:pt x="13859" y="15731"/>
                  <a:pt x="13196" y="11964"/>
                  <a:pt x="11869" y="10448"/>
                </a:cubicBezTo>
                <a:cubicBezTo>
                  <a:pt x="10021" y="8363"/>
                  <a:pt x="7273" y="7320"/>
                  <a:pt x="3625" y="7320"/>
                </a:cubicBezTo>
                <a:lnTo>
                  <a:pt x="0" y="7320"/>
                </a:lnTo>
                <a:lnTo>
                  <a:pt x="0" y="4691"/>
                </a:lnTo>
                <a:lnTo>
                  <a:pt x="39232" y="4691"/>
                </a:lnTo>
                <a:cubicBezTo>
                  <a:pt x="53636" y="4691"/>
                  <a:pt x="64593" y="6325"/>
                  <a:pt x="72103" y="9595"/>
                </a:cubicBezTo>
                <a:cubicBezTo>
                  <a:pt x="79613" y="12864"/>
                  <a:pt x="85654" y="18313"/>
                  <a:pt x="90226" y="25941"/>
                </a:cubicBezTo>
                <a:cubicBezTo>
                  <a:pt x="94799" y="33570"/>
                  <a:pt x="97085" y="42383"/>
                  <a:pt x="97085" y="52380"/>
                </a:cubicBezTo>
                <a:cubicBezTo>
                  <a:pt x="97085" y="65789"/>
                  <a:pt x="93010" y="76995"/>
                  <a:pt x="84860" y="85997"/>
                </a:cubicBezTo>
                <a:cubicBezTo>
                  <a:pt x="75716" y="96042"/>
                  <a:pt x="61785" y="101065"/>
                  <a:pt x="43070" y="101065"/>
                </a:cubicBezTo>
                <a:lnTo>
                  <a:pt x="0" y="101065"/>
                </a:lnTo>
                <a:moveTo>
                  <a:pt x="27505" y="94171"/>
                </a:moveTo>
                <a:cubicBezTo>
                  <a:pt x="33522" y="95450"/>
                  <a:pt x="38569" y="96090"/>
                  <a:pt x="42643" y="96090"/>
                </a:cubicBezTo>
                <a:cubicBezTo>
                  <a:pt x="53636" y="96090"/>
                  <a:pt x="62757" y="92228"/>
                  <a:pt x="70006" y="84505"/>
                </a:cubicBezTo>
                <a:cubicBezTo>
                  <a:pt x="77256" y="76782"/>
                  <a:pt x="80880" y="66310"/>
                  <a:pt x="80880" y="53091"/>
                </a:cubicBezTo>
                <a:cubicBezTo>
                  <a:pt x="80880" y="39777"/>
                  <a:pt x="77256" y="29282"/>
                  <a:pt x="70006" y="21606"/>
                </a:cubicBezTo>
                <a:cubicBezTo>
                  <a:pt x="62757" y="13930"/>
                  <a:pt x="53446" y="10092"/>
                  <a:pt x="42075" y="10092"/>
                </a:cubicBezTo>
                <a:cubicBezTo>
                  <a:pt x="37810" y="10092"/>
                  <a:pt x="32954" y="10779"/>
                  <a:pt x="27505" y="12153"/>
                </a:cubicBezTo>
                <a:lnTo>
                  <a:pt x="27505" y="94171"/>
                </a:lnTo>
                <a:close/>
                <a:moveTo>
                  <a:pt x="123902" y="0"/>
                </a:moveTo>
                <a:cubicBezTo>
                  <a:pt x="125892" y="0"/>
                  <a:pt x="127585" y="703"/>
                  <a:pt x="128983" y="2108"/>
                </a:cubicBezTo>
                <a:cubicBezTo>
                  <a:pt x="130381" y="3511"/>
                  <a:pt x="131080" y="5213"/>
                  <a:pt x="131080" y="7214"/>
                </a:cubicBezTo>
                <a:cubicBezTo>
                  <a:pt x="131080" y="9214"/>
                  <a:pt x="130381" y="10929"/>
                  <a:pt x="128983" y="12358"/>
                </a:cubicBezTo>
                <a:cubicBezTo>
                  <a:pt x="127585" y="13785"/>
                  <a:pt x="125892" y="14499"/>
                  <a:pt x="123902" y="14499"/>
                </a:cubicBezTo>
                <a:cubicBezTo>
                  <a:pt x="121911" y="14499"/>
                  <a:pt x="120206" y="13785"/>
                  <a:pt x="118784" y="12358"/>
                </a:cubicBezTo>
                <a:cubicBezTo>
                  <a:pt x="117363" y="10929"/>
                  <a:pt x="116652" y="9214"/>
                  <a:pt x="116652" y="7214"/>
                </a:cubicBezTo>
                <a:cubicBezTo>
                  <a:pt x="116652" y="5213"/>
                  <a:pt x="117351" y="3511"/>
                  <a:pt x="118749" y="2108"/>
                </a:cubicBezTo>
                <a:cubicBezTo>
                  <a:pt x="120147" y="703"/>
                  <a:pt x="121864" y="0"/>
                  <a:pt x="123902" y="0"/>
                </a:cubicBezTo>
                <a:moveTo>
                  <a:pt x="129801" y="34115"/>
                </a:moveTo>
                <a:lnTo>
                  <a:pt x="129801" y="86308"/>
                </a:lnTo>
                <a:cubicBezTo>
                  <a:pt x="129801" y="90374"/>
                  <a:pt x="130097" y="93081"/>
                  <a:pt x="130689" y="94428"/>
                </a:cubicBezTo>
                <a:cubicBezTo>
                  <a:pt x="131281" y="95776"/>
                  <a:pt x="132158" y="96780"/>
                  <a:pt x="133319" y="97442"/>
                </a:cubicBezTo>
                <a:cubicBezTo>
                  <a:pt x="134479" y="98104"/>
                  <a:pt x="136600" y="98435"/>
                  <a:pt x="139680" y="98435"/>
                </a:cubicBezTo>
                <a:lnTo>
                  <a:pt x="139680" y="101065"/>
                </a:lnTo>
                <a:lnTo>
                  <a:pt x="108052" y="101065"/>
                </a:lnTo>
                <a:lnTo>
                  <a:pt x="108052" y="98435"/>
                </a:lnTo>
                <a:cubicBezTo>
                  <a:pt x="111227" y="98435"/>
                  <a:pt x="113359" y="98128"/>
                  <a:pt x="114449" y="97513"/>
                </a:cubicBezTo>
                <a:cubicBezTo>
                  <a:pt x="115539" y="96899"/>
                  <a:pt x="116403" y="95882"/>
                  <a:pt x="117043" y="94464"/>
                </a:cubicBezTo>
                <a:cubicBezTo>
                  <a:pt x="117683" y="93045"/>
                  <a:pt x="118003" y="90327"/>
                  <a:pt x="118003" y="86308"/>
                </a:cubicBezTo>
                <a:lnTo>
                  <a:pt x="118003" y="61275"/>
                </a:lnTo>
                <a:cubicBezTo>
                  <a:pt x="118003" y="54230"/>
                  <a:pt x="117789" y="49668"/>
                  <a:pt x="117363" y="47590"/>
                </a:cubicBezTo>
                <a:cubicBezTo>
                  <a:pt x="117031" y="46076"/>
                  <a:pt x="116510" y="45024"/>
                  <a:pt x="115799" y="44433"/>
                </a:cubicBezTo>
                <a:cubicBezTo>
                  <a:pt x="115089" y="43843"/>
                  <a:pt x="114117" y="43547"/>
                  <a:pt x="112885" y="43547"/>
                </a:cubicBezTo>
                <a:cubicBezTo>
                  <a:pt x="111559" y="43547"/>
                  <a:pt x="109948" y="43902"/>
                  <a:pt x="108052" y="44611"/>
                </a:cubicBezTo>
                <a:lnTo>
                  <a:pt x="107057" y="42057"/>
                </a:lnTo>
                <a:lnTo>
                  <a:pt x="126673" y="34115"/>
                </a:lnTo>
                <a:lnTo>
                  <a:pt x="129801" y="34115"/>
                </a:lnTo>
                <a:close/>
                <a:moveTo>
                  <a:pt x="189692" y="34115"/>
                </a:moveTo>
                <a:lnTo>
                  <a:pt x="189692" y="56147"/>
                </a:lnTo>
                <a:lnTo>
                  <a:pt x="187346" y="56147"/>
                </a:lnTo>
                <a:cubicBezTo>
                  <a:pt x="185546" y="49237"/>
                  <a:pt x="183236" y="44536"/>
                  <a:pt x="180417" y="42046"/>
                </a:cubicBezTo>
                <a:cubicBezTo>
                  <a:pt x="177598" y="39554"/>
                  <a:pt x="174008" y="38308"/>
                  <a:pt x="169649" y="38308"/>
                </a:cubicBezTo>
                <a:cubicBezTo>
                  <a:pt x="166333" y="38308"/>
                  <a:pt x="163656" y="39184"/>
                  <a:pt x="161618" y="40935"/>
                </a:cubicBezTo>
                <a:cubicBezTo>
                  <a:pt x="159581" y="42686"/>
                  <a:pt x="158562" y="44626"/>
                  <a:pt x="158562" y="46757"/>
                </a:cubicBezTo>
                <a:cubicBezTo>
                  <a:pt x="158562" y="49407"/>
                  <a:pt x="159320" y="51678"/>
                  <a:pt x="160836" y="53571"/>
                </a:cubicBezTo>
                <a:cubicBezTo>
                  <a:pt x="162305" y="55512"/>
                  <a:pt x="165290" y="57571"/>
                  <a:pt x="169792" y="59747"/>
                </a:cubicBezTo>
                <a:lnTo>
                  <a:pt x="180168" y="64789"/>
                </a:lnTo>
                <a:cubicBezTo>
                  <a:pt x="189787" y="69474"/>
                  <a:pt x="194596" y="75650"/>
                  <a:pt x="194596" y="83319"/>
                </a:cubicBezTo>
                <a:cubicBezTo>
                  <a:pt x="194596" y="89234"/>
                  <a:pt x="192357" y="94003"/>
                  <a:pt x="187879" y="97624"/>
                </a:cubicBezTo>
                <a:cubicBezTo>
                  <a:pt x="183402" y="101245"/>
                  <a:pt x="178391" y="103055"/>
                  <a:pt x="172848" y="103055"/>
                </a:cubicBezTo>
                <a:cubicBezTo>
                  <a:pt x="168868" y="103055"/>
                  <a:pt x="164319" y="102344"/>
                  <a:pt x="159202" y="100923"/>
                </a:cubicBezTo>
                <a:cubicBezTo>
                  <a:pt x="157638" y="100449"/>
                  <a:pt x="156359" y="100212"/>
                  <a:pt x="155364" y="100212"/>
                </a:cubicBezTo>
                <a:cubicBezTo>
                  <a:pt x="154274" y="100212"/>
                  <a:pt x="153421" y="100828"/>
                  <a:pt x="152805" y="102060"/>
                </a:cubicBezTo>
                <a:lnTo>
                  <a:pt x="150460" y="102060"/>
                </a:lnTo>
                <a:lnTo>
                  <a:pt x="150460" y="78748"/>
                </a:lnTo>
                <a:lnTo>
                  <a:pt x="152805" y="78748"/>
                </a:lnTo>
                <a:cubicBezTo>
                  <a:pt x="154132" y="85405"/>
                  <a:pt x="156667" y="90422"/>
                  <a:pt x="160410" y="93798"/>
                </a:cubicBezTo>
                <a:cubicBezTo>
                  <a:pt x="164153" y="97173"/>
                  <a:pt x="168346" y="98861"/>
                  <a:pt x="172990" y="98861"/>
                </a:cubicBezTo>
                <a:cubicBezTo>
                  <a:pt x="176259" y="98861"/>
                  <a:pt x="178924" y="97903"/>
                  <a:pt x="180985" y="95987"/>
                </a:cubicBezTo>
                <a:cubicBezTo>
                  <a:pt x="183047" y="94070"/>
                  <a:pt x="184077" y="91762"/>
                  <a:pt x="184077" y="89065"/>
                </a:cubicBezTo>
                <a:cubicBezTo>
                  <a:pt x="184077" y="85798"/>
                  <a:pt x="182928" y="83053"/>
                  <a:pt x="180630" y="80829"/>
                </a:cubicBezTo>
                <a:cubicBezTo>
                  <a:pt x="178332" y="78605"/>
                  <a:pt x="173748" y="75790"/>
                  <a:pt x="166878" y="72383"/>
                </a:cubicBezTo>
                <a:cubicBezTo>
                  <a:pt x="160007" y="68974"/>
                  <a:pt x="155506" y="65897"/>
                  <a:pt x="153374" y="63152"/>
                </a:cubicBezTo>
                <a:cubicBezTo>
                  <a:pt x="151242" y="60454"/>
                  <a:pt x="150176" y="57047"/>
                  <a:pt x="150176" y="52929"/>
                </a:cubicBezTo>
                <a:cubicBezTo>
                  <a:pt x="150176" y="47581"/>
                  <a:pt x="152012" y="43108"/>
                  <a:pt x="155684" y="39512"/>
                </a:cubicBezTo>
                <a:cubicBezTo>
                  <a:pt x="159356" y="35914"/>
                  <a:pt x="164106" y="34115"/>
                  <a:pt x="169934" y="34115"/>
                </a:cubicBezTo>
                <a:cubicBezTo>
                  <a:pt x="172492" y="34115"/>
                  <a:pt x="175596" y="34660"/>
                  <a:pt x="179244" y="35749"/>
                </a:cubicBezTo>
                <a:cubicBezTo>
                  <a:pt x="181661" y="36460"/>
                  <a:pt x="183272" y="36815"/>
                  <a:pt x="184077" y="36815"/>
                </a:cubicBezTo>
                <a:cubicBezTo>
                  <a:pt x="184835" y="36815"/>
                  <a:pt x="185427" y="36650"/>
                  <a:pt x="185854" y="36318"/>
                </a:cubicBezTo>
                <a:cubicBezTo>
                  <a:pt x="186280" y="35986"/>
                  <a:pt x="186778" y="35252"/>
                  <a:pt x="187346" y="34115"/>
                </a:cubicBezTo>
                <a:lnTo>
                  <a:pt x="189692" y="34115"/>
                </a:lnTo>
                <a:close/>
                <a:moveTo>
                  <a:pt x="259678" y="76332"/>
                </a:moveTo>
                <a:cubicBezTo>
                  <a:pt x="257925" y="84908"/>
                  <a:pt x="254490" y="91505"/>
                  <a:pt x="249373" y="96125"/>
                </a:cubicBezTo>
                <a:cubicBezTo>
                  <a:pt x="244256" y="100745"/>
                  <a:pt x="238594" y="103055"/>
                  <a:pt x="232387" y="103055"/>
                </a:cubicBezTo>
                <a:cubicBezTo>
                  <a:pt x="224995" y="103055"/>
                  <a:pt x="218551" y="99955"/>
                  <a:pt x="213055" y="93755"/>
                </a:cubicBezTo>
                <a:cubicBezTo>
                  <a:pt x="207559" y="87554"/>
                  <a:pt x="204811" y="79176"/>
                  <a:pt x="204811" y="68620"/>
                </a:cubicBezTo>
                <a:cubicBezTo>
                  <a:pt x="204811" y="58396"/>
                  <a:pt x="207855" y="50090"/>
                  <a:pt x="213943" y="43701"/>
                </a:cubicBezTo>
                <a:cubicBezTo>
                  <a:pt x="220032" y="37310"/>
                  <a:pt x="227340" y="34115"/>
                  <a:pt x="235869" y="34115"/>
                </a:cubicBezTo>
                <a:cubicBezTo>
                  <a:pt x="242266" y="34115"/>
                  <a:pt x="247525" y="35803"/>
                  <a:pt x="251647" y="39181"/>
                </a:cubicBezTo>
                <a:cubicBezTo>
                  <a:pt x="255769" y="42557"/>
                  <a:pt x="257830" y="46063"/>
                  <a:pt x="257830" y="49699"/>
                </a:cubicBezTo>
                <a:cubicBezTo>
                  <a:pt x="257830" y="51494"/>
                  <a:pt x="257250" y="52947"/>
                  <a:pt x="256089" y="54057"/>
                </a:cubicBezTo>
                <a:cubicBezTo>
                  <a:pt x="254928" y="55166"/>
                  <a:pt x="253305" y="55721"/>
                  <a:pt x="251221" y="55721"/>
                </a:cubicBezTo>
                <a:cubicBezTo>
                  <a:pt x="248425" y="55721"/>
                  <a:pt x="246317" y="54820"/>
                  <a:pt x="244895" y="53020"/>
                </a:cubicBezTo>
                <a:cubicBezTo>
                  <a:pt x="244090" y="52025"/>
                  <a:pt x="243557" y="50130"/>
                  <a:pt x="243296" y="47334"/>
                </a:cubicBezTo>
                <a:cubicBezTo>
                  <a:pt x="243036" y="44539"/>
                  <a:pt x="242076" y="42406"/>
                  <a:pt x="240418" y="40938"/>
                </a:cubicBezTo>
                <a:cubicBezTo>
                  <a:pt x="238759" y="39516"/>
                  <a:pt x="236461" y="38805"/>
                  <a:pt x="233524" y="38805"/>
                </a:cubicBezTo>
                <a:cubicBezTo>
                  <a:pt x="228786" y="38805"/>
                  <a:pt x="224971" y="40559"/>
                  <a:pt x="222081" y="44065"/>
                </a:cubicBezTo>
                <a:cubicBezTo>
                  <a:pt x="218243" y="48708"/>
                  <a:pt x="216324" y="54844"/>
                  <a:pt x="216324" y="62472"/>
                </a:cubicBezTo>
                <a:cubicBezTo>
                  <a:pt x="216324" y="70243"/>
                  <a:pt x="218231" y="77102"/>
                  <a:pt x="222046" y="83048"/>
                </a:cubicBezTo>
                <a:cubicBezTo>
                  <a:pt x="225860" y="88994"/>
                  <a:pt x="231012" y="91967"/>
                  <a:pt x="237504" y="91967"/>
                </a:cubicBezTo>
                <a:cubicBezTo>
                  <a:pt x="242147" y="91967"/>
                  <a:pt x="246317" y="90380"/>
                  <a:pt x="250012" y="87206"/>
                </a:cubicBezTo>
                <a:cubicBezTo>
                  <a:pt x="252618" y="85026"/>
                  <a:pt x="255153" y="81070"/>
                  <a:pt x="257617" y="75337"/>
                </a:cubicBezTo>
                <a:lnTo>
                  <a:pt x="259678" y="76332"/>
                </a:lnTo>
                <a:close/>
                <a:moveTo>
                  <a:pt x="305795" y="91683"/>
                </a:moveTo>
                <a:cubicBezTo>
                  <a:pt x="299115" y="96848"/>
                  <a:pt x="294921" y="99833"/>
                  <a:pt x="293216" y="100638"/>
                </a:cubicBezTo>
                <a:cubicBezTo>
                  <a:pt x="290657" y="101870"/>
                  <a:pt x="287933" y="102486"/>
                  <a:pt x="285042" y="102486"/>
                </a:cubicBezTo>
                <a:cubicBezTo>
                  <a:pt x="280541" y="102486"/>
                  <a:pt x="276834" y="100946"/>
                  <a:pt x="273920" y="97866"/>
                </a:cubicBezTo>
                <a:cubicBezTo>
                  <a:pt x="271006" y="94787"/>
                  <a:pt x="269549" y="90736"/>
                  <a:pt x="269549" y="85713"/>
                </a:cubicBezTo>
                <a:cubicBezTo>
                  <a:pt x="269549" y="82539"/>
                  <a:pt x="270259" y="79790"/>
                  <a:pt x="271681" y="77469"/>
                </a:cubicBezTo>
                <a:cubicBezTo>
                  <a:pt x="273623" y="74247"/>
                  <a:pt x="276999" y="71214"/>
                  <a:pt x="281809" y="68371"/>
                </a:cubicBezTo>
                <a:cubicBezTo>
                  <a:pt x="286618" y="65529"/>
                  <a:pt x="294613" y="62070"/>
                  <a:pt x="305795" y="57995"/>
                </a:cubicBezTo>
                <a:lnTo>
                  <a:pt x="305795" y="55436"/>
                </a:lnTo>
                <a:cubicBezTo>
                  <a:pt x="305795" y="48945"/>
                  <a:pt x="304765" y="44491"/>
                  <a:pt x="302704" y="42075"/>
                </a:cubicBezTo>
                <a:cubicBezTo>
                  <a:pt x="300643" y="39658"/>
                  <a:pt x="297646" y="38450"/>
                  <a:pt x="293713" y="38450"/>
                </a:cubicBezTo>
                <a:cubicBezTo>
                  <a:pt x="290728" y="38450"/>
                  <a:pt x="288359" y="39253"/>
                  <a:pt x="286606" y="40858"/>
                </a:cubicBezTo>
                <a:cubicBezTo>
                  <a:pt x="284805" y="42463"/>
                  <a:pt x="283905" y="44304"/>
                  <a:pt x="283905" y="46381"/>
                </a:cubicBezTo>
                <a:lnTo>
                  <a:pt x="284047" y="50488"/>
                </a:lnTo>
                <a:cubicBezTo>
                  <a:pt x="284047" y="52659"/>
                  <a:pt x="283491" y="54334"/>
                  <a:pt x="282377" y="55514"/>
                </a:cubicBezTo>
                <a:cubicBezTo>
                  <a:pt x="281264" y="56694"/>
                  <a:pt x="279807" y="57284"/>
                  <a:pt x="278006" y="57284"/>
                </a:cubicBezTo>
                <a:cubicBezTo>
                  <a:pt x="276253" y="57284"/>
                  <a:pt x="274820" y="56670"/>
                  <a:pt x="273706" y="55443"/>
                </a:cubicBezTo>
                <a:cubicBezTo>
                  <a:pt x="272593" y="54214"/>
                  <a:pt x="272036" y="52536"/>
                  <a:pt x="272036" y="50410"/>
                </a:cubicBezTo>
                <a:cubicBezTo>
                  <a:pt x="272036" y="46349"/>
                  <a:pt x="274121" y="42617"/>
                  <a:pt x="278290" y="39216"/>
                </a:cubicBezTo>
                <a:cubicBezTo>
                  <a:pt x="282460" y="35815"/>
                  <a:pt x="288312" y="34115"/>
                  <a:pt x="295845" y="34115"/>
                </a:cubicBezTo>
                <a:cubicBezTo>
                  <a:pt x="301626" y="34115"/>
                  <a:pt x="306364" y="35085"/>
                  <a:pt x="310060" y="37024"/>
                </a:cubicBezTo>
                <a:cubicBezTo>
                  <a:pt x="312855" y="38492"/>
                  <a:pt x="314916" y="40787"/>
                  <a:pt x="316243" y="43912"/>
                </a:cubicBezTo>
                <a:cubicBezTo>
                  <a:pt x="317096" y="45946"/>
                  <a:pt x="317522" y="50110"/>
                  <a:pt x="317522" y="56405"/>
                </a:cubicBezTo>
                <a:lnTo>
                  <a:pt x="317522" y="78482"/>
                </a:lnTo>
                <a:cubicBezTo>
                  <a:pt x="317522" y="84681"/>
                  <a:pt x="317641" y="88479"/>
                  <a:pt x="317878" y="89875"/>
                </a:cubicBezTo>
                <a:cubicBezTo>
                  <a:pt x="318115" y="91272"/>
                  <a:pt x="318506" y="92207"/>
                  <a:pt x="319050" y="92680"/>
                </a:cubicBezTo>
                <a:cubicBezTo>
                  <a:pt x="319595" y="93153"/>
                  <a:pt x="320223" y="93389"/>
                  <a:pt x="320934" y="93389"/>
                </a:cubicBezTo>
                <a:cubicBezTo>
                  <a:pt x="321692" y="93389"/>
                  <a:pt x="322355" y="93223"/>
                  <a:pt x="322924" y="92891"/>
                </a:cubicBezTo>
                <a:cubicBezTo>
                  <a:pt x="323919" y="92275"/>
                  <a:pt x="325838" y="90546"/>
                  <a:pt x="328681" y="87703"/>
                </a:cubicBezTo>
                <a:lnTo>
                  <a:pt x="328681" y="91683"/>
                </a:lnTo>
                <a:cubicBezTo>
                  <a:pt x="323374" y="98790"/>
                  <a:pt x="318304" y="102344"/>
                  <a:pt x="313471" y="102344"/>
                </a:cubicBezTo>
                <a:cubicBezTo>
                  <a:pt x="311150" y="102344"/>
                  <a:pt x="309302" y="101539"/>
                  <a:pt x="307928" y="99928"/>
                </a:cubicBezTo>
                <a:cubicBezTo>
                  <a:pt x="306554" y="98317"/>
                  <a:pt x="305843" y="95568"/>
                  <a:pt x="305795" y="91683"/>
                </a:cubicBezTo>
                <a:moveTo>
                  <a:pt x="305795" y="87023"/>
                </a:moveTo>
                <a:lnTo>
                  <a:pt x="305795" y="62330"/>
                </a:lnTo>
                <a:cubicBezTo>
                  <a:pt x="298641" y="65160"/>
                  <a:pt x="294021" y="67165"/>
                  <a:pt x="291936" y="68345"/>
                </a:cubicBezTo>
                <a:cubicBezTo>
                  <a:pt x="288193" y="70421"/>
                  <a:pt x="285516" y="72591"/>
                  <a:pt x="283905" y="74855"/>
                </a:cubicBezTo>
                <a:cubicBezTo>
                  <a:pt x="282294" y="77119"/>
                  <a:pt x="281489" y="79595"/>
                  <a:pt x="281489" y="82284"/>
                </a:cubicBezTo>
                <a:cubicBezTo>
                  <a:pt x="281489" y="85681"/>
                  <a:pt x="282507" y="88499"/>
                  <a:pt x="284545" y="90739"/>
                </a:cubicBezTo>
                <a:cubicBezTo>
                  <a:pt x="286582" y="92979"/>
                  <a:pt x="288928" y="94100"/>
                  <a:pt x="291581" y="94100"/>
                </a:cubicBezTo>
                <a:cubicBezTo>
                  <a:pt x="295182" y="94100"/>
                  <a:pt x="299920" y="91741"/>
                  <a:pt x="305795" y="87023"/>
                </a:cubicBezTo>
                <a:close/>
                <a:moveTo>
                  <a:pt x="352496" y="34115"/>
                </a:moveTo>
                <a:lnTo>
                  <a:pt x="352496" y="48756"/>
                </a:lnTo>
                <a:cubicBezTo>
                  <a:pt x="357945" y="38995"/>
                  <a:pt x="363536" y="34115"/>
                  <a:pt x="369269" y="34115"/>
                </a:cubicBezTo>
                <a:cubicBezTo>
                  <a:pt x="371875" y="34115"/>
                  <a:pt x="374031" y="34908"/>
                  <a:pt x="375736" y="36496"/>
                </a:cubicBezTo>
                <a:cubicBezTo>
                  <a:pt x="377442" y="38083"/>
                  <a:pt x="378295" y="39919"/>
                  <a:pt x="378295" y="42004"/>
                </a:cubicBezTo>
                <a:cubicBezTo>
                  <a:pt x="378295" y="43852"/>
                  <a:pt x="377679" y="45415"/>
                  <a:pt x="376447" y="46694"/>
                </a:cubicBezTo>
                <a:cubicBezTo>
                  <a:pt x="375215" y="47974"/>
                  <a:pt x="373746" y="48613"/>
                  <a:pt x="372041" y="48613"/>
                </a:cubicBezTo>
                <a:cubicBezTo>
                  <a:pt x="370382" y="48613"/>
                  <a:pt x="368523" y="47796"/>
                  <a:pt x="366462" y="46161"/>
                </a:cubicBezTo>
                <a:cubicBezTo>
                  <a:pt x="364400" y="44527"/>
                  <a:pt x="362872" y="43709"/>
                  <a:pt x="361877" y="43709"/>
                </a:cubicBezTo>
                <a:cubicBezTo>
                  <a:pt x="361025" y="43709"/>
                  <a:pt x="360101" y="44182"/>
                  <a:pt x="359106" y="45126"/>
                </a:cubicBezTo>
                <a:cubicBezTo>
                  <a:pt x="356973" y="47065"/>
                  <a:pt x="354770" y="50255"/>
                  <a:pt x="352496" y="54697"/>
                </a:cubicBezTo>
                <a:lnTo>
                  <a:pt x="352496" y="85817"/>
                </a:lnTo>
                <a:cubicBezTo>
                  <a:pt x="352496" y="89408"/>
                  <a:pt x="352946" y="92125"/>
                  <a:pt x="353846" y="93969"/>
                </a:cubicBezTo>
                <a:cubicBezTo>
                  <a:pt x="354462" y="95245"/>
                  <a:pt x="355552" y="96309"/>
                  <a:pt x="357116" y="97160"/>
                </a:cubicBezTo>
                <a:cubicBezTo>
                  <a:pt x="358679" y="98010"/>
                  <a:pt x="360930" y="98435"/>
                  <a:pt x="363867" y="98435"/>
                </a:cubicBezTo>
                <a:lnTo>
                  <a:pt x="363867" y="101065"/>
                </a:lnTo>
                <a:lnTo>
                  <a:pt x="330535" y="101065"/>
                </a:lnTo>
                <a:lnTo>
                  <a:pt x="330535" y="98435"/>
                </a:lnTo>
                <a:cubicBezTo>
                  <a:pt x="333851" y="98435"/>
                  <a:pt x="336315" y="97915"/>
                  <a:pt x="337926" y="96876"/>
                </a:cubicBezTo>
                <a:cubicBezTo>
                  <a:pt x="339111" y="96119"/>
                  <a:pt x="339940" y="94913"/>
                  <a:pt x="340414" y="93258"/>
                </a:cubicBezTo>
                <a:cubicBezTo>
                  <a:pt x="340650" y="92454"/>
                  <a:pt x="340769" y="90161"/>
                  <a:pt x="340769" y="86379"/>
                </a:cubicBezTo>
                <a:lnTo>
                  <a:pt x="340769" y="61204"/>
                </a:lnTo>
                <a:cubicBezTo>
                  <a:pt x="340769" y="53640"/>
                  <a:pt x="340615" y="49137"/>
                  <a:pt x="340307" y="47696"/>
                </a:cubicBezTo>
                <a:cubicBezTo>
                  <a:pt x="339999" y="46254"/>
                  <a:pt x="339430" y="45202"/>
                  <a:pt x="338601" y="44540"/>
                </a:cubicBezTo>
                <a:cubicBezTo>
                  <a:pt x="337772" y="43878"/>
                  <a:pt x="336742" y="43547"/>
                  <a:pt x="335510" y="43547"/>
                </a:cubicBezTo>
                <a:cubicBezTo>
                  <a:pt x="334041" y="43547"/>
                  <a:pt x="332382" y="43902"/>
                  <a:pt x="330535" y="44611"/>
                </a:cubicBezTo>
                <a:lnTo>
                  <a:pt x="329824" y="42057"/>
                </a:lnTo>
                <a:lnTo>
                  <a:pt x="349511" y="34115"/>
                </a:lnTo>
                <a:lnTo>
                  <a:pt x="352496" y="34115"/>
                </a:lnTo>
                <a:close/>
                <a:moveTo>
                  <a:pt x="427902" y="93744"/>
                </a:moveTo>
                <a:cubicBezTo>
                  <a:pt x="424727" y="97061"/>
                  <a:pt x="421624" y="99442"/>
                  <a:pt x="418592" y="100887"/>
                </a:cubicBezTo>
                <a:cubicBezTo>
                  <a:pt x="415559" y="102332"/>
                  <a:pt x="412290" y="103055"/>
                  <a:pt x="408784" y="103055"/>
                </a:cubicBezTo>
                <a:cubicBezTo>
                  <a:pt x="401676" y="103055"/>
                  <a:pt x="395469" y="100088"/>
                  <a:pt x="390163" y="94155"/>
                </a:cubicBezTo>
                <a:cubicBezTo>
                  <a:pt x="384856" y="88221"/>
                  <a:pt x="382203" y="80595"/>
                  <a:pt x="382203" y="71279"/>
                </a:cubicBezTo>
                <a:cubicBezTo>
                  <a:pt x="382203" y="61964"/>
                  <a:pt x="385140" y="53441"/>
                  <a:pt x="391016" y="45711"/>
                </a:cubicBezTo>
                <a:cubicBezTo>
                  <a:pt x="396891" y="37980"/>
                  <a:pt x="404448" y="34115"/>
                  <a:pt x="413688" y="34115"/>
                </a:cubicBezTo>
                <a:cubicBezTo>
                  <a:pt x="419421" y="34115"/>
                  <a:pt x="424159" y="35939"/>
                  <a:pt x="427902" y="39587"/>
                </a:cubicBezTo>
                <a:lnTo>
                  <a:pt x="427902" y="27549"/>
                </a:lnTo>
                <a:cubicBezTo>
                  <a:pt x="427902" y="20079"/>
                  <a:pt x="427724" y="15488"/>
                  <a:pt x="427369" y="13775"/>
                </a:cubicBezTo>
                <a:cubicBezTo>
                  <a:pt x="427014" y="12062"/>
                  <a:pt x="426457" y="10896"/>
                  <a:pt x="425699" y="10279"/>
                </a:cubicBezTo>
                <a:cubicBezTo>
                  <a:pt x="424941" y="9660"/>
                  <a:pt x="423993" y="9350"/>
                  <a:pt x="422856" y="9350"/>
                </a:cubicBezTo>
                <a:cubicBezTo>
                  <a:pt x="421624" y="9350"/>
                  <a:pt x="419989" y="9731"/>
                  <a:pt x="417952" y="10492"/>
                </a:cubicBezTo>
                <a:lnTo>
                  <a:pt x="417028" y="7993"/>
                </a:lnTo>
                <a:lnTo>
                  <a:pt x="436431" y="0"/>
                </a:lnTo>
                <a:lnTo>
                  <a:pt x="439629" y="0"/>
                </a:lnTo>
                <a:lnTo>
                  <a:pt x="439629" y="75265"/>
                </a:lnTo>
                <a:cubicBezTo>
                  <a:pt x="439629" y="82894"/>
                  <a:pt x="439807" y="87549"/>
                  <a:pt x="440162" y="89231"/>
                </a:cubicBezTo>
                <a:cubicBezTo>
                  <a:pt x="440517" y="90913"/>
                  <a:pt x="441086" y="92086"/>
                  <a:pt x="441868" y="92749"/>
                </a:cubicBezTo>
                <a:cubicBezTo>
                  <a:pt x="442649" y="93413"/>
                  <a:pt x="443562" y="93744"/>
                  <a:pt x="444604" y="93744"/>
                </a:cubicBezTo>
                <a:cubicBezTo>
                  <a:pt x="445883" y="93744"/>
                  <a:pt x="447589" y="93342"/>
                  <a:pt x="449721" y="92536"/>
                </a:cubicBezTo>
                <a:lnTo>
                  <a:pt x="450503" y="95024"/>
                </a:lnTo>
                <a:lnTo>
                  <a:pt x="431171" y="103055"/>
                </a:lnTo>
                <a:lnTo>
                  <a:pt x="427902" y="103055"/>
                </a:lnTo>
                <a:lnTo>
                  <a:pt x="427902" y="93744"/>
                </a:lnTo>
                <a:moveTo>
                  <a:pt x="427902" y="88785"/>
                </a:moveTo>
                <a:lnTo>
                  <a:pt x="427902" y="55323"/>
                </a:lnTo>
                <a:cubicBezTo>
                  <a:pt x="427618" y="52109"/>
                  <a:pt x="426765" y="49178"/>
                  <a:pt x="425343" y="46532"/>
                </a:cubicBezTo>
                <a:cubicBezTo>
                  <a:pt x="423922" y="43885"/>
                  <a:pt x="422039" y="41888"/>
                  <a:pt x="419693" y="40542"/>
                </a:cubicBezTo>
                <a:cubicBezTo>
                  <a:pt x="417348" y="39195"/>
                  <a:pt x="415062" y="38521"/>
                  <a:pt x="412835" y="38521"/>
                </a:cubicBezTo>
                <a:cubicBezTo>
                  <a:pt x="408665" y="38521"/>
                  <a:pt x="404946" y="40388"/>
                  <a:pt x="401676" y="44123"/>
                </a:cubicBezTo>
                <a:cubicBezTo>
                  <a:pt x="397365" y="49037"/>
                  <a:pt x="395209" y="56220"/>
                  <a:pt x="395209" y="65673"/>
                </a:cubicBezTo>
                <a:cubicBezTo>
                  <a:pt x="395209" y="75220"/>
                  <a:pt x="397294" y="82535"/>
                  <a:pt x="401463" y="87617"/>
                </a:cubicBezTo>
                <a:cubicBezTo>
                  <a:pt x="405633" y="92697"/>
                  <a:pt x="410276" y="95237"/>
                  <a:pt x="415393" y="95237"/>
                </a:cubicBezTo>
                <a:cubicBezTo>
                  <a:pt x="419705" y="95237"/>
                  <a:pt x="423875" y="93086"/>
                  <a:pt x="427902" y="88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Discard">
            <a:extLst xmlns:a="http://schemas.openxmlformats.org/drawingml/2006/main">
              <a:ext uri="{FF2B5EF4-FFF2-40B4-BE49-F238E27FC236}">
                <a16:creationId xmlns:a16="http://schemas.microsoft.com/office/drawing/2014/main" id="{DB18E67F-A0F7-4FE9-8499-8C66F4C4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712" y="4303927"/>
            <a:ext cx="450503" cy="103055"/>
          </a:xfrm>
          <a:custGeom xmlns:a="http://schemas.openxmlformats.org/drawingml/2006/main">
            <a:pathLst>
              <a:path w="450503" h="103055">
                <a:moveTo>
                  <a:pt x="0" y="101065"/>
                </a:moveTo>
                <a:lnTo>
                  <a:pt x="0" y="98435"/>
                </a:lnTo>
                <a:lnTo>
                  <a:pt x="3625" y="98435"/>
                </a:lnTo>
                <a:cubicBezTo>
                  <a:pt x="7699" y="98435"/>
                  <a:pt x="10590" y="97132"/>
                  <a:pt x="12295" y="94526"/>
                </a:cubicBezTo>
                <a:cubicBezTo>
                  <a:pt x="13338" y="92962"/>
                  <a:pt x="13859" y="89456"/>
                  <a:pt x="13859" y="84007"/>
                </a:cubicBezTo>
                <a:lnTo>
                  <a:pt x="13859" y="21748"/>
                </a:lnTo>
                <a:cubicBezTo>
                  <a:pt x="13859" y="15731"/>
                  <a:pt x="13196" y="11964"/>
                  <a:pt x="11869" y="10448"/>
                </a:cubicBezTo>
                <a:cubicBezTo>
                  <a:pt x="10021" y="8363"/>
                  <a:pt x="7273" y="7320"/>
                  <a:pt x="3625" y="7320"/>
                </a:cubicBezTo>
                <a:lnTo>
                  <a:pt x="0" y="7320"/>
                </a:lnTo>
                <a:lnTo>
                  <a:pt x="0" y="4691"/>
                </a:lnTo>
                <a:lnTo>
                  <a:pt x="39232" y="4691"/>
                </a:lnTo>
                <a:cubicBezTo>
                  <a:pt x="53636" y="4691"/>
                  <a:pt x="64593" y="6325"/>
                  <a:pt x="72103" y="9595"/>
                </a:cubicBezTo>
                <a:cubicBezTo>
                  <a:pt x="79613" y="12864"/>
                  <a:pt x="85654" y="18313"/>
                  <a:pt x="90226" y="25941"/>
                </a:cubicBezTo>
                <a:cubicBezTo>
                  <a:pt x="94799" y="33570"/>
                  <a:pt x="97085" y="42383"/>
                  <a:pt x="97085" y="52380"/>
                </a:cubicBezTo>
                <a:cubicBezTo>
                  <a:pt x="97085" y="65789"/>
                  <a:pt x="93010" y="76995"/>
                  <a:pt x="84860" y="85997"/>
                </a:cubicBezTo>
                <a:cubicBezTo>
                  <a:pt x="75716" y="96042"/>
                  <a:pt x="61785" y="101065"/>
                  <a:pt x="43070" y="101065"/>
                </a:cubicBezTo>
                <a:lnTo>
                  <a:pt x="0" y="101065"/>
                </a:lnTo>
                <a:moveTo>
                  <a:pt x="27505" y="94171"/>
                </a:moveTo>
                <a:cubicBezTo>
                  <a:pt x="33522" y="95450"/>
                  <a:pt x="38569" y="96090"/>
                  <a:pt x="42643" y="96090"/>
                </a:cubicBezTo>
                <a:cubicBezTo>
                  <a:pt x="53636" y="96090"/>
                  <a:pt x="62757" y="92228"/>
                  <a:pt x="70006" y="84505"/>
                </a:cubicBezTo>
                <a:cubicBezTo>
                  <a:pt x="77256" y="76782"/>
                  <a:pt x="80880" y="66310"/>
                  <a:pt x="80880" y="53091"/>
                </a:cubicBezTo>
                <a:cubicBezTo>
                  <a:pt x="80880" y="39777"/>
                  <a:pt x="77256" y="29282"/>
                  <a:pt x="70006" y="21606"/>
                </a:cubicBezTo>
                <a:cubicBezTo>
                  <a:pt x="62757" y="13930"/>
                  <a:pt x="53446" y="10092"/>
                  <a:pt x="42075" y="10092"/>
                </a:cubicBezTo>
                <a:cubicBezTo>
                  <a:pt x="37810" y="10092"/>
                  <a:pt x="32954" y="10779"/>
                  <a:pt x="27505" y="12153"/>
                </a:cubicBezTo>
                <a:lnTo>
                  <a:pt x="27505" y="94171"/>
                </a:lnTo>
                <a:close/>
                <a:moveTo>
                  <a:pt x="123902" y="0"/>
                </a:moveTo>
                <a:cubicBezTo>
                  <a:pt x="125892" y="0"/>
                  <a:pt x="127585" y="703"/>
                  <a:pt x="128983" y="2108"/>
                </a:cubicBezTo>
                <a:cubicBezTo>
                  <a:pt x="130381" y="3511"/>
                  <a:pt x="131080" y="5213"/>
                  <a:pt x="131080" y="7214"/>
                </a:cubicBezTo>
                <a:cubicBezTo>
                  <a:pt x="131080" y="9214"/>
                  <a:pt x="130381" y="10929"/>
                  <a:pt x="128983" y="12358"/>
                </a:cubicBezTo>
                <a:cubicBezTo>
                  <a:pt x="127585" y="13785"/>
                  <a:pt x="125892" y="14499"/>
                  <a:pt x="123902" y="14499"/>
                </a:cubicBezTo>
                <a:cubicBezTo>
                  <a:pt x="121912" y="14499"/>
                  <a:pt x="120206" y="13785"/>
                  <a:pt x="118784" y="12358"/>
                </a:cubicBezTo>
                <a:cubicBezTo>
                  <a:pt x="117363" y="10929"/>
                  <a:pt x="116652" y="9214"/>
                  <a:pt x="116652" y="7214"/>
                </a:cubicBezTo>
                <a:cubicBezTo>
                  <a:pt x="116652" y="5213"/>
                  <a:pt x="117351" y="3511"/>
                  <a:pt x="118749" y="2108"/>
                </a:cubicBezTo>
                <a:cubicBezTo>
                  <a:pt x="120147" y="703"/>
                  <a:pt x="121864" y="0"/>
                  <a:pt x="123902" y="0"/>
                </a:cubicBezTo>
                <a:moveTo>
                  <a:pt x="129801" y="34115"/>
                </a:moveTo>
                <a:lnTo>
                  <a:pt x="129801" y="86308"/>
                </a:lnTo>
                <a:cubicBezTo>
                  <a:pt x="129801" y="90374"/>
                  <a:pt x="130097" y="93081"/>
                  <a:pt x="130689" y="94428"/>
                </a:cubicBezTo>
                <a:cubicBezTo>
                  <a:pt x="131281" y="95776"/>
                  <a:pt x="132158" y="96780"/>
                  <a:pt x="133319" y="97442"/>
                </a:cubicBezTo>
                <a:cubicBezTo>
                  <a:pt x="134479" y="98104"/>
                  <a:pt x="136600" y="98435"/>
                  <a:pt x="139680" y="98435"/>
                </a:cubicBezTo>
                <a:lnTo>
                  <a:pt x="139680" y="101065"/>
                </a:lnTo>
                <a:lnTo>
                  <a:pt x="108052" y="101065"/>
                </a:lnTo>
                <a:lnTo>
                  <a:pt x="108052" y="98435"/>
                </a:lnTo>
                <a:cubicBezTo>
                  <a:pt x="111227" y="98435"/>
                  <a:pt x="113359" y="98128"/>
                  <a:pt x="114449" y="97513"/>
                </a:cubicBezTo>
                <a:cubicBezTo>
                  <a:pt x="115539" y="96899"/>
                  <a:pt x="116403" y="95882"/>
                  <a:pt x="117043" y="94464"/>
                </a:cubicBezTo>
                <a:cubicBezTo>
                  <a:pt x="117683" y="93045"/>
                  <a:pt x="118003" y="90327"/>
                  <a:pt x="118003" y="86308"/>
                </a:cubicBezTo>
                <a:lnTo>
                  <a:pt x="118003" y="61275"/>
                </a:lnTo>
                <a:cubicBezTo>
                  <a:pt x="118003" y="54230"/>
                  <a:pt x="117789" y="49668"/>
                  <a:pt x="117363" y="47590"/>
                </a:cubicBezTo>
                <a:cubicBezTo>
                  <a:pt x="117031" y="46076"/>
                  <a:pt x="116510" y="45024"/>
                  <a:pt x="115799" y="44433"/>
                </a:cubicBezTo>
                <a:cubicBezTo>
                  <a:pt x="115089" y="43843"/>
                  <a:pt x="114117" y="43547"/>
                  <a:pt x="112885" y="43547"/>
                </a:cubicBezTo>
                <a:cubicBezTo>
                  <a:pt x="111559" y="43547"/>
                  <a:pt x="109948" y="43902"/>
                  <a:pt x="108052" y="44611"/>
                </a:cubicBezTo>
                <a:lnTo>
                  <a:pt x="107057" y="42057"/>
                </a:lnTo>
                <a:lnTo>
                  <a:pt x="126673" y="34115"/>
                </a:lnTo>
                <a:lnTo>
                  <a:pt x="129801" y="34115"/>
                </a:lnTo>
                <a:close/>
                <a:moveTo>
                  <a:pt x="189692" y="34115"/>
                </a:moveTo>
                <a:lnTo>
                  <a:pt x="189692" y="56147"/>
                </a:lnTo>
                <a:lnTo>
                  <a:pt x="187346" y="56147"/>
                </a:lnTo>
                <a:cubicBezTo>
                  <a:pt x="185546" y="49237"/>
                  <a:pt x="183236" y="44536"/>
                  <a:pt x="180417" y="42046"/>
                </a:cubicBezTo>
                <a:cubicBezTo>
                  <a:pt x="177598" y="39554"/>
                  <a:pt x="174009" y="38308"/>
                  <a:pt x="169649" y="38308"/>
                </a:cubicBezTo>
                <a:cubicBezTo>
                  <a:pt x="166333" y="38308"/>
                  <a:pt x="163656" y="39184"/>
                  <a:pt x="161618" y="40935"/>
                </a:cubicBezTo>
                <a:cubicBezTo>
                  <a:pt x="159581" y="42686"/>
                  <a:pt x="158562" y="44626"/>
                  <a:pt x="158562" y="46757"/>
                </a:cubicBezTo>
                <a:cubicBezTo>
                  <a:pt x="158562" y="49407"/>
                  <a:pt x="159320" y="51678"/>
                  <a:pt x="160836" y="53571"/>
                </a:cubicBezTo>
                <a:cubicBezTo>
                  <a:pt x="162305" y="55512"/>
                  <a:pt x="165290" y="57571"/>
                  <a:pt x="169792" y="59747"/>
                </a:cubicBezTo>
                <a:lnTo>
                  <a:pt x="180168" y="64789"/>
                </a:lnTo>
                <a:cubicBezTo>
                  <a:pt x="189787" y="69474"/>
                  <a:pt x="194596" y="75650"/>
                  <a:pt x="194596" y="83319"/>
                </a:cubicBezTo>
                <a:cubicBezTo>
                  <a:pt x="194596" y="89234"/>
                  <a:pt x="192357" y="94003"/>
                  <a:pt x="187879" y="97624"/>
                </a:cubicBezTo>
                <a:cubicBezTo>
                  <a:pt x="183402" y="101245"/>
                  <a:pt x="178391" y="103055"/>
                  <a:pt x="172848" y="103055"/>
                </a:cubicBezTo>
                <a:cubicBezTo>
                  <a:pt x="168868" y="103055"/>
                  <a:pt x="164319" y="102344"/>
                  <a:pt x="159202" y="100923"/>
                </a:cubicBezTo>
                <a:cubicBezTo>
                  <a:pt x="157638" y="100449"/>
                  <a:pt x="156359" y="100212"/>
                  <a:pt x="155364" y="100212"/>
                </a:cubicBezTo>
                <a:cubicBezTo>
                  <a:pt x="154274" y="100212"/>
                  <a:pt x="153421" y="100828"/>
                  <a:pt x="152805" y="102060"/>
                </a:cubicBezTo>
                <a:lnTo>
                  <a:pt x="150460" y="102060"/>
                </a:lnTo>
                <a:lnTo>
                  <a:pt x="150460" y="78748"/>
                </a:lnTo>
                <a:lnTo>
                  <a:pt x="152805" y="78748"/>
                </a:lnTo>
                <a:cubicBezTo>
                  <a:pt x="154132" y="85405"/>
                  <a:pt x="156667" y="90422"/>
                  <a:pt x="160410" y="93798"/>
                </a:cubicBezTo>
                <a:cubicBezTo>
                  <a:pt x="164153" y="97173"/>
                  <a:pt x="168346" y="98861"/>
                  <a:pt x="172990" y="98861"/>
                </a:cubicBezTo>
                <a:cubicBezTo>
                  <a:pt x="176259" y="98861"/>
                  <a:pt x="178924" y="97903"/>
                  <a:pt x="180985" y="95987"/>
                </a:cubicBezTo>
                <a:cubicBezTo>
                  <a:pt x="183047" y="94070"/>
                  <a:pt x="184077" y="91762"/>
                  <a:pt x="184077" y="89065"/>
                </a:cubicBezTo>
                <a:cubicBezTo>
                  <a:pt x="184077" y="85798"/>
                  <a:pt x="182928" y="83053"/>
                  <a:pt x="180630" y="80829"/>
                </a:cubicBezTo>
                <a:cubicBezTo>
                  <a:pt x="178332" y="78605"/>
                  <a:pt x="173748" y="75790"/>
                  <a:pt x="166878" y="72383"/>
                </a:cubicBezTo>
                <a:cubicBezTo>
                  <a:pt x="160007" y="68974"/>
                  <a:pt x="155506" y="65897"/>
                  <a:pt x="153374" y="63152"/>
                </a:cubicBezTo>
                <a:cubicBezTo>
                  <a:pt x="151242" y="60454"/>
                  <a:pt x="150176" y="57047"/>
                  <a:pt x="150176" y="52929"/>
                </a:cubicBezTo>
                <a:cubicBezTo>
                  <a:pt x="150176" y="47581"/>
                  <a:pt x="152012" y="43108"/>
                  <a:pt x="155684" y="39512"/>
                </a:cubicBezTo>
                <a:cubicBezTo>
                  <a:pt x="159356" y="35914"/>
                  <a:pt x="164106" y="34115"/>
                  <a:pt x="169934" y="34115"/>
                </a:cubicBezTo>
                <a:cubicBezTo>
                  <a:pt x="172492" y="34115"/>
                  <a:pt x="175596" y="34660"/>
                  <a:pt x="179244" y="35749"/>
                </a:cubicBezTo>
                <a:cubicBezTo>
                  <a:pt x="181661" y="36460"/>
                  <a:pt x="183272" y="36815"/>
                  <a:pt x="184077" y="36815"/>
                </a:cubicBezTo>
                <a:cubicBezTo>
                  <a:pt x="184835" y="36815"/>
                  <a:pt x="185427" y="36650"/>
                  <a:pt x="185854" y="36318"/>
                </a:cubicBezTo>
                <a:cubicBezTo>
                  <a:pt x="186280" y="35986"/>
                  <a:pt x="186778" y="35252"/>
                  <a:pt x="187346" y="34115"/>
                </a:cubicBezTo>
                <a:lnTo>
                  <a:pt x="189692" y="34115"/>
                </a:lnTo>
                <a:close/>
                <a:moveTo>
                  <a:pt x="259678" y="76332"/>
                </a:moveTo>
                <a:cubicBezTo>
                  <a:pt x="257925" y="84908"/>
                  <a:pt x="254490" y="91505"/>
                  <a:pt x="249373" y="96125"/>
                </a:cubicBezTo>
                <a:cubicBezTo>
                  <a:pt x="244256" y="100745"/>
                  <a:pt x="238594" y="103055"/>
                  <a:pt x="232387" y="103055"/>
                </a:cubicBezTo>
                <a:cubicBezTo>
                  <a:pt x="224995" y="103055"/>
                  <a:pt x="218551" y="99955"/>
                  <a:pt x="213055" y="93755"/>
                </a:cubicBezTo>
                <a:cubicBezTo>
                  <a:pt x="207559" y="87554"/>
                  <a:pt x="204811" y="79176"/>
                  <a:pt x="204811" y="68620"/>
                </a:cubicBezTo>
                <a:cubicBezTo>
                  <a:pt x="204811" y="58396"/>
                  <a:pt x="207855" y="50090"/>
                  <a:pt x="213943" y="43701"/>
                </a:cubicBezTo>
                <a:cubicBezTo>
                  <a:pt x="220032" y="37310"/>
                  <a:pt x="227340" y="34115"/>
                  <a:pt x="235869" y="34115"/>
                </a:cubicBezTo>
                <a:cubicBezTo>
                  <a:pt x="242266" y="34115"/>
                  <a:pt x="247525" y="35803"/>
                  <a:pt x="251647" y="39181"/>
                </a:cubicBezTo>
                <a:cubicBezTo>
                  <a:pt x="255769" y="42557"/>
                  <a:pt x="257830" y="46063"/>
                  <a:pt x="257830" y="49699"/>
                </a:cubicBezTo>
                <a:cubicBezTo>
                  <a:pt x="257830" y="51494"/>
                  <a:pt x="257250" y="52947"/>
                  <a:pt x="256089" y="54057"/>
                </a:cubicBezTo>
                <a:cubicBezTo>
                  <a:pt x="254928" y="55166"/>
                  <a:pt x="253306" y="55721"/>
                  <a:pt x="251221" y="55721"/>
                </a:cubicBezTo>
                <a:cubicBezTo>
                  <a:pt x="248425" y="55721"/>
                  <a:pt x="246317" y="54820"/>
                  <a:pt x="244895" y="53020"/>
                </a:cubicBezTo>
                <a:cubicBezTo>
                  <a:pt x="244090" y="52025"/>
                  <a:pt x="243557" y="50130"/>
                  <a:pt x="243296" y="47334"/>
                </a:cubicBezTo>
                <a:cubicBezTo>
                  <a:pt x="243036" y="44539"/>
                  <a:pt x="242076" y="42406"/>
                  <a:pt x="240418" y="40938"/>
                </a:cubicBezTo>
                <a:cubicBezTo>
                  <a:pt x="238759" y="39516"/>
                  <a:pt x="236461" y="38805"/>
                  <a:pt x="233524" y="38805"/>
                </a:cubicBezTo>
                <a:cubicBezTo>
                  <a:pt x="228786" y="38805"/>
                  <a:pt x="224971" y="40559"/>
                  <a:pt x="222081" y="44065"/>
                </a:cubicBezTo>
                <a:cubicBezTo>
                  <a:pt x="218243" y="48708"/>
                  <a:pt x="216324" y="54844"/>
                  <a:pt x="216324" y="62472"/>
                </a:cubicBezTo>
                <a:cubicBezTo>
                  <a:pt x="216324" y="70243"/>
                  <a:pt x="218231" y="77102"/>
                  <a:pt x="222046" y="83048"/>
                </a:cubicBezTo>
                <a:cubicBezTo>
                  <a:pt x="225860" y="88994"/>
                  <a:pt x="231013" y="91967"/>
                  <a:pt x="237504" y="91967"/>
                </a:cubicBezTo>
                <a:cubicBezTo>
                  <a:pt x="242147" y="91967"/>
                  <a:pt x="246317" y="90380"/>
                  <a:pt x="250012" y="87206"/>
                </a:cubicBezTo>
                <a:cubicBezTo>
                  <a:pt x="252618" y="85026"/>
                  <a:pt x="255153" y="81070"/>
                  <a:pt x="257617" y="75337"/>
                </a:cubicBezTo>
                <a:lnTo>
                  <a:pt x="259678" y="76332"/>
                </a:lnTo>
                <a:close/>
                <a:moveTo>
                  <a:pt x="305795" y="91683"/>
                </a:moveTo>
                <a:cubicBezTo>
                  <a:pt x="299115" y="96848"/>
                  <a:pt x="294921" y="99833"/>
                  <a:pt x="293216" y="100638"/>
                </a:cubicBezTo>
                <a:cubicBezTo>
                  <a:pt x="290657" y="101870"/>
                  <a:pt x="287933" y="102486"/>
                  <a:pt x="285042" y="102486"/>
                </a:cubicBezTo>
                <a:cubicBezTo>
                  <a:pt x="280541" y="102486"/>
                  <a:pt x="276834" y="100946"/>
                  <a:pt x="273920" y="97866"/>
                </a:cubicBezTo>
                <a:cubicBezTo>
                  <a:pt x="271006" y="94787"/>
                  <a:pt x="269549" y="90736"/>
                  <a:pt x="269549" y="85713"/>
                </a:cubicBezTo>
                <a:cubicBezTo>
                  <a:pt x="269549" y="82539"/>
                  <a:pt x="270259" y="79790"/>
                  <a:pt x="271681" y="77469"/>
                </a:cubicBezTo>
                <a:cubicBezTo>
                  <a:pt x="273623" y="74247"/>
                  <a:pt x="276999" y="71214"/>
                  <a:pt x="281809" y="68371"/>
                </a:cubicBezTo>
                <a:cubicBezTo>
                  <a:pt x="286618" y="65529"/>
                  <a:pt x="294613" y="62070"/>
                  <a:pt x="305795" y="57995"/>
                </a:cubicBezTo>
                <a:lnTo>
                  <a:pt x="305795" y="55436"/>
                </a:lnTo>
                <a:cubicBezTo>
                  <a:pt x="305795" y="48945"/>
                  <a:pt x="304765" y="44491"/>
                  <a:pt x="302704" y="42075"/>
                </a:cubicBezTo>
                <a:cubicBezTo>
                  <a:pt x="300643" y="39658"/>
                  <a:pt x="297646" y="38450"/>
                  <a:pt x="293713" y="38450"/>
                </a:cubicBezTo>
                <a:cubicBezTo>
                  <a:pt x="290728" y="38450"/>
                  <a:pt x="288359" y="39253"/>
                  <a:pt x="286606" y="40858"/>
                </a:cubicBezTo>
                <a:cubicBezTo>
                  <a:pt x="284805" y="42463"/>
                  <a:pt x="283905" y="44304"/>
                  <a:pt x="283905" y="46381"/>
                </a:cubicBezTo>
                <a:lnTo>
                  <a:pt x="284047" y="50488"/>
                </a:lnTo>
                <a:cubicBezTo>
                  <a:pt x="284047" y="52659"/>
                  <a:pt x="283491" y="54334"/>
                  <a:pt x="282377" y="55514"/>
                </a:cubicBezTo>
                <a:cubicBezTo>
                  <a:pt x="281264" y="56694"/>
                  <a:pt x="279807" y="57284"/>
                  <a:pt x="278006" y="57284"/>
                </a:cubicBezTo>
                <a:cubicBezTo>
                  <a:pt x="276253" y="57284"/>
                  <a:pt x="274820" y="56670"/>
                  <a:pt x="273706" y="55443"/>
                </a:cubicBezTo>
                <a:cubicBezTo>
                  <a:pt x="272593" y="54214"/>
                  <a:pt x="272036" y="52536"/>
                  <a:pt x="272036" y="50410"/>
                </a:cubicBezTo>
                <a:cubicBezTo>
                  <a:pt x="272036" y="46349"/>
                  <a:pt x="274121" y="42617"/>
                  <a:pt x="278291" y="39216"/>
                </a:cubicBezTo>
                <a:cubicBezTo>
                  <a:pt x="282460" y="35815"/>
                  <a:pt x="288312" y="34115"/>
                  <a:pt x="295845" y="34115"/>
                </a:cubicBezTo>
                <a:cubicBezTo>
                  <a:pt x="301626" y="34115"/>
                  <a:pt x="306364" y="35085"/>
                  <a:pt x="310060" y="37024"/>
                </a:cubicBezTo>
                <a:cubicBezTo>
                  <a:pt x="312855" y="38492"/>
                  <a:pt x="314916" y="40787"/>
                  <a:pt x="316243" y="43912"/>
                </a:cubicBezTo>
                <a:cubicBezTo>
                  <a:pt x="317096" y="45946"/>
                  <a:pt x="317522" y="50110"/>
                  <a:pt x="317522" y="56405"/>
                </a:cubicBezTo>
                <a:lnTo>
                  <a:pt x="317522" y="78482"/>
                </a:lnTo>
                <a:cubicBezTo>
                  <a:pt x="317522" y="84681"/>
                  <a:pt x="317641" y="88479"/>
                  <a:pt x="317878" y="89875"/>
                </a:cubicBezTo>
                <a:cubicBezTo>
                  <a:pt x="318115" y="91272"/>
                  <a:pt x="318506" y="92207"/>
                  <a:pt x="319050" y="92680"/>
                </a:cubicBezTo>
                <a:cubicBezTo>
                  <a:pt x="319595" y="93153"/>
                  <a:pt x="320223" y="93389"/>
                  <a:pt x="320934" y="93389"/>
                </a:cubicBezTo>
                <a:cubicBezTo>
                  <a:pt x="321692" y="93389"/>
                  <a:pt x="322355" y="93223"/>
                  <a:pt x="322924" y="92891"/>
                </a:cubicBezTo>
                <a:cubicBezTo>
                  <a:pt x="323919" y="92275"/>
                  <a:pt x="325838" y="90546"/>
                  <a:pt x="328681" y="87703"/>
                </a:cubicBezTo>
                <a:lnTo>
                  <a:pt x="328681" y="91683"/>
                </a:lnTo>
                <a:cubicBezTo>
                  <a:pt x="323374" y="98790"/>
                  <a:pt x="318304" y="102344"/>
                  <a:pt x="313471" y="102344"/>
                </a:cubicBezTo>
                <a:cubicBezTo>
                  <a:pt x="311150" y="102344"/>
                  <a:pt x="309302" y="101539"/>
                  <a:pt x="307928" y="99928"/>
                </a:cubicBezTo>
                <a:cubicBezTo>
                  <a:pt x="306554" y="98317"/>
                  <a:pt x="305843" y="95568"/>
                  <a:pt x="305795" y="91683"/>
                </a:cubicBezTo>
                <a:moveTo>
                  <a:pt x="305795" y="87023"/>
                </a:moveTo>
                <a:lnTo>
                  <a:pt x="305795" y="62330"/>
                </a:lnTo>
                <a:cubicBezTo>
                  <a:pt x="298641" y="65160"/>
                  <a:pt x="294021" y="67165"/>
                  <a:pt x="291936" y="68345"/>
                </a:cubicBezTo>
                <a:cubicBezTo>
                  <a:pt x="288193" y="70421"/>
                  <a:pt x="285516" y="72591"/>
                  <a:pt x="283905" y="74855"/>
                </a:cubicBezTo>
                <a:cubicBezTo>
                  <a:pt x="282294" y="77119"/>
                  <a:pt x="281489" y="79595"/>
                  <a:pt x="281489" y="82284"/>
                </a:cubicBezTo>
                <a:cubicBezTo>
                  <a:pt x="281489" y="85681"/>
                  <a:pt x="282507" y="88499"/>
                  <a:pt x="284545" y="90739"/>
                </a:cubicBezTo>
                <a:cubicBezTo>
                  <a:pt x="286582" y="92979"/>
                  <a:pt x="288928" y="94100"/>
                  <a:pt x="291581" y="94100"/>
                </a:cubicBezTo>
                <a:cubicBezTo>
                  <a:pt x="295182" y="94100"/>
                  <a:pt x="299920" y="91741"/>
                  <a:pt x="305795" y="87023"/>
                </a:cubicBezTo>
                <a:close/>
                <a:moveTo>
                  <a:pt x="352496" y="34115"/>
                </a:moveTo>
                <a:lnTo>
                  <a:pt x="352496" y="48756"/>
                </a:lnTo>
                <a:cubicBezTo>
                  <a:pt x="357945" y="38995"/>
                  <a:pt x="363536" y="34115"/>
                  <a:pt x="369269" y="34115"/>
                </a:cubicBezTo>
                <a:cubicBezTo>
                  <a:pt x="371875" y="34115"/>
                  <a:pt x="374031" y="34908"/>
                  <a:pt x="375737" y="36496"/>
                </a:cubicBezTo>
                <a:cubicBezTo>
                  <a:pt x="377442" y="38083"/>
                  <a:pt x="378295" y="39919"/>
                  <a:pt x="378295" y="42004"/>
                </a:cubicBezTo>
                <a:cubicBezTo>
                  <a:pt x="378295" y="43852"/>
                  <a:pt x="377679" y="45415"/>
                  <a:pt x="376447" y="46694"/>
                </a:cubicBezTo>
                <a:cubicBezTo>
                  <a:pt x="375215" y="47974"/>
                  <a:pt x="373746" y="48613"/>
                  <a:pt x="372041" y="48613"/>
                </a:cubicBezTo>
                <a:cubicBezTo>
                  <a:pt x="370382" y="48613"/>
                  <a:pt x="368523" y="47796"/>
                  <a:pt x="366462" y="46161"/>
                </a:cubicBezTo>
                <a:cubicBezTo>
                  <a:pt x="364400" y="44527"/>
                  <a:pt x="362872" y="43709"/>
                  <a:pt x="361877" y="43709"/>
                </a:cubicBezTo>
                <a:cubicBezTo>
                  <a:pt x="361025" y="43709"/>
                  <a:pt x="360101" y="44182"/>
                  <a:pt x="359106" y="45126"/>
                </a:cubicBezTo>
                <a:cubicBezTo>
                  <a:pt x="356973" y="47065"/>
                  <a:pt x="354770" y="50255"/>
                  <a:pt x="352496" y="54697"/>
                </a:cubicBezTo>
                <a:lnTo>
                  <a:pt x="352496" y="85817"/>
                </a:lnTo>
                <a:cubicBezTo>
                  <a:pt x="352496" y="89408"/>
                  <a:pt x="352946" y="92125"/>
                  <a:pt x="353846" y="93969"/>
                </a:cubicBezTo>
                <a:cubicBezTo>
                  <a:pt x="354462" y="95245"/>
                  <a:pt x="355552" y="96309"/>
                  <a:pt x="357116" y="97160"/>
                </a:cubicBezTo>
                <a:cubicBezTo>
                  <a:pt x="358679" y="98010"/>
                  <a:pt x="360930" y="98435"/>
                  <a:pt x="363867" y="98435"/>
                </a:cubicBezTo>
                <a:lnTo>
                  <a:pt x="363867" y="101065"/>
                </a:lnTo>
                <a:lnTo>
                  <a:pt x="330535" y="101065"/>
                </a:lnTo>
                <a:lnTo>
                  <a:pt x="330535" y="98435"/>
                </a:lnTo>
                <a:cubicBezTo>
                  <a:pt x="333851" y="98435"/>
                  <a:pt x="336315" y="97915"/>
                  <a:pt x="337926" y="96876"/>
                </a:cubicBezTo>
                <a:cubicBezTo>
                  <a:pt x="339111" y="96119"/>
                  <a:pt x="339940" y="94913"/>
                  <a:pt x="340414" y="93258"/>
                </a:cubicBezTo>
                <a:cubicBezTo>
                  <a:pt x="340651" y="92454"/>
                  <a:pt x="340769" y="90161"/>
                  <a:pt x="340769" y="86379"/>
                </a:cubicBezTo>
                <a:lnTo>
                  <a:pt x="340769" y="61204"/>
                </a:lnTo>
                <a:cubicBezTo>
                  <a:pt x="340769" y="53640"/>
                  <a:pt x="340615" y="49137"/>
                  <a:pt x="340307" y="47696"/>
                </a:cubicBezTo>
                <a:cubicBezTo>
                  <a:pt x="339999" y="46254"/>
                  <a:pt x="339430" y="45202"/>
                  <a:pt x="338601" y="44540"/>
                </a:cubicBezTo>
                <a:cubicBezTo>
                  <a:pt x="337772" y="43878"/>
                  <a:pt x="336742" y="43547"/>
                  <a:pt x="335510" y="43547"/>
                </a:cubicBezTo>
                <a:cubicBezTo>
                  <a:pt x="334041" y="43547"/>
                  <a:pt x="332382" y="43902"/>
                  <a:pt x="330535" y="44611"/>
                </a:cubicBezTo>
                <a:lnTo>
                  <a:pt x="329824" y="42057"/>
                </a:lnTo>
                <a:lnTo>
                  <a:pt x="349511" y="34115"/>
                </a:lnTo>
                <a:lnTo>
                  <a:pt x="352496" y="34115"/>
                </a:lnTo>
                <a:close/>
                <a:moveTo>
                  <a:pt x="427902" y="93744"/>
                </a:moveTo>
                <a:cubicBezTo>
                  <a:pt x="424727" y="97061"/>
                  <a:pt x="421624" y="99442"/>
                  <a:pt x="418592" y="100887"/>
                </a:cubicBezTo>
                <a:cubicBezTo>
                  <a:pt x="415559" y="102332"/>
                  <a:pt x="412290" y="103055"/>
                  <a:pt x="408784" y="103055"/>
                </a:cubicBezTo>
                <a:cubicBezTo>
                  <a:pt x="401676" y="103055"/>
                  <a:pt x="395469" y="100088"/>
                  <a:pt x="390163" y="94155"/>
                </a:cubicBezTo>
                <a:cubicBezTo>
                  <a:pt x="384856" y="88221"/>
                  <a:pt x="382203" y="80595"/>
                  <a:pt x="382203" y="71279"/>
                </a:cubicBezTo>
                <a:cubicBezTo>
                  <a:pt x="382203" y="61964"/>
                  <a:pt x="385140" y="53441"/>
                  <a:pt x="391016" y="45711"/>
                </a:cubicBezTo>
                <a:cubicBezTo>
                  <a:pt x="396891" y="37980"/>
                  <a:pt x="404448" y="34115"/>
                  <a:pt x="413688" y="34115"/>
                </a:cubicBezTo>
                <a:cubicBezTo>
                  <a:pt x="419421" y="34115"/>
                  <a:pt x="424159" y="35939"/>
                  <a:pt x="427902" y="39587"/>
                </a:cubicBezTo>
                <a:lnTo>
                  <a:pt x="427902" y="27549"/>
                </a:lnTo>
                <a:cubicBezTo>
                  <a:pt x="427902" y="20079"/>
                  <a:pt x="427724" y="15488"/>
                  <a:pt x="427369" y="13775"/>
                </a:cubicBezTo>
                <a:cubicBezTo>
                  <a:pt x="427014" y="12062"/>
                  <a:pt x="426457" y="10896"/>
                  <a:pt x="425699" y="10279"/>
                </a:cubicBezTo>
                <a:cubicBezTo>
                  <a:pt x="424941" y="9660"/>
                  <a:pt x="423993" y="9350"/>
                  <a:pt x="422856" y="9350"/>
                </a:cubicBezTo>
                <a:cubicBezTo>
                  <a:pt x="421624" y="9350"/>
                  <a:pt x="419989" y="9731"/>
                  <a:pt x="417952" y="10492"/>
                </a:cubicBezTo>
                <a:lnTo>
                  <a:pt x="417028" y="7993"/>
                </a:lnTo>
                <a:lnTo>
                  <a:pt x="436431" y="0"/>
                </a:lnTo>
                <a:lnTo>
                  <a:pt x="439629" y="0"/>
                </a:lnTo>
                <a:lnTo>
                  <a:pt x="439629" y="75265"/>
                </a:lnTo>
                <a:cubicBezTo>
                  <a:pt x="439629" y="82894"/>
                  <a:pt x="439807" y="87549"/>
                  <a:pt x="440162" y="89231"/>
                </a:cubicBezTo>
                <a:cubicBezTo>
                  <a:pt x="440517" y="90913"/>
                  <a:pt x="441086" y="92086"/>
                  <a:pt x="441868" y="92749"/>
                </a:cubicBezTo>
                <a:cubicBezTo>
                  <a:pt x="442650" y="93413"/>
                  <a:pt x="443562" y="93744"/>
                  <a:pt x="444604" y="93744"/>
                </a:cubicBezTo>
                <a:cubicBezTo>
                  <a:pt x="445883" y="93744"/>
                  <a:pt x="447589" y="93342"/>
                  <a:pt x="449721" y="92536"/>
                </a:cubicBezTo>
                <a:lnTo>
                  <a:pt x="450503" y="95024"/>
                </a:lnTo>
                <a:lnTo>
                  <a:pt x="431171" y="103055"/>
                </a:lnTo>
                <a:lnTo>
                  <a:pt x="427902" y="103055"/>
                </a:lnTo>
                <a:lnTo>
                  <a:pt x="427902" y="93744"/>
                </a:lnTo>
                <a:moveTo>
                  <a:pt x="427902" y="88785"/>
                </a:moveTo>
                <a:lnTo>
                  <a:pt x="427902" y="55323"/>
                </a:lnTo>
                <a:cubicBezTo>
                  <a:pt x="427618" y="52109"/>
                  <a:pt x="426765" y="49178"/>
                  <a:pt x="425343" y="46532"/>
                </a:cubicBezTo>
                <a:cubicBezTo>
                  <a:pt x="423922" y="43885"/>
                  <a:pt x="422039" y="41888"/>
                  <a:pt x="419693" y="40542"/>
                </a:cubicBezTo>
                <a:cubicBezTo>
                  <a:pt x="417348" y="39195"/>
                  <a:pt x="415062" y="38521"/>
                  <a:pt x="412835" y="38521"/>
                </a:cubicBezTo>
                <a:cubicBezTo>
                  <a:pt x="408665" y="38521"/>
                  <a:pt x="404946" y="40388"/>
                  <a:pt x="401676" y="44123"/>
                </a:cubicBezTo>
                <a:cubicBezTo>
                  <a:pt x="397365" y="49037"/>
                  <a:pt x="395209" y="56220"/>
                  <a:pt x="395209" y="65673"/>
                </a:cubicBezTo>
                <a:cubicBezTo>
                  <a:pt x="395209" y="75220"/>
                  <a:pt x="397294" y="82535"/>
                  <a:pt x="401463" y="87617"/>
                </a:cubicBezTo>
                <a:cubicBezTo>
                  <a:pt x="405633" y="92697"/>
                  <a:pt x="410276" y="95237"/>
                  <a:pt x="415393" y="95237"/>
                </a:cubicBezTo>
                <a:cubicBezTo>
                  <a:pt x="419705" y="95237"/>
                  <a:pt x="423875" y="93086"/>
                  <a:pt x="427902" y="88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AE758-F4D1-4F61-B78F-1B819C53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86" y="4650695"/>
            <a:ext cx="393486" cy="204749"/>
          </a:xfrm>
          <a:custGeom xmlns:a="http://schemas.openxmlformats.org/drawingml/2006/main">
            <a:pathLst>
              <a:path w="393486" h="204749">
                <a:moveTo>
                  <a:pt x="0" y="0"/>
                </a:moveTo>
                <a:lnTo>
                  <a:pt x="393486" y="0"/>
                </a:lnTo>
                <a:lnTo>
                  <a:pt x="393486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401D2-1295-4F48-9B53-D82BA275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86" y="4650695"/>
            <a:ext cx="393486" cy="204749"/>
          </a:xfrm>
          <a:custGeom xmlns:a="http://schemas.openxmlformats.org/drawingml/2006/main">
            <a:pathLst>
              <a:path w="393486" h="204749" fill="none">
                <a:moveTo>
                  <a:pt x="0" y="0"/>
                </a:moveTo>
                <a:lnTo>
                  <a:pt x="393486" y="0"/>
                </a:lnTo>
                <a:lnTo>
                  <a:pt x="393486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FC0B9-82D3-4E2B-B908-A280A3EE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86" y="4855443"/>
            <a:ext cx="393486" cy="204264"/>
          </a:xfrm>
          <a:custGeom xmlns:a="http://schemas.openxmlformats.org/drawingml/2006/main">
            <a:pathLst>
              <a:path w="393486" h="204264">
                <a:moveTo>
                  <a:pt x="0" y="0"/>
                </a:moveTo>
                <a:lnTo>
                  <a:pt x="393486" y="0"/>
                </a:lnTo>
                <a:lnTo>
                  <a:pt x="393486" y="204264"/>
                </a:lnTo>
                <a:lnTo>
                  <a:pt x="0" y="2042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6AC3E-3E46-428E-BB7B-B528B2BE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86" y="4855443"/>
            <a:ext cx="393486" cy="204264"/>
          </a:xfrm>
          <a:custGeom xmlns:a="http://schemas.openxmlformats.org/drawingml/2006/main">
            <a:pathLst>
              <a:path w="393486" h="204264" fill="none">
                <a:moveTo>
                  <a:pt x="0" y="0"/>
                </a:moveTo>
                <a:lnTo>
                  <a:pt x="393486" y="0"/>
                </a:lnTo>
                <a:lnTo>
                  <a:pt x="393486" y="204264"/>
                </a:lnTo>
                <a:lnTo>
                  <a:pt x="0" y="2042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80850-DFD2-48CA-AB51-E75C174D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16" y="5063588"/>
            <a:ext cx="393486" cy="204749"/>
          </a:xfrm>
          <a:custGeom xmlns:a="http://schemas.openxmlformats.org/drawingml/2006/main">
            <a:pathLst>
              <a:path w="393486" h="204749">
                <a:moveTo>
                  <a:pt x="0" y="0"/>
                </a:moveTo>
                <a:lnTo>
                  <a:pt x="393486" y="0"/>
                </a:lnTo>
                <a:lnTo>
                  <a:pt x="393486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272DD-97CA-4FD9-8AC7-8C9F777F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16" y="5063588"/>
            <a:ext cx="393486" cy="204749"/>
          </a:xfrm>
          <a:custGeom xmlns:a="http://schemas.openxmlformats.org/drawingml/2006/main">
            <a:pathLst>
              <a:path w="393486" h="204749" fill="none">
                <a:moveTo>
                  <a:pt x="0" y="0"/>
                </a:moveTo>
                <a:lnTo>
                  <a:pt x="393486" y="0"/>
                </a:lnTo>
                <a:lnTo>
                  <a:pt x="393486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CEB93-F943-44A9-8E1F-5359FD6C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16" y="5268337"/>
            <a:ext cx="393486" cy="204749"/>
          </a:xfrm>
          <a:custGeom xmlns:a="http://schemas.openxmlformats.org/drawingml/2006/main">
            <a:pathLst>
              <a:path w="393486" h="204749">
                <a:moveTo>
                  <a:pt x="0" y="0"/>
                </a:moveTo>
                <a:lnTo>
                  <a:pt x="393486" y="0"/>
                </a:lnTo>
                <a:lnTo>
                  <a:pt x="393486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C66F3-E5FB-4E3F-9715-43B84911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16" y="5268337"/>
            <a:ext cx="393486" cy="204749"/>
          </a:xfrm>
          <a:custGeom xmlns:a="http://schemas.openxmlformats.org/drawingml/2006/main">
            <a:pathLst>
              <a:path w="393486" h="204749" fill="none">
                <a:moveTo>
                  <a:pt x="0" y="0"/>
                </a:moveTo>
                <a:lnTo>
                  <a:pt x="393486" y="0"/>
                </a:lnTo>
                <a:lnTo>
                  <a:pt x="393486" y="204749"/>
                </a:lnTo>
                <a:lnTo>
                  <a:pt x="0" y="204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F4CA0-4C7C-41D2-A40A-DE210F7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589" y="4875821"/>
            <a:ext cx="373593" cy="245019"/>
          </a:xfrm>
          <a:custGeom xmlns:a="http://schemas.openxmlformats.org/drawingml/2006/main">
            <a:pathLst>
              <a:path w="373593" h="245019" fill="none">
                <a:moveTo>
                  <a:pt x="0" y="0"/>
                </a:moveTo>
                <a:lnTo>
                  <a:pt x="373593" y="0"/>
                </a:lnTo>
                <a:lnTo>
                  <a:pt x="373593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D8B00-76A4-4625-9D01-E9B78F3E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619" y="5125692"/>
            <a:ext cx="373593" cy="244534"/>
          </a:xfrm>
          <a:custGeom xmlns:a="http://schemas.openxmlformats.org/drawingml/2006/main">
            <a:pathLst>
              <a:path w="373593" h="244534" fill="none">
                <a:moveTo>
                  <a:pt x="0" y="0"/>
                </a:moveTo>
                <a:lnTo>
                  <a:pt x="373593" y="0"/>
                </a:lnTo>
                <a:lnTo>
                  <a:pt x="373593" y="244534"/>
                </a:lnTo>
                <a:lnTo>
                  <a:pt x="0" y="24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AC833-ED6B-47F5-A536-D234FF58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530" y="5371196"/>
            <a:ext cx="373593" cy="245019"/>
          </a:xfrm>
          <a:custGeom xmlns:a="http://schemas.openxmlformats.org/drawingml/2006/main">
            <a:pathLst>
              <a:path w="373593" h="245019" fill="none">
                <a:moveTo>
                  <a:pt x="0" y="0"/>
                </a:moveTo>
                <a:lnTo>
                  <a:pt x="373593" y="0"/>
                </a:lnTo>
                <a:lnTo>
                  <a:pt x="373593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4FF35-0FC8-4D90-860B-736B3181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619" y="4628376"/>
            <a:ext cx="373593" cy="245019"/>
          </a:xfrm>
          <a:custGeom xmlns:a="http://schemas.openxmlformats.org/drawingml/2006/main">
            <a:pathLst>
              <a:path w="373593" h="245019" fill="none">
                <a:moveTo>
                  <a:pt x="0" y="0"/>
                </a:moveTo>
                <a:lnTo>
                  <a:pt x="373593" y="0"/>
                </a:lnTo>
                <a:lnTo>
                  <a:pt x="373593" y="245019"/>
                </a:lnTo>
                <a:lnTo>
                  <a:pt x="0" y="245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47132-322C-48E4-A130-A4DA3E9E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541" y="5059464"/>
            <a:ext cx="656457" cy="131971"/>
          </a:xfrm>
          <a:custGeom xmlns:a="http://schemas.openxmlformats.org/drawingml/2006/main">
            <a:pathLst>
              <a:path w="656457" h="131971">
                <a:moveTo>
                  <a:pt x="0" y="0"/>
                </a:moveTo>
                <a:lnTo>
                  <a:pt x="656457" y="0"/>
                </a:lnTo>
                <a:lnTo>
                  <a:pt x="656457" y="131971"/>
                </a:lnTo>
                <a:lnTo>
                  <a:pt x="0" y="1319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RST">
            <a:extLst xmlns:a="http://schemas.openxmlformats.org/drawingml/2006/main">
              <a:ext uri="{FF2B5EF4-FFF2-40B4-BE49-F238E27FC236}">
                <a16:creationId xmlns:a16="http://schemas.microsoft.com/office/drawing/2014/main" id="{11CAC1CB-15A5-4061-9EAA-4B6AAD78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226" y="5090380"/>
            <a:ext cx="213809" cy="78162"/>
          </a:xfrm>
          <a:custGeom xmlns:a="http://schemas.openxmlformats.org/drawingml/2006/main">
            <a:pathLst>
              <a:path w="213809" h="78162">
                <a:moveTo>
                  <a:pt x="27931" y="42393"/>
                </a:moveTo>
                <a:lnTo>
                  <a:pt x="27931" y="63479"/>
                </a:lnTo>
                <a:cubicBezTo>
                  <a:pt x="27931" y="67507"/>
                  <a:pt x="28179" y="70042"/>
                  <a:pt x="28676" y="71087"/>
                </a:cubicBezTo>
                <a:cubicBezTo>
                  <a:pt x="29173" y="72130"/>
                  <a:pt x="30047" y="72963"/>
                  <a:pt x="31298" y="73586"/>
                </a:cubicBezTo>
                <a:cubicBezTo>
                  <a:pt x="32549" y="74208"/>
                  <a:pt x="34886" y="74519"/>
                  <a:pt x="38308" y="74519"/>
                </a:cubicBezTo>
                <a:lnTo>
                  <a:pt x="38308" y="76506"/>
                </a:lnTo>
                <a:lnTo>
                  <a:pt x="0" y="76506"/>
                </a:lnTo>
                <a:lnTo>
                  <a:pt x="0" y="74519"/>
                </a:lnTo>
                <a:cubicBezTo>
                  <a:pt x="3459" y="74519"/>
                  <a:pt x="5805" y="74199"/>
                  <a:pt x="7038" y="73558"/>
                </a:cubicBezTo>
                <a:cubicBezTo>
                  <a:pt x="8271" y="72918"/>
                  <a:pt x="9136" y="72085"/>
                  <a:pt x="9632" y="71059"/>
                </a:cubicBezTo>
                <a:cubicBezTo>
                  <a:pt x="10129" y="70033"/>
                  <a:pt x="10377" y="67507"/>
                  <a:pt x="10377" y="63479"/>
                </a:cubicBezTo>
                <a:lnTo>
                  <a:pt x="10377" y="14683"/>
                </a:lnTo>
                <a:cubicBezTo>
                  <a:pt x="10377" y="10656"/>
                  <a:pt x="10129" y="8121"/>
                  <a:pt x="9632" y="7078"/>
                </a:cubicBezTo>
                <a:cubicBezTo>
                  <a:pt x="9136" y="6033"/>
                  <a:pt x="8262" y="5200"/>
                  <a:pt x="7010" y="4578"/>
                </a:cubicBezTo>
                <a:cubicBezTo>
                  <a:pt x="5759" y="3955"/>
                  <a:pt x="3422" y="3643"/>
                  <a:pt x="0" y="3643"/>
                </a:cubicBezTo>
                <a:lnTo>
                  <a:pt x="0" y="1656"/>
                </a:lnTo>
                <a:lnTo>
                  <a:pt x="34776" y="1656"/>
                </a:lnTo>
                <a:cubicBezTo>
                  <a:pt x="43828" y="1656"/>
                  <a:pt x="50452" y="2281"/>
                  <a:pt x="54647" y="3531"/>
                </a:cubicBezTo>
                <a:cubicBezTo>
                  <a:pt x="58843" y="4781"/>
                  <a:pt x="62265" y="7088"/>
                  <a:pt x="64915" y="10452"/>
                </a:cubicBezTo>
                <a:cubicBezTo>
                  <a:pt x="67564" y="13815"/>
                  <a:pt x="68889" y="17758"/>
                  <a:pt x="68889" y="22280"/>
                </a:cubicBezTo>
                <a:cubicBezTo>
                  <a:pt x="68889" y="27795"/>
                  <a:pt x="66902" y="32354"/>
                  <a:pt x="62927" y="35957"/>
                </a:cubicBezTo>
                <a:cubicBezTo>
                  <a:pt x="60388" y="38237"/>
                  <a:pt x="56837" y="39946"/>
                  <a:pt x="52274" y="41086"/>
                </a:cubicBezTo>
                <a:lnTo>
                  <a:pt x="70269" y="66484"/>
                </a:lnTo>
                <a:cubicBezTo>
                  <a:pt x="72624" y="69727"/>
                  <a:pt x="74298" y="71749"/>
                  <a:pt x="75292" y="72551"/>
                </a:cubicBezTo>
                <a:cubicBezTo>
                  <a:pt x="76801" y="73680"/>
                  <a:pt x="78549" y="74300"/>
                  <a:pt x="80536" y="74409"/>
                </a:cubicBezTo>
                <a:lnTo>
                  <a:pt x="80536" y="76506"/>
                </a:lnTo>
                <a:lnTo>
                  <a:pt x="56966" y="76506"/>
                </a:lnTo>
                <a:lnTo>
                  <a:pt x="32844" y="42393"/>
                </a:lnTo>
                <a:lnTo>
                  <a:pt x="27931" y="42393"/>
                </a:lnTo>
                <a:moveTo>
                  <a:pt x="27931" y="5851"/>
                </a:moveTo>
                <a:lnTo>
                  <a:pt x="27931" y="38419"/>
                </a:lnTo>
                <a:lnTo>
                  <a:pt x="31077" y="38419"/>
                </a:lnTo>
                <a:cubicBezTo>
                  <a:pt x="36192" y="38419"/>
                  <a:pt x="40020" y="37953"/>
                  <a:pt x="42559" y="37022"/>
                </a:cubicBezTo>
                <a:cubicBezTo>
                  <a:pt x="45098" y="36089"/>
                  <a:pt x="47094" y="34408"/>
                  <a:pt x="48548" y="31978"/>
                </a:cubicBezTo>
                <a:cubicBezTo>
                  <a:pt x="50001" y="29547"/>
                  <a:pt x="50728" y="26376"/>
                  <a:pt x="50728" y="22464"/>
                </a:cubicBezTo>
                <a:cubicBezTo>
                  <a:pt x="50728" y="16798"/>
                  <a:pt x="49394" y="12613"/>
                  <a:pt x="46726" y="9908"/>
                </a:cubicBezTo>
                <a:cubicBezTo>
                  <a:pt x="44058" y="7204"/>
                  <a:pt x="39762" y="5851"/>
                  <a:pt x="33837" y="5851"/>
                </a:cubicBezTo>
                <a:lnTo>
                  <a:pt x="27931" y="5851"/>
                </a:lnTo>
                <a:close/>
                <a:moveTo>
                  <a:pt x="132512" y="0"/>
                </a:moveTo>
                <a:lnTo>
                  <a:pt x="133120" y="24950"/>
                </a:lnTo>
                <a:lnTo>
                  <a:pt x="130856" y="24950"/>
                </a:lnTo>
                <a:cubicBezTo>
                  <a:pt x="129789" y="18710"/>
                  <a:pt x="127167" y="13691"/>
                  <a:pt x="122991" y="9893"/>
                </a:cubicBezTo>
                <a:cubicBezTo>
                  <a:pt x="118814" y="6094"/>
                  <a:pt x="114297" y="4195"/>
                  <a:pt x="109439" y="4195"/>
                </a:cubicBezTo>
                <a:cubicBezTo>
                  <a:pt x="105686" y="4195"/>
                  <a:pt x="102714" y="5195"/>
                  <a:pt x="100524" y="7195"/>
                </a:cubicBezTo>
                <a:cubicBezTo>
                  <a:pt x="98335" y="9194"/>
                  <a:pt x="97240" y="11495"/>
                  <a:pt x="97240" y="14100"/>
                </a:cubicBezTo>
                <a:cubicBezTo>
                  <a:pt x="97240" y="15750"/>
                  <a:pt x="97626" y="17218"/>
                  <a:pt x="98399" y="18502"/>
                </a:cubicBezTo>
                <a:cubicBezTo>
                  <a:pt x="99466" y="20226"/>
                  <a:pt x="101178" y="21931"/>
                  <a:pt x="103533" y="23618"/>
                </a:cubicBezTo>
                <a:cubicBezTo>
                  <a:pt x="105262" y="24829"/>
                  <a:pt x="109255" y="26976"/>
                  <a:pt x="115511" y="30058"/>
                </a:cubicBezTo>
                <a:cubicBezTo>
                  <a:pt x="124269" y="34350"/>
                  <a:pt x="130176" y="38404"/>
                  <a:pt x="133230" y="42221"/>
                </a:cubicBezTo>
                <a:cubicBezTo>
                  <a:pt x="136248" y="46036"/>
                  <a:pt x="137756" y="50403"/>
                  <a:pt x="137756" y="55320"/>
                </a:cubicBezTo>
                <a:cubicBezTo>
                  <a:pt x="137756" y="61558"/>
                  <a:pt x="135318" y="66924"/>
                  <a:pt x="130442" y="71419"/>
                </a:cubicBezTo>
                <a:cubicBezTo>
                  <a:pt x="125567" y="75915"/>
                  <a:pt x="119375" y="78162"/>
                  <a:pt x="111868" y="78162"/>
                </a:cubicBezTo>
                <a:cubicBezTo>
                  <a:pt x="109513" y="78162"/>
                  <a:pt x="107286" y="77923"/>
                  <a:pt x="105189" y="77445"/>
                </a:cubicBezTo>
                <a:cubicBezTo>
                  <a:pt x="103091" y="76966"/>
                  <a:pt x="100460" y="76065"/>
                  <a:pt x="97295" y="74740"/>
                </a:cubicBezTo>
                <a:cubicBezTo>
                  <a:pt x="95529" y="74004"/>
                  <a:pt x="94075" y="73636"/>
                  <a:pt x="92934" y="73636"/>
                </a:cubicBezTo>
                <a:cubicBezTo>
                  <a:pt x="91978" y="73636"/>
                  <a:pt x="90966" y="74009"/>
                  <a:pt x="89898" y="74754"/>
                </a:cubicBezTo>
                <a:cubicBezTo>
                  <a:pt x="88831" y="75499"/>
                  <a:pt x="87967" y="76635"/>
                  <a:pt x="87304" y="78162"/>
                </a:cubicBezTo>
                <a:lnTo>
                  <a:pt x="85262" y="78162"/>
                </a:lnTo>
                <a:lnTo>
                  <a:pt x="85262" y="49900"/>
                </a:lnTo>
                <a:lnTo>
                  <a:pt x="87304" y="49900"/>
                </a:lnTo>
                <a:cubicBezTo>
                  <a:pt x="88923" y="57831"/>
                  <a:pt x="92042" y="63880"/>
                  <a:pt x="96660" y="68047"/>
                </a:cubicBezTo>
                <a:cubicBezTo>
                  <a:pt x="101279" y="72215"/>
                  <a:pt x="106256" y="74298"/>
                  <a:pt x="111592" y="74298"/>
                </a:cubicBezTo>
                <a:cubicBezTo>
                  <a:pt x="115713" y="74298"/>
                  <a:pt x="118998" y="73179"/>
                  <a:pt x="121445" y="70942"/>
                </a:cubicBezTo>
                <a:cubicBezTo>
                  <a:pt x="123892" y="68704"/>
                  <a:pt x="125116" y="66099"/>
                  <a:pt x="125116" y="63127"/>
                </a:cubicBezTo>
                <a:cubicBezTo>
                  <a:pt x="125116" y="61367"/>
                  <a:pt x="124647" y="59661"/>
                  <a:pt x="123708" y="58011"/>
                </a:cubicBezTo>
                <a:cubicBezTo>
                  <a:pt x="122770" y="56360"/>
                  <a:pt x="121344" y="54791"/>
                  <a:pt x="119430" y="53305"/>
                </a:cubicBezTo>
                <a:cubicBezTo>
                  <a:pt x="117517" y="51820"/>
                  <a:pt x="114131" y="49885"/>
                  <a:pt x="109273" y="47501"/>
                </a:cubicBezTo>
                <a:cubicBezTo>
                  <a:pt x="102466" y="44162"/>
                  <a:pt x="97571" y="41317"/>
                  <a:pt x="94590" y="38966"/>
                </a:cubicBezTo>
                <a:cubicBezTo>
                  <a:pt x="91610" y="36614"/>
                  <a:pt x="89319" y="33987"/>
                  <a:pt x="87718" y="31084"/>
                </a:cubicBezTo>
                <a:cubicBezTo>
                  <a:pt x="86117" y="28182"/>
                  <a:pt x="85317" y="24985"/>
                  <a:pt x="85317" y="21495"/>
                </a:cubicBezTo>
                <a:cubicBezTo>
                  <a:pt x="85317" y="15543"/>
                  <a:pt x="87507" y="10472"/>
                  <a:pt x="91886" y="6284"/>
                </a:cubicBezTo>
                <a:cubicBezTo>
                  <a:pt x="96265" y="2095"/>
                  <a:pt x="101785" y="0"/>
                  <a:pt x="108446" y="0"/>
                </a:cubicBezTo>
                <a:cubicBezTo>
                  <a:pt x="110874" y="0"/>
                  <a:pt x="113229" y="298"/>
                  <a:pt x="115511" y="894"/>
                </a:cubicBezTo>
                <a:cubicBezTo>
                  <a:pt x="117241" y="1340"/>
                  <a:pt x="119347" y="2167"/>
                  <a:pt x="121831" y="3376"/>
                </a:cubicBezTo>
                <a:cubicBezTo>
                  <a:pt x="124315" y="4584"/>
                  <a:pt x="126054" y="5189"/>
                  <a:pt x="127048" y="5189"/>
                </a:cubicBezTo>
                <a:cubicBezTo>
                  <a:pt x="128005" y="5189"/>
                  <a:pt x="128759" y="4891"/>
                  <a:pt x="129311" y="4297"/>
                </a:cubicBezTo>
                <a:cubicBezTo>
                  <a:pt x="129863" y="3701"/>
                  <a:pt x="130378" y="2269"/>
                  <a:pt x="130856" y="0"/>
                </a:cubicBezTo>
                <a:lnTo>
                  <a:pt x="132512" y="0"/>
                </a:lnTo>
                <a:close/>
                <a:moveTo>
                  <a:pt x="213809" y="1656"/>
                </a:moveTo>
                <a:lnTo>
                  <a:pt x="213809" y="21969"/>
                </a:lnTo>
                <a:lnTo>
                  <a:pt x="211822" y="21969"/>
                </a:lnTo>
                <a:cubicBezTo>
                  <a:pt x="210644" y="17280"/>
                  <a:pt x="209338" y="13910"/>
                  <a:pt x="207903" y="11861"/>
                </a:cubicBezTo>
                <a:cubicBezTo>
                  <a:pt x="206467" y="9812"/>
                  <a:pt x="204499" y="8178"/>
                  <a:pt x="201996" y="6959"/>
                </a:cubicBezTo>
                <a:cubicBezTo>
                  <a:pt x="200598" y="6294"/>
                  <a:pt x="198151" y="5962"/>
                  <a:pt x="194655" y="5962"/>
                </a:cubicBezTo>
                <a:lnTo>
                  <a:pt x="189080" y="5962"/>
                </a:lnTo>
                <a:lnTo>
                  <a:pt x="189080" y="63700"/>
                </a:lnTo>
                <a:cubicBezTo>
                  <a:pt x="189080" y="67547"/>
                  <a:pt x="189291" y="69951"/>
                  <a:pt x="189714" y="70914"/>
                </a:cubicBezTo>
                <a:cubicBezTo>
                  <a:pt x="190138" y="71875"/>
                  <a:pt x="190966" y="72717"/>
                  <a:pt x="192198" y="73438"/>
                </a:cubicBezTo>
                <a:cubicBezTo>
                  <a:pt x="193431" y="74159"/>
                  <a:pt x="195115" y="74519"/>
                  <a:pt x="197249" y="74519"/>
                </a:cubicBezTo>
                <a:lnTo>
                  <a:pt x="199733" y="74519"/>
                </a:lnTo>
                <a:lnTo>
                  <a:pt x="199733" y="76506"/>
                </a:lnTo>
                <a:lnTo>
                  <a:pt x="160542" y="76506"/>
                </a:lnTo>
                <a:lnTo>
                  <a:pt x="160542" y="74519"/>
                </a:lnTo>
                <a:lnTo>
                  <a:pt x="163026" y="74519"/>
                </a:lnTo>
                <a:cubicBezTo>
                  <a:pt x="165197" y="74519"/>
                  <a:pt x="166945" y="74131"/>
                  <a:pt x="168269" y="73355"/>
                </a:cubicBezTo>
                <a:cubicBezTo>
                  <a:pt x="169226" y="72836"/>
                  <a:pt x="169981" y="71948"/>
                  <a:pt x="170533" y="70691"/>
                </a:cubicBezTo>
                <a:cubicBezTo>
                  <a:pt x="170937" y="69804"/>
                  <a:pt x="171140" y="67473"/>
                  <a:pt x="171140" y="63700"/>
                </a:cubicBezTo>
                <a:lnTo>
                  <a:pt x="171140" y="5962"/>
                </a:lnTo>
                <a:lnTo>
                  <a:pt x="165730" y="5962"/>
                </a:lnTo>
                <a:cubicBezTo>
                  <a:pt x="160689" y="5962"/>
                  <a:pt x="157027" y="7032"/>
                  <a:pt x="154746" y="9173"/>
                </a:cubicBezTo>
                <a:cubicBezTo>
                  <a:pt x="151544" y="12165"/>
                  <a:pt x="149520" y="16430"/>
                  <a:pt x="148674" y="21969"/>
                </a:cubicBezTo>
                <a:lnTo>
                  <a:pt x="146576" y="21969"/>
                </a:lnTo>
                <a:lnTo>
                  <a:pt x="146576" y="1656"/>
                </a:lnTo>
                <a:lnTo>
                  <a:pt x="213809" y="16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withseq=">
            <a:extLst xmlns:a="http://schemas.openxmlformats.org/drawingml/2006/main">
              <a:ext uri="{FF2B5EF4-FFF2-40B4-BE49-F238E27FC236}">
                <a16:creationId xmlns:a16="http://schemas.microsoft.com/office/drawing/2014/main" id="{DCC3220D-7127-43CA-A2D6-2DF41A92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554" y="5063255"/>
            <a:ext cx="603851" cy="132194"/>
          </a:xfrm>
          <a:custGeom xmlns:a="http://schemas.openxmlformats.org/drawingml/2006/main">
            <a:pathLst>
              <a:path w="603851" h="132194">
                <a:moveTo>
                  <a:pt x="0" y="35963"/>
                </a:moveTo>
                <a:lnTo>
                  <a:pt x="27292" y="35963"/>
                </a:lnTo>
                <a:lnTo>
                  <a:pt x="27292" y="38592"/>
                </a:lnTo>
                <a:cubicBezTo>
                  <a:pt x="24781" y="38782"/>
                  <a:pt x="23134" y="39232"/>
                  <a:pt x="22352" y="39943"/>
                </a:cubicBezTo>
                <a:cubicBezTo>
                  <a:pt x="21570" y="40653"/>
                  <a:pt x="21180" y="41672"/>
                  <a:pt x="21180" y="42999"/>
                </a:cubicBezTo>
                <a:cubicBezTo>
                  <a:pt x="21180" y="44468"/>
                  <a:pt x="21582" y="46244"/>
                  <a:pt x="22388" y="48329"/>
                </a:cubicBezTo>
                <a:lnTo>
                  <a:pt x="36318" y="85784"/>
                </a:lnTo>
                <a:lnTo>
                  <a:pt x="50319" y="55294"/>
                </a:lnTo>
                <a:lnTo>
                  <a:pt x="46623" y="45699"/>
                </a:lnTo>
                <a:cubicBezTo>
                  <a:pt x="45486" y="42857"/>
                  <a:pt x="43994" y="40890"/>
                  <a:pt x="42146" y="39800"/>
                </a:cubicBezTo>
                <a:cubicBezTo>
                  <a:pt x="41103" y="39137"/>
                  <a:pt x="39161" y="38734"/>
                  <a:pt x="36318" y="38592"/>
                </a:cubicBezTo>
                <a:lnTo>
                  <a:pt x="36318" y="35963"/>
                </a:lnTo>
                <a:lnTo>
                  <a:pt x="67305" y="35963"/>
                </a:lnTo>
                <a:lnTo>
                  <a:pt x="67305" y="38592"/>
                </a:lnTo>
                <a:cubicBezTo>
                  <a:pt x="63894" y="38734"/>
                  <a:pt x="61477" y="39350"/>
                  <a:pt x="60056" y="40440"/>
                </a:cubicBezTo>
                <a:cubicBezTo>
                  <a:pt x="59108" y="41198"/>
                  <a:pt x="58635" y="42406"/>
                  <a:pt x="58635" y="44065"/>
                </a:cubicBezTo>
                <a:cubicBezTo>
                  <a:pt x="58635" y="45012"/>
                  <a:pt x="58824" y="45984"/>
                  <a:pt x="59203" y="46979"/>
                </a:cubicBezTo>
                <a:lnTo>
                  <a:pt x="73986" y="84363"/>
                </a:lnTo>
                <a:lnTo>
                  <a:pt x="87703" y="48329"/>
                </a:lnTo>
                <a:cubicBezTo>
                  <a:pt x="88651" y="45771"/>
                  <a:pt x="89125" y="43733"/>
                  <a:pt x="89125" y="42217"/>
                </a:cubicBezTo>
                <a:cubicBezTo>
                  <a:pt x="89125" y="41317"/>
                  <a:pt x="88663" y="40511"/>
                  <a:pt x="87739" y="39800"/>
                </a:cubicBezTo>
                <a:cubicBezTo>
                  <a:pt x="86815" y="39090"/>
                  <a:pt x="85002" y="38687"/>
                  <a:pt x="82302" y="38592"/>
                </a:cubicBezTo>
                <a:lnTo>
                  <a:pt x="82302" y="35963"/>
                </a:lnTo>
                <a:lnTo>
                  <a:pt x="102841" y="35963"/>
                </a:lnTo>
                <a:lnTo>
                  <a:pt x="102841" y="38592"/>
                </a:lnTo>
                <a:cubicBezTo>
                  <a:pt x="98719" y="39208"/>
                  <a:pt x="95687" y="42004"/>
                  <a:pt x="93744" y="46979"/>
                </a:cubicBezTo>
                <a:lnTo>
                  <a:pt x="71996" y="103055"/>
                </a:lnTo>
                <a:lnTo>
                  <a:pt x="69082" y="103055"/>
                </a:lnTo>
                <a:lnTo>
                  <a:pt x="52807" y="61477"/>
                </a:lnTo>
                <a:lnTo>
                  <a:pt x="33830" y="103055"/>
                </a:lnTo>
                <a:lnTo>
                  <a:pt x="31201" y="103055"/>
                </a:lnTo>
                <a:lnTo>
                  <a:pt x="10305" y="48329"/>
                </a:lnTo>
                <a:cubicBezTo>
                  <a:pt x="8931" y="44870"/>
                  <a:pt x="7581" y="42537"/>
                  <a:pt x="6254" y="41328"/>
                </a:cubicBezTo>
                <a:cubicBezTo>
                  <a:pt x="4928" y="40120"/>
                  <a:pt x="2843" y="39208"/>
                  <a:pt x="0" y="38592"/>
                </a:cubicBezTo>
                <a:lnTo>
                  <a:pt x="0" y="35963"/>
                </a:lnTo>
                <a:close/>
                <a:moveTo>
                  <a:pt x="125465" y="0"/>
                </a:moveTo>
                <a:cubicBezTo>
                  <a:pt x="127455" y="0"/>
                  <a:pt x="129149" y="703"/>
                  <a:pt x="130546" y="2108"/>
                </a:cubicBezTo>
                <a:cubicBezTo>
                  <a:pt x="131944" y="3511"/>
                  <a:pt x="132643" y="5213"/>
                  <a:pt x="132643" y="7214"/>
                </a:cubicBezTo>
                <a:cubicBezTo>
                  <a:pt x="132643" y="9214"/>
                  <a:pt x="131944" y="10929"/>
                  <a:pt x="130546" y="12358"/>
                </a:cubicBezTo>
                <a:cubicBezTo>
                  <a:pt x="129149" y="13785"/>
                  <a:pt x="127455" y="14499"/>
                  <a:pt x="125465" y="14499"/>
                </a:cubicBezTo>
                <a:cubicBezTo>
                  <a:pt x="123475" y="14499"/>
                  <a:pt x="121769" y="13785"/>
                  <a:pt x="120348" y="12358"/>
                </a:cubicBezTo>
                <a:cubicBezTo>
                  <a:pt x="118926" y="10929"/>
                  <a:pt x="118215" y="9214"/>
                  <a:pt x="118215" y="7214"/>
                </a:cubicBezTo>
                <a:cubicBezTo>
                  <a:pt x="118215" y="5213"/>
                  <a:pt x="118914" y="3511"/>
                  <a:pt x="120312" y="2108"/>
                </a:cubicBezTo>
                <a:cubicBezTo>
                  <a:pt x="121710" y="703"/>
                  <a:pt x="123427" y="0"/>
                  <a:pt x="125465" y="0"/>
                </a:cubicBezTo>
                <a:moveTo>
                  <a:pt x="131364" y="34115"/>
                </a:moveTo>
                <a:lnTo>
                  <a:pt x="131364" y="86308"/>
                </a:lnTo>
                <a:cubicBezTo>
                  <a:pt x="131364" y="90374"/>
                  <a:pt x="131660" y="93081"/>
                  <a:pt x="132252" y="94428"/>
                </a:cubicBezTo>
                <a:cubicBezTo>
                  <a:pt x="132844" y="95776"/>
                  <a:pt x="133721" y="96780"/>
                  <a:pt x="134882" y="97442"/>
                </a:cubicBezTo>
                <a:cubicBezTo>
                  <a:pt x="136043" y="98104"/>
                  <a:pt x="138163" y="98435"/>
                  <a:pt x="141243" y="98435"/>
                </a:cubicBezTo>
                <a:lnTo>
                  <a:pt x="141243" y="101065"/>
                </a:lnTo>
                <a:lnTo>
                  <a:pt x="109616" y="101065"/>
                </a:lnTo>
                <a:lnTo>
                  <a:pt x="109616" y="98435"/>
                </a:lnTo>
                <a:cubicBezTo>
                  <a:pt x="112790" y="98435"/>
                  <a:pt x="114922" y="98128"/>
                  <a:pt x="116012" y="97513"/>
                </a:cubicBezTo>
                <a:cubicBezTo>
                  <a:pt x="117102" y="96899"/>
                  <a:pt x="117967" y="95882"/>
                  <a:pt x="118606" y="94464"/>
                </a:cubicBezTo>
                <a:cubicBezTo>
                  <a:pt x="119246" y="93045"/>
                  <a:pt x="119566" y="90327"/>
                  <a:pt x="119566" y="86308"/>
                </a:cubicBezTo>
                <a:lnTo>
                  <a:pt x="119566" y="61275"/>
                </a:lnTo>
                <a:cubicBezTo>
                  <a:pt x="119566" y="54230"/>
                  <a:pt x="119353" y="49668"/>
                  <a:pt x="118926" y="47590"/>
                </a:cubicBezTo>
                <a:cubicBezTo>
                  <a:pt x="118594" y="46076"/>
                  <a:pt x="118073" y="45024"/>
                  <a:pt x="117363" y="44433"/>
                </a:cubicBezTo>
                <a:cubicBezTo>
                  <a:pt x="116652" y="43843"/>
                  <a:pt x="115681" y="43547"/>
                  <a:pt x="114449" y="43547"/>
                </a:cubicBezTo>
                <a:cubicBezTo>
                  <a:pt x="113122" y="43547"/>
                  <a:pt x="111511" y="43902"/>
                  <a:pt x="109616" y="44611"/>
                </a:cubicBezTo>
                <a:lnTo>
                  <a:pt x="108621" y="42057"/>
                </a:lnTo>
                <a:lnTo>
                  <a:pt x="128237" y="34115"/>
                </a:lnTo>
                <a:lnTo>
                  <a:pt x="131364" y="34115"/>
                </a:lnTo>
                <a:close/>
                <a:moveTo>
                  <a:pt x="168086" y="14499"/>
                </a:moveTo>
                <a:lnTo>
                  <a:pt x="168086" y="35963"/>
                </a:lnTo>
                <a:lnTo>
                  <a:pt x="183296" y="35963"/>
                </a:lnTo>
                <a:lnTo>
                  <a:pt x="183296" y="40938"/>
                </a:lnTo>
                <a:lnTo>
                  <a:pt x="168086" y="40938"/>
                </a:lnTo>
                <a:lnTo>
                  <a:pt x="168086" y="83097"/>
                </a:lnTo>
                <a:cubicBezTo>
                  <a:pt x="168086" y="87309"/>
                  <a:pt x="168690" y="90149"/>
                  <a:pt x="169899" y="91617"/>
                </a:cubicBezTo>
                <a:cubicBezTo>
                  <a:pt x="171107" y="93082"/>
                  <a:pt x="172659" y="93815"/>
                  <a:pt x="174554" y="93815"/>
                </a:cubicBezTo>
                <a:cubicBezTo>
                  <a:pt x="176118" y="93815"/>
                  <a:pt x="177634" y="93330"/>
                  <a:pt x="179103" y="92358"/>
                </a:cubicBezTo>
                <a:cubicBezTo>
                  <a:pt x="180571" y="91387"/>
                  <a:pt x="181709" y="89954"/>
                  <a:pt x="182514" y="88058"/>
                </a:cubicBezTo>
                <a:lnTo>
                  <a:pt x="185286" y="88058"/>
                </a:lnTo>
                <a:cubicBezTo>
                  <a:pt x="183628" y="92715"/>
                  <a:pt x="181282" y="96237"/>
                  <a:pt x="178250" y="98624"/>
                </a:cubicBezTo>
                <a:cubicBezTo>
                  <a:pt x="175217" y="101009"/>
                  <a:pt x="172090" y="102202"/>
                  <a:pt x="168868" y="102202"/>
                </a:cubicBezTo>
                <a:cubicBezTo>
                  <a:pt x="166689" y="102202"/>
                  <a:pt x="164556" y="101597"/>
                  <a:pt x="162472" y="100387"/>
                </a:cubicBezTo>
                <a:cubicBezTo>
                  <a:pt x="160387" y="99178"/>
                  <a:pt x="158847" y="97447"/>
                  <a:pt x="157852" y="95195"/>
                </a:cubicBezTo>
                <a:cubicBezTo>
                  <a:pt x="156857" y="92941"/>
                  <a:pt x="156359" y="89466"/>
                  <a:pt x="156359" y="84769"/>
                </a:cubicBezTo>
                <a:lnTo>
                  <a:pt x="156359" y="40938"/>
                </a:lnTo>
                <a:lnTo>
                  <a:pt x="146054" y="40938"/>
                </a:lnTo>
                <a:lnTo>
                  <a:pt x="146054" y="38592"/>
                </a:lnTo>
                <a:cubicBezTo>
                  <a:pt x="148660" y="37547"/>
                  <a:pt x="151325" y="35777"/>
                  <a:pt x="154050" y="33282"/>
                </a:cubicBezTo>
                <a:cubicBezTo>
                  <a:pt x="156774" y="30787"/>
                  <a:pt x="159202" y="27828"/>
                  <a:pt x="161335" y="24407"/>
                </a:cubicBezTo>
                <a:cubicBezTo>
                  <a:pt x="162424" y="22602"/>
                  <a:pt x="163940" y="19299"/>
                  <a:pt x="165883" y="14499"/>
                </a:cubicBezTo>
                <a:lnTo>
                  <a:pt x="168086" y="14499"/>
                </a:lnTo>
                <a:close/>
                <a:moveTo>
                  <a:pt x="208575" y="0"/>
                </a:moveTo>
                <a:lnTo>
                  <a:pt x="208575" y="47689"/>
                </a:lnTo>
                <a:cubicBezTo>
                  <a:pt x="213834" y="41909"/>
                  <a:pt x="218004" y="38201"/>
                  <a:pt x="221083" y="36567"/>
                </a:cubicBezTo>
                <a:cubicBezTo>
                  <a:pt x="224163" y="34932"/>
                  <a:pt x="227243" y="34115"/>
                  <a:pt x="230323" y="34115"/>
                </a:cubicBezTo>
                <a:cubicBezTo>
                  <a:pt x="234018" y="34115"/>
                  <a:pt x="237193" y="35131"/>
                  <a:pt x="239846" y="37164"/>
                </a:cubicBezTo>
                <a:cubicBezTo>
                  <a:pt x="242500" y="39197"/>
                  <a:pt x="244466" y="42388"/>
                  <a:pt x="245745" y="46737"/>
                </a:cubicBezTo>
                <a:cubicBezTo>
                  <a:pt x="246646" y="49763"/>
                  <a:pt x="247096" y="55295"/>
                  <a:pt x="247096" y="63332"/>
                </a:cubicBezTo>
                <a:lnTo>
                  <a:pt x="247096" y="86308"/>
                </a:lnTo>
                <a:cubicBezTo>
                  <a:pt x="247096" y="90422"/>
                  <a:pt x="247427" y="93235"/>
                  <a:pt x="248091" y="94748"/>
                </a:cubicBezTo>
                <a:cubicBezTo>
                  <a:pt x="248565" y="95882"/>
                  <a:pt x="249370" y="96780"/>
                  <a:pt x="250507" y="97442"/>
                </a:cubicBezTo>
                <a:cubicBezTo>
                  <a:pt x="251644" y="98104"/>
                  <a:pt x="253729" y="98435"/>
                  <a:pt x="256762" y="98435"/>
                </a:cubicBezTo>
                <a:lnTo>
                  <a:pt x="256762" y="101065"/>
                </a:lnTo>
                <a:lnTo>
                  <a:pt x="224779" y="101065"/>
                </a:lnTo>
                <a:lnTo>
                  <a:pt x="224779" y="98435"/>
                </a:lnTo>
                <a:lnTo>
                  <a:pt x="226272" y="98435"/>
                </a:lnTo>
                <a:cubicBezTo>
                  <a:pt x="229304" y="98435"/>
                  <a:pt x="231412" y="97973"/>
                  <a:pt x="232597" y="97049"/>
                </a:cubicBezTo>
                <a:cubicBezTo>
                  <a:pt x="233782" y="96125"/>
                  <a:pt x="234611" y="94763"/>
                  <a:pt x="235085" y="92962"/>
                </a:cubicBezTo>
                <a:cubicBezTo>
                  <a:pt x="235227" y="92204"/>
                  <a:pt x="235298" y="89977"/>
                  <a:pt x="235298" y="86282"/>
                </a:cubicBezTo>
                <a:lnTo>
                  <a:pt x="235298" y="63254"/>
                </a:lnTo>
                <a:cubicBezTo>
                  <a:pt x="235298" y="56147"/>
                  <a:pt x="234931" y="51480"/>
                  <a:pt x="234196" y="49253"/>
                </a:cubicBezTo>
                <a:cubicBezTo>
                  <a:pt x="233462" y="47026"/>
                  <a:pt x="232289" y="45356"/>
                  <a:pt x="230678" y="44242"/>
                </a:cubicBezTo>
                <a:cubicBezTo>
                  <a:pt x="229067" y="43129"/>
                  <a:pt x="227124" y="42572"/>
                  <a:pt x="224850" y="42572"/>
                </a:cubicBezTo>
                <a:cubicBezTo>
                  <a:pt x="222528" y="42572"/>
                  <a:pt x="220112" y="43188"/>
                  <a:pt x="217601" y="44420"/>
                </a:cubicBezTo>
                <a:cubicBezTo>
                  <a:pt x="215090" y="45652"/>
                  <a:pt x="212081" y="48140"/>
                  <a:pt x="208575" y="51883"/>
                </a:cubicBezTo>
                <a:lnTo>
                  <a:pt x="208575" y="86282"/>
                </a:lnTo>
                <a:cubicBezTo>
                  <a:pt x="208575" y="90736"/>
                  <a:pt x="208823" y="93507"/>
                  <a:pt x="209321" y="94597"/>
                </a:cubicBezTo>
                <a:cubicBezTo>
                  <a:pt x="209818" y="95687"/>
                  <a:pt x="210742" y="96599"/>
                  <a:pt x="212093" y="97333"/>
                </a:cubicBezTo>
                <a:cubicBezTo>
                  <a:pt x="213443" y="98068"/>
                  <a:pt x="215777" y="98435"/>
                  <a:pt x="219093" y="98435"/>
                </a:cubicBezTo>
                <a:lnTo>
                  <a:pt x="219093" y="101065"/>
                </a:lnTo>
                <a:lnTo>
                  <a:pt x="186827" y="101065"/>
                </a:lnTo>
                <a:lnTo>
                  <a:pt x="186827" y="98435"/>
                </a:lnTo>
                <a:cubicBezTo>
                  <a:pt x="189717" y="98435"/>
                  <a:pt x="191991" y="97985"/>
                  <a:pt x="193649" y="97085"/>
                </a:cubicBezTo>
                <a:cubicBezTo>
                  <a:pt x="194597" y="96612"/>
                  <a:pt x="195355" y="95714"/>
                  <a:pt x="195924" y="94388"/>
                </a:cubicBezTo>
                <a:cubicBezTo>
                  <a:pt x="196492" y="93062"/>
                  <a:pt x="196777" y="90362"/>
                  <a:pt x="196777" y="86291"/>
                </a:cubicBezTo>
                <a:lnTo>
                  <a:pt x="196777" y="27414"/>
                </a:lnTo>
                <a:cubicBezTo>
                  <a:pt x="196777" y="19981"/>
                  <a:pt x="196599" y="15412"/>
                  <a:pt x="196244" y="13708"/>
                </a:cubicBezTo>
                <a:cubicBezTo>
                  <a:pt x="195888" y="12002"/>
                  <a:pt x="195343" y="10842"/>
                  <a:pt x="194609" y="10228"/>
                </a:cubicBezTo>
                <a:cubicBezTo>
                  <a:pt x="193875" y="9612"/>
                  <a:pt x="192891" y="9304"/>
                  <a:pt x="191659" y="9304"/>
                </a:cubicBezTo>
                <a:cubicBezTo>
                  <a:pt x="190664" y="9304"/>
                  <a:pt x="189053" y="9683"/>
                  <a:pt x="186827" y="10441"/>
                </a:cubicBezTo>
                <a:lnTo>
                  <a:pt x="185832" y="7953"/>
                </a:lnTo>
                <a:lnTo>
                  <a:pt x="205305" y="0"/>
                </a:lnTo>
                <a:lnTo>
                  <a:pt x="208575" y="0"/>
                </a:lnTo>
                <a:close/>
                <a:moveTo>
                  <a:pt x="377087" y="34115"/>
                </a:moveTo>
                <a:lnTo>
                  <a:pt x="377087" y="56147"/>
                </a:lnTo>
                <a:lnTo>
                  <a:pt x="374742" y="56147"/>
                </a:lnTo>
                <a:cubicBezTo>
                  <a:pt x="372942" y="49237"/>
                  <a:pt x="370632" y="44536"/>
                  <a:pt x="367813" y="42046"/>
                </a:cubicBezTo>
                <a:cubicBezTo>
                  <a:pt x="364993" y="39554"/>
                  <a:pt x="361404" y="38308"/>
                  <a:pt x="357045" y="38308"/>
                </a:cubicBezTo>
                <a:cubicBezTo>
                  <a:pt x="353728" y="38308"/>
                  <a:pt x="351051" y="39184"/>
                  <a:pt x="349014" y="40935"/>
                </a:cubicBezTo>
                <a:cubicBezTo>
                  <a:pt x="346976" y="42686"/>
                  <a:pt x="345958" y="44626"/>
                  <a:pt x="345958" y="46757"/>
                </a:cubicBezTo>
                <a:cubicBezTo>
                  <a:pt x="345958" y="49407"/>
                  <a:pt x="346716" y="51678"/>
                  <a:pt x="348232" y="53571"/>
                </a:cubicBezTo>
                <a:cubicBezTo>
                  <a:pt x="349701" y="55512"/>
                  <a:pt x="352686" y="57571"/>
                  <a:pt x="357187" y="59747"/>
                </a:cubicBezTo>
                <a:lnTo>
                  <a:pt x="367564" y="64789"/>
                </a:lnTo>
                <a:cubicBezTo>
                  <a:pt x="377182" y="69474"/>
                  <a:pt x="381991" y="75650"/>
                  <a:pt x="381991" y="83319"/>
                </a:cubicBezTo>
                <a:cubicBezTo>
                  <a:pt x="381991" y="89234"/>
                  <a:pt x="379753" y="94003"/>
                  <a:pt x="375275" y="97624"/>
                </a:cubicBezTo>
                <a:cubicBezTo>
                  <a:pt x="370798" y="101245"/>
                  <a:pt x="365787" y="103055"/>
                  <a:pt x="360243" y="103055"/>
                </a:cubicBezTo>
                <a:cubicBezTo>
                  <a:pt x="356263" y="103055"/>
                  <a:pt x="351715" y="102344"/>
                  <a:pt x="346597" y="100923"/>
                </a:cubicBezTo>
                <a:cubicBezTo>
                  <a:pt x="345034" y="100449"/>
                  <a:pt x="343755" y="100212"/>
                  <a:pt x="342760" y="100212"/>
                </a:cubicBezTo>
                <a:cubicBezTo>
                  <a:pt x="341670" y="100212"/>
                  <a:pt x="340817" y="100828"/>
                  <a:pt x="340201" y="102060"/>
                </a:cubicBezTo>
                <a:lnTo>
                  <a:pt x="337856" y="102060"/>
                </a:lnTo>
                <a:lnTo>
                  <a:pt x="337856" y="78748"/>
                </a:lnTo>
                <a:lnTo>
                  <a:pt x="340201" y="78748"/>
                </a:lnTo>
                <a:cubicBezTo>
                  <a:pt x="341528" y="85405"/>
                  <a:pt x="344063" y="90422"/>
                  <a:pt x="347806" y="93798"/>
                </a:cubicBezTo>
                <a:cubicBezTo>
                  <a:pt x="351549" y="97173"/>
                  <a:pt x="355742" y="98861"/>
                  <a:pt x="360385" y="98861"/>
                </a:cubicBezTo>
                <a:cubicBezTo>
                  <a:pt x="363655" y="98861"/>
                  <a:pt x="366320" y="97903"/>
                  <a:pt x="368381" y="95987"/>
                </a:cubicBezTo>
                <a:cubicBezTo>
                  <a:pt x="370442" y="94070"/>
                  <a:pt x="371473" y="91762"/>
                  <a:pt x="371473" y="89065"/>
                </a:cubicBezTo>
                <a:cubicBezTo>
                  <a:pt x="371473" y="85798"/>
                  <a:pt x="370324" y="83053"/>
                  <a:pt x="368026" y="80829"/>
                </a:cubicBezTo>
                <a:cubicBezTo>
                  <a:pt x="365728" y="78605"/>
                  <a:pt x="361144" y="75790"/>
                  <a:pt x="354273" y="72383"/>
                </a:cubicBezTo>
                <a:cubicBezTo>
                  <a:pt x="347403" y="68974"/>
                  <a:pt x="342902" y="65897"/>
                  <a:pt x="340770" y="63152"/>
                </a:cubicBezTo>
                <a:cubicBezTo>
                  <a:pt x="338637" y="60454"/>
                  <a:pt x="337571" y="57047"/>
                  <a:pt x="337571" y="52929"/>
                </a:cubicBezTo>
                <a:cubicBezTo>
                  <a:pt x="337571" y="47581"/>
                  <a:pt x="339407" y="43108"/>
                  <a:pt x="343079" y="39512"/>
                </a:cubicBezTo>
                <a:cubicBezTo>
                  <a:pt x="346751" y="35914"/>
                  <a:pt x="351501" y="34115"/>
                  <a:pt x="357329" y="34115"/>
                </a:cubicBezTo>
                <a:cubicBezTo>
                  <a:pt x="359888" y="34115"/>
                  <a:pt x="362991" y="34660"/>
                  <a:pt x="366640" y="35749"/>
                </a:cubicBezTo>
                <a:cubicBezTo>
                  <a:pt x="369056" y="36460"/>
                  <a:pt x="370667" y="36815"/>
                  <a:pt x="371473" y="36815"/>
                </a:cubicBezTo>
                <a:cubicBezTo>
                  <a:pt x="372231" y="36815"/>
                  <a:pt x="372823" y="36650"/>
                  <a:pt x="373250" y="36318"/>
                </a:cubicBezTo>
                <a:cubicBezTo>
                  <a:pt x="373676" y="35986"/>
                  <a:pt x="374173" y="35252"/>
                  <a:pt x="374742" y="34115"/>
                </a:cubicBezTo>
                <a:lnTo>
                  <a:pt x="377087" y="34115"/>
                </a:lnTo>
                <a:close/>
                <a:moveTo>
                  <a:pt x="402724" y="60554"/>
                </a:moveTo>
                <a:cubicBezTo>
                  <a:pt x="402677" y="70197"/>
                  <a:pt x="405022" y="77761"/>
                  <a:pt x="409760" y="83246"/>
                </a:cubicBezTo>
                <a:cubicBezTo>
                  <a:pt x="414499" y="88728"/>
                  <a:pt x="420066" y="91470"/>
                  <a:pt x="426462" y="91470"/>
                </a:cubicBezTo>
                <a:cubicBezTo>
                  <a:pt x="430727" y="91470"/>
                  <a:pt x="434434" y="90297"/>
                  <a:pt x="437585" y="87952"/>
                </a:cubicBezTo>
                <a:cubicBezTo>
                  <a:pt x="440736" y="85606"/>
                  <a:pt x="443378" y="81591"/>
                  <a:pt x="445510" y="75905"/>
                </a:cubicBezTo>
                <a:lnTo>
                  <a:pt x="447713" y="77327"/>
                </a:lnTo>
                <a:cubicBezTo>
                  <a:pt x="446718" y="83818"/>
                  <a:pt x="443828" y="89729"/>
                  <a:pt x="439042" y="95059"/>
                </a:cubicBezTo>
                <a:cubicBezTo>
                  <a:pt x="434257" y="100390"/>
                  <a:pt x="428263" y="103055"/>
                  <a:pt x="421061" y="103055"/>
                </a:cubicBezTo>
                <a:cubicBezTo>
                  <a:pt x="413243" y="103055"/>
                  <a:pt x="406550" y="100017"/>
                  <a:pt x="400983" y="93942"/>
                </a:cubicBezTo>
                <a:cubicBezTo>
                  <a:pt x="395416" y="87865"/>
                  <a:pt x="392632" y="79696"/>
                  <a:pt x="392632" y="69435"/>
                </a:cubicBezTo>
                <a:cubicBezTo>
                  <a:pt x="392632" y="58324"/>
                  <a:pt x="395487" y="49660"/>
                  <a:pt x="401196" y="43443"/>
                </a:cubicBezTo>
                <a:cubicBezTo>
                  <a:pt x="406906" y="37224"/>
                  <a:pt x="414072" y="34115"/>
                  <a:pt x="422696" y="34115"/>
                </a:cubicBezTo>
                <a:cubicBezTo>
                  <a:pt x="429992" y="34115"/>
                  <a:pt x="435986" y="36513"/>
                  <a:pt x="440677" y="41311"/>
                </a:cubicBezTo>
                <a:cubicBezTo>
                  <a:pt x="445368" y="46107"/>
                  <a:pt x="447713" y="52521"/>
                  <a:pt x="447713" y="60554"/>
                </a:cubicBezTo>
                <a:lnTo>
                  <a:pt x="402724" y="60554"/>
                </a:lnTo>
                <a:moveTo>
                  <a:pt x="402724" y="56431"/>
                </a:moveTo>
                <a:lnTo>
                  <a:pt x="432859" y="56431"/>
                </a:lnTo>
                <a:cubicBezTo>
                  <a:pt x="432622" y="52262"/>
                  <a:pt x="432125" y="49324"/>
                  <a:pt x="431366" y="47618"/>
                </a:cubicBezTo>
                <a:cubicBezTo>
                  <a:pt x="430182" y="44965"/>
                  <a:pt x="428417" y="42880"/>
                  <a:pt x="426072" y="41364"/>
                </a:cubicBezTo>
                <a:cubicBezTo>
                  <a:pt x="423726" y="39848"/>
                  <a:pt x="421274" y="39090"/>
                  <a:pt x="418716" y="39090"/>
                </a:cubicBezTo>
                <a:cubicBezTo>
                  <a:pt x="414783" y="39090"/>
                  <a:pt x="411265" y="40618"/>
                  <a:pt x="408161" y="43674"/>
                </a:cubicBezTo>
                <a:cubicBezTo>
                  <a:pt x="405058" y="46730"/>
                  <a:pt x="403246" y="50982"/>
                  <a:pt x="402724" y="56431"/>
                </a:cubicBezTo>
                <a:close/>
                <a:moveTo>
                  <a:pt x="513944" y="34115"/>
                </a:moveTo>
                <a:lnTo>
                  <a:pt x="513944" y="117776"/>
                </a:lnTo>
                <a:cubicBezTo>
                  <a:pt x="513944" y="121942"/>
                  <a:pt x="514229" y="124617"/>
                  <a:pt x="514797" y="125800"/>
                </a:cubicBezTo>
                <a:cubicBezTo>
                  <a:pt x="515366" y="126985"/>
                  <a:pt x="516254" y="127908"/>
                  <a:pt x="517462" y="128570"/>
                </a:cubicBezTo>
                <a:cubicBezTo>
                  <a:pt x="518671" y="129233"/>
                  <a:pt x="521028" y="129565"/>
                  <a:pt x="524534" y="129565"/>
                </a:cubicBezTo>
                <a:lnTo>
                  <a:pt x="524534" y="132194"/>
                </a:lnTo>
                <a:lnTo>
                  <a:pt x="491699" y="132194"/>
                </a:lnTo>
                <a:lnTo>
                  <a:pt x="491699" y="129565"/>
                </a:lnTo>
                <a:lnTo>
                  <a:pt x="493049" y="129565"/>
                </a:lnTo>
                <a:cubicBezTo>
                  <a:pt x="495702" y="129565"/>
                  <a:pt x="497716" y="129186"/>
                  <a:pt x="499090" y="128428"/>
                </a:cubicBezTo>
                <a:cubicBezTo>
                  <a:pt x="500038" y="127906"/>
                  <a:pt x="500796" y="126971"/>
                  <a:pt x="501364" y="125620"/>
                </a:cubicBezTo>
                <a:cubicBezTo>
                  <a:pt x="501933" y="124270"/>
                  <a:pt x="502217" y="121652"/>
                  <a:pt x="502217" y="117767"/>
                </a:cubicBezTo>
                <a:lnTo>
                  <a:pt x="502217" y="89764"/>
                </a:lnTo>
                <a:cubicBezTo>
                  <a:pt x="497906" y="94881"/>
                  <a:pt x="494139" y="98376"/>
                  <a:pt x="490917" y="100247"/>
                </a:cubicBezTo>
                <a:cubicBezTo>
                  <a:pt x="487695" y="102119"/>
                  <a:pt x="484355" y="103055"/>
                  <a:pt x="480896" y="103055"/>
                </a:cubicBezTo>
                <a:cubicBezTo>
                  <a:pt x="474594" y="103055"/>
                  <a:pt x="468967" y="100191"/>
                  <a:pt x="464016" y="94464"/>
                </a:cubicBezTo>
                <a:cubicBezTo>
                  <a:pt x="459065" y="88737"/>
                  <a:pt x="456589" y="81069"/>
                  <a:pt x="456589" y="71461"/>
                </a:cubicBezTo>
                <a:cubicBezTo>
                  <a:pt x="456589" y="60431"/>
                  <a:pt x="459858" y="51450"/>
                  <a:pt x="466397" y="44516"/>
                </a:cubicBezTo>
                <a:cubicBezTo>
                  <a:pt x="472936" y="37582"/>
                  <a:pt x="480825" y="34115"/>
                  <a:pt x="490064" y="34115"/>
                </a:cubicBezTo>
                <a:cubicBezTo>
                  <a:pt x="492765" y="34115"/>
                  <a:pt x="495252" y="34494"/>
                  <a:pt x="497527" y="35252"/>
                </a:cubicBezTo>
                <a:cubicBezTo>
                  <a:pt x="499801" y="36010"/>
                  <a:pt x="501838" y="37147"/>
                  <a:pt x="503639" y="38663"/>
                </a:cubicBezTo>
                <a:cubicBezTo>
                  <a:pt x="506387" y="37337"/>
                  <a:pt x="509017" y="35820"/>
                  <a:pt x="511528" y="34115"/>
                </a:cubicBezTo>
                <a:lnTo>
                  <a:pt x="513944" y="34115"/>
                </a:lnTo>
                <a:moveTo>
                  <a:pt x="502217" y="85298"/>
                </a:moveTo>
                <a:lnTo>
                  <a:pt x="502217" y="54777"/>
                </a:lnTo>
                <a:cubicBezTo>
                  <a:pt x="502217" y="51228"/>
                  <a:pt x="501755" y="48436"/>
                  <a:pt x="500831" y="46401"/>
                </a:cubicBezTo>
                <a:cubicBezTo>
                  <a:pt x="499907" y="44365"/>
                  <a:pt x="498261" y="42638"/>
                  <a:pt x="495892" y="41220"/>
                </a:cubicBezTo>
                <a:cubicBezTo>
                  <a:pt x="493523" y="39800"/>
                  <a:pt x="490846" y="39090"/>
                  <a:pt x="487861" y="39090"/>
                </a:cubicBezTo>
                <a:cubicBezTo>
                  <a:pt x="482554" y="39090"/>
                  <a:pt x="478005" y="41337"/>
                  <a:pt x="474215" y="45833"/>
                </a:cubicBezTo>
                <a:cubicBezTo>
                  <a:pt x="470424" y="50328"/>
                  <a:pt x="468529" y="57142"/>
                  <a:pt x="468529" y="66275"/>
                </a:cubicBezTo>
                <a:cubicBezTo>
                  <a:pt x="468529" y="75029"/>
                  <a:pt x="470460" y="81677"/>
                  <a:pt x="474321" y="86219"/>
                </a:cubicBezTo>
                <a:cubicBezTo>
                  <a:pt x="478183" y="90762"/>
                  <a:pt x="482838" y="93034"/>
                  <a:pt x="488287" y="93034"/>
                </a:cubicBezTo>
                <a:cubicBezTo>
                  <a:pt x="491083" y="93034"/>
                  <a:pt x="493570" y="92430"/>
                  <a:pt x="495750" y="91223"/>
                </a:cubicBezTo>
                <a:cubicBezTo>
                  <a:pt x="497929" y="90017"/>
                  <a:pt x="500085" y="88041"/>
                  <a:pt x="502217" y="85298"/>
                </a:cubicBezTo>
                <a:close/>
                <a:moveTo>
                  <a:pt x="527164" y="38237"/>
                </a:moveTo>
                <a:lnTo>
                  <a:pt x="603851" y="38237"/>
                </a:lnTo>
                <a:lnTo>
                  <a:pt x="603851" y="44136"/>
                </a:lnTo>
                <a:lnTo>
                  <a:pt x="527164" y="44136"/>
                </a:lnTo>
                <a:lnTo>
                  <a:pt x="527164" y="38237"/>
                </a:lnTo>
                <a:moveTo>
                  <a:pt x="527164" y="61335"/>
                </a:moveTo>
                <a:lnTo>
                  <a:pt x="603851" y="61335"/>
                </a:lnTo>
                <a:lnTo>
                  <a:pt x="603851" y="67234"/>
                </a:lnTo>
                <a:lnTo>
                  <a:pt x="527164" y="67234"/>
                </a:lnTo>
                <a:lnTo>
                  <a:pt x="527164" y="613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rcv">
            <a:extLst xmlns:a="http://schemas.openxmlformats.org/drawingml/2006/main">
              <a:ext uri="{FF2B5EF4-FFF2-40B4-BE49-F238E27FC236}">
                <a16:creationId xmlns:a16="http://schemas.microsoft.com/office/drawing/2014/main" id="{BBD075BF-4247-4C07-AFD7-A4529DD8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523" y="5098365"/>
            <a:ext cx="183196" cy="67945"/>
          </a:xfrm>
          <a:custGeom xmlns:a="http://schemas.openxmlformats.org/drawingml/2006/main">
            <a:pathLst>
              <a:path w="183196" h="67945">
                <a:moveTo>
                  <a:pt x="31982" y="0"/>
                </a:moveTo>
                <a:lnTo>
                  <a:pt x="21251" y="39985"/>
                </a:lnTo>
                <a:cubicBezTo>
                  <a:pt x="30064" y="20490"/>
                  <a:pt x="36697" y="8490"/>
                  <a:pt x="41151" y="3984"/>
                </a:cubicBezTo>
                <a:cubicBezTo>
                  <a:pt x="43757" y="1328"/>
                  <a:pt x="46505" y="0"/>
                  <a:pt x="49395" y="0"/>
                </a:cubicBezTo>
                <a:cubicBezTo>
                  <a:pt x="51385" y="0"/>
                  <a:pt x="52996" y="723"/>
                  <a:pt x="54228" y="2168"/>
                </a:cubicBezTo>
                <a:cubicBezTo>
                  <a:pt x="55460" y="3613"/>
                  <a:pt x="56076" y="5662"/>
                  <a:pt x="56076" y="8315"/>
                </a:cubicBezTo>
                <a:cubicBezTo>
                  <a:pt x="56076" y="12911"/>
                  <a:pt x="54963" y="16773"/>
                  <a:pt x="52736" y="19900"/>
                </a:cubicBezTo>
                <a:cubicBezTo>
                  <a:pt x="51314" y="21890"/>
                  <a:pt x="49727" y="22885"/>
                  <a:pt x="47974" y="22885"/>
                </a:cubicBezTo>
                <a:cubicBezTo>
                  <a:pt x="46078" y="22885"/>
                  <a:pt x="44657" y="22019"/>
                  <a:pt x="43709" y="20287"/>
                </a:cubicBezTo>
                <a:cubicBezTo>
                  <a:pt x="42762" y="18553"/>
                  <a:pt x="42098" y="17534"/>
                  <a:pt x="41719" y="17231"/>
                </a:cubicBezTo>
                <a:cubicBezTo>
                  <a:pt x="41340" y="16926"/>
                  <a:pt x="40938" y="16773"/>
                  <a:pt x="40511" y="16773"/>
                </a:cubicBezTo>
                <a:cubicBezTo>
                  <a:pt x="40037" y="16773"/>
                  <a:pt x="39540" y="16915"/>
                  <a:pt x="39019" y="17199"/>
                </a:cubicBezTo>
                <a:cubicBezTo>
                  <a:pt x="37976" y="17768"/>
                  <a:pt x="36614" y="19154"/>
                  <a:pt x="34932" y="21357"/>
                </a:cubicBezTo>
                <a:cubicBezTo>
                  <a:pt x="33250" y="23559"/>
                  <a:pt x="31177" y="27242"/>
                  <a:pt x="28713" y="32407"/>
                </a:cubicBezTo>
                <a:cubicBezTo>
                  <a:pt x="26249" y="37570"/>
                  <a:pt x="24330" y="41940"/>
                  <a:pt x="22956" y="45517"/>
                </a:cubicBezTo>
                <a:cubicBezTo>
                  <a:pt x="21582" y="49093"/>
                  <a:pt x="19663" y="55906"/>
                  <a:pt x="17199" y="65955"/>
                </a:cubicBezTo>
                <a:lnTo>
                  <a:pt x="0" y="65955"/>
                </a:lnTo>
                <a:lnTo>
                  <a:pt x="11727" y="18834"/>
                </a:lnTo>
                <a:cubicBezTo>
                  <a:pt x="12580" y="15328"/>
                  <a:pt x="13006" y="13006"/>
                  <a:pt x="13006" y="11869"/>
                </a:cubicBezTo>
                <a:cubicBezTo>
                  <a:pt x="13006" y="10590"/>
                  <a:pt x="12781" y="9595"/>
                  <a:pt x="12331" y="8884"/>
                </a:cubicBezTo>
                <a:cubicBezTo>
                  <a:pt x="11881" y="8173"/>
                  <a:pt x="11265" y="7652"/>
                  <a:pt x="10483" y="7320"/>
                </a:cubicBezTo>
                <a:cubicBezTo>
                  <a:pt x="9701" y="6989"/>
                  <a:pt x="8079" y="6823"/>
                  <a:pt x="5615" y="6823"/>
                </a:cubicBezTo>
                <a:lnTo>
                  <a:pt x="6254" y="4691"/>
                </a:lnTo>
                <a:lnTo>
                  <a:pt x="27718" y="0"/>
                </a:lnTo>
                <a:lnTo>
                  <a:pt x="31982" y="0"/>
                </a:lnTo>
                <a:close/>
                <a:moveTo>
                  <a:pt x="108934" y="49040"/>
                </a:moveTo>
                <a:lnTo>
                  <a:pt x="111066" y="50937"/>
                </a:lnTo>
                <a:cubicBezTo>
                  <a:pt x="106470" y="56372"/>
                  <a:pt x="101945" y="60355"/>
                  <a:pt x="97491" y="62886"/>
                </a:cubicBezTo>
                <a:cubicBezTo>
                  <a:pt x="91569" y="66259"/>
                  <a:pt x="85433" y="67945"/>
                  <a:pt x="79084" y="67945"/>
                </a:cubicBezTo>
                <a:cubicBezTo>
                  <a:pt x="74819" y="67945"/>
                  <a:pt x="71041" y="67032"/>
                  <a:pt x="67748" y="65207"/>
                </a:cubicBezTo>
                <a:cubicBezTo>
                  <a:pt x="64455" y="63379"/>
                  <a:pt x="62026" y="60818"/>
                  <a:pt x="60463" y="57522"/>
                </a:cubicBezTo>
                <a:cubicBezTo>
                  <a:pt x="58899" y="54226"/>
                  <a:pt x="58117" y="50846"/>
                  <a:pt x="58117" y="47383"/>
                </a:cubicBezTo>
                <a:cubicBezTo>
                  <a:pt x="58117" y="39605"/>
                  <a:pt x="60226" y="31957"/>
                  <a:pt x="64443" y="24440"/>
                </a:cubicBezTo>
                <a:cubicBezTo>
                  <a:pt x="68660" y="16921"/>
                  <a:pt x="74227" y="10968"/>
                  <a:pt x="81145" y="6581"/>
                </a:cubicBezTo>
                <a:cubicBezTo>
                  <a:pt x="88063" y="2194"/>
                  <a:pt x="94862" y="0"/>
                  <a:pt x="101543" y="0"/>
                </a:cubicBezTo>
                <a:cubicBezTo>
                  <a:pt x="106897" y="0"/>
                  <a:pt x="110924" y="1188"/>
                  <a:pt x="113625" y="3565"/>
                </a:cubicBezTo>
                <a:cubicBezTo>
                  <a:pt x="116326" y="5941"/>
                  <a:pt x="117676" y="8888"/>
                  <a:pt x="117676" y="12404"/>
                </a:cubicBezTo>
                <a:cubicBezTo>
                  <a:pt x="117676" y="15588"/>
                  <a:pt x="116657" y="18297"/>
                  <a:pt x="114620" y="20531"/>
                </a:cubicBezTo>
                <a:cubicBezTo>
                  <a:pt x="112582" y="22764"/>
                  <a:pt x="110308" y="23880"/>
                  <a:pt x="107797" y="23880"/>
                </a:cubicBezTo>
                <a:cubicBezTo>
                  <a:pt x="105617" y="23880"/>
                  <a:pt x="103805" y="23167"/>
                  <a:pt x="102360" y="21741"/>
                </a:cubicBezTo>
                <a:cubicBezTo>
                  <a:pt x="100915" y="20314"/>
                  <a:pt x="100192" y="18626"/>
                  <a:pt x="100192" y="16678"/>
                </a:cubicBezTo>
                <a:cubicBezTo>
                  <a:pt x="100192" y="14110"/>
                  <a:pt x="101472" y="11875"/>
                  <a:pt x="104030" y="9972"/>
                </a:cubicBezTo>
                <a:cubicBezTo>
                  <a:pt x="105783" y="8641"/>
                  <a:pt x="106660" y="7477"/>
                  <a:pt x="106660" y="6479"/>
                </a:cubicBezTo>
                <a:cubicBezTo>
                  <a:pt x="106660" y="5623"/>
                  <a:pt x="106304" y="4934"/>
                  <a:pt x="105594" y="4411"/>
                </a:cubicBezTo>
                <a:cubicBezTo>
                  <a:pt x="104646" y="3650"/>
                  <a:pt x="103414" y="3269"/>
                  <a:pt x="101898" y="3269"/>
                </a:cubicBezTo>
                <a:cubicBezTo>
                  <a:pt x="97918" y="3269"/>
                  <a:pt x="94175" y="4883"/>
                  <a:pt x="90669" y="8109"/>
                </a:cubicBezTo>
                <a:cubicBezTo>
                  <a:pt x="86025" y="12379"/>
                  <a:pt x="82472" y="17788"/>
                  <a:pt x="80008" y="24336"/>
                </a:cubicBezTo>
                <a:cubicBezTo>
                  <a:pt x="77544" y="30882"/>
                  <a:pt x="76312" y="37096"/>
                  <a:pt x="76312" y="42979"/>
                </a:cubicBezTo>
                <a:cubicBezTo>
                  <a:pt x="76312" y="47628"/>
                  <a:pt x="77568" y="51341"/>
                  <a:pt x="80079" y="54117"/>
                </a:cubicBezTo>
                <a:cubicBezTo>
                  <a:pt x="82590" y="56892"/>
                  <a:pt x="85575" y="58279"/>
                  <a:pt x="89034" y="58279"/>
                </a:cubicBezTo>
                <a:cubicBezTo>
                  <a:pt x="92066" y="58279"/>
                  <a:pt x="95347" y="57515"/>
                  <a:pt x="98877" y="55987"/>
                </a:cubicBezTo>
                <a:cubicBezTo>
                  <a:pt x="102407" y="54459"/>
                  <a:pt x="105760" y="52143"/>
                  <a:pt x="108934" y="49040"/>
                </a:cubicBezTo>
                <a:close/>
                <a:moveTo>
                  <a:pt x="138847" y="67945"/>
                </a:moveTo>
                <a:lnTo>
                  <a:pt x="136288" y="67945"/>
                </a:lnTo>
                <a:cubicBezTo>
                  <a:pt x="136430" y="64060"/>
                  <a:pt x="136501" y="61122"/>
                  <a:pt x="136501" y="59132"/>
                </a:cubicBezTo>
                <a:cubicBezTo>
                  <a:pt x="136501" y="53731"/>
                  <a:pt x="136087" y="45924"/>
                  <a:pt x="135258" y="35714"/>
                </a:cubicBezTo>
                <a:cubicBezTo>
                  <a:pt x="134429" y="25503"/>
                  <a:pt x="133493" y="18692"/>
                  <a:pt x="132450" y="15281"/>
                </a:cubicBezTo>
                <a:cubicBezTo>
                  <a:pt x="131645" y="12769"/>
                  <a:pt x="130579" y="10945"/>
                  <a:pt x="129252" y="9808"/>
                </a:cubicBezTo>
                <a:cubicBezTo>
                  <a:pt x="128352" y="9050"/>
                  <a:pt x="127191" y="8671"/>
                  <a:pt x="125770" y="8671"/>
                </a:cubicBezTo>
                <a:cubicBezTo>
                  <a:pt x="124964" y="8671"/>
                  <a:pt x="123993" y="8766"/>
                  <a:pt x="122856" y="8955"/>
                </a:cubicBezTo>
                <a:lnTo>
                  <a:pt x="122856" y="6396"/>
                </a:lnTo>
                <a:lnTo>
                  <a:pt x="146523" y="0"/>
                </a:lnTo>
                <a:cubicBezTo>
                  <a:pt x="151261" y="12948"/>
                  <a:pt x="153559" y="29525"/>
                  <a:pt x="153417" y="49731"/>
                </a:cubicBezTo>
                <a:cubicBezTo>
                  <a:pt x="160382" y="43102"/>
                  <a:pt x="165179" y="37728"/>
                  <a:pt x="167809" y="33608"/>
                </a:cubicBezTo>
                <a:cubicBezTo>
                  <a:pt x="170438" y="29489"/>
                  <a:pt x="171753" y="26056"/>
                  <a:pt x="171753" y="23309"/>
                </a:cubicBezTo>
                <a:cubicBezTo>
                  <a:pt x="171753" y="21131"/>
                  <a:pt x="170936" y="18917"/>
                  <a:pt x="169301" y="16666"/>
                </a:cubicBezTo>
                <a:cubicBezTo>
                  <a:pt x="167667" y="14416"/>
                  <a:pt x="166648" y="12814"/>
                  <a:pt x="166245" y="11862"/>
                </a:cubicBezTo>
                <a:cubicBezTo>
                  <a:pt x="165842" y="10909"/>
                  <a:pt x="165641" y="9861"/>
                  <a:pt x="165641" y="8717"/>
                </a:cubicBezTo>
                <a:cubicBezTo>
                  <a:pt x="165641" y="6240"/>
                  <a:pt x="166447" y="4168"/>
                  <a:pt x="168058" y="2501"/>
                </a:cubicBezTo>
                <a:cubicBezTo>
                  <a:pt x="169669" y="834"/>
                  <a:pt x="171706" y="0"/>
                  <a:pt x="174170" y="0"/>
                </a:cubicBezTo>
                <a:cubicBezTo>
                  <a:pt x="176776" y="0"/>
                  <a:pt x="178789" y="831"/>
                  <a:pt x="180211" y="2492"/>
                </a:cubicBezTo>
                <a:cubicBezTo>
                  <a:pt x="182201" y="4817"/>
                  <a:pt x="183196" y="7568"/>
                  <a:pt x="183196" y="10745"/>
                </a:cubicBezTo>
                <a:cubicBezTo>
                  <a:pt x="183196" y="14019"/>
                  <a:pt x="182615" y="17234"/>
                  <a:pt x="181455" y="20389"/>
                </a:cubicBezTo>
                <a:cubicBezTo>
                  <a:pt x="180294" y="23544"/>
                  <a:pt x="178304" y="27269"/>
                  <a:pt x="175485" y="31563"/>
                </a:cubicBezTo>
                <a:cubicBezTo>
                  <a:pt x="172665" y="35857"/>
                  <a:pt x="169526" y="39759"/>
                  <a:pt x="166068" y="43270"/>
                </a:cubicBezTo>
                <a:cubicBezTo>
                  <a:pt x="159718" y="49722"/>
                  <a:pt x="150645" y="57948"/>
                  <a:pt x="138847" y="67945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.nxt">
            <a:extLst xmlns:a="http://schemas.openxmlformats.org/drawingml/2006/main">
              <a:ext uri="{FF2B5EF4-FFF2-40B4-BE49-F238E27FC236}">
                <a16:creationId xmlns:a16="http://schemas.microsoft.com/office/drawing/2014/main" id="{D514946D-3CFE-45DE-9B3A-03F1285E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606" y="5081023"/>
            <a:ext cx="237461" cy="85287"/>
          </a:xfrm>
          <a:custGeom xmlns:a="http://schemas.openxmlformats.org/drawingml/2006/main">
            <a:pathLst>
              <a:path w="237461" h="85287">
                <a:moveTo>
                  <a:pt x="11656" y="61833"/>
                </a:moveTo>
                <a:cubicBezTo>
                  <a:pt x="14925" y="61833"/>
                  <a:pt x="17697" y="62977"/>
                  <a:pt x="19971" y="65267"/>
                </a:cubicBezTo>
                <a:cubicBezTo>
                  <a:pt x="22246" y="67554"/>
                  <a:pt x="23383" y="70319"/>
                  <a:pt x="23383" y="73560"/>
                </a:cubicBezTo>
                <a:cubicBezTo>
                  <a:pt x="23383" y="76801"/>
                  <a:pt x="22234" y="79566"/>
                  <a:pt x="19936" y="81855"/>
                </a:cubicBezTo>
                <a:cubicBezTo>
                  <a:pt x="17638" y="84143"/>
                  <a:pt x="14878" y="85287"/>
                  <a:pt x="11656" y="85287"/>
                </a:cubicBezTo>
                <a:cubicBezTo>
                  <a:pt x="8434" y="85287"/>
                  <a:pt x="5686" y="84143"/>
                  <a:pt x="3411" y="81855"/>
                </a:cubicBezTo>
                <a:cubicBezTo>
                  <a:pt x="1137" y="79566"/>
                  <a:pt x="0" y="76801"/>
                  <a:pt x="0" y="73560"/>
                </a:cubicBezTo>
                <a:cubicBezTo>
                  <a:pt x="0" y="70319"/>
                  <a:pt x="1137" y="67554"/>
                  <a:pt x="3411" y="65267"/>
                </a:cubicBezTo>
                <a:cubicBezTo>
                  <a:pt x="5686" y="62977"/>
                  <a:pt x="8434" y="61833"/>
                  <a:pt x="11656" y="61833"/>
                </a:cubicBezTo>
                <a:close/>
                <a:moveTo>
                  <a:pt x="77185" y="17342"/>
                </a:moveTo>
                <a:lnTo>
                  <a:pt x="68372" y="47865"/>
                </a:lnTo>
                <a:cubicBezTo>
                  <a:pt x="74295" y="38947"/>
                  <a:pt x="78725" y="32852"/>
                  <a:pt x="81662" y="29579"/>
                </a:cubicBezTo>
                <a:cubicBezTo>
                  <a:pt x="85974" y="24837"/>
                  <a:pt x="89694" y="21612"/>
                  <a:pt x="92821" y="19905"/>
                </a:cubicBezTo>
                <a:cubicBezTo>
                  <a:pt x="95948" y="18196"/>
                  <a:pt x="98886" y="17342"/>
                  <a:pt x="101634" y="17342"/>
                </a:cubicBezTo>
                <a:cubicBezTo>
                  <a:pt x="104098" y="17342"/>
                  <a:pt x="106206" y="18260"/>
                  <a:pt x="107959" y="20098"/>
                </a:cubicBezTo>
                <a:cubicBezTo>
                  <a:pt x="109712" y="21934"/>
                  <a:pt x="110589" y="24330"/>
                  <a:pt x="110589" y="27287"/>
                </a:cubicBezTo>
                <a:cubicBezTo>
                  <a:pt x="110589" y="29951"/>
                  <a:pt x="110020" y="33186"/>
                  <a:pt x="108883" y="36991"/>
                </a:cubicBezTo>
                <a:lnTo>
                  <a:pt x="99786" y="67459"/>
                </a:lnTo>
                <a:cubicBezTo>
                  <a:pt x="99028" y="70122"/>
                  <a:pt x="98649" y="71858"/>
                  <a:pt x="98649" y="72667"/>
                </a:cubicBezTo>
                <a:cubicBezTo>
                  <a:pt x="98649" y="73141"/>
                  <a:pt x="98826" y="73567"/>
                  <a:pt x="99182" y="73946"/>
                </a:cubicBezTo>
                <a:cubicBezTo>
                  <a:pt x="99537" y="74325"/>
                  <a:pt x="99904" y="74515"/>
                  <a:pt x="100283" y="74515"/>
                </a:cubicBezTo>
                <a:cubicBezTo>
                  <a:pt x="100757" y="74515"/>
                  <a:pt x="101255" y="74325"/>
                  <a:pt x="101776" y="73946"/>
                </a:cubicBezTo>
                <a:cubicBezTo>
                  <a:pt x="103434" y="72580"/>
                  <a:pt x="105116" y="70659"/>
                  <a:pt x="106822" y="68185"/>
                </a:cubicBezTo>
                <a:cubicBezTo>
                  <a:pt x="107248" y="67532"/>
                  <a:pt x="107935" y="66552"/>
                  <a:pt x="108883" y="65244"/>
                </a:cubicBezTo>
                <a:lnTo>
                  <a:pt x="111584" y="66855"/>
                </a:lnTo>
                <a:cubicBezTo>
                  <a:pt x="104619" y="78385"/>
                  <a:pt x="97298" y="84150"/>
                  <a:pt x="89622" y="84150"/>
                </a:cubicBezTo>
                <a:cubicBezTo>
                  <a:pt x="86685" y="84150"/>
                  <a:pt x="84387" y="83391"/>
                  <a:pt x="82728" y="81875"/>
                </a:cubicBezTo>
                <a:cubicBezTo>
                  <a:pt x="81070" y="80359"/>
                  <a:pt x="80241" y="78464"/>
                  <a:pt x="80241" y="76189"/>
                </a:cubicBezTo>
                <a:cubicBezTo>
                  <a:pt x="80241" y="74193"/>
                  <a:pt x="80810" y="71223"/>
                  <a:pt x="81947" y="67279"/>
                </a:cubicBezTo>
                <a:lnTo>
                  <a:pt x="90831" y="36835"/>
                </a:lnTo>
                <a:cubicBezTo>
                  <a:pt x="91447" y="34839"/>
                  <a:pt x="91755" y="33366"/>
                  <a:pt x="91755" y="32416"/>
                </a:cubicBezTo>
                <a:cubicBezTo>
                  <a:pt x="91755" y="31893"/>
                  <a:pt x="91541" y="31429"/>
                  <a:pt x="91115" y="31025"/>
                </a:cubicBezTo>
                <a:cubicBezTo>
                  <a:pt x="90689" y="30621"/>
                  <a:pt x="90191" y="30419"/>
                  <a:pt x="89622" y="30419"/>
                </a:cubicBezTo>
                <a:cubicBezTo>
                  <a:pt x="87822" y="30419"/>
                  <a:pt x="85642" y="31656"/>
                  <a:pt x="83084" y="34130"/>
                </a:cubicBezTo>
                <a:cubicBezTo>
                  <a:pt x="76545" y="40413"/>
                  <a:pt x="70220" y="49765"/>
                  <a:pt x="64108" y="62188"/>
                </a:cubicBezTo>
                <a:lnTo>
                  <a:pt x="58280" y="83297"/>
                </a:lnTo>
                <a:lnTo>
                  <a:pt x="40156" y="83297"/>
                </a:lnTo>
                <a:lnTo>
                  <a:pt x="53447" y="37673"/>
                </a:lnTo>
                <a:cubicBezTo>
                  <a:pt x="54726" y="33161"/>
                  <a:pt x="55366" y="29959"/>
                  <a:pt x="55366" y="28067"/>
                </a:cubicBezTo>
                <a:cubicBezTo>
                  <a:pt x="55366" y="27263"/>
                  <a:pt x="55176" y="26589"/>
                  <a:pt x="54797" y="26046"/>
                </a:cubicBezTo>
                <a:cubicBezTo>
                  <a:pt x="54418" y="25501"/>
                  <a:pt x="53802" y="25075"/>
                  <a:pt x="52949" y="24769"/>
                </a:cubicBezTo>
                <a:cubicBezTo>
                  <a:pt x="52096" y="24461"/>
                  <a:pt x="50485" y="24307"/>
                  <a:pt x="48116" y="24307"/>
                </a:cubicBezTo>
                <a:lnTo>
                  <a:pt x="48898" y="21606"/>
                </a:lnTo>
                <a:lnTo>
                  <a:pt x="72849" y="17342"/>
                </a:lnTo>
                <a:lnTo>
                  <a:pt x="77185" y="17342"/>
                </a:lnTo>
                <a:close/>
                <a:moveTo>
                  <a:pt x="125949" y="21606"/>
                </a:moveTo>
                <a:lnTo>
                  <a:pt x="150753" y="17342"/>
                </a:lnTo>
                <a:cubicBezTo>
                  <a:pt x="155254" y="24409"/>
                  <a:pt x="158429" y="32188"/>
                  <a:pt x="160277" y="40678"/>
                </a:cubicBezTo>
                <a:cubicBezTo>
                  <a:pt x="164920" y="33800"/>
                  <a:pt x="168426" y="28986"/>
                  <a:pt x="170795" y="26235"/>
                </a:cubicBezTo>
                <a:cubicBezTo>
                  <a:pt x="173970" y="22536"/>
                  <a:pt x="176588" y="20129"/>
                  <a:pt x="178649" y="19014"/>
                </a:cubicBezTo>
                <a:cubicBezTo>
                  <a:pt x="180710" y="17899"/>
                  <a:pt x="182901" y="17342"/>
                  <a:pt x="185223" y="17342"/>
                </a:cubicBezTo>
                <a:cubicBezTo>
                  <a:pt x="187829" y="17342"/>
                  <a:pt x="189831" y="18059"/>
                  <a:pt x="191229" y="19494"/>
                </a:cubicBezTo>
                <a:cubicBezTo>
                  <a:pt x="192626" y="20927"/>
                  <a:pt x="193325" y="22863"/>
                  <a:pt x="193325" y="25302"/>
                </a:cubicBezTo>
                <a:cubicBezTo>
                  <a:pt x="193325" y="27597"/>
                  <a:pt x="192626" y="29473"/>
                  <a:pt x="191229" y="30932"/>
                </a:cubicBezTo>
                <a:cubicBezTo>
                  <a:pt x="189831" y="32390"/>
                  <a:pt x="188090" y="33120"/>
                  <a:pt x="186005" y="33120"/>
                </a:cubicBezTo>
                <a:cubicBezTo>
                  <a:pt x="184489" y="33120"/>
                  <a:pt x="182747" y="32835"/>
                  <a:pt x="180781" y="32267"/>
                </a:cubicBezTo>
                <a:cubicBezTo>
                  <a:pt x="178815" y="31698"/>
                  <a:pt x="177452" y="31414"/>
                  <a:pt x="176694" y="31414"/>
                </a:cubicBezTo>
                <a:cubicBezTo>
                  <a:pt x="174704" y="31414"/>
                  <a:pt x="172809" y="32122"/>
                  <a:pt x="171009" y="33539"/>
                </a:cubicBezTo>
                <a:cubicBezTo>
                  <a:pt x="168545" y="35476"/>
                  <a:pt x="165512" y="39610"/>
                  <a:pt x="161911" y="45942"/>
                </a:cubicBezTo>
                <a:cubicBezTo>
                  <a:pt x="165939" y="60177"/>
                  <a:pt x="169161" y="68860"/>
                  <a:pt x="171577" y="71992"/>
                </a:cubicBezTo>
                <a:cubicBezTo>
                  <a:pt x="172999" y="73843"/>
                  <a:pt x="174444" y="74768"/>
                  <a:pt x="175913" y="74768"/>
                </a:cubicBezTo>
                <a:cubicBezTo>
                  <a:pt x="177144" y="74768"/>
                  <a:pt x="178211" y="74434"/>
                  <a:pt x="179111" y="73766"/>
                </a:cubicBezTo>
                <a:cubicBezTo>
                  <a:pt x="180485" y="72687"/>
                  <a:pt x="182593" y="69988"/>
                  <a:pt x="185436" y="65671"/>
                </a:cubicBezTo>
                <a:lnTo>
                  <a:pt x="187995" y="67219"/>
                </a:lnTo>
                <a:cubicBezTo>
                  <a:pt x="183825" y="74200"/>
                  <a:pt x="179750" y="79117"/>
                  <a:pt x="175770" y="81968"/>
                </a:cubicBezTo>
                <a:cubicBezTo>
                  <a:pt x="172738" y="84181"/>
                  <a:pt x="169753" y="85287"/>
                  <a:pt x="166815" y="85287"/>
                </a:cubicBezTo>
                <a:cubicBezTo>
                  <a:pt x="163783" y="85287"/>
                  <a:pt x="161260" y="84609"/>
                  <a:pt x="159246" y="83252"/>
                </a:cubicBezTo>
                <a:cubicBezTo>
                  <a:pt x="157232" y="81894"/>
                  <a:pt x="155444" y="79680"/>
                  <a:pt x="153880" y="76609"/>
                </a:cubicBezTo>
                <a:cubicBezTo>
                  <a:pt x="152317" y="73538"/>
                  <a:pt x="150469" y="68622"/>
                  <a:pt x="148337" y="61862"/>
                </a:cubicBezTo>
                <a:cubicBezTo>
                  <a:pt x="142793" y="68956"/>
                  <a:pt x="138446" y="74134"/>
                  <a:pt x="135295" y="77395"/>
                </a:cubicBezTo>
                <a:cubicBezTo>
                  <a:pt x="132144" y="80656"/>
                  <a:pt x="129526" y="82786"/>
                  <a:pt x="127441" y="83785"/>
                </a:cubicBezTo>
                <a:cubicBezTo>
                  <a:pt x="125357" y="84786"/>
                  <a:pt x="123130" y="85287"/>
                  <a:pt x="120760" y="85287"/>
                </a:cubicBezTo>
                <a:cubicBezTo>
                  <a:pt x="118297" y="85287"/>
                  <a:pt x="116342" y="84573"/>
                  <a:pt x="114897" y="83146"/>
                </a:cubicBezTo>
                <a:cubicBezTo>
                  <a:pt x="113452" y="81717"/>
                  <a:pt x="112729" y="79861"/>
                  <a:pt x="112729" y="77578"/>
                </a:cubicBezTo>
                <a:cubicBezTo>
                  <a:pt x="112729" y="75149"/>
                  <a:pt x="113511" y="73150"/>
                  <a:pt x="115075" y="71581"/>
                </a:cubicBezTo>
                <a:cubicBezTo>
                  <a:pt x="116638" y="70010"/>
                  <a:pt x="118628" y="69224"/>
                  <a:pt x="121045" y="69224"/>
                </a:cubicBezTo>
                <a:cubicBezTo>
                  <a:pt x="122324" y="69224"/>
                  <a:pt x="123769" y="69623"/>
                  <a:pt x="125380" y="70419"/>
                </a:cubicBezTo>
                <a:cubicBezTo>
                  <a:pt x="127749" y="71613"/>
                  <a:pt x="129455" y="72209"/>
                  <a:pt x="130497" y="72209"/>
                </a:cubicBezTo>
                <a:cubicBezTo>
                  <a:pt x="131871" y="72209"/>
                  <a:pt x="133103" y="71924"/>
                  <a:pt x="134193" y="71352"/>
                </a:cubicBezTo>
                <a:cubicBezTo>
                  <a:pt x="135615" y="70637"/>
                  <a:pt x="137415" y="69087"/>
                  <a:pt x="139595" y="66703"/>
                </a:cubicBezTo>
                <a:cubicBezTo>
                  <a:pt x="140921" y="65226"/>
                  <a:pt x="143361" y="62079"/>
                  <a:pt x="146915" y="57264"/>
                </a:cubicBezTo>
                <a:cubicBezTo>
                  <a:pt x="142366" y="40370"/>
                  <a:pt x="138813" y="30262"/>
                  <a:pt x="136254" y="26941"/>
                </a:cubicBezTo>
                <a:cubicBezTo>
                  <a:pt x="134643" y="24806"/>
                  <a:pt x="132606" y="23738"/>
                  <a:pt x="130142" y="23738"/>
                </a:cubicBezTo>
                <a:cubicBezTo>
                  <a:pt x="128863" y="23738"/>
                  <a:pt x="127299" y="23928"/>
                  <a:pt x="125451" y="24307"/>
                </a:cubicBezTo>
                <a:lnTo>
                  <a:pt x="125949" y="21606"/>
                </a:lnTo>
                <a:close/>
                <a:moveTo>
                  <a:pt x="233836" y="0"/>
                </a:moveTo>
                <a:lnTo>
                  <a:pt x="228151" y="19332"/>
                </a:lnTo>
                <a:lnTo>
                  <a:pt x="237461" y="19332"/>
                </a:lnTo>
                <a:lnTo>
                  <a:pt x="234974" y="27576"/>
                </a:lnTo>
                <a:lnTo>
                  <a:pt x="225805" y="27576"/>
                </a:lnTo>
                <a:lnTo>
                  <a:pt x="213936" y="68789"/>
                </a:lnTo>
                <a:cubicBezTo>
                  <a:pt x="213178" y="71348"/>
                  <a:pt x="212799" y="73290"/>
                  <a:pt x="212799" y="74617"/>
                </a:cubicBezTo>
                <a:cubicBezTo>
                  <a:pt x="212799" y="75236"/>
                  <a:pt x="213012" y="75771"/>
                  <a:pt x="213439" y="76223"/>
                </a:cubicBezTo>
                <a:cubicBezTo>
                  <a:pt x="213865" y="76674"/>
                  <a:pt x="214339" y="76900"/>
                  <a:pt x="214860" y="76900"/>
                </a:cubicBezTo>
                <a:cubicBezTo>
                  <a:pt x="215666" y="76900"/>
                  <a:pt x="216495" y="76568"/>
                  <a:pt x="217348" y="75905"/>
                </a:cubicBezTo>
                <a:cubicBezTo>
                  <a:pt x="219527" y="74247"/>
                  <a:pt x="222062" y="71357"/>
                  <a:pt x="224952" y="67234"/>
                </a:cubicBezTo>
                <a:lnTo>
                  <a:pt x="227440" y="68798"/>
                </a:lnTo>
                <a:cubicBezTo>
                  <a:pt x="224171" y="74484"/>
                  <a:pt x="220570" y="78653"/>
                  <a:pt x="216637" y="81307"/>
                </a:cubicBezTo>
                <a:cubicBezTo>
                  <a:pt x="212704" y="83960"/>
                  <a:pt x="208843" y="85287"/>
                  <a:pt x="205052" y="85287"/>
                </a:cubicBezTo>
                <a:cubicBezTo>
                  <a:pt x="201830" y="85287"/>
                  <a:pt x="199331" y="84469"/>
                  <a:pt x="197554" y="82835"/>
                </a:cubicBezTo>
                <a:cubicBezTo>
                  <a:pt x="195777" y="81200"/>
                  <a:pt x="194889" y="79127"/>
                  <a:pt x="194889" y="76616"/>
                </a:cubicBezTo>
                <a:cubicBezTo>
                  <a:pt x="194889" y="73868"/>
                  <a:pt x="195505" y="70338"/>
                  <a:pt x="196737" y="66026"/>
                </a:cubicBezTo>
                <a:lnTo>
                  <a:pt x="207966" y="27576"/>
                </a:lnTo>
                <a:lnTo>
                  <a:pt x="198300" y="27576"/>
                </a:lnTo>
                <a:lnTo>
                  <a:pt x="199722" y="22303"/>
                </a:lnTo>
                <a:cubicBezTo>
                  <a:pt x="205787" y="20070"/>
                  <a:pt x="210904" y="17458"/>
                  <a:pt x="215073" y="14465"/>
                </a:cubicBezTo>
                <a:cubicBezTo>
                  <a:pt x="219243" y="11473"/>
                  <a:pt x="224265" y="6651"/>
                  <a:pt x="230141" y="0"/>
                </a:cubicBezTo>
                <a:lnTo>
                  <a:pt x="233836" y="0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BC8FA-2282-4F94-9611-82AB4121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775" y="5776812"/>
            <a:ext cx="420657" cy="154289"/>
          </a:xfrm>
          <a:custGeom xmlns:a="http://schemas.openxmlformats.org/drawingml/2006/main">
            <a:pathLst>
              <a:path w="420657" h="154289">
                <a:moveTo>
                  <a:pt x="0" y="0"/>
                </a:moveTo>
                <a:lnTo>
                  <a:pt x="420657" y="0"/>
                </a:lnTo>
                <a:lnTo>
                  <a:pt x="420657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90AA5-80CA-4685-9C1B-0A2D6B0C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775" y="5776812"/>
            <a:ext cx="420657" cy="154289"/>
          </a:xfrm>
          <a:custGeom xmlns:a="http://schemas.openxmlformats.org/drawingml/2006/main">
            <a:pathLst>
              <a:path w="420657" h="154289" fill="none">
                <a:moveTo>
                  <a:pt x="0" y="0"/>
                </a:moveTo>
                <a:lnTo>
                  <a:pt x="420657" y="0"/>
                </a:lnTo>
                <a:lnTo>
                  <a:pt x="420657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1395E-9497-4ADD-8B09-491322ED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775" y="5931101"/>
            <a:ext cx="420657" cy="153804"/>
          </a:xfrm>
          <a:custGeom xmlns:a="http://schemas.openxmlformats.org/drawingml/2006/main">
            <a:pathLst>
              <a:path w="420657" h="153804">
                <a:moveTo>
                  <a:pt x="0" y="0"/>
                </a:moveTo>
                <a:lnTo>
                  <a:pt x="420657" y="0"/>
                </a:lnTo>
                <a:lnTo>
                  <a:pt x="420657" y="153804"/>
                </a:lnTo>
                <a:lnTo>
                  <a:pt x="0" y="1538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0CA2A-C0FC-42F7-886E-F588C900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775" y="5931101"/>
            <a:ext cx="420657" cy="153804"/>
          </a:xfrm>
          <a:custGeom xmlns:a="http://schemas.openxmlformats.org/drawingml/2006/main">
            <a:pathLst>
              <a:path w="420657" h="153804" fill="none">
                <a:moveTo>
                  <a:pt x="0" y="0"/>
                </a:moveTo>
                <a:lnTo>
                  <a:pt x="420657" y="0"/>
                </a:lnTo>
                <a:lnTo>
                  <a:pt x="420657" y="153804"/>
                </a:lnTo>
                <a:lnTo>
                  <a:pt x="0" y="1538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4B435-30EB-4A72-A747-55E1FCC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05" y="6087817"/>
            <a:ext cx="420657" cy="154289"/>
          </a:xfrm>
          <a:custGeom xmlns:a="http://schemas.openxmlformats.org/drawingml/2006/main">
            <a:pathLst>
              <a:path w="420657" h="154289">
                <a:moveTo>
                  <a:pt x="0" y="0"/>
                </a:moveTo>
                <a:lnTo>
                  <a:pt x="420657" y="0"/>
                </a:lnTo>
                <a:lnTo>
                  <a:pt x="420657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DC9F7-F74A-42CF-8532-592F39B2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05" y="6087817"/>
            <a:ext cx="420657" cy="154289"/>
          </a:xfrm>
          <a:custGeom xmlns:a="http://schemas.openxmlformats.org/drawingml/2006/main">
            <a:pathLst>
              <a:path w="420657" h="154289" fill="none">
                <a:moveTo>
                  <a:pt x="0" y="0"/>
                </a:moveTo>
                <a:lnTo>
                  <a:pt x="420657" y="0"/>
                </a:lnTo>
                <a:lnTo>
                  <a:pt x="420657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5AABA-CA2F-45F3-8C42-325DA098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05" y="6242106"/>
            <a:ext cx="420657" cy="154289"/>
          </a:xfrm>
          <a:custGeom xmlns:a="http://schemas.openxmlformats.org/drawingml/2006/main">
            <a:pathLst>
              <a:path w="420657" h="154289">
                <a:moveTo>
                  <a:pt x="0" y="0"/>
                </a:moveTo>
                <a:lnTo>
                  <a:pt x="420657" y="0"/>
                </a:lnTo>
                <a:lnTo>
                  <a:pt x="420657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CD085-F87E-435F-AE07-7B17CD28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05" y="6242106"/>
            <a:ext cx="420657" cy="154289"/>
          </a:xfrm>
          <a:custGeom xmlns:a="http://schemas.openxmlformats.org/drawingml/2006/main">
            <a:pathLst>
              <a:path w="420657" h="154289" fill="none">
                <a:moveTo>
                  <a:pt x="0" y="0"/>
                </a:moveTo>
                <a:lnTo>
                  <a:pt x="420657" y="0"/>
                </a:lnTo>
                <a:lnTo>
                  <a:pt x="420657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pic>
        <p:nvPicPr>
          <p:cNvPr id="4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cd663c2a74c13"/>
          <a:stretch xmlns:a="http://schemas.openxmlformats.org/drawingml/2006/main"/>
        </p:blipFill>
        <p:spPr>
          <a:xfrm xmlns:a="http://schemas.openxmlformats.org/drawingml/2006/main">
            <a:off x="2565281" y="5867300"/>
            <a:ext cx="151479" cy="239682"/>
          </a:xfrm>
          <a:prstGeom xmlns:a="http://schemas.openxmlformats.org/drawingml/2006/main" prst="rect">
            <a:avLst/>
          </a:prstGeom>
        </p:spPr>
      </p:pic>
      <p:pic>
        <p:nvPicPr>
          <p:cNvPr id="4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c2a6a60f546d5"/>
          <a:stretch xmlns:a="http://schemas.openxmlformats.org/drawingml/2006/main"/>
        </p:blipFill>
        <p:spPr>
          <a:xfrm xmlns:a="http://schemas.openxmlformats.org/drawingml/2006/main">
            <a:off x="2568192" y="6044878"/>
            <a:ext cx="151479" cy="239682"/>
          </a:xfrm>
          <a:prstGeom xmlns:a="http://schemas.openxmlformats.org/drawingml/2006/main" prst="rect">
            <a:avLst/>
          </a:prstGeom>
        </p:spPr>
      </p:pic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3EDEB-4873-4A6A-BED0-6825FCC0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815" y="2045729"/>
            <a:ext cx="1441820" cy="194"/>
          </a:xfrm>
          <a:custGeom xmlns:a="http://schemas.openxmlformats.org/drawingml/2006/main">
            <a:pathLst>
              <a:path w="1441820" h="194" fill="none">
                <a:moveTo>
                  <a:pt x="1441820" y="0"/>
                </a:moveTo>
                <a:lnTo>
                  <a:pt x="0" y="194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D0226-E0EB-4C99-B175-383675CB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35" y="2005487"/>
            <a:ext cx="80872" cy="80864"/>
          </a:xfrm>
          <a:custGeom xmlns:a="http://schemas.openxmlformats.org/drawingml/2006/main">
            <a:pathLst>
              <a:path w="80872" h="80864">
                <a:moveTo>
                  <a:pt x="80856" y="0"/>
                </a:moveTo>
                <a:lnTo>
                  <a:pt x="80872" y="80864"/>
                </a:lnTo>
                <a:lnTo>
                  <a:pt x="0" y="40448"/>
                </a:lnTo>
                <a:lnTo>
                  <a:pt x="808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Remove">
            <a:extLst xmlns:a="http://schemas.openxmlformats.org/drawingml/2006/main">
              <a:ext uri="{FF2B5EF4-FFF2-40B4-BE49-F238E27FC236}">
                <a16:creationId xmlns:a16="http://schemas.microsoft.com/office/drawing/2014/main" id="{5EBEAA40-ECEF-4F39-ABE1-4B0FAC32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680" y="1921140"/>
            <a:ext cx="478215" cy="98364"/>
          </a:xfrm>
          <a:custGeom xmlns:a="http://schemas.openxmlformats.org/drawingml/2006/main">
            <a:pathLst>
              <a:path w="478215" h="98364">
                <a:moveTo>
                  <a:pt x="95876" y="96374"/>
                </a:moveTo>
                <a:lnTo>
                  <a:pt x="70148" y="96374"/>
                </a:lnTo>
                <a:lnTo>
                  <a:pt x="37526" y="51172"/>
                </a:lnTo>
                <a:cubicBezTo>
                  <a:pt x="35110" y="51267"/>
                  <a:pt x="33143" y="51314"/>
                  <a:pt x="31627" y="51314"/>
                </a:cubicBezTo>
                <a:cubicBezTo>
                  <a:pt x="31011" y="51314"/>
                  <a:pt x="30348" y="51302"/>
                  <a:pt x="29637" y="51279"/>
                </a:cubicBezTo>
                <a:cubicBezTo>
                  <a:pt x="28926" y="51255"/>
                  <a:pt x="28192" y="51219"/>
                  <a:pt x="27434" y="51172"/>
                </a:cubicBezTo>
                <a:lnTo>
                  <a:pt x="27434" y="79268"/>
                </a:lnTo>
                <a:cubicBezTo>
                  <a:pt x="27434" y="85353"/>
                  <a:pt x="28097" y="89133"/>
                  <a:pt x="29424" y="90606"/>
                </a:cubicBezTo>
                <a:cubicBezTo>
                  <a:pt x="31224" y="92698"/>
                  <a:pt x="33925" y="93744"/>
                  <a:pt x="37526" y="93744"/>
                </a:cubicBezTo>
                <a:lnTo>
                  <a:pt x="41293" y="93744"/>
                </a:lnTo>
                <a:lnTo>
                  <a:pt x="41293" y="96374"/>
                </a:lnTo>
                <a:lnTo>
                  <a:pt x="0" y="96374"/>
                </a:lnTo>
                <a:lnTo>
                  <a:pt x="0" y="93744"/>
                </a:lnTo>
                <a:lnTo>
                  <a:pt x="3625" y="93744"/>
                </a:lnTo>
                <a:cubicBezTo>
                  <a:pt x="7699" y="93744"/>
                  <a:pt x="10613" y="92418"/>
                  <a:pt x="12367" y="89764"/>
                </a:cubicBezTo>
                <a:cubicBezTo>
                  <a:pt x="13362" y="88295"/>
                  <a:pt x="13859" y="84813"/>
                  <a:pt x="13859" y="79317"/>
                </a:cubicBezTo>
                <a:lnTo>
                  <a:pt x="13859" y="17057"/>
                </a:lnTo>
                <a:cubicBezTo>
                  <a:pt x="13859" y="10992"/>
                  <a:pt x="13196" y="7226"/>
                  <a:pt x="11869" y="5757"/>
                </a:cubicBezTo>
                <a:cubicBezTo>
                  <a:pt x="10021" y="3672"/>
                  <a:pt x="7273" y="2630"/>
                  <a:pt x="3625" y="2630"/>
                </a:cubicBezTo>
                <a:lnTo>
                  <a:pt x="0" y="2630"/>
                </a:lnTo>
                <a:lnTo>
                  <a:pt x="0" y="0"/>
                </a:lnTo>
                <a:lnTo>
                  <a:pt x="35110" y="0"/>
                </a:lnTo>
                <a:cubicBezTo>
                  <a:pt x="45344" y="0"/>
                  <a:pt x="52890" y="744"/>
                  <a:pt x="57746" y="2232"/>
                </a:cubicBezTo>
                <a:cubicBezTo>
                  <a:pt x="62603" y="3720"/>
                  <a:pt x="66725" y="6461"/>
                  <a:pt x="70113" y="10454"/>
                </a:cubicBezTo>
                <a:cubicBezTo>
                  <a:pt x="73501" y="14446"/>
                  <a:pt x="75194" y="19206"/>
                  <a:pt x="75194" y="24733"/>
                </a:cubicBezTo>
                <a:cubicBezTo>
                  <a:pt x="75194" y="30638"/>
                  <a:pt x="73264" y="35764"/>
                  <a:pt x="69402" y="40111"/>
                </a:cubicBezTo>
                <a:cubicBezTo>
                  <a:pt x="65540" y="44457"/>
                  <a:pt x="59559" y="47528"/>
                  <a:pt x="51456" y="49324"/>
                </a:cubicBezTo>
                <a:lnTo>
                  <a:pt x="71357" y="77060"/>
                </a:lnTo>
                <a:cubicBezTo>
                  <a:pt x="75905" y="83430"/>
                  <a:pt x="79814" y="87661"/>
                  <a:pt x="83083" y="89753"/>
                </a:cubicBezTo>
                <a:cubicBezTo>
                  <a:pt x="86353" y="91844"/>
                  <a:pt x="90617" y="93174"/>
                  <a:pt x="95876" y="93744"/>
                </a:cubicBezTo>
                <a:lnTo>
                  <a:pt x="95876" y="96374"/>
                </a:lnTo>
                <a:moveTo>
                  <a:pt x="27434" y="46837"/>
                </a:moveTo>
                <a:cubicBezTo>
                  <a:pt x="28334" y="46837"/>
                  <a:pt x="29116" y="46848"/>
                  <a:pt x="29779" y="46872"/>
                </a:cubicBezTo>
                <a:cubicBezTo>
                  <a:pt x="30443" y="46896"/>
                  <a:pt x="30987" y="46908"/>
                  <a:pt x="31414" y="46908"/>
                </a:cubicBezTo>
                <a:cubicBezTo>
                  <a:pt x="40606" y="46908"/>
                  <a:pt x="47535" y="44918"/>
                  <a:pt x="52203" y="40938"/>
                </a:cubicBezTo>
                <a:cubicBezTo>
                  <a:pt x="56870" y="36958"/>
                  <a:pt x="59203" y="31888"/>
                  <a:pt x="59203" y="25728"/>
                </a:cubicBezTo>
                <a:cubicBezTo>
                  <a:pt x="59203" y="19711"/>
                  <a:pt x="57320" y="14819"/>
                  <a:pt x="53553" y="11052"/>
                </a:cubicBezTo>
                <a:cubicBezTo>
                  <a:pt x="49786" y="7285"/>
                  <a:pt x="44799" y="5401"/>
                  <a:pt x="38592" y="5401"/>
                </a:cubicBezTo>
                <a:cubicBezTo>
                  <a:pt x="35844" y="5401"/>
                  <a:pt x="32125" y="5852"/>
                  <a:pt x="27434" y="6752"/>
                </a:cubicBezTo>
                <a:lnTo>
                  <a:pt x="27434" y="46837"/>
                </a:lnTo>
                <a:close/>
                <a:moveTo>
                  <a:pt x="110092" y="55863"/>
                </a:moveTo>
                <a:cubicBezTo>
                  <a:pt x="110045" y="65506"/>
                  <a:pt x="112390" y="73070"/>
                  <a:pt x="117128" y="78555"/>
                </a:cubicBezTo>
                <a:cubicBezTo>
                  <a:pt x="121867" y="84038"/>
                  <a:pt x="127434" y="86779"/>
                  <a:pt x="133830" y="86779"/>
                </a:cubicBezTo>
                <a:cubicBezTo>
                  <a:pt x="138095" y="86779"/>
                  <a:pt x="141802" y="85606"/>
                  <a:pt x="144953" y="83261"/>
                </a:cubicBezTo>
                <a:cubicBezTo>
                  <a:pt x="148104" y="80916"/>
                  <a:pt x="150746" y="76900"/>
                  <a:pt x="152878" y="71214"/>
                </a:cubicBezTo>
                <a:lnTo>
                  <a:pt x="155081" y="72636"/>
                </a:lnTo>
                <a:cubicBezTo>
                  <a:pt x="154086" y="79127"/>
                  <a:pt x="151196" y="85038"/>
                  <a:pt x="146410" y="90368"/>
                </a:cubicBezTo>
                <a:cubicBezTo>
                  <a:pt x="141625" y="95699"/>
                  <a:pt x="135631" y="98364"/>
                  <a:pt x="128429" y="98364"/>
                </a:cubicBezTo>
                <a:cubicBezTo>
                  <a:pt x="120611" y="98364"/>
                  <a:pt x="113918" y="95326"/>
                  <a:pt x="108351" y="89251"/>
                </a:cubicBezTo>
                <a:cubicBezTo>
                  <a:pt x="102784" y="83174"/>
                  <a:pt x="100000" y="75006"/>
                  <a:pt x="100000" y="64745"/>
                </a:cubicBezTo>
                <a:cubicBezTo>
                  <a:pt x="100000" y="53634"/>
                  <a:pt x="102855" y="44969"/>
                  <a:pt x="108564" y="38752"/>
                </a:cubicBezTo>
                <a:cubicBezTo>
                  <a:pt x="114274" y="32533"/>
                  <a:pt x="121440" y="29424"/>
                  <a:pt x="130064" y="29424"/>
                </a:cubicBezTo>
                <a:cubicBezTo>
                  <a:pt x="137360" y="29424"/>
                  <a:pt x="143354" y="31823"/>
                  <a:pt x="148045" y="36620"/>
                </a:cubicBezTo>
                <a:cubicBezTo>
                  <a:pt x="152736" y="41416"/>
                  <a:pt x="155081" y="47830"/>
                  <a:pt x="155081" y="55863"/>
                </a:cubicBezTo>
                <a:lnTo>
                  <a:pt x="110092" y="55863"/>
                </a:lnTo>
                <a:moveTo>
                  <a:pt x="110092" y="51741"/>
                </a:moveTo>
                <a:lnTo>
                  <a:pt x="140227" y="51741"/>
                </a:lnTo>
                <a:cubicBezTo>
                  <a:pt x="139990" y="47571"/>
                  <a:pt x="139493" y="44633"/>
                  <a:pt x="138734" y="42928"/>
                </a:cubicBezTo>
                <a:cubicBezTo>
                  <a:pt x="137550" y="40274"/>
                  <a:pt x="135785" y="38189"/>
                  <a:pt x="133440" y="36673"/>
                </a:cubicBezTo>
                <a:cubicBezTo>
                  <a:pt x="131094" y="35157"/>
                  <a:pt x="128642" y="34399"/>
                  <a:pt x="126084" y="34399"/>
                </a:cubicBezTo>
                <a:cubicBezTo>
                  <a:pt x="122151" y="34399"/>
                  <a:pt x="118633" y="35927"/>
                  <a:pt x="115529" y="38983"/>
                </a:cubicBezTo>
                <a:cubicBezTo>
                  <a:pt x="112426" y="42039"/>
                  <a:pt x="110613" y="46292"/>
                  <a:pt x="110092" y="51741"/>
                </a:cubicBezTo>
                <a:close/>
                <a:moveTo>
                  <a:pt x="183004" y="43283"/>
                </a:moveTo>
                <a:cubicBezTo>
                  <a:pt x="187742" y="38545"/>
                  <a:pt x="190537" y="35820"/>
                  <a:pt x="191390" y="35110"/>
                </a:cubicBezTo>
                <a:cubicBezTo>
                  <a:pt x="193522" y="33309"/>
                  <a:pt x="195820" y="31911"/>
                  <a:pt x="198284" y="30916"/>
                </a:cubicBezTo>
                <a:cubicBezTo>
                  <a:pt x="200748" y="29921"/>
                  <a:pt x="203188" y="29424"/>
                  <a:pt x="205604" y="29424"/>
                </a:cubicBezTo>
                <a:cubicBezTo>
                  <a:pt x="209679" y="29424"/>
                  <a:pt x="213186" y="30608"/>
                  <a:pt x="216123" y="32978"/>
                </a:cubicBezTo>
                <a:cubicBezTo>
                  <a:pt x="219061" y="35347"/>
                  <a:pt x="221027" y="38782"/>
                  <a:pt x="222022" y="43283"/>
                </a:cubicBezTo>
                <a:cubicBezTo>
                  <a:pt x="226902" y="37597"/>
                  <a:pt x="231025" y="33866"/>
                  <a:pt x="234389" y="32089"/>
                </a:cubicBezTo>
                <a:cubicBezTo>
                  <a:pt x="237753" y="30312"/>
                  <a:pt x="241212" y="29424"/>
                  <a:pt x="244765" y="29424"/>
                </a:cubicBezTo>
                <a:cubicBezTo>
                  <a:pt x="248224" y="29424"/>
                  <a:pt x="251292" y="30311"/>
                  <a:pt x="253969" y="32085"/>
                </a:cubicBezTo>
                <a:cubicBezTo>
                  <a:pt x="256646" y="33857"/>
                  <a:pt x="258766" y="36752"/>
                  <a:pt x="260330" y="40771"/>
                </a:cubicBezTo>
                <a:cubicBezTo>
                  <a:pt x="261372" y="43513"/>
                  <a:pt x="261894" y="47815"/>
                  <a:pt x="261894" y="53677"/>
                </a:cubicBezTo>
                <a:lnTo>
                  <a:pt x="261894" y="81618"/>
                </a:lnTo>
                <a:cubicBezTo>
                  <a:pt x="261894" y="85683"/>
                  <a:pt x="262202" y="88473"/>
                  <a:pt x="262818" y="89986"/>
                </a:cubicBezTo>
                <a:cubicBezTo>
                  <a:pt x="263291" y="91026"/>
                  <a:pt x="264168" y="91912"/>
                  <a:pt x="265447" y="92645"/>
                </a:cubicBezTo>
                <a:cubicBezTo>
                  <a:pt x="266727" y="93378"/>
                  <a:pt x="268811" y="93744"/>
                  <a:pt x="271702" y="93744"/>
                </a:cubicBezTo>
                <a:lnTo>
                  <a:pt x="271702" y="96374"/>
                </a:lnTo>
                <a:lnTo>
                  <a:pt x="239577" y="96374"/>
                </a:lnTo>
                <a:lnTo>
                  <a:pt x="239577" y="93744"/>
                </a:lnTo>
                <a:lnTo>
                  <a:pt x="240927" y="93744"/>
                </a:lnTo>
                <a:cubicBezTo>
                  <a:pt x="243723" y="93744"/>
                  <a:pt x="245902" y="93202"/>
                  <a:pt x="247466" y="92118"/>
                </a:cubicBezTo>
                <a:cubicBezTo>
                  <a:pt x="248556" y="91363"/>
                  <a:pt x="249338" y="90161"/>
                  <a:pt x="249811" y="88512"/>
                </a:cubicBezTo>
                <a:cubicBezTo>
                  <a:pt x="250001" y="87711"/>
                  <a:pt x="250096" y="85424"/>
                  <a:pt x="250096" y="81653"/>
                </a:cubicBezTo>
                <a:lnTo>
                  <a:pt x="250096" y="53793"/>
                </a:lnTo>
                <a:cubicBezTo>
                  <a:pt x="250096" y="48513"/>
                  <a:pt x="249456" y="44789"/>
                  <a:pt x="248177" y="42621"/>
                </a:cubicBezTo>
                <a:cubicBezTo>
                  <a:pt x="246329" y="39604"/>
                  <a:pt x="243368" y="38095"/>
                  <a:pt x="239293" y="38095"/>
                </a:cubicBezTo>
                <a:cubicBezTo>
                  <a:pt x="236781" y="38095"/>
                  <a:pt x="234258" y="38720"/>
                  <a:pt x="231724" y="39969"/>
                </a:cubicBezTo>
                <a:cubicBezTo>
                  <a:pt x="229189" y="41217"/>
                  <a:pt x="226121" y="43539"/>
                  <a:pt x="222520" y="46934"/>
                </a:cubicBezTo>
                <a:lnTo>
                  <a:pt x="222378" y="47712"/>
                </a:lnTo>
                <a:lnTo>
                  <a:pt x="222520" y="50752"/>
                </a:lnTo>
                <a:lnTo>
                  <a:pt x="222520" y="81653"/>
                </a:lnTo>
                <a:cubicBezTo>
                  <a:pt x="222520" y="86085"/>
                  <a:pt x="222768" y="88842"/>
                  <a:pt x="223266" y="89926"/>
                </a:cubicBezTo>
                <a:cubicBezTo>
                  <a:pt x="223763" y="91010"/>
                  <a:pt x="224699" y="91918"/>
                  <a:pt x="226073" y="92649"/>
                </a:cubicBezTo>
                <a:cubicBezTo>
                  <a:pt x="227447" y="93379"/>
                  <a:pt x="229793" y="93744"/>
                  <a:pt x="233109" y="93744"/>
                </a:cubicBezTo>
                <a:lnTo>
                  <a:pt x="233109" y="96374"/>
                </a:lnTo>
                <a:lnTo>
                  <a:pt x="200203" y="96374"/>
                </a:lnTo>
                <a:lnTo>
                  <a:pt x="200203" y="93744"/>
                </a:lnTo>
                <a:cubicBezTo>
                  <a:pt x="203804" y="93744"/>
                  <a:pt x="206280" y="93320"/>
                  <a:pt x="207630" y="92472"/>
                </a:cubicBezTo>
                <a:cubicBezTo>
                  <a:pt x="208980" y="91623"/>
                  <a:pt x="209916" y="90351"/>
                  <a:pt x="210437" y="88654"/>
                </a:cubicBezTo>
                <a:cubicBezTo>
                  <a:pt x="210674" y="87851"/>
                  <a:pt x="210793" y="85518"/>
                  <a:pt x="210793" y="81653"/>
                </a:cubicBezTo>
                <a:lnTo>
                  <a:pt x="210793" y="53793"/>
                </a:lnTo>
                <a:cubicBezTo>
                  <a:pt x="210793" y="48513"/>
                  <a:pt x="210011" y="44718"/>
                  <a:pt x="208447" y="42408"/>
                </a:cubicBezTo>
                <a:cubicBezTo>
                  <a:pt x="206363" y="39390"/>
                  <a:pt x="203449" y="37881"/>
                  <a:pt x="199705" y="37881"/>
                </a:cubicBezTo>
                <a:cubicBezTo>
                  <a:pt x="197147" y="37881"/>
                  <a:pt x="194612" y="38565"/>
                  <a:pt x="192101" y="39931"/>
                </a:cubicBezTo>
                <a:cubicBezTo>
                  <a:pt x="188168" y="42006"/>
                  <a:pt x="185136" y="44339"/>
                  <a:pt x="183004" y="46932"/>
                </a:cubicBezTo>
                <a:lnTo>
                  <a:pt x="183004" y="81653"/>
                </a:lnTo>
                <a:cubicBezTo>
                  <a:pt x="183004" y="85895"/>
                  <a:pt x="183300" y="88653"/>
                  <a:pt x="183892" y="89926"/>
                </a:cubicBezTo>
                <a:cubicBezTo>
                  <a:pt x="184484" y="91198"/>
                  <a:pt x="185361" y="92153"/>
                  <a:pt x="186522" y="92789"/>
                </a:cubicBezTo>
                <a:cubicBezTo>
                  <a:pt x="187682" y="93426"/>
                  <a:pt x="190040" y="93744"/>
                  <a:pt x="193593" y="93744"/>
                </a:cubicBezTo>
                <a:lnTo>
                  <a:pt x="193593" y="96374"/>
                </a:lnTo>
                <a:lnTo>
                  <a:pt x="161398" y="96374"/>
                </a:lnTo>
                <a:lnTo>
                  <a:pt x="161398" y="93744"/>
                </a:lnTo>
                <a:cubicBezTo>
                  <a:pt x="164383" y="93744"/>
                  <a:pt x="166467" y="93425"/>
                  <a:pt x="167652" y="92787"/>
                </a:cubicBezTo>
                <a:cubicBezTo>
                  <a:pt x="168836" y="92149"/>
                  <a:pt x="169737" y="91132"/>
                  <a:pt x="170353" y="89738"/>
                </a:cubicBezTo>
                <a:cubicBezTo>
                  <a:pt x="170969" y="88343"/>
                  <a:pt x="171277" y="85636"/>
                  <a:pt x="171277" y="81618"/>
                </a:cubicBezTo>
                <a:lnTo>
                  <a:pt x="171277" y="56798"/>
                </a:lnTo>
                <a:cubicBezTo>
                  <a:pt x="171277" y="49658"/>
                  <a:pt x="171063" y="45049"/>
                  <a:pt x="170637" y="42970"/>
                </a:cubicBezTo>
                <a:cubicBezTo>
                  <a:pt x="170305" y="41409"/>
                  <a:pt x="169784" y="40333"/>
                  <a:pt x="169073" y="39743"/>
                </a:cubicBezTo>
                <a:cubicBezTo>
                  <a:pt x="168363" y="39152"/>
                  <a:pt x="167391" y="38857"/>
                  <a:pt x="166159" y="38857"/>
                </a:cubicBezTo>
                <a:cubicBezTo>
                  <a:pt x="164833" y="38857"/>
                  <a:pt x="163245" y="39211"/>
                  <a:pt x="161398" y="39920"/>
                </a:cubicBezTo>
                <a:lnTo>
                  <a:pt x="160331" y="37366"/>
                </a:lnTo>
                <a:lnTo>
                  <a:pt x="179947" y="29424"/>
                </a:lnTo>
                <a:lnTo>
                  <a:pt x="183004" y="29424"/>
                </a:lnTo>
                <a:lnTo>
                  <a:pt x="183004" y="43283"/>
                </a:lnTo>
                <a:close/>
                <a:moveTo>
                  <a:pt x="308565" y="29424"/>
                </a:moveTo>
                <a:cubicBezTo>
                  <a:pt x="318421" y="29424"/>
                  <a:pt x="326334" y="33163"/>
                  <a:pt x="332304" y="40642"/>
                </a:cubicBezTo>
                <a:cubicBezTo>
                  <a:pt x="337373" y="47031"/>
                  <a:pt x="339908" y="54368"/>
                  <a:pt x="339908" y="62652"/>
                </a:cubicBezTo>
                <a:cubicBezTo>
                  <a:pt x="339908" y="68474"/>
                  <a:pt x="338511" y="74367"/>
                  <a:pt x="335715" y="80332"/>
                </a:cubicBezTo>
                <a:cubicBezTo>
                  <a:pt x="332920" y="86294"/>
                  <a:pt x="329070" y="90790"/>
                  <a:pt x="324166" y="93820"/>
                </a:cubicBezTo>
                <a:cubicBezTo>
                  <a:pt x="319262" y="96849"/>
                  <a:pt x="313801" y="98364"/>
                  <a:pt x="307784" y="98364"/>
                </a:cubicBezTo>
                <a:cubicBezTo>
                  <a:pt x="297976" y="98364"/>
                  <a:pt x="290181" y="94459"/>
                  <a:pt x="284401" y="86648"/>
                </a:cubicBezTo>
                <a:cubicBezTo>
                  <a:pt x="279521" y="80070"/>
                  <a:pt x="277080" y="72686"/>
                  <a:pt x="277080" y="64498"/>
                </a:cubicBezTo>
                <a:cubicBezTo>
                  <a:pt x="277080" y="58534"/>
                  <a:pt x="278561" y="52605"/>
                  <a:pt x="281523" y="46712"/>
                </a:cubicBezTo>
                <a:cubicBezTo>
                  <a:pt x="284484" y="40819"/>
                  <a:pt x="288381" y="36464"/>
                  <a:pt x="293214" y="33648"/>
                </a:cubicBezTo>
                <a:cubicBezTo>
                  <a:pt x="298047" y="30832"/>
                  <a:pt x="303164" y="29424"/>
                  <a:pt x="308565" y="29424"/>
                </a:cubicBezTo>
                <a:moveTo>
                  <a:pt x="306362" y="34115"/>
                </a:moveTo>
                <a:cubicBezTo>
                  <a:pt x="303851" y="34115"/>
                  <a:pt x="301328" y="34860"/>
                  <a:pt x="298793" y="36351"/>
                </a:cubicBezTo>
                <a:cubicBezTo>
                  <a:pt x="296258" y="37842"/>
                  <a:pt x="294209" y="40457"/>
                  <a:pt x="292645" y="44196"/>
                </a:cubicBezTo>
                <a:cubicBezTo>
                  <a:pt x="291082" y="47935"/>
                  <a:pt x="290300" y="52738"/>
                  <a:pt x="290300" y="58606"/>
                </a:cubicBezTo>
                <a:cubicBezTo>
                  <a:pt x="290300" y="68070"/>
                  <a:pt x="292183" y="76234"/>
                  <a:pt x="295950" y="83097"/>
                </a:cubicBezTo>
                <a:cubicBezTo>
                  <a:pt x="299717" y="89958"/>
                  <a:pt x="304680" y="93389"/>
                  <a:pt x="310840" y="93389"/>
                </a:cubicBezTo>
                <a:cubicBezTo>
                  <a:pt x="315436" y="93389"/>
                  <a:pt x="319226" y="91496"/>
                  <a:pt x="322211" y="87710"/>
                </a:cubicBezTo>
                <a:cubicBezTo>
                  <a:pt x="325196" y="83924"/>
                  <a:pt x="326689" y="77417"/>
                  <a:pt x="326689" y="68189"/>
                </a:cubicBezTo>
                <a:cubicBezTo>
                  <a:pt x="326689" y="56642"/>
                  <a:pt x="324201" y="47555"/>
                  <a:pt x="319226" y="40929"/>
                </a:cubicBezTo>
                <a:cubicBezTo>
                  <a:pt x="315862" y="36386"/>
                  <a:pt x="311574" y="34115"/>
                  <a:pt x="306362" y="34115"/>
                </a:cubicBezTo>
                <a:close/>
                <a:moveTo>
                  <a:pt x="346163" y="31272"/>
                </a:moveTo>
                <a:lnTo>
                  <a:pt x="376795" y="31272"/>
                </a:lnTo>
                <a:lnTo>
                  <a:pt x="376795" y="33901"/>
                </a:lnTo>
                <a:lnTo>
                  <a:pt x="374805" y="33901"/>
                </a:lnTo>
                <a:cubicBezTo>
                  <a:pt x="372957" y="33901"/>
                  <a:pt x="371547" y="34352"/>
                  <a:pt x="370576" y="35252"/>
                </a:cubicBezTo>
                <a:cubicBezTo>
                  <a:pt x="369605" y="36152"/>
                  <a:pt x="369119" y="37360"/>
                  <a:pt x="369119" y="38877"/>
                </a:cubicBezTo>
                <a:cubicBezTo>
                  <a:pt x="369119" y="40535"/>
                  <a:pt x="369617" y="42501"/>
                  <a:pt x="370612" y="44776"/>
                </a:cubicBezTo>
                <a:lnTo>
                  <a:pt x="385750" y="80738"/>
                </a:lnTo>
                <a:lnTo>
                  <a:pt x="400959" y="43425"/>
                </a:lnTo>
                <a:cubicBezTo>
                  <a:pt x="402049" y="40772"/>
                  <a:pt x="402594" y="38758"/>
                  <a:pt x="402594" y="37384"/>
                </a:cubicBezTo>
                <a:cubicBezTo>
                  <a:pt x="402594" y="36721"/>
                  <a:pt x="402405" y="36176"/>
                  <a:pt x="402025" y="35749"/>
                </a:cubicBezTo>
                <a:cubicBezTo>
                  <a:pt x="401504" y="35039"/>
                  <a:pt x="400841" y="34553"/>
                  <a:pt x="400035" y="34292"/>
                </a:cubicBezTo>
                <a:cubicBezTo>
                  <a:pt x="399230" y="34032"/>
                  <a:pt x="397595" y="33901"/>
                  <a:pt x="395131" y="33901"/>
                </a:cubicBezTo>
                <a:lnTo>
                  <a:pt x="395131" y="31272"/>
                </a:lnTo>
                <a:lnTo>
                  <a:pt x="416382" y="31272"/>
                </a:lnTo>
                <a:lnTo>
                  <a:pt x="416382" y="33901"/>
                </a:lnTo>
                <a:cubicBezTo>
                  <a:pt x="413918" y="34091"/>
                  <a:pt x="412212" y="34588"/>
                  <a:pt x="411265" y="35394"/>
                </a:cubicBezTo>
                <a:cubicBezTo>
                  <a:pt x="409607" y="36815"/>
                  <a:pt x="408114" y="39184"/>
                  <a:pt x="406787" y="42501"/>
                </a:cubicBezTo>
                <a:lnTo>
                  <a:pt x="383689" y="98364"/>
                </a:lnTo>
                <a:lnTo>
                  <a:pt x="380775" y="98364"/>
                </a:lnTo>
                <a:lnTo>
                  <a:pt x="357534" y="43425"/>
                </a:lnTo>
                <a:cubicBezTo>
                  <a:pt x="356492" y="40867"/>
                  <a:pt x="355497" y="39030"/>
                  <a:pt x="354549" y="37917"/>
                </a:cubicBezTo>
                <a:cubicBezTo>
                  <a:pt x="353602" y="36804"/>
                  <a:pt x="352393" y="35868"/>
                  <a:pt x="350925" y="35110"/>
                </a:cubicBezTo>
                <a:cubicBezTo>
                  <a:pt x="350119" y="34683"/>
                  <a:pt x="348532" y="34281"/>
                  <a:pt x="346163" y="33901"/>
                </a:cubicBezTo>
                <a:lnTo>
                  <a:pt x="346163" y="31272"/>
                </a:lnTo>
                <a:close/>
                <a:moveTo>
                  <a:pt x="433226" y="55863"/>
                </a:moveTo>
                <a:cubicBezTo>
                  <a:pt x="433179" y="65506"/>
                  <a:pt x="435524" y="73070"/>
                  <a:pt x="440262" y="78555"/>
                </a:cubicBezTo>
                <a:cubicBezTo>
                  <a:pt x="445000" y="84038"/>
                  <a:pt x="450568" y="86779"/>
                  <a:pt x="456964" y="86779"/>
                </a:cubicBezTo>
                <a:cubicBezTo>
                  <a:pt x="461229" y="86779"/>
                  <a:pt x="464936" y="85606"/>
                  <a:pt x="468087" y="83261"/>
                </a:cubicBezTo>
                <a:cubicBezTo>
                  <a:pt x="471238" y="80916"/>
                  <a:pt x="473879" y="76900"/>
                  <a:pt x="476012" y="71214"/>
                </a:cubicBezTo>
                <a:lnTo>
                  <a:pt x="478215" y="72636"/>
                </a:lnTo>
                <a:cubicBezTo>
                  <a:pt x="477220" y="79127"/>
                  <a:pt x="474330" y="85038"/>
                  <a:pt x="469544" y="90368"/>
                </a:cubicBezTo>
                <a:cubicBezTo>
                  <a:pt x="464759" y="95699"/>
                  <a:pt x="458765" y="98364"/>
                  <a:pt x="451563" y="98364"/>
                </a:cubicBezTo>
                <a:cubicBezTo>
                  <a:pt x="443745" y="98364"/>
                  <a:pt x="437052" y="95326"/>
                  <a:pt x="431485" y="89251"/>
                </a:cubicBezTo>
                <a:cubicBezTo>
                  <a:pt x="425918" y="83174"/>
                  <a:pt x="423134" y="75006"/>
                  <a:pt x="423134" y="64745"/>
                </a:cubicBezTo>
                <a:cubicBezTo>
                  <a:pt x="423134" y="53634"/>
                  <a:pt x="425989" y="44969"/>
                  <a:pt x="431698" y="38752"/>
                </a:cubicBezTo>
                <a:cubicBezTo>
                  <a:pt x="437408" y="32533"/>
                  <a:pt x="444574" y="29424"/>
                  <a:pt x="453197" y="29424"/>
                </a:cubicBezTo>
                <a:cubicBezTo>
                  <a:pt x="460494" y="29424"/>
                  <a:pt x="466488" y="31823"/>
                  <a:pt x="471179" y="36620"/>
                </a:cubicBezTo>
                <a:cubicBezTo>
                  <a:pt x="475869" y="41416"/>
                  <a:pt x="478215" y="47830"/>
                  <a:pt x="478215" y="55863"/>
                </a:cubicBezTo>
                <a:lnTo>
                  <a:pt x="433226" y="55863"/>
                </a:lnTo>
                <a:moveTo>
                  <a:pt x="433226" y="51741"/>
                </a:moveTo>
                <a:lnTo>
                  <a:pt x="463361" y="51741"/>
                </a:lnTo>
                <a:cubicBezTo>
                  <a:pt x="463124" y="47571"/>
                  <a:pt x="462626" y="44633"/>
                  <a:pt x="461868" y="42928"/>
                </a:cubicBezTo>
                <a:cubicBezTo>
                  <a:pt x="460684" y="40274"/>
                  <a:pt x="458919" y="38189"/>
                  <a:pt x="456573" y="36673"/>
                </a:cubicBezTo>
                <a:cubicBezTo>
                  <a:pt x="454228" y="35157"/>
                  <a:pt x="451776" y="34399"/>
                  <a:pt x="449217" y="34399"/>
                </a:cubicBezTo>
                <a:cubicBezTo>
                  <a:pt x="445285" y="34399"/>
                  <a:pt x="441767" y="35927"/>
                  <a:pt x="438663" y="38983"/>
                </a:cubicBezTo>
                <a:cubicBezTo>
                  <a:pt x="435560" y="42039"/>
                  <a:pt x="433747" y="46292"/>
                  <a:pt x="433226" y="517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39079-3514-4FEB-AC9A-4DB90ED5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38" y="1452104"/>
            <a:ext cx="1415313" cy="4690"/>
          </a:xfrm>
          <a:custGeom xmlns:a="http://schemas.openxmlformats.org/drawingml/2006/main">
            <a:pathLst>
              <a:path w="1415313" h="4690" fill="none">
                <a:moveTo>
                  <a:pt x="0" y="4690"/>
                </a:moveTo>
                <a:lnTo>
                  <a:pt x="1415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343D8-6217-403D-B885-A20A9B54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829" y="1411700"/>
            <a:ext cx="81002" cy="80864"/>
          </a:xfrm>
          <a:custGeom xmlns:a="http://schemas.openxmlformats.org/drawingml/2006/main">
            <a:pathLst>
              <a:path w="81002" h="80864">
                <a:moveTo>
                  <a:pt x="275" y="80864"/>
                </a:moveTo>
                <a:lnTo>
                  <a:pt x="0" y="0"/>
                </a:lnTo>
                <a:lnTo>
                  <a:pt x="81002" y="40157"/>
                </a:lnTo>
                <a:lnTo>
                  <a:pt x="275" y="80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127AE-5803-4FB1-82A5-1BAFAC82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815" y="2249507"/>
            <a:ext cx="1441820" cy="194"/>
          </a:xfrm>
          <a:custGeom xmlns:a="http://schemas.openxmlformats.org/drawingml/2006/main">
            <a:pathLst>
              <a:path w="1441820" h="194" fill="none">
                <a:moveTo>
                  <a:pt x="1441820" y="0"/>
                </a:moveTo>
                <a:lnTo>
                  <a:pt x="0" y="194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3C812-8D83-4719-B331-A9E2825B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35" y="2209264"/>
            <a:ext cx="80872" cy="80864"/>
          </a:xfrm>
          <a:custGeom xmlns:a="http://schemas.openxmlformats.org/drawingml/2006/main">
            <a:pathLst>
              <a:path w="80872" h="80864">
                <a:moveTo>
                  <a:pt x="80856" y="0"/>
                </a:moveTo>
                <a:lnTo>
                  <a:pt x="80872" y="80864"/>
                </a:lnTo>
                <a:lnTo>
                  <a:pt x="0" y="40448"/>
                </a:lnTo>
                <a:lnTo>
                  <a:pt x="808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9A10E-0E1A-443B-BDD9-593E33DF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82" y="1712406"/>
            <a:ext cx="419686" cy="196986"/>
          </a:xfrm>
          <a:custGeom xmlns:a="http://schemas.openxmlformats.org/drawingml/2006/main">
            <a:pathLst>
              <a:path w="419686" h="196986">
                <a:moveTo>
                  <a:pt x="0" y="0"/>
                </a:moveTo>
                <a:lnTo>
                  <a:pt x="419686" y="0"/>
                </a:lnTo>
                <a:lnTo>
                  <a:pt x="419686" y="196986"/>
                </a:lnTo>
                <a:lnTo>
                  <a:pt x="0" y="1969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2293D-95F4-4DB1-B481-BDD10B9D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82" y="1712406"/>
            <a:ext cx="419686" cy="196986"/>
          </a:xfrm>
          <a:custGeom xmlns:a="http://schemas.openxmlformats.org/drawingml/2006/main">
            <a:pathLst>
              <a:path w="419686" h="196986" fill="none">
                <a:moveTo>
                  <a:pt x="0" y="0"/>
                </a:moveTo>
                <a:lnTo>
                  <a:pt x="419686" y="0"/>
                </a:lnTo>
                <a:lnTo>
                  <a:pt x="419686" y="196986"/>
                </a:lnTo>
                <a:lnTo>
                  <a:pt x="0" y="1969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6814FE-CC60-4FD5-A673-5F271B2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82" y="1909392"/>
            <a:ext cx="419686" cy="196985"/>
          </a:xfrm>
          <a:custGeom xmlns:a="http://schemas.openxmlformats.org/drawingml/2006/main">
            <a:pathLst>
              <a:path w="419686" h="196985">
                <a:moveTo>
                  <a:pt x="0" y="0"/>
                </a:moveTo>
                <a:lnTo>
                  <a:pt x="419686" y="0"/>
                </a:lnTo>
                <a:lnTo>
                  <a:pt x="419686" y="196985"/>
                </a:lnTo>
                <a:lnTo>
                  <a:pt x="0" y="1969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4F150-79F4-4A5D-94AF-503BD0B6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82" y="1909392"/>
            <a:ext cx="419686" cy="196985"/>
          </a:xfrm>
          <a:custGeom xmlns:a="http://schemas.openxmlformats.org/drawingml/2006/main">
            <a:pathLst>
              <a:path w="419686" h="196985" fill="none">
                <a:moveTo>
                  <a:pt x="0" y="0"/>
                </a:moveTo>
                <a:lnTo>
                  <a:pt x="419686" y="0"/>
                </a:lnTo>
                <a:lnTo>
                  <a:pt x="419686" y="196985"/>
                </a:lnTo>
                <a:lnTo>
                  <a:pt x="0" y="1969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8AA2F9-08B1-4FA5-B68C-3A2C2EB3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627" y="2110259"/>
            <a:ext cx="419687" cy="196986"/>
          </a:xfrm>
          <a:custGeom xmlns:a="http://schemas.openxmlformats.org/drawingml/2006/main">
            <a:pathLst>
              <a:path w="419687" h="196986">
                <a:moveTo>
                  <a:pt x="0" y="0"/>
                </a:moveTo>
                <a:lnTo>
                  <a:pt x="419687" y="0"/>
                </a:lnTo>
                <a:lnTo>
                  <a:pt x="419687" y="196986"/>
                </a:lnTo>
                <a:lnTo>
                  <a:pt x="0" y="1969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28BE9-B54D-4EC3-8C66-F39DE053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627" y="2110259"/>
            <a:ext cx="419687" cy="196986"/>
          </a:xfrm>
          <a:custGeom xmlns:a="http://schemas.openxmlformats.org/drawingml/2006/main">
            <a:pathLst>
              <a:path w="419687" h="196986" fill="none">
                <a:moveTo>
                  <a:pt x="0" y="0"/>
                </a:moveTo>
                <a:lnTo>
                  <a:pt x="419687" y="0"/>
                </a:lnTo>
                <a:lnTo>
                  <a:pt x="419687" y="196986"/>
                </a:lnTo>
                <a:lnTo>
                  <a:pt x="0" y="1969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368E2-F47F-4EBD-A9B9-16806CB1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627" y="2307244"/>
            <a:ext cx="419687" cy="196986"/>
          </a:xfrm>
          <a:custGeom xmlns:a="http://schemas.openxmlformats.org/drawingml/2006/main">
            <a:pathLst>
              <a:path w="419687" h="196986">
                <a:moveTo>
                  <a:pt x="0" y="0"/>
                </a:moveTo>
                <a:lnTo>
                  <a:pt x="419687" y="0"/>
                </a:lnTo>
                <a:lnTo>
                  <a:pt x="419687" y="196986"/>
                </a:lnTo>
                <a:lnTo>
                  <a:pt x="0" y="1969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2AADD-CDAD-4DBC-A888-E21ACE8E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627" y="2307244"/>
            <a:ext cx="419687" cy="196986"/>
          </a:xfrm>
          <a:custGeom xmlns:a="http://schemas.openxmlformats.org/drawingml/2006/main">
            <a:pathLst>
              <a:path w="419687" h="196986" fill="none">
                <a:moveTo>
                  <a:pt x="0" y="0"/>
                </a:moveTo>
                <a:lnTo>
                  <a:pt x="419687" y="0"/>
                </a:lnTo>
                <a:lnTo>
                  <a:pt x="419687" y="196986"/>
                </a:lnTo>
                <a:lnTo>
                  <a:pt x="0" y="1969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5DCB1-EFBF-47C3-A320-B1CC9EC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27" y="6010915"/>
            <a:ext cx="1415313" cy="4690"/>
          </a:xfrm>
          <a:custGeom xmlns:a="http://schemas.openxmlformats.org/drawingml/2006/main">
            <a:pathLst>
              <a:path w="1415313" h="4690" fill="none">
                <a:moveTo>
                  <a:pt x="0" y="4690"/>
                </a:moveTo>
                <a:lnTo>
                  <a:pt x="1415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55607-92F0-46D9-ADE4-2B548FDB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917" y="5970511"/>
            <a:ext cx="81002" cy="80864"/>
          </a:xfrm>
          <a:custGeom xmlns:a="http://schemas.openxmlformats.org/drawingml/2006/main">
            <a:pathLst>
              <a:path w="81002" h="80864">
                <a:moveTo>
                  <a:pt x="275" y="80864"/>
                </a:moveTo>
                <a:lnTo>
                  <a:pt x="0" y="0"/>
                </a:lnTo>
                <a:lnTo>
                  <a:pt x="81002" y="40157"/>
                </a:lnTo>
                <a:lnTo>
                  <a:pt x="275" y="80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6B175-7136-44EC-B1E5-79DC0731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42" y="6182186"/>
            <a:ext cx="1415313" cy="4690"/>
          </a:xfrm>
          <a:custGeom xmlns:a="http://schemas.openxmlformats.org/drawingml/2006/main">
            <a:pathLst>
              <a:path w="1415313" h="4690" fill="none">
                <a:moveTo>
                  <a:pt x="0" y="4690"/>
                </a:moveTo>
                <a:lnTo>
                  <a:pt x="1415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29CCF-973F-4D21-968F-55914794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433" y="6141782"/>
            <a:ext cx="81002" cy="80864"/>
          </a:xfrm>
          <a:custGeom xmlns:a="http://schemas.openxmlformats.org/drawingml/2006/main">
            <a:pathLst>
              <a:path w="81002" h="80864">
                <a:moveTo>
                  <a:pt x="275" y="80864"/>
                </a:moveTo>
                <a:lnTo>
                  <a:pt x="0" y="0"/>
                </a:lnTo>
                <a:lnTo>
                  <a:pt x="81002" y="40157"/>
                </a:lnTo>
                <a:lnTo>
                  <a:pt x="275" y="80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NA">
            <a:extLst xmlns:a="http://schemas.openxmlformats.org/drawingml/2006/main">
              <a:ext uri="{FF2B5EF4-FFF2-40B4-BE49-F238E27FC236}">
                <a16:creationId xmlns:a16="http://schemas.microsoft.com/office/drawing/2014/main" id="{7573288F-7D11-4EFA-A9AE-F1DF4C68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788" y="169055"/>
            <a:ext cx="280656" cy="133426"/>
          </a:xfrm>
          <a:custGeom xmlns:a="http://schemas.openxmlformats.org/drawingml/2006/main">
            <a:pathLst>
              <a:path w="280656" h="133426">
                <a:moveTo>
                  <a:pt x="0" y="2843"/>
                </a:moveTo>
                <a:lnTo>
                  <a:pt x="34873" y="2843"/>
                </a:lnTo>
                <a:lnTo>
                  <a:pt x="113431" y="99217"/>
                </a:lnTo>
                <a:lnTo>
                  <a:pt x="113431" y="25112"/>
                </a:lnTo>
                <a:cubicBezTo>
                  <a:pt x="113431" y="17215"/>
                  <a:pt x="112547" y="12288"/>
                  <a:pt x="110778" y="10329"/>
                </a:cubicBezTo>
                <a:cubicBezTo>
                  <a:pt x="108440" y="7676"/>
                  <a:pt x="104745" y="6349"/>
                  <a:pt x="99691" y="6349"/>
                </a:cubicBezTo>
                <a:lnTo>
                  <a:pt x="95237" y="6349"/>
                </a:lnTo>
                <a:lnTo>
                  <a:pt x="95237" y="2843"/>
                </a:lnTo>
                <a:lnTo>
                  <a:pt x="139965" y="2843"/>
                </a:lnTo>
                <a:lnTo>
                  <a:pt x="139965" y="6349"/>
                </a:lnTo>
                <a:lnTo>
                  <a:pt x="135416" y="6349"/>
                </a:lnTo>
                <a:cubicBezTo>
                  <a:pt x="129983" y="6349"/>
                  <a:pt x="126130" y="7992"/>
                  <a:pt x="123855" y="11277"/>
                </a:cubicBezTo>
                <a:cubicBezTo>
                  <a:pt x="122465" y="13298"/>
                  <a:pt x="121770" y="17910"/>
                  <a:pt x="121770" y="25112"/>
                </a:cubicBezTo>
                <a:lnTo>
                  <a:pt x="121770" y="133426"/>
                </a:lnTo>
                <a:lnTo>
                  <a:pt x="118359" y="133426"/>
                </a:lnTo>
                <a:lnTo>
                  <a:pt x="33641" y="29945"/>
                </a:lnTo>
                <a:lnTo>
                  <a:pt x="33641" y="109072"/>
                </a:lnTo>
                <a:cubicBezTo>
                  <a:pt x="33641" y="116969"/>
                  <a:pt x="34494" y="121897"/>
                  <a:pt x="36199" y="123855"/>
                </a:cubicBezTo>
                <a:cubicBezTo>
                  <a:pt x="38600" y="126509"/>
                  <a:pt x="42296" y="127835"/>
                  <a:pt x="47287" y="127835"/>
                </a:cubicBezTo>
                <a:lnTo>
                  <a:pt x="51835" y="127835"/>
                </a:lnTo>
                <a:lnTo>
                  <a:pt x="51835" y="131341"/>
                </a:lnTo>
                <a:lnTo>
                  <a:pt x="7107" y="131341"/>
                </a:lnTo>
                <a:lnTo>
                  <a:pt x="7107" y="127835"/>
                </a:lnTo>
                <a:lnTo>
                  <a:pt x="11561" y="127835"/>
                </a:lnTo>
                <a:cubicBezTo>
                  <a:pt x="17057" y="127835"/>
                  <a:pt x="20943" y="126193"/>
                  <a:pt x="23217" y="122908"/>
                </a:cubicBezTo>
                <a:cubicBezTo>
                  <a:pt x="24607" y="120886"/>
                  <a:pt x="25302" y="116274"/>
                  <a:pt x="25302" y="109072"/>
                </a:cubicBezTo>
                <a:lnTo>
                  <a:pt x="25302" y="19711"/>
                </a:lnTo>
                <a:cubicBezTo>
                  <a:pt x="21574" y="15352"/>
                  <a:pt x="18747" y="12477"/>
                  <a:pt x="16820" y="11087"/>
                </a:cubicBezTo>
                <a:cubicBezTo>
                  <a:pt x="14894" y="9697"/>
                  <a:pt x="12066" y="8402"/>
                  <a:pt x="8339" y="7202"/>
                </a:cubicBezTo>
                <a:cubicBezTo>
                  <a:pt x="6507" y="6633"/>
                  <a:pt x="3727" y="6349"/>
                  <a:pt x="0" y="6349"/>
                </a:cubicBezTo>
                <a:lnTo>
                  <a:pt x="0" y="2843"/>
                </a:lnTo>
                <a:close/>
                <a:moveTo>
                  <a:pt x="231474" y="88319"/>
                </a:moveTo>
                <a:lnTo>
                  <a:pt x="181723" y="88319"/>
                </a:lnTo>
                <a:lnTo>
                  <a:pt x="173005" y="108598"/>
                </a:lnTo>
                <a:cubicBezTo>
                  <a:pt x="170857" y="113589"/>
                  <a:pt x="169783" y="117317"/>
                  <a:pt x="169783" y="119780"/>
                </a:cubicBezTo>
                <a:cubicBezTo>
                  <a:pt x="169783" y="121739"/>
                  <a:pt x="170715" y="123460"/>
                  <a:pt x="172578" y="124945"/>
                </a:cubicBezTo>
                <a:cubicBezTo>
                  <a:pt x="174442" y="126430"/>
                  <a:pt x="178469" y="127393"/>
                  <a:pt x="184661" y="127835"/>
                </a:cubicBezTo>
                <a:lnTo>
                  <a:pt x="184661" y="131341"/>
                </a:lnTo>
                <a:lnTo>
                  <a:pt x="144197" y="131341"/>
                </a:lnTo>
                <a:lnTo>
                  <a:pt x="144197" y="127835"/>
                </a:lnTo>
                <a:cubicBezTo>
                  <a:pt x="149567" y="126888"/>
                  <a:pt x="153041" y="125657"/>
                  <a:pt x="154621" y="124142"/>
                </a:cubicBezTo>
                <a:cubicBezTo>
                  <a:pt x="157843" y="121112"/>
                  <a:pt x="161412" y="114957"/>
                  <a:pt x="165329" y="105678"/>
                </a:cubicBezTo>
                <a:lnTo>
                  <a:pt x="210531" y="0"/>
                </a:lnTo>
                <a:lnTo>
                  <a:pt x="213848" y="0"/>
                </a:lnTo>
                <a:lnTo>
                  <a:pt x="258576" y="106813"/>
                </a:lnTo>
                <a:cubicBezTo>
                  <a:pt x="262177" y="115399"/>
                  <a:pt x="265446" y="120970"/>
                  <a:pt x="268384" y="123526"/>
                </a:cubicBezTo>
                <a:cubicBezTo>
                  <a:pt x="271321" y="126083"/>
                  <a:pt x="275412" y="127519"/>
                  <a:pt x="280656" y="127835"/>
                </a:cubicBezTo>
                <a:lnTo>
                  <a:pt x="280656" y="131341"/>
                </a:lnTo>
                <a:lnTo>
                  <a:pt x="229957" y="131341"/>
                </a:lnTo>
                <a:lnTo>
                  <a:pt x="229957" y="127835"/>
                </a:lnTo>
                <a:cubicBezTo>
                  <a:pt x="235075" y="127583"/>
                  <a:pt x="238533" y="126730"/>
                  <a:pt x="240334" y="125277"/>
                </a:cubicBezTo>
                <a:cubicBezTo>
                  <a:pt x="242134" y="123824"/>
                  <a:pt x="243035" y="122055"/>
                  <a:pt x="243035" y="119970"/>
                </a:cubicBezTo>
                <a:cubicBezTo>
                  <a:pt x="243035" y="117190"/>
                  <a:pt x="241771" y="112800"/>
                  <a:pt x="239244" y="106798"/>
                </a:cubicBezTo>
                <a:lnTo>
                  <a:pt x="231474" y="88319"/>
                </a:lnTo>
                <a:moveTo>
                  <a:pt x="228820" y="81307"/>
                </a:moveTo>
                <a:lnTo>
                  <a:pt x="207025" y="29451"/>
                </a:lnTo>
                <a:lnTo>
                  <a:pt x="184661" y="81307"/>
                </a:lnTo>
                <a:lnTo>
                  <a:pt x="228820" y="813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Tdevice">
            <a:extLst xmlns:a="http://schemas.openxmlformats.org/drawingml/2006/main">
              <a:ext uri="{FF2B5EF4-FFF2-40B4-BE49-F238E27FC236}">
                <a16:creationId xmlns:a16="http://schemas.microsoft.com/office/drawing/2014/main" id="{675AC358-22BD-4073-8343-C4428B51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215" y="165644"/>
            <a:ext cx="658932" cy="137406"/>
          </a:xfrm>
          <a:custGeom xmlns:a="http://schemas.openxmlformats.org/drawingml/2006/main">
            <a:pathLst>
              <a:path w="658932" h="137406">
                <a:moveTo>
                  <a:pt x="106419" y="6254"/>
                </a:moveTo>
                <a:lnTo>
                  <a:pt x="107840" y="36389"/>
                </a:lnTo>
                <a:lnTo>
                  <a:pt x="104239" y="36389"/>
                </a:lnTo>
                <a:cubicBezTo>
                  <a:pt x="103544" y="31082"/>
                  <a:pt x="102597" y="27292"/>
                  <a:pt x="101396" y="25017"/>
                </a:cubicBezTo>
                <a:cubicBezTo>
                  <a:pt x="99438" y="21353"/>
                  <a:pt x="96832" y="18653"/>
                  <a:pt x="93578" y="16915"/>
                </a:cubicBezTo>
                <a:cubicBezTo>
                  <a:pt x="90325" y="15178"/>
                  <a:pt x="86045" y="14309"/>
                  <a:pt x="80738" y="14309"/>
                </a:cubicBezTo>
                <a:lnTo>
                  <a:pt x="62638" y="14309"/>
                </a:lnTo>
                <a:lnTo>
                  <a:pt x="62638" y="112484"/>
                </a:lnTo>
                <a:cubicBezTo>
                  <a:pt x="62638" y="120381"/>
                  <a:pt x="63491" y="125308"/>
                  <a:pt x="65197" y="127267"/>
                </a:cubicBezTo>
                <a:cubicBezTo>
                  <a:pt x="67598" y="129920"/>
                  <a:pt x="71293" y="131247"/>
                  <a:pt x="76284" y="131247"/>
                </a:cubicBezTo>
                <a:lnTo>
                  <a:pt x="80738" y="131247"/>
                </a:lnTo>
                <a:lnTo>
                  <a:pt x="80738" y="134753"/>
                </a:lnTo>
                <a:lnTo>
                  <a:pt x="26249" y="134753"/>
                </a:lnTo>
                <a:lnTo>
                  <a:pt x="26249" y="131247"/>
                </a:lnTo>
                <a:lnTo>
                  <a:pt x="30798" y="131247"/>
                </a:lnTo>
                <a:cubicBezTo>
                  <a:pt x="36231" y="131247"/>
                  <a:pt x="40085" y="129604"/>
                  <a:pt x="42359" y="126319"/>
                </a:cubicBezTo>
                <a:cubicBezTo>
                  <a:pt x="43749" y="124297"/>
                  <a:pt x="44444" y="119686"/>
                  <a:pt x="44444" y="112484"/>
                </a:cubicBezTo>
                <a:lnTo>
                  <a:pt x="44444" y="14309"/>
                </a:lnTo>
                <a:lnTo>
                  <a:pt x="28997" y="14309"/>
                </a:lnTo>
                <a:cubicBezTo>
                  <a:pt x="22996" y="14309"/>
                  <a:pt x="18731" y="14751"/>
                  <a:pt x="16204" y="15636"/>
                </a:cubicBezTo>
                <a:cubicBezTo>
                  <a:pt x="12919" y="16836"/>
                  <a:pt x="10108" y="19142"/>
                  <a:pt x="7771" y="22554"/>
                </a:cubicBezTo>
                <a:cubicBezTo>
                  <a:pt x="5433" y="25965"/>
                  <a:pt x="4043" y="30577"/>
                  <a:pt x="3601" y="36389"/>
                </a:cubicBezTo>
                <a:lnTo>
                  <a:pt x="0" y="36389"/>
                </a:lnTo>
                <a:lnTo>
                  <a:pt x="1516" y="6254"/>
                </a:lnTo>
                <a:lnTo>
                  <a:pt x="106419" y="6254"/>
                </a:lnTo>
                <a:close/>
                <a:moveTo>
                  <a:pt x="225009" y="124992"/>
                </a:moveTo>
                <a:cubicBezTo>
                  <a:pt x="220776" y="129415"/>
                  <a:pt x="216638" y="132589"/>
                  <a:pt x="212595" y="134516"/>
                </a:cubicBezTo>
                <a:cubicBezTo>
                  <a:pt x="208552" y="136443"/>
                  <a:pt x="204193" y="137406"/>
                  <a:pt x="199518" y="137406"/>
                </a:cubicBezTo>
                <a:cubicBezTo>
                  <a:pt x="190042" y="137406"/>
                  <a:pt x="181766" y="133451"/>
                  <a:pt x="174690" y="125540"/>
                </a:cubicBezTo>
                <a:cubicBezTo>
                  <a:pt x="167614" y="117627"/>
                  <a:pt x="164076" y="107460"/>
                  <a:pt x="164076" y="95038"/>
                </a:cubicBezTo>
                <a:cubicBezTo>
                  <a:pt x="164076" y="82619"/>
                  <a:pt x="167993" y="71255"/>
                  <a:pt x="175827" y="60947"/>
                </a:cubicBezTo>
                <a:cubicBezTo>
                  <a:pt x="183661" y="50640"/>
                  <a:pt x="193737" y="45486"/>
                  <a:pt x="206056" y="45486"/>
                </a:cubicBezTo>
                <a:cubicBezTo>
                  <a:pt x="213701" y="45486"/>
                  <a:pt x="220018" y="47918"/>
                  <a:pt x="225009" y="52783"/>
                </a:cubicBezTo>
                <a:lnTo>
                  <a:pt x="225009" y="36733"/>
                </a:lnTo>
                <a:cubicBezTo>
                  <a:pt x="225009" y="26773"/>
                  <a:pt x="224772" y="20650"/>
                  <a:pt x="224298" y="18366"/>
                </a:cubicBezTo>
                <a:cubicBezTo>
                  <a:pt x="223825" y="16082"/>
                  <a:pt x="223082" y="14528"/>
                  <a:pt x="222071" y="13705"/>
                </a:cubicBezTo>
                <a:cubicBezTo>
                  <a:pt x="221061" y="12880"/>
                  <a:pt x="219797" y="12467"/>
                  <a:pt x="218281" y="12467"/>
                </a:cubicBezTo>
                <a:cubicBezTo>
                  <a:pt x="216638" y="12467"/>
                  <a:pt x="214459" y="12975"/>
                  <a:pt x="211742" y="13989"/>
                </a:cubicBezTo>
                <a:lnTo>
                  <a:pt x="210510" y="10658"/>
                </a:lnTo>
                <a:lnTo>
                  <a:pt x="236381" y="0"/>
                </a:lnTo>
                <a:lnTo>
                  <a:pt x="240645" y="0"/>
                </a:lnTo>
                <a:lnTo>
                  <a:pt x="240645" y="100354"/>
                </a:lnTo>
                <a:cubicBezTo>
                  <a:pt x="240645" y="110525"/>
                  <a:pt x="240882" y="116732"/>
                  <a:pt x="241356" y="118975"/>
                </a:cubicBezTo>
                <a:cubicBezTo>
                  <a:pt x="241830" y="121218"/>
                  <a:pt x="242588" y="122781"/>
                  <a:pt x="243630" y="123666"/>
                </a:cubicBezTo>
                <a:cubicBezTo>
                  <a:pt x="244672" y="124550"/>
                  <a:pt x="245889" y="124992"/>
                  <a:pt x="247278" y="124992"/>
                </a:cubicBezTo>
                <a:cubicBezTo>
                  <a:pt x="248984" y="124992"/>
                  <a:pt x="251258" y="124455"/>
                  <a:pt x="254101" y="123381"/>
                </a:cubicBezTo>
                <a:lnTo>
                  <a:pt x="255144" y="126698"/>
                </a:lnTo>
                <a:lnTo>
                  <a:pt x="229368" y="137406"/>
                </a:lnTo>
                <a:lnTo>
                  <a:pt x="225009" y="137406"/>
                </a:lnTo>
                <a:lnTo>
                  <a:pt x="225009" y="124992"/>
                </a:lnTo>
                <a:moveTo>
                  <a:pt x="225009" y="118380"/>
                </a:moveTo>
                <a:lnTo>
                  <a:pt x="225009" y="73764"/>
                </a:lnTo>
                <a:cubicBezTo>
                  <a:pt x="224630" y="69478"/>
                  <a:pt x="223493" y="65571"/>
                  <a:pt x="221598" y="62043"/>
                </a:cubicBezTo>
                <a:cubicBezTo>
                  <a:pt x="219702" y="58513"/>
                  <a:pt x="217191" y="55851"/>
                  <a:pt x="214064" y="54056"/>
                </a:cubicBezTo>
                <a:cubicBezTo>
                  <a:pt x="210937" y="52260"/>
                  <a:pt x="207889" y="51362"/>
                  <a:pt x="204919" y="51362"/>
                </a:cubicBezTo>
                <a:cubicBezTo>
                  <a:pt x="199360" y="51362"/>
                  <a:pt x="194401" y="53851"/>
                  <a:pt x="190042" y="58830"/>
                </a:cubicBezTo>
                <a:cubicBezTo>
                  <a:pt x="184293" y="65383"/>
                  <a:pt x="181418" y="74960"/>
                  <a:pt x="181418" y="87564"/>
                </a:cubicBezTo>
                <a:cubicBezTo>
                  <a:pt x="181418" y="100294"/>
                  <a:pt x="184198" y="110046"/>
                  <a:pt x="189757" y="116822"/>
                </a:cubicBezTo>
                <a:cubicBezTo>
                  <a:pt x="195317" y="123596"/>
                  <a:pt x="201508" y="126982"/>
                  <a:pt x="208331" y="126982"/>
                </a:cubicBezTo>
                <a:cubicBezTo>
                  <a:pt x="214080" y="126982"/>
                  <a:pt x="219639" y="124115"/>
                  <a:pt x="225009" y="118380"/>
                </a:cubicBezTo>
                <a:close/>
                <a:moveTo>
                  <a:pt x="275328" y="80738"/>
                </a:moveTo>
                <a:cubicBezTo>
                  <a:pt x="275265" y="93596"/>
                  <a:pt x="278392" y="103682"/>
                  <a:pt x="284709" y="110994"/>
                </a:cubicBezTo>
                <a:cubicBezTo>
                  <a:pt x="291027" y="118305"/>
                  <a:pt x="298450" y="121960"/>
                  <a:pt x="306979" y="121960"/>
                </a:cubicBezTo>
                <a:cubicBezTo>
                  <a:pt x="312665" y="121960"/>
                  <a:pt x="317608" y="120396"/>
                  <a:pt x="321809" y="117269"/>
                </a:cubicBezTo>
                <a:cubicBezTo>
                  <a:pt x="326010" y="114142"/>
                  <a:pt x="329532" y="108788"/>
                  <a:pt x="332375" y="101207"/>
                </a:cubicBezTo>
                <a:lnTo>
                  <a:pt x="335313" y="103102"/>
                </a:lnTo>
                <a:cubicBezTo>
                  <a:pt x="333986" y="111757"/>
                  <a:pt x="330133" y="119638"/>
                  <a:pt x="323752" y="126745"/>
                </a:cubicBezTo>
                <a:cubicBezTo>
                  <a:pt x="317371" y="133853"/>
                  <a:pt x="309379" y="137406"/>
                  <a:pt x="299777" y="137406"/>
                </a:cubicBezTo>
                <a:cubicBezTo>
                  <a:pt x="289353" y="137406"/>
                  <a:pt x="280429" y="133356"/>
                  <a:pt x="273006" y="125256"/>
                </a:cubicBezTo>
                <a:cubicBezTo>
                  <a:pt x="265583" y="117154"/>
                  <a:pt x="261872" y="106262"/>
                  <a:pt x="261872" y="92580"/>
                </a:cubicBezTo>
                <a:cubicBezTo>
                  <a:pt x="261872" y="77766"/>
                  <a:pt x="265678" y="66214"/>
                  <a:pt x="273291" y="57924"/>
                </a:cubicBezTo>
                <a:cubicBezTo>
                  <a:pt x="280903" y="49632"/>
                  <a:pt x="290458" y="45486"/>
                  <a:pt x="301956" y="45486"/>
                </a:cubicBezTo>
                <a:cubicBezTo>
                  <a:pt x="311685" y="45486"/>
                  <a:pt x="319677" y="48684"/>
                  <a:pt x="325931" y="55081"/>
                </a:cubicBezTo>
                <a:cubicBezTo>
                  <a:pt x="332186" y="61476"/>
                  <a:pt x="335313" y="70028"/>
                  <a:pt x="335313" y="80738"/>
                </a:cubicBezTo>
                <a:lnTo>
                  <a:pt x="275328" y="80738"/>
                </a:lnTo>
                <a:moveTo>
                  <a:pt x="275328" y="75242"/>
                </a:moveTo>
                <a:lnTo>
                  <a:pt x="315507" y="75242"/>
                </a:lnTo>
                <a:cubicBezTo>
                  <a:pt x="315192" y="69682"/>
                  <a:pt x="314528" y="65766"/>
                  <a:pt x="313517" y="63491"/>
                </a:cubicBezTo>
                <a:cubicBezTo>
                  <a:pt x="311938" y="59953"/>
                  <a:pt x="309585" y="57174"/>
                  <a:pt x="306458" y="55152"/>
                </a:cubicBezTo>
                <a:cubicBezTo>
                  <a:pt x="303330" y="53130"/>
                  <a:pt x="300061" y="52120"/>
                  <a:pt x="296650" y="52120"/>
                </a:cubicBezTo>
                <a:cubicBezTo>
                  <a:pt x="291406" y="52120"/>
                  <a:pt x="286715" y="54157"/>
                  <a:pt x="282577" y="58232"/>
                </a:cubicBezTo>
                <a:cubicBezTo>
                  <a:pt x="278439" y="62307"/>
                  <a:pt x="276023" y="67977"/>
                  <a:pt x="275328" y="75242"/>
                </a:cubicBezTo>
                <a:close/>
                <a:moveTo>
                  <a:pt x="342644" y="47950"/>
                </a:moveTo>
                <a:lnTo>
                  <a:pt x="383487" y="47950"/>
                </a:lnTo>
                <a:lnTo>
                  <a:pt x="383487" y="51456"/>
                </a:lnTo>
                <a:lnTo>
                  <a:pt x="380833" y="51456"/>
                </a:lnTo>
                <a:cubicBezTo>
                  <a:pt x="378370" y="51456"/>
                  <a:pt x="376490" y="52056"/>
                  <a:pt x="375195" y="53257"/>
                </a:cubicBezTo>
                <a:cubicBezTo>
                  <a:pt x="373900" y="54457"/>
                  <a:pt x="373252" y="56068"/>
                  <a:pt x="373252" y="58090"/>
                </a:cubicBezTo>
                <a:cubicBezTo>
                  <a:pt x="373252" y="60301"/>
                  <a:pt x="373916" y="62923"/>
                  <a:pt x="375242" y="65955"/>
                </a:cubicBezTo>
                <a:lnTo>
                  <a:pt x="395427" y="113905"/>
                </a:lnTo>
                <a:lnTo>
                  <a:pt x="415706" y="64155"/>
                </a:lnTo>
                <a:cubicBezTo>
                  <a:pt x="417159" y="60617"/>
                  <a:pt x="417886" y="57932"/>
                  <a:pt x="417886" y="56100"/>
                </a:cubicBezTo>
                <a:cubicBezTo>
                  <a:pt x="417886" y="55215"/>
                  <a:pt x="417633" y="54489"/>
                  <a:pt x="417128" y="53920"/>
                </a:cubicBezTo>
                <a:cubicBezTo>
                  <a:pt x="416433" y="52973"/>
                  <a:pt x="415548" y="52325"/>
                  <a:pt x="414474" y="51977"/>
                </a:cubicBezTo>
                <a:cubicBezTo>
                  <a:pt x="413400" y="51630"/>
                  <a:pt x="411221" y="51456"/>
                  <a:pt x="407936" y="51456"/>
                </a:cubicBezTo>
                <a:lnTo>
                  <a:pt x="407936" y="47950"/>
                </a:lnTo>
                <a:lnTo>
                  <a:pt x="436270" y="47950"/>
                </a:lnTo>
                <a:lnTo>
                  <a:pt x="436270" y="51456"/>
                </a:lnTo>
                <a:cubicBezTo>
                  <a:pt x="432985" y="51709"/>
                  <a:pt x="430710" y="52372"/>
                  <a:pt x="429447" y="53446"/>
                </a:cubicBezTo>
                <a:cubicBezTo>
                  <a:pt x="427236" y="55342"/>
                  <a:pt x="425246" y="58500"/>
                  <a:pt x="423477" y="62923"/>
                </a:cubicBezTo>
                <a:lnTo>
                  <a:pt x="392679" y="137406"/>
                </a:lnTo>
                <a:lnTo>
                  <a:pt x="388794" y="137406"/>
                </a:lnTo>
                <a:lnTo>
                  <a:pt x="357806" y="64155"/>
                </a:lnTo>
                <a:cubicBezTo>
                  <a:pt x="356416" y="60743"/>
                  <a:pt x="355089" y="58295"/>
                  <a:pt x="353826" y="56810"/>
                </a:cubicBezTo>
                <a:cubicBezTo>
                  <a:pt x="352562" y="55326"/>
                  <a:pt x="350951" y="54078"/>
                  <a:pt x="348993" y="53067"/>
                </a:cubicBezTo>
                <a:cubicBezTo>
                  <a:pt x="347919" y="52499"/>
                  <a:pt x="345803" y="51962"/>
                  <a:pt x="342644" y="51456"/>
                </a:cubicBezTo>
                <a:lnTo>
                  <a:pt x="342644" y="47950"/>
                </a:lnTo>
                <a:close/>
                <a:moveTo>
                  <a:pt x="466215" y="0"/>
                </a:moveTo>
                <a:cubicBezTo>
                  <a:pt x="468868" y="0"/>
                  <a:pt x="471126" y="937"/>
                  <a:pt x="472990" y="2810"/>
                </a:cubicBezTo>
                <a:cubicBezTo>
                  <a:pt x="474854" y="4682"/>
                  <a:pt x="475786" y="6951"/>
                  <a:pt x="475786" y="9618"/>
                </a:cubicBezTo>
                <a:cubicBezTo>
                  <a:pt x="475786" y="12286"/>
                  <a:pt x="474854" y="14572"/>
                  <a:pt x="472990" y="16477"/>
                </a:cubicBezTo>
                <a:cubicBezTo>
                  <a:pt x="471126" y="18380"/>
                  <a:pt x="468868" y="19332"/>
                  <a:pt x="466215" y="19332"/>
                </a:cubicBezTo>
                <a:cubicBezTo>
                  <a:pt x="463561" y="19332"/>
                  <a:pt x="461287" y="18380"/>
                  <a:pt x="459392" y="16477"/>
                </a:cubicBezTo>
                <a:cubicBezTo>
                  <a:pt x="457496" y="14572"/>
                  <a:pt x="456549" y="12286"/>
                  <a:pt x="456549" y="9618"/>
                </a:cubicBezTo>
                <a:cubicBezTo>
                  <a:pt x="456549" y="6951"/>
                  <a:pt x="457481" y="4682"/>
                  <a:pt x="459344" y="2810"/>
                </a:cubicBezTo>
                <a:cubicBezTo>
                  <a:pt x="461208" y="937"/>
                  <a:pt x="463498" y="0"/>
                  <a:pt x="466215" y="0"/>
                </a:cubicBezTo>
                <a:moveTo>
                  <a:pt x="474080" y="45486"/>
                </a:moveTo>
                <a:lnTo>
                  <a:pt x="474080" y="115078"/>
                </a:lnTo>
                <a:cubicBezTo>
                  <a:pt x="474080" y="120499"/>
                  <a:pt x="474475" y="124108"/>
                  <a:pt x="475264" y="125904"/>
                </a:cubicBezTo>
                <a:cubicBezTo>
                  <a:pt x="476054" y="127701"/>
                  <a:pt x="477223" y="129041"/>
                  <a:pt x="478771" y="129923"/>
                </a:cubicBezTo>
                <a:cubicBezTo>
                  <a:pt x="480318" y="130805"/>
                  <a:pt x="483146" y="131247"/>
                  <a:pt x="487252" y="131247"/>
                </a:cubicBezTo>
                <a:lnTo>
                  <a:pt x="487252" y="134753"/>
                </a:lnTo>
                <a:lnTo>
                  <a:pt x="445082" y="134753"/>
                </a:lnTo>
                <a:lnTo>
                  <a:pt x="445082" y="131247"/>
                </a:lnTo>
                <a:cubicBezTo>
                  <a:pt x="449315" y="131247"/>
                  <a:pt x="452158" y="130837"/>
                  <a:pt x="453611" y="130018"/>
                </a:cubicBezTo>
                <a:cubicBezTo>
                  <a:pt x="455064" y="129198"/>
                  <a:pt x="456217" y="127843"/>
                  <a:pt x="457070" y="125952"/>
                </a:cubicBezTo>
                <a:cubicBezTo>
                  <a:pt x="457923" y="124061"/>
                  <a:pt x="458349" y="120436"/>
                  <a:pt x="458349" y="115078"/>
                </a:cubicBezTo>
                <a:lnTo>
                  <a:pt x="458349" y="81700"/>
                </a:lnTo>
                <a:cubicBezTo>
                  <a:pt x="458349" y="72307"/>
                  <a:pt x="458065" y="66225"/>
                  <a:pt x="457496" y="63453"/>
                </a:cubicBezTo>
                <a:cubicBezTo>
                  <a:pt x="457054" y="61435"/>
                  <a:pt x="456359" y="60032"/>
                  <a:pt x="455412" y="59245"/>
                </a:cubicBezTo>
                <a:cubicBezTo>
                  <a:pt x="454464" y="58457"/>
                  <a:pt x="453169" y="58063"/>
                  <a:pt x="451526" y="58063"/>
                </a:cubicBezTo>
                <a:cubicBezTo>
                  <a:pt x="449757" y="58063"/>
                  <a:pt x="447609" y="58536"/>
                  <a:pt x="445082" y="59482"/>
                </a:cubicBezTo>
                <a:lnTo>
                  <a:pt x="443756" y="56076"/>
                </a:lnTo>
                <a:lnTo>
                  <a:pt x="469910" y="45486"/>
                </a:lnTo>
                <a:lnTo>
                  <a:pt x="474080" y="45486"/>
                </a:lnTo>
                <a:close/>
                <a:moveTo>
                  <a:pt x="571716" y="101775"/>
                </a:moveTo>
                <a:cubicBezTo>
                  <a:pt x="569378" y="113210"/>
                  <a:pt x="564798" y="122007"/>
                  <a:pt x="557975" y="128167"/>
                </a:cubicBezTo>
                <a:cubicBezTo>
                  <a:pt x="551152" y="134327"/>
                  <a:pt x="543603" y="137406"/>
                  <a:pt x="535327" y="137406"/>
                </a:cubicBezTo>
                <a:cubicBezTo>
                  <a:pt x="525472" y="137406"/>
                  <a:pt x="516880" y="133273"/>
                  <a:pt x="509551" y="125007"/>
                </a:cubicBezTo>
                <a:cubicBezTo>
                  <a:pt x="502223" y="116739"/>
                  <a:pt x="498559" y="105568"/>
                  <a:pt x="498559" y="91494"/>
                </a:cubicBezTo>
                <a:cubicBezTo>
                  <a:pt x="498559" y="77862"/>
                  <a:pt x="502618" y="66786"/>
                  <a:pt x="510736" y="58267"/>
                </a:cubicBezTo>
                <a:cubicBezTo>
                  <a:pt x="518854" y="49747"/>
                  <a:pt x="528599" y="45486"/>
                  <a:pt x="539970" y="45486"/>
                </a:cubicBezTo>
                <a:cubicBezTo>
                  <a:pt x="548499" y="45486"/>
                  <a:pt x="555511" y="47738"/>
                  <a:pt x="561008" y="52241"/>
                </a:cubicBezTo>
                <a:cubicBezTo>
                  <a:pt x="566504" y="56742"/>
                  <a:pt x="569252" y="61417"/>
                  <a:pt x="569252" y="66266"/>
                </a:cubicBezTo>
                <a:cubicBezTo>
                  <a:pt x="569252" y="68659"/>
                  <a:pt x="568478" y="70595"/>
                  <a:pt x="566930" y="72076"/>
                </a:cubicBezTo>
                <a:cubicBezTo>
                  <a:pt x="565383" y="73555"/>
                  <a:pt x="563219" y="74294"/>
                  <a:pt x="560439" y="74294"/>
                </a:cubicBezTo>
                <a:cubicBezTo>
                  <a:pt x="556712" y="74294"/>
                  <a:pt x="553901" y="73094"/>
                  <a:pt x="552005" y="70693"/>
                </a:cubicBezTo>
                <a:cubicBezTo>
                  <a:pt x="550931" y="69366"/>
                  <a:pt x="550221" y="66839"/>
                  <a:pt x="549873" y="63112"/>
                </a:cubicBezTo>
                <a:cubicBezTo>
                  <a:pt x="549526" y="59385"/>
                  <a:pt x="548246" y="56542"/>
                  <a:pt x="546035" y="54583"/>
                </a:cubicBezTo>
                <a:cubicBezTo>
                  <a:pt x="543824" y="52688"/>
                  <a:pt x="540760" y="51741"/>
                  <a:pt x="536843" y="51741"/>
                </a:cubicBezTo>
                <a:cubicBezTo>
                  <a:pt x="530526" y="51741"/>
                  <a:pt x="525440" y="54078"/>
                  <a:pt x="521586" y="58753"/>
                </a:cubicBezTo>
                <a:cubicBezTo>
                  <a:pt x="516469" y="64944"/>
                  <a:pt x="513911" y="73125"/>
                  <a:pt x="513911" y="83297"/>
                </a:cubicBezTo>
                <a:cubicBezTo>
                  <a:pt x="513911" y="93657"/>
                  <a:pt x="516453" y="102802"/>
                  <a:pt x="521539" y="110731"/>
                </a:cubicBezTo>
                <a:cubicBezTo>
                  <a:pt x="526625" y="118659"/>
                  <a:pt x="533495" y="122623"/>
                  <a:pt x="542150" y="122623"/>
                </a:cubicBezTo>
                <a:cubicBezTo>
                  <a:pt x="548341" y="122623"/>
                  <a:pt x="553901" y="120507"/>
                  <a:pt x="558828" y="116274"/>
                </a:cubicBezTo>
                <a:cubicBezTo>
                  <a:pt x="562303" y="113368"/>
                  <a:pt x="565683" y="108093"/>
                  <a:pt x="568968" y="100449"/>
                </a:cubicBezTo>
                <a:lnTo>
                  <a:pt x="571716" y="101775"/>
                </a:lnTo>
                <a:close/>
                <a:moveTo>
                  <a:pt x="598947" y="80738"/>
                </a:moveTo>
                <a:cubicBezTo>
                  <a:pt x="598884" y="93596"/>
                  <a:pt x="602011" y="103682"/>
                  <a:pt x="608329" y="110994"/>
                </a:cubicBezTo>
                <a:cubicBezTo>
                  <a:pt x="614646" y="118305"/>
                  <a:pt x="622069" y="121960"/>
                  <a:pt x="630598" y="121960"/>
                </a:cubicBezTo>
                <a:cubicBezTo>
                  <a:pt x="636284" y="121960"/>
                  <a:pt x="641227" y="120396"/>
                  <a:pt x="645428" y="117269"/>
                </a:cubicBezTo>
                <a:cubicBezTo>
                  <a:pt x="649630" y="114142"/>
                  <a:pt x="653152" y="108788"/>
                  <a:pt x="655995" y="101207"/>
                </a:cubicBezTo>
                <a:lnTo>
                  <a:pt x="658932" y="103102"/>
                </a:lnTo>
                <a:cubicBezTo>
                  <a:pt x="657606" y="111757"/>
                  <a:pt x="653752" y="119638"/>
                  <a:pt x="647371" y="126745"/>
                </a:cubicBezTo>
                <a:cubicBezTo>
                  <a:pt x="640990" y="133853"/>
                  <a:pt x="632999" y="137406"/>
                  <a:pt x="623396" y="137406"/>
                </a:cubicBezTo>
                <a:cubicBezTo>
                  <a:pt x="612972" y="137406"/>
                  <a:pt x="604049" y="133356"/>
                  <a:pt x="596626" y="125256"/>
                </a:cubicBezTo>
                <a:cubicBezTo>
                  <a:pt x="589202" y="117154"/>
                  <a:pt x="585491" y="106262"/>
                  <a:pt x="585491" y="92580"/>
                </a:cubicBezTo>
                <a:cubicBezTo>
                  <a:pt x="585491" y="77766"/>
                  <a:pt x="589297" y="66214"/>
                  <a:pt x="596910" y="57924"/>
                </a:cubicBezTo>
                <a:cubicBezTo>
                  <a:pt x="604522" y="49632"/>
                  <a:pt x="614078" y="45486"/>
                  <a:pt x="625576" y="45486"/>
                </a:cubicBezTo>
                <a:cubicBezTo>
                  <a:pt x="635305" y="45486"/>
                  <a:pt x="643296" y="48684"/>
                  <a:pt x="649551" y="55081"/>
                </a:cubicBezTo>
                <a:cubicBezTo>
                  <a:pt x="655805" y="61476"/>
                  <a:pt x="658932" y="70028"/>
                  <a:pt x="658932" y="80738"/>
                </a:cubicBezTo>
                <a:lnTo>
                  <a:pt x="598947" y="80738"/>
                </a:lnTo>
                <a:moveTo>
                  <a:pt x="598947" y="75242"/>
                </a:moveTo>
                <a:lnTo>
                  <a:pt x="639127" y="75242"/>
                </a:lnTo>
                <a:cubicBezTo>
                  <a:pt x="638811" y="69682"/>
                  <a:pt x="638148" y="65766"/>
                  <a:pt x="637137" y="63491"/>
                </a:cubicBezTo>
                <a:cubicBezTo>
                  <a:pt x="635557" y="59953"/>
                  <a:pt x="633204" y="57174"/>
                  <a:pt x="630077" y="55152"/>
                </a:cubicBezTo>
                <a:cubicBezTo>
                  <a:pt x="626950" y="53130"/>
                  <a:pt x="623680" y="52120"/>
                  <a:pt x="620269" y="52120"/>
                </a:cubicBezTo>
                <a:cubicBezTo>
                  <a:pt x="615025" y="52120"/>
                  <a:pt x="610335" y="54157"/>
                  <a:pt x="606197" y="58232"/>
                </a:cubicBezTo>
                <a:cubicBezTo>
                  <a:pt x="602059" y="62307"/>
                  <a:pt x="599642" y="67977"/>
                  <a:pt x="598947" y="752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A1DB4-3AF5-4070-A854-9CD58FF5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574" y="6628799"/>
            <a:ext cx="3687149" cy="31020"/>
          </a:xfrm>
          <a:custGeom xmlns:a="http://schemas.openxmlformats.org/drawingml/2006/main">
            <a:pathLst>
              <a:path w="3687149" h="31020" fill="none">
                <a:moveTo>
                  <a:pt x="3687149" y="0"/>
                </a:moveTo>
                <a:lnTo>
                  <a:pt x="0" y="3102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B7EDA-6041-4E83-872C-EC5C1818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802" y="6619317"/>
            <a:ext cx="81204" cy="80864"/>
          </a:xfrm>
          <a:custGeom xmlns:a="http://schemas.openxmlformats.org/drawingml/2006/main">
            <a:pathLst>
              <a:path w="81204" h="80864">
                <a:moveTo>
                  <a:pt x="80517" y="0"/>
                </a:moveTo>
                <a:lnTo>
                  <a:pt x="81204" y="80864"/>
                </a:lnTo>
                <a:lnTo>
                  <a:pt x="0" y="41111"/>
                </a:lnTo>
                <a:lnTo>
                  <a:pt x="8051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97B63-990E-46C6-9787-4C936E62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657" y="6453162"/>
            <a:ext cx="420172" cy="153804"/>
          </a:xfrm>
          <a:custGeom xmlns:a="http://schemas.openxmlformats.org/drawingml/2006/main">
            <a:pathLst>
              <a:path w="420172" h="153804">
                <a:moveTo>
                  <a:pt x="0" y="0"/>
                </a:moveTo>
                <a:lnTo>
                  <a:pt x="420172" y="0"/>
                </a:lnTo>
                <a:lnTo>
                  <a:pt x="420172" y="153804"/>
                </a:lnTo>
                <a:lnTo>
                  <a:pt x="0" y="1538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35AB5-3436-4224-9971-F59E7460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657" y="6453162"/>
            <a:ext cx="420172" cy="153804"/>
          </a:xfrm>
          <a:custGeom xmlns:a="http://schemas.openxmlformats.org/drawingml/2006/main">
            <a:pathLst>
              <a:path w="420172" h="153804" fill="none">
                <a:moveTo>
                  <a:pt x="0" y="0"/>
                </a:moveTo>
                <a:lnTo>
                  <a:pt x="420172" y="0"/>
                </a:lnTo>
                <a:lnTo>
                  <a:pt x="420172" y="153804"/>
                </a:lnTo>
                <a:lnTo>
                  <a:pt x="0" y="1538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DAA65-6882-489F-BF2C-2DD46D20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657" y="6606966"/>
            <a:ext cx="420172" cy="154289"/>
          </a:xfrm>
          <a:custGeom xmlns:a="http://schemas.openxmlformats.org/drawingml/2006/main">
            <a:pathLst>
              <a:path w="420172" h="154289">
                <a:moveTo>
                  <a:pt x="0" y="0"/>
                </a:moveTo>
                <a:lnTo>
                  <a:pt x="420172" y="0"/>
                </a:lnTo>
                <a:lnTo>
                  <a:pt x="420172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99FAB-21B4-4165-A9F6-07B854EF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657" y="6606966"/>
            <a:ext cx="420172" cy="154289"/>
          </a:xfrm>
          <a:custGeom xmlns:a="http://schemas.openxmlformats.org/drawingml/2006/main">
            <a:pathLst>
              <a:path w="420172" h="154289" fill="none">
                <a:moveTo>
                  <a:pt x="0" y="0"/>
                </a:moveTo>
                <a:lnTo>
                  <a:pt x="420172" y="0"/>
                </a:lnTo>
                <a:lnTo>
                  <a:pt x="420172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1EA7F-145D-4F97-A65B-ECC7A686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201" y="6764166"/>
            <a:ext cx="420657" cy="154289"/>
          </a:xfrm>
          <a:custGeom xmlns:a="http://schemas.openxmlformats.org/drawingml/2006/main">
            <a:pathLst>
              <a:path w="420657" h="154289">
                <a:moveTo>
                  <a:pt x="0" y="0"/>
                </a:moveTo>
                <a:lnTo>
                  <a:pt x="420657" y="0"/>
                </a:lnTo>
                <a:lnTo>
                  <a:pt x="420657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C6E0B-903F-4FEA-B86C-6E3F11C0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201" y="6764166"/>
            <a:ext cx="420657" cy="154289"/>
          </a:xfrm>
          <a:custGeom xmlns:a="http://schemas.openxmlformats.org/drawingml/2006/main">
            <a:pathLst>
              <a:path w="420657" h="154289" fill="none">
                <a:moveTo>
                  <a:pt x="0" y="0"/>
                </a:moveTo>
                <a:lnTo>
                  <a:pt x="420657" y="0"/>
                </a:lnTo>
                <a:lnTo>
                  <a:pt x="420657" y="154289"/>
                </a:lnTo>
                <a:lnTo>
                  <a:pt x="0" y="1542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93D8A-2F6B-4D2D-8575-0D92C870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201" y="6918456"/>
            <a:ext cx="420657" cy="153804"/>
          </a:xfrm>
          <a:custGeom xmlns:a="http://schemas.openxmlformats.org/drawingml/2006/main">
            <a:pathLst>
              <a:path w="420657" h="153804">
                <a:moveTo>
                  <a:pt x="0" y="0"/>
                </a:moveTo>
                <a:lnTo>
                  <a:pt x="420657" y="0"/>
                </a:lnTo>
                <a:lnTo>
                  <a:pt x="420657" y="153804"/>
                </a:lnTo>
                <a:lnTo>
                  <a:pt x="0" y="1538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A21A2-5179-4D57-80D9-07A53459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201" y="6918456"/>
            <a:ext cx="420657" cy="153804"/>
          </a:xfrm>
          <a:custGeom xmlns:a="http://schemas.openxmlformats.org/drawingml/2006/main">
            <a:pathLst>
              <a:path w="420657" h="153804" fill="none">
                <a:moveTo>
                  <a:pt x="0" y="0"/>
                </a:moveTo>
                <a:lnTo>
                  <a:pt x="420657" y="0"/>
                </a:lnTo>
                <a:lnTo>
                  <a:pt x="420657" y="153804"/>
                </a:lnTo>
                <a:lnTo>
                  <a:pt x="0" y="1538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0C10A-19C1-4D89-9C51-7A41AD65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42" y="6654514"/>
            <a:ext cx="1440454" cy="10"/>
          </a:xfrm>
          <a:custGeom xmlns:a="http://schemas.openxmlformats.org/drawingml/2006/main">
            <a:pathLst>
              <a:path w="1440454" h="1" fill="none">
                <a:moveTo>
                  <a:pt x="144045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3B1152-182D-4A3A-A3F0-0336C439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359" y="6614079"/>
            <a:ext cx="80864" cy="80864"/>
          </a:xfrm>
          <a:custGeom xmlns:a="http://schemas.openxmlformats.org/drawingml/2006/main">
            <a:pathLst>
              <a:path w="80864" h="80864">
                <a:moveTo>
                  <a:pt x="80864" y="0"/>
                </a:moveTo>
                <a:lnTo>
                  <a:pt x="80864" y="80864"/>
                </a:lnTo>
                <a:lnTo>
                  <a:pt x="0" y="40432"/>
                </a:lnTo>
                <a:lnTo>
                  <a:pt x="808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6FEA1-A1FE-4CC8-AE6A-BE0F8D1E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08" y="6888374"/>
            <a:ext cx="1440454" cy="10"/>
          </a:xfrm>
          <a:custGeom xmlns:a="http://schemas.openxmlformats.org/drawingml/2006/main">
            <a:pathLst>
              <a:path w="1440454" h="1" fill="none">
                <a:moveTo>
                  <a:pt x="144045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BAC54-262A-47D0-8001-7DBE7218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25" y="6847938"/>
            <a:ext cx="80864" cy="80864"/>
          </a:xfrm>
          <a:custGeom xmlns:a="http://schemas.openxmlformats.org/drawingml/2006/main">
            <a:pathLst>
              <a:path w="80864" h="80864">
                <a:moveTo>
                  <a:pt x="80864" y="0"/>
                </a:moveTo>
                <a:lnTo>
                  <a:pt x="80864" y="80864"/>
                </a:lnTo>
                <a:lnTo>
                  <a:pt x="0" y="40432"/>
                </a:lnTo>
                <a:lnTo>
                  <a:pt x="808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E0D44-826A-4BE4-AA77-7EE0586C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733" y="6469416"/>
            <a:ext cx="872850" cy="156715"/>
          </a:xfrm>
          <a:custGeom xmlns:a="http://schemas.openxmlformats.org/drawingml/2006/main">
            <a:pathLst>
              <a:path w="872850" h="156715">
                <a:moveTo>
                  <a:pt x="0" y="0"/>
                </a:moveTo>
                <a:lnTo>
                  <a:pt x="872850" y="0"/>
                </a:lnTo>
                <a:lnTo>
                  <a:pt x="872850" y="156715"/>
                </a:lnTo>
                <a:lnTo>
                  <a:pt x="0" y="1567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RST">
            <a:extLst xmlns:a="http://schemas.openxmlformats.org/drawingml/2006/main">
              <a:ext uri="{FF2B5EF4-FFF2-40B4-BE49-F238E27FC236}">
                <a16:creationId xmlns:a16="http://schemas.microsoft.com/office/drawing/2014/main" id="{2A03AAFF-71C2-42B8-807B-6B1D7A81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48" y="6512458"/>
            <a:ext cx="213809" cy="78162"/>
          </a:xfrm>
          <a:custGeom xmlns:a="http://schemas.openxmlformats.org/drawingml/2006/main">
            <a:pathLst>
              <a:path w="213809" h="78162">
                <a:moveTo>
                  <a:pt x="27931" y="42393"/>
                </a:moveTo>
                <a:lnTo>
                  <a:pt x="27931" y="63479"/>
                </a:lnTo>
                <a:cubicBezTo>
                  <a:pt x="27931" y="67507"/>
                  <a:pt x="28179" y="70042"/>
                  <a:pt x="28676" y="71087"/>
                </a:cubicBezTo>
                <a:cubicBezTo>
                  <a:pt x="29173" y="72130"/>
                  <a:pt x="30047" y="72963"/>
                  <a:pt x="31298" y="73586"/>
                </a:cubicBezTo>
                <a:cubicBezTo>
                  <a:pt x="32549" y="74208"/>
                  <a:pt x="34886" y="74519"/>
                  <a:pt x="38308" y="74519"/>
                </a:cubicBezTo>
                <a:lnTo>
                  <a:pt x="38308" y="76506"/>
                </a:lnTo>
                <a:lnTo>
                  <a:pt x="0" y="76506"/>
                </a:lnTo>
                <a:lnTo>
                  <a:pt x="0" y="74519"/>
                </a:lnTo>
                <a:cubicBezTo>
                  <a:pt x="3459" y="74519"/>
                  <a:pt x="5805" y="74199"/>
                  <a:pt x="7038" y="73558"/>
                </a:cubicBezTo>
                <a:cubicBezTo>
                  <a:pt x="8271" y="72918"/>
                  <a:pt x="9136" y="72085"/>
                  <a:pt x="9632" y="71059"/>
                </a:cubicBezTo>
                <a:cubicBezTo>
                  <a:pt x="10129" y="70033"/>
                  <a:pt x="10377" y="67507"/>
                  <a:pt x="10377" y="63479"/>
                </a:cubicBezTo>
                <a:lnTo>
                  <a:pt x="10377" y="14683"/>
                </a:lnTo>
                <a:cubicBezTo>
                  <a:pt x="10377" y="10656"/>
                  <a:pt x="10129" y="8121"/>
                  <a:pt x="9632" y="7078"/>
                </a:cubicBezTo>
                <a:cubicBezTo>
                  <a:pt x="9136" y="6033"/>
                  <a:pt x="8262" y="5200"/>
                  <a:pt x="7010" y="4578"/>
                </a:cubicBezTo>
                <a:cubicBezTo>
                  <a:pt x="5759" y="3955"/>
                  <a:pt x="3422" y="3643"/>
                  <a:pt x="0" y="3643"/>
                </a:cubicBezTo>
                <a:lnTo>
                  <a:pt x="0" y="1656"/>
                </a:lnTo>
                <a:lnTo>
                  <a:pt x="34776" y="1656"/>
                </a:lnTo>
                <a:cubicBezTo>
                  <a:pt x="43828" y="1656"/>
                  <a:pt x="50452" y="2281"/>
                  <a:pt x="54647" y="3531"/>
                </a:cubicBezTo>
                <a:cubicBezTo>
                  <a:pt x="58843" y="4781"/>
                  <a:pt x="62265" y="7088"/>
                  <a:pt x="64915" y="10452"/>
                </a:cubicBezTo>
                <a:cubicBezTo>
                  <a:pt x="67564" y="13815"/>
                  <a:pt x="68889" y="17758"/>
                  <a:pt x="68889" y="22280"/>
                </a:cubicBezTo>
                <a:cubicBezTo>
                  <a:pt x="68889" y="27795"/>
                  <a:pt x="66902" y="32354"/>
                  <a:pt x="62927" y="35957"/>
                </a:cubicBezTo>
                <a:cubicBezTo>
                  <a:pt x="60388" y="38237"/>
                  <a:pt x="56837" y="39946"/>
                  <a:pt x="52274" y="41086"/>
                </a:cubicBezTo>
                <a:lnTo>
                  <a:pt x="70269" y="66484"/>
                </a:lnTo>
                <a:cubicBezTo>
                  <a:pt x="72624" y="69727"/>
                  <a:pt x="74298" y="71749"/>
                  <a:pt x="75292" y="72551"/>
                </a:cubicBezTo>
                <a:cubicBezTo>
                  <a:pt x="76801" y="73680"/>
                  <a:pt x="78549" y="74300"/>
                  <a:pt x="80536" y="74409"/>
                </a:cubicBezTo>
                <a:lnTo>
                  <a:pt x="80536" y="76506"/>
                </a:lnTo>
                <a:lnTo>
                  <a:pt x="56966" y="76506"/>
                </a:lnTo>
                <a:lnTo>
                  <a:pt x="32844" y="42393"/>
                </a:lnTo>
                <a:lnTo>
                  <a:pt x="27931" y="42393"/>
                </a:lnTo>
                <a:moveTo>
                  <a:pt x="27931" y="5851"/>
                </a:moveTo>
                <a:lnTo>
                  <a:pt x="27931" y="38419"/>
                </a:lnTo>
                <a:lnTo>
                  <a:pt x="31077" y="38419"/>
                </a:lnTo>
                <a:cubicBezTo>
                  <a:pt x="36192" y="38419"/>
                  <a:pt x="40020" y="37953"/>
                  <a:pt x="42559" y="37022"/>
                </a:cubicBezTo>
                <a:cubicBezTo>
                  <a:pt x="45098" y="36089"/>
                  <a:pt x="47094" y="34408"/>
                  <a:pt x="48548" y="31978"/>
                </a:cubicBezTo>
                <a:cubicBezTo>
                  <a:pt x="50001" y="29547"/>
                  <a:pt x="50728" y="26376"/>
                  <a:pt x="50728" y="22464"/>
                </a:cubicBezTo>
                <a:cubicBezTo>
                  <a:pt x="50728" y="16798"/>
                  <a:pt x="49394" y="12613"/>
                  <a:pt x="46726" y="9908"/>
                </a:cubicBezTo>
                <a:cubicBezTo>
                  <a:pt x="44058" y="7204"/>
                  <a:pt x="39762" y="5851"/>
                  <a:pt x="33837" y="5851"/>
                </a:cubicBezTo>
                <a:lnTo>
                  <a:pt x="27931" y="5851"/>
                </a:lnTo>
                <a:close/>
                <a:moveTo>
                  <a:pt x="132512" y="0"/>
                </a:moveTo>
                <a:lnTo>
                  <a:pt x="133120" y="24950"/>
                </a:lnTo>
                <a:lnTo>
                  <a:pt x="130856" y="24950"/>
                </a:lnTo>
                <a:cubicBezTo>
                  <a:pt x="129789" y="18710"/>
                  <a:pt x="127167" y="13691"/>
                  <a:pt x="122990" y="9893"/>
                </a:cubicBezTo>
                <a:cubicBezTo>
                  <a:pt x="118814" y="6094"/>
                  <a:pt x="114297" y="4195"/>
                  <a:pt x="109439" y="4195"/>
                </a:cubicBezTo>
                <a:cubicBezTo>
                  <a:pt x="105685" y="4195"/>
                  <a:pt x="102714" y="5195"/>
                  <a:pt x="100524" y="7195"/>
                </a:cubicBezTo>
                <a:cubicBezTo>
                  <a:pt x="98335" y="9194"/>
                  <a:pt x="97240" y="11495"/>
                  <a:pt x="97240" y="14100"/>
                </a:cubicBezTo>
                <a:cubicBezTo>
                  <a:pt x="97240" y="15750"/>
                  <a:pt x="97626" y="17218"/>
                  <a:pt x="98399" y="18502"/>
                </a:cubicBezTo>
                <a:cubicBezTo>
                  <a:pt x="99466" y="20226"/>
                  <a:pt x="101177" y="21931"/>
                  <a:pt x="103533" y="23618"/>
                </a:cubicBezTo>
                <a:cubicBezTo>
                  <a:pt x="105262" y="24829"/>
                  <a:pt x="109255" y="26976"/>
                  <a:pt x="115511" y="30058"/>
                </a:cubicBezTo>
                <a:cubicBezTo>
                  <a:pt x="124269" y="34350"/>
                  <a:pt x="130176" y="38404"/>
                  <a:pt x="133230" y="42221"/>
                </a:cubicBezTo>
                <a:cubicBezTo>
                  <a:pt x="136247" y="46036"/>
                  <a:pt x="137756" y="50403"/>
                  <a:pt x="137756" y="55320"/>
                </a:cubicBezTo>
                <a:cubicBezTo>
                  <a:pt x="137756" y="61558"/>
                  <a:pt x="135318" y="66924"/>
                  <a:pt x="130442" y="71419"/>
                </a:cubicBezTo>
                <a:cubicBezTo>
                  <a:pt x="125566" y="75915"/>
                  <a:pt x="119375" y="78162"/>
                  <a:pt x="111868" y="78162"/>
                </a:cubicBezTo>
                <a:cubicBezTo>
                  <a:pt x="109513" y="78162"/>
                  <a:pt x="107286" y="77923"/>
                  <a:pt x="105189" y="77445"/>
                </a:cubicBezTo>
                <a:cubicBezTo>
                  <a:pt x="103091" y="76966"/>
                  <a:pt x="100460" y="76065"/>
                  <a:pt x="97295" y="74740"/>
                </a:cubicBezTo>
                <a:cubicBezTo>
                  <a:pt x="95529" y="74004"/>
                  <a:pt x="94075" y="73636"/>
                  <a:pt x="92934" y="73636"/>
                </a:cubicBezTo>
                <a:cubicBezTo>
                  <a:pt x="91978" y="73636"/>
                  <a:pt x="90966" y="74009"/>
                  <a:pt x="89898" y="74754"/>
                </a:cubicBezTo>
                <a:cubicBezTo>
                  <a:pt x="88831" y="75499"/>
                  <a:pt x="87966" y="76635"/>
                  <a:pt x="87304" y="78162"/>
                </a:cubicBezTo>
                <a:lnTo>
                  <a:pt x="85262" y="78162"/>
                </a:lnTo>
                <a:lnTo>
                  <a:pt x="85262" y="49900"/>
                </a:lnTo>
                <a:lnTo>
                  <a:pt x="87304" y="49900"/>
                </a:lnTo>
                <a:cubicBezTo>
                  <a:pt x="88923" y="57831"/>
                  <a:pt x="92042" y="63880"/>
                  <a:pt x="96660" y="68047"/>
                </a:cubicBezTo>
                <a:cubicBezTo>
                  <a:pt x="101279" y="72215"/>
                  <a:pt x="106256" y="74298"/>
                  <a:pt x="111592" y="74298"/>
                </a:cubicBezTo>
                <a:cubicBezTo>
                  <a:pt x="115713" y="74298"/>
                  <a:pt x="118998" y="73179"/>
                  <a:pt x="121445" y="70942"/>
                </a:cubicBezTo>
                <a:cubicBezTo>
                  <a:pt x="123892" y="68704"/>
                  <a:pt x="125116" y="66099"/>
                  <a:pt x="125116" y="63127"/>
                </a:cubicBezTo>
                <a:cubicBezTo>
                  <a:pt x="125116" y="61367"/>
                  <a:pt x="124646" y="59661"/>
                  <a:pt x="123708" y="58011"/>
                </a:cubicBezTo>
                <a:cubicBezTo>
                  <a:pt x="122770" y="56360"/>
                  <a:pt x="121344" y="54791"/>
                  <a:pt x="119430" y="53305"/>
                </a:cubicBezTo>
                <a:cubicBezTo>
                  <a:pt x="117516" y="51820"/>
                  <a:pt x="114131" y="49885"/>
                  <a:pt x="109273" y="47501"/>
                </a:cubicBezTo>
                <a:cubicBezTo>
                  <a:pt x="102465" y="44162"/>
                  <a:pt x="97571" y="41317"/>
                  <a:pt x="94590" y="38966"/>
                </a:cubicBezTo>
                <a:cubicBezTo>
                  <a:pt x="91610" y="36614"/>
                  <a:pt x="89319" y="33987"/>
                  <a:pt x="87718" y="31084"/>
                </a:cubicBezTo>
                <a:cubicBezTo>
                  <a:pt x="86117" y="28182"/>
                  <a:pt x="85317" y="24985"/>
                  <a:pt x="85317" y="21495"/>
                </a:cubicBezTo>
                <a:cubicBezTo>
                  <a:pt x="85317" y="15543"/>
                  <a:pt x="87506" y="10472"/>
                  <a:pt x="91886" y="6284"/>
                </a:cubicBezTo>
                <a:cubicBezTo>
                  <a:pt x="96265" y="2095"/>
                  <a:pt x="101785" y="0"/>
                  <a:pt x="108445" y="0"/>
                </a:cubicBezTo>
                <a:cubicBezTo>
                  <a:pt x="110874" y="0"/>
                  <a:pt x="113229" y="298"/>
                  <a:pt x="115511" y="894"/>
                </a:cubicBezTo>
                <a:cubicBezTo>
                  <a:pt x="117240" y="1340"/>
                  <a:pt x="119347" y="2167"/>
                  <a:pt x="121831" y="3376"/>
                </a:cubicBezTo>
                <a:cubicBezTo>
                  <a:pt x="124315" y="4584"/>
                  <a:pt x="126054" y="5189"/>
                  <a:pt x="127048" y="5189"/>
                </a:cubicBezTo>
                <a:cubicBezTo>
                  <a:pt x="128004" y="5189"/>
                  <a:pt x="128759" y="4891"/>
                  <a:pt x="129311" y="4297"/>
                </a:cubicBezTo>
                <a:cubicBezTo>
                  <a:pt x="129863" y="3701"/>
                  <a:pt x="130378" y="2269"/>
                  <a:pt x="130856" y="0"/>
                </a:cubicBezTo>
                <a:lnTo>
                  <a:pt x="132512" y="0"/>
                </a:lnTo>
                <a:close/>
                <a:moveTo>
                  <a:pt x="213809" y="1656"/>
                </a:moveTo>
                <a:lnTo>
                  <a:pt x="213809" y="21969"/>
                </a:lnTo>
                <a:lnTo>
                  <a:pt x="211822" y="21969"/>
                </a:lnTo>
                <a:cubicBezTo>
                  <a:pt x="210644" y="17280"/>
                  <a:pt x="209338" y="13910"/>
                  <a:pt x="207903" y="11861"/>
                </a:cubicBezTo>
                <a:cubicBezTo>
                  <a:pt x="206468" y="9812"/>
                  <a:pt x="204499" y="8178"/>
                  <a:pt x="201996" y="6959"/>
                </a:cubicBezTo>
                <a:cubicBezTo>
                  <a:pt x="200598" y="6294"/>
                  <a:pt x="198151" y="5962"/>
                  <a:pt x="194655" y="5962"/>
                </a:cubicBezTo>
                <a:lnTo>
                  <a:pt x="189080" y="5962"/>
                </a:lnTo>
                <a:lnTo>
                  <a:pt x="189080" y="63700"/>
                </a:lnTo>
                <a:cubicBezTo>
                  <a:pt x="189080" y="67547"/>
                  <a:pt x="189291" y="69951"/>
                  <a:pt x="189715" y="70914"/>
                </a:cubicBezTo>
                <a:cubicBezTo>
                  <a:pt x="190138" y="71875"/>
                  <a:pt x="190966" y="72717"/>
                  <a:pt x="192199" y="73438"/>
                </a:cubicBezTo>
                <a:cubicBezTo>
                  <a:pt x="193431" y="74159"/>
                  <a:pt x="195115" y="74519"/>
                  <a:pt x="197249" y="74519"/>
                </a:cubicBezTo>
                <a:lnTo>
                  <a:pt x="199733" y="74519"/>
                </a:lnTo>
                <a:lnTo>
                  <a:pt x="199733" y="76506"/>
                </a:lnTo>
                <a:lnTo>
                  <a:pt x="160542" y="76506"/>
                </a:lnTo>
                <a:lnTo>
                  <a:pt x="160542" y="74519"/>
                </a:lnTo>
                <a:lnTo>
                  <a:pt x="163026" y="74519"/>
                </a:lnTo>
                <a:cubicBezTo>
                  <a:pt x="165197" y="74519"/>
                  <a:pt x="166945" y="74131"/>
                  <a:pt x="168270" y="73355"/>
                </a:cubicBezTo>
                <a:cubicBezTo>
                  <a:pt x="169226" y="72836"/>
                  <a:pt x="169981" y="71948"/>
                  <a:pt x="170533" y="70691"/>
                </a:cubicBezTo>
                <a:cubicBezTo>
                  <a:pt x="170938" y="69804"/>
                  <a:pt x="171140" y="67473"/>
                  <a:pt x="171140" y="63700"/>
                </a:cubicBezTo>
                <a:lnTo>
                  <a:pt x="171140" y="5962"/>
                </a:lnTo>
                <a:lnTo>
                  <a:pt x="165730" y="5962"/>
                </a:lnTo>
                <a:cubicBezTo>
                  <a:pt x="160689" y="5962"/>
                  <a:pt x="157027" y="7032"/>
                  <a:pt x="154746" y="9173"/>
                </a:cubicBezTo>
                <a:cubicBezTo>
                  <a:pt x="151544" y="12165"/>
                  <a:pt x="149520" y="16430"/>
                  <a:pt x="148674" y="21969"/>
                </a:cubicBezTo>
                <a:lnTo>
                  <a:pt x="146576" y="21969"/>
                </a:lnTo>
                <a:lnTo>
                  <a:pt x="146576" y="1656"/>
                </a:lnTo>
                <a:lnTo>
                  <a:pt x="213809" y="16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E3DC33-CC08-4CBD-9BA2-80033671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85" y="6708127"/>
            <a:ext cx="872850" cy="156715"/>
          </a:xfrm>
          <a:custGeom xmlns:a="http://schemas.openxmlformats.org/drawingml/2006/main">
            <a:pathLst>
              <a:path w="872850" h="156715">
                <a:moveTo>
                  <a:pt x="0" y="0"/>
                </a:moveTo>
                <a:lnTo>
                  <a:pt x="872850" y="0"/>
                </a:lnTo>
                <a:lnTo>
                  <a:pt x="872850" y="156715"/>
                </a:lnTo>
                <a:lnTo>
                  <a:pt x="0" y="1567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RST">
            <a:extLst xmlns:a="http://schemas.openxmlformats.org/drawingml/2006/main">
              <a:ext uri="{FF2B5EF4-FFF2-40B4-BE49-F238E27FC236}">
                <a16:creationId xmlns:a16="http://schemas.microsoft.com/office/drawing/2014/main" id="{7EE807C0-8D2E-4759-8453-461B98F1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47" y="6751368"/>
            <a:ext cx="213809" cy="78162"/>
          </a:xfrm>
          <a:custGeom xmlns:a="http://schemas.openxmlformats.org/drawingml/2006/main">
            <a:pathLst>
              <a:path w="213809" h="78162">
                <a:moveTo>
                  <a:pt x="27931" y="42393"/>
                </a:moveTo>
                <a:lnTo>
                  <a:pt x="27931" y="63479"/>
                </a:lnTo>
                <a:cubicBezTo>
                  <a:pt x="27931" y="67507"/>
                  <a:pt x="28179" y="70042"/>
                  <a:pt x="28676" y="71087"/>
                </a:cubicBezTo>
                <a:cubicBezTo>
                  <a:pt x="29173" y="72130"/>
                  <a:pt x="30047" y="72963"/>
                  <a:pt x="31298" y="73586"/>
                </a:cubicBezTo>
                <a:cubicBezTo>
                  <a:pt x="32549" y="74208"/>
                  <a:pt x="34886" y="74519"/>
                  <a:pt x="38308" y="74519"/>
                </a:cubicBezTo>
                <a:lnTo>
                  <a:pt x="38308" y="76506"/>
                </a:lnTo>
                <a:lnTo>
                  <a:pt x="0" y="76506"/>
                </a:lnTo>
                <a:lnTo>
                  <a:pt x="0" y="74519"/>
                </a:lnTo>
                <a:cubicBezTo>
                  <a:pt x="3459" y="74519"/>
                  <a:pt x="5805" y="74199"/>
                  <a:pt x="7038" y="73558"/>
                </a:cubicBezTo>
                <a:cubicBezTo>
                  <a:pt x="8271" y="72918"/>
                  <a:pt x="9136" y="72085"/>
                  <a:pt x="9632" y="71059"/>
                </a:cubicBezTo>
                <a:cubicBezTo>
                  <a:pt x="10129" y="70033"/>
                  <a:pt x="10377" y="67507"/>
                  <a:pt x="10377" y="63479"/>
                </a:cubicBezTo>
                <a:lnTo>
                  <a:pt x="10377" y="14683"/>
                </a:lnTo>
                <a:cubicBezTo>
                  <a:pt x="10377" y="10656"/>
                  <a:pt x="10129" y="8121"/>
                  <a:pt x="9632" y="7078"/>
                </a:cubicBezTo>
                <a:cubicBezTo>
                  <a:pt x="9136" y="6033"/>
                  <a:pt x="8262" y="5200"/>
                  <a:pt x="7010" y="4578"/>
                </a:cubicBezTo>
                <a:cubicBezTo>
                  <a:pt x="5759" y="3955"/>
                  <a:pt x="3422" y="3643"/>
                  <a:pt x="0" y="3643"/>
                </a:cubicBezTo>
                <a:lnTo>
                  <a:pt x="0" y="1656"/>
                </a:lnTo>
                <a:lnTo>
                  <a:pt x="34776" y="1656"/>
                </a:lnTo>
                <a:cubicBezTo>
                  <a:pt x="43828" y="1656"/>
                  <a:pt x="50452" y="2281"/>
                  <a:pt x="54647" y="3531"/>
                </a:cubicBezTo>
                <a:cubicBezTo>
                  <a:pt x="58843" y="4781"/>
                  <a:pt x="62265" y="7088"/>
                  <a:pt x="64915" y="10452"/>
                </a:cubicBezTo>
                <a:cubicBezTo>
                  <a:pt x="67564" y="13815"/>
                  <a:pt x="68889" y="17758"/>
                  <a:pt x="68889" y="22280"/>
                </a:cubicBezTo>
                <a:cubicBezTo>
                  <a:pt x="68889" y="27795"/>
                  <a:pt x="66902" y="32354"/>
                  <a:pt x="62927" y="35957"/>
                </a:cubicBezTo>
                <a:cubicBezTo>
                  <a:pt x="60388" y="38237"/>
                  <a:pt x="56837" y="39946"/>
                  <a:pt x="52274" y="41086"/>
                </a:cubicBezTo>
                <a:lnTo>
                  <a:pt x="70269" y="66484"/>
                </a:lnTo>
                <a:cubicBezTo>
                  <a:pt x="72624" y="69727"/>
                  <a:pt x="74298" y="71749"/>
                  <a:pt x="75292" y="72551"/>
                </a:cubicBezTo>
                <a:cubicBezTo>
                  <a:pt x="76801" y="73680"/>
                  <a:pt x="78549" y="74300"/>
                  <a:pt x="80536" y="74409"/>
                </a:cubicBezTo>
                <a:lnTo>
                  <a:pt x="80536" y="76506"/>
                </a:lnTo>
                <a:lnTo>
                  <a:pt x="56966" y="76506"/>
                </a:lnTo>
                <a:lnTo>
                  <a:pt x="32844" y="42393"/>
                </a:lnTo>
                <a:lnTo>
                  <a:pt x="27931" y="42393"/>
                </a:lnTo>
                <a:moveTo>
                  <a:pt x="27931" y="5851"/>
                </a:moveTo>
                <a:lnTo>
                  <a:pt x="27931" y="38419"/>
                </a:lnTo>
                <a:lnTo>
                  <a:pt x="31077" y="38419"/>
                </a:lnTo>
                <a:cubicBezTo>
                  <a:pt x="36192" y="38419"/>
                  <a:pt x="40020" y="37953"/>
                  <a:pt x="42559" y="37022"/>
                </a:cubicBezTo>
                <a:cubicBezTo>
                  <a:pt x="45098" y="36089"/>
                  <a:pt x="47094" y="34408"/>
                  <a:pt x="48548" y="31978"/>
                </a:cubicBezTo>
                <a:cubicBezTo>
                  <a:pt x="50001" y="29547"/>
                  <a:pt x="50728" y="26376"/>
                  <a:pt x="50728" y="22464"/>
                </a:cubicBezTo>
                <a:cubicBezTo>
                  <a:pt x="50728" y="16798"/>
                  <a:pt x="49394" y="12613"/>
                  <a:pt x="46726" y="9908"/>
                </a:cubicBezTo>
                <a:cubicBezTo>
                  <a:pt x="44058" y="7204"/>
                  <a:pt x="39762" y="5851"/>
                  <a:pt x="33837" y="5851"/>
                </a:cubicBezTo>
                <a:lnTo>
                  <a:pt x="27931" y="5851"/>
                </a:lnTo>
                <a:close/>
                <a:moveTo>
                  <a:pt x="132512" y="0"/>
                </a:moveTo>
                <a:lnTo>
                  <a:pt x="133120" y="24950"/>
                </a:lnTo>
                <a:lnTo>
                  <a:pt x="130856" y="24950"/>
                </a:lnTo>
                <a:cubicBezTo>
                  <a:pt x="129789" y="18710"/>
                  <a:pt x="127167" y="13691"/>
                  <a:pt x="122990" y="9893"/>
                </a:cubicBezTo>
                <a:cubicBezTo>
                  <a:pt x="118814" y="6094"/>
                  <a:pt x="114297" y="4195"/>
                  <a:pt x="109439" y="4195"/>
                </a:cubicBezTo>
                <a:cubicBezTo>
                  <a:pt x="105685" y="4195"/>
                  <a:pt x="102714" y="5195"/>
                  <a:pt x="100524" y="7195"/>
                </a:cubicBezTo>
                <a:cubicBezTo>
                  <a:pt x="98335" y="9194"/>
                  <a:pt x="97240" y="11495"/>
                  <a:pt x="97240" y="14100"/>
                </a:cubicBezTo>
                <a:cubicBezTo>
                  <a:pt x="97240" y="15750"/>
                  <a:pt x="97626" y="17218"/>
                  <a:pt x="98399" y="18502"/>
                </a:cubicBezTo>
                <a:cubicBezTo>
                  <a:pt x="99466" y="20226"/>
                  <a:pt x="101177" y="21931"/>
                  <a:pt x="103533" y="23618"/>
                </a:cubicBezTo>
                <a:cubicBezTo>
                  <a:pt x="105262" y="24829"/>
                  <a:pt x="109255" y="26976"/>
                  <a:pt x="115511" y="30058"/>
                </a:cubicBezTo>
                <a:cubicBezTo>
                  <a:pt x="124269" y="34350"/>
                  <a:pt x="130176" y="38404"/>
                  <a:pt x="133230" y="42221"/>
                </a:cubicBezTo>
                <a:cubicBezTo>
                  <a:pt x="136247" y="46036"/>
                  <a:pt x="137756" y="50403"/>
                  <a:pt x="137756" y="55320"/>
                </a:cubicBezTo>
                <a:cubicBezTo>
                  <a:pt x="137756" y="61558"/>
                  <a:pt x="135318" y="66924"/>
                  <a:pt x="130442" y="71419"/>
                </a:cubicBezTo>
                <a:cubicBezTo>
                  <a:pt x="125566" y="75915"/>
                  <a:pt x="119375" y="78162"/>
                  <a:pt x="111868" y="78162"/>
                </a:cubicBezTo>
                <a:cubicBezTo>
                  <a:pt x="109513" y="78162"/>
                  <a:pt x="107286" y="77923"/>
                  <a:pt x="105189" y="77445"/>
                </a:cubicBezTo>
                <a:cubicBezTo>
                  <a:pt x="103091" y="76966"/>
                  <a:pt x="100460" y="76065"/>
                  <a:pt x="97295" y="74740"/>
                </a:cubicBezTo>
                <a:cubicBezTo>
                  <a:pt x="95529" y="74004"/>
                  <a:pt x="94075" y="73636"/>
                  <a:pt x="92934" y="73636"/>
                </a:cubicBezTo>
                <a:cubicBezTo>
                  <a:pt x="91978" y="73636"/>
                  <a:pt x="90966" y="74009"/>
                  <a:pt x="89898" y="74754"/>
                </a:cubicBezTo>
                <a:cubicBezTo>
                  <a:pt x="88831" y="75499"/>
                  <a:pt x="87966" y="76635"/>
                  <a:pt x="87304" y="78162"/>
                </a:cubicBezTo>
                <a:lnTo>
                  <a:pt x="85262" y="78162"/>
                </a:lnTo>
                <a:lnTo>
                  <a:pt x="85262" y="49900"/>
                </a:lnTo>
                <a:lnTo>
                  <a:pt x="87304" y="49900"/>
                </a:lnTo>
                <a:cubicBezTo>
                  <a:pt x="88923" y="57831"/>
                  <a:pt x="92042" y="63880"/>
                  <a:pt x="96660" y="68047"/>
                </a:cubicBezTo>
                <a:cubicBezTo>
                  <a:pt x="101279" y="72215"/>
                  <a:pt x="106256" y="74298"/>
                  <a:pt x="111592" y="74298"/>
                </a:cubicBezTo>
                <a:cubicBezTo>
                  <a:pt x="115713" y="74298"/>
                  <a:pt x="118998" y="73179"/>
                  <a:pt x="121445" y="70942"/>
                </a:cubicBezTo>
                <a:cubicBezTo>
                  <a:pt x="123892" y="68704"/>
                  <a:pt x="125116" y="66099"/>
                  <a:pt x="125116" y="63127"/>
                </a:cubicBezTo>
                <a:cubicBezTo>
                  <a:pt x="125116" y="61367"/>
                  <a:pt x="124646" y="59661"/>
                  <a:pt x="123708" y="58011"/>
                </a:cubicBezTo>
                <a:cubicBezTo>
                  <a:pt x="122770" y="56360"/>
                  <a:pt x="121344" y="54791"/>
                  <a:pt x="119430" y="53305"/>
                </a:cubicBezTo>
                <a:cubicBezTo>
                  <a:pt x="117516" y="51820"/>
                  <a:pt x="114131" y="49885"/>
                  <a:pt x="109273" y="47501"/>
                </a:cubicBezTo>
                <a:cubicBezTo>
                  <a:pt x="102465" y="44162"/>
                  <a:pt x="97571" y="41317"/>
                  <a:pt x="94590" y="38966"/>
                </a:cubicBezTo>
                <a:cubicBezTo>
                  <a:pt x="91610" y="36614"/>
                  <a:pt x="89319" y="33987"/>
                  <a:pt x="87718" y="31084"/>
                </a:cubicBezTo>
                <a:cubicBezTo>
                  <a:pt x="86117" y="28182"/>
                  <a:pt x="85317" y="24985"/>
                  <a:pt x="85317" y="21495"/>
                </a:cubicBezTo>
                <a:cubicBezTo>
                  <a:pt x="85317" y="15543"/>
                  <a:pt x="87506" y="10472"/>
                  <a:pt x="91886" y="6284"/>
                </a:cubicBezTo>
                <a:cubicBezTo>
                  <a:pt x="96265" y="2095"/>
                  <a:pt x="101785" y="0"/>
                  <a:pt x="108445" y="0"/>
                </a:cubicBezTo>
                <a:cubicBezTo>
                  <a:pt x="110874" y="0"/>
                  <a:pt x="113229" y="298"/>
                  <a:pt x="115511" y="894"/>
                </a:cubicBezTo>
                <a:cubicBezTo>
                  <a:pt x="117240" y="1340"/>
                  <a:pt x="119347" y="2167"/>
                  <a:pt x="121831" y="3376"/>
                </a:cubicBezTo>
                <a:cubicBezTo>
                  <a:pt x="124315" y="4584"/>
                  <a:pt x="126054" y="5189"/>
                  <a:pt x="127048" y="5189"/>
                </a:cubicBezTo>
                <a:cubicBezTo>
                  <a:pt x="128004" y="5189"/>
                  <a:pt x="128759" y="4891"/>
                  <a:pt x="129311" y="4297"/>
                </a:cubicBezTo>
                <a:cubicBezTo>
                  <a:pt x="129863" y="3701"/>
                  <a:pt x="130378" y="2269"/>
                  <a:pt x="130856" y="0"/>
                </a:cubicBezTo>
                <a:lnTo>
                  <a:pt x="132512" y="0"/>
                </a:lnTo>
                <a:close/>
                <a:moveTo>
                  <a:pt x="213809" y="1656"/>
                </a:moveTo>
                <a:lnTo>
                  <a:pt x="213809" y="21969"/>
                </a:lnTo>
                <a:lnTo>
                  <a:pt x="211822" y="21969"/>
                </a:lnTo>
                <a:cubicBezTo>
                  <a:pt x="210644" y="17280"/>
                  <a:pt x="209338" y="13910"/>
                  <a:pt x="207903" y="11861"/>
                </a:cubicBezTo>
                <a:cubicBezTo>
                  <a:pt x="206468" y="9812"/>
                  <a:pt x="204499" y="8178"/>
                  <a:pt x="201996" y="6959"/>
                </a:cubicBezTo>
                <a:cubicBezTo>
                  <a:pt x="200598" y="6294"/>
                  <a:pt x="198151" y="5962"/>
                  <a:pt x="194655" y="5962"/>
                </a:cubicBezTo>
                <a:lnTo>
                  <a:pt x="189080" y="5962"/>
                </a:lnTo>
                <a:lnTo>
                  <a:pt x="189080" y="63700"/>
                </a:lnTo>
                <a:cubicBezTo>
                  <a:pt x="189080" y="67547"/>
                  <a:pt x="189291" y="69951"/>
                  <a:pt x="189715" y="70914"/>
                </a:cubicBezTo>
                <a:cubicBezTo>
                  <a:pt x="190138" y="71875"/>
                  <a:pt x="190966" y="72717"/>
                  <a:pt x="192198" y="73438"/>
                </a:cubicBezTo>
                <a:cubicBezTo>
                  <a:pt x="193431" y="74159"/>
                  <a:pt x="195115" y="74519"/>
                  <a:pt x="197249" y="74519"/>
                </a:cubicBezTo>
                <a:lnTo>
                  <a:pt x="199733" y="74519"/>
                </a:lnTo>
                <a:lnTo>
                  <a:pt x="199733" y="76506"/>
                </a:lnTo>
                <a:lnTo>
                  <a:pt x="160542" y="76506"/>
                </a:lnTo>
                <a:lnTo>
                  <a:pt x="160542" y="74519"/>
                </a:lnTo>
                <a:lnTo>
                  <a:pt x="163026" y="74519"/>
                </a:lnTo>
                <a:cubicBezTo>
                  <a:pt x="165197" y="74519"/>
                  <a:pt x="166945" y="74131"/>
                  <a:pt x="168270" y="73355"/>
                </a:cubicBezTo>
                <a:cubicBezTo>
                  <a:pt x="169226" y="72836"/>
                  <a:pt x="169981" y="71948"/>
                  <a:pt x="170533" y="70691"/>
                </a:cubicBezTo>
                <a:cubicBezTo>
                  <a:pt x="170938" y="69804"/>
                  <a:pt x="171140" y="67473"/>
                  <a:pt x="171140" y="63700"/>
                </a:cubicBezTo>
                <a:lnTo>
                  <a:pt x="171140" y="5962"/>
                </a:lnTo>
                <a:lnTo>
                  <a:pt x="165730" y="5962"/>
                </a:lnTo>
                <a:cubicBezTo>
                  <a:pt x="160689" y="5962"/>
                  <a:pt x="157027" y="7032"/>
                  <a:pt x="154746" y="9173"/>
                </a:cubicBezTo>
                <a:cubicBezTo>
                  <a:pt x="151544" y="12165"/>
                  <a:pt x="149520" y="16430"/>
                  <a:pt x="148674" y="21969"/>
                </a:cubicBezTo>
                <a:lnTo>
                  <a:pt x="146576" y="21969"/>
                </a:lnTo>
                <a:lnTo>
                  <a:pt x="146576" y="1656"/>
                </a:lnTo>
                <a:lnTo>
                  <a:pt x="213809" y="16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Teardownthe">
            <a:extLst xmlns:a="http://schemas.openxmlformats.org/drawingml/2006/main">
              <a:ext uri="{FF2B5EF4-FFF2-40B4-BE49-F238E27FC236}">
                <a16:creationId xmlns:a16="http://schemas.microsoft.com/office/drawing/2014/main" id="{FD83EB9F-98A9-4534-A986-6CB87806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13" y="6964635"/>
            <a:ext cx="941674" cy="109184"/>
          </a:xfrm>
          <a:custGeom xmlns:a="http://schemas.openxmlformats.org/drawingml/2006/main">
            <a:pathLst>
              <a:path w="941674" h="109184">
                <a:moveTo>
                  <a:pt x="96088" y="0"/>
                </a:moveTo>
                <a:lnTo>
                  <a:pt x="96088" y="29032"/>
                </a:lnTo>
                <a:lnTo>
                  <a:pt x="93248" y="29032"/>
                </a:lnTo>
                <a:cubicBezTo>
                  <a:pt x="91565" y="22329"/>
                  <a:pt x="89698" y="17514"/>
                  <a:pt x="87647" y="14585"/>
                </a:cubicBezTo>
                <a:cubicBezTo>
                  <a:pt x="85596" y="11656"/>
                  <a:pt x="82782" y="9321"/>
                  <a:pt x="79206" y="7578"/>
                </a:cubicBezTo>
                <a:cubicBezTo>
                  <a:pt x="77207" y="6628"/>
                  <a:pt x="73710" y="6153"/>
                  <a:pt x="68713" y="6153"/>
                </a:cubicBezTo>
                <a:lnTo>
                  <a:pt x="60745" y="6153"/>
                </a:lnTo>
                <a:lnTo>
                  <a:pt x="60745" y="88673"/>
                </a:lnTo>
                <a:cubicBezTo>
                  <a:pt x="60745" y="94170"/>
                  <a:pt x="61048" y="97607"/>
                  <a:pt x="61653" y="98983"/>
                </a:cubicBezTo>
                <a:cubicBezTo>
                  <a:pt x="62257" y="100357"/>
                  <a:pt x="63441" y="101559"/>
                  <a:pt x="65203" y="102589"/>
                </a:cubicBezTo>
                <a:cubicBezTo>
                  <a:pt x="66965" y="103620"/>
                  <a:pt x="69371" y="104135"/>
                  <a:pt x="72421" y="104135"/>
                </a:cubicBezTo>
                <a:lnTo>
                  <a:pt x="75971" y="104135"/>
                </a:lnTo>
                <a:lnTo>
                  <a:pt x="75971" y="106975"/>
                </a:lnTo>
                <a:lnTo>
                  <a:pt x="19959" y="106975"/>
                </a:lnTo>
                <a:lnTo>
                  <a:pt x="19959" y="104135"/>
                </a:lnTo>
                <a:lnTo>
                  <a:pt x="23509" y="104135"/>
                </a:lnTo>
                <a:cubicBezTo>
                  <a:pt x="26612" y="104135"/>
                  <a:pt x="29110" y="103580"/>
                  <a:pt x="31004" y="102471"/>
                </a:cubicBezTo>
                <a:cubicBezTo>
                  <a:pt x="32371" y="101730"/>
                  <a:pt x="33449" y="100461"/>
                  <a:pt x="34238" y="98664"/>
                </a:cubicBezTo>
                <a:cubicBezTo>
                  <a:pt x="34817" y="97396"/>
                  <a:pt x="35106" y="94065"/>
                  <a:pt x="35106" y="88673"/>
                </a:cubicBezTo>
                <a:lnTo>
                  <a:pt x="35106" y="6153"/>
                </a:lnTo>
                <a:lnTo>
                  <a:pt x="27375" y="6153"/>
                </a:lnTo>
                <a:cubicBezTo>
                  <a:pt x="20170" y="6153"/>
                  <a:pt x="14937" y="7684"/>
                  <a:pt x="11676" y="10744"/>
                </a:cubicBezTo>
                <a:cubicBezTo>
                  <a:pt x="7100" y="15019"/>
                  <a:pt x="4207" y="21115"/>
                  <a:pt x="2998" y="29032"/>
                </a:cubicBezTo>
                <a:lnTo>
                  <a:pt x="0" y="29032"/>
                </a:lnTo>
                <a:lnTo>
                  <a:pt x="0" y="0"/>
                </a:lnTo>
                <a:lnTo>
                  <a:pt x="96088" y="0"/>
                </a:lnTo>
                <a:close/>
                <a:moveTo>
                  <a:pt x="154761" y="67372"/>
                </a:moveTo>
                <a:lnTo>
                  <a:pt x="114291" y="67372"/>
                </a:lnTo>
                <a:cubicBezTo>
                  <a:pt x="114764" y="77181"/>
                  <a:pt x="117367" y="84933"/>
                  <a:pt x="122101" y="90628"/>
                </a:cubicBezTo>
                <a:cubicBezTo>
                  <a:pt x="125730" y="95004"/>
                  <a:pt x="130095" y="97193"/>
                  <a:pt x="135197" y="97193"/>
                </a:cubicBezTo>
                <a:cubicBezTo>
                  <a:pt x="138352" y="97193"/>
                  <a:pt x="141218" y="96312"/>
                  <a:pt x="143796" y="94550"/>
                </a:cubicBezTo>
                <a:cubicBezTo>
                  <a:pt x="146373" y="92788"/>
                  <a:pt x="149134" y="89619"/>
                  <a:pt x="152079" y="85044"/>
                </a:cubicBezTo>
                <a:lnTo>
                  <a:pt x="154761" y="86779"/>
                </a:lnTo>
                <a:cubicBezTo>
                  <a:pt x="150764" y="94931"/>
                  <a:pt x="146346" y="100703"/>
                  <a:pt x="141508" y="104096"/>
                </a:cubicBezTo>
                <a:cubicBezTo>
                  <a:pt x="136669" y="107488"/>
                  <a:pt x="131068" y="109184"/>
                  <a:pt x="124704" y="109184"/>
                </a:cubicBezTo>
                <a:cubicBezTo>
                  <a:pt x="113765" y="109184"/>
                  <a:pt x="105481" y="104972"/>
                  <a:pt x="99854" y="96549"/>
                </a:cubicBezTo>
                <a:cubicBezTo>
                  <a:pt x="95331" y="89758"/>
                  <a:pt x="93069" y="81335"/>
                  <a:pt x="93069" y="71280"/>
                </a:cubicBezTo>
                <a:cubicBezTo>
                  <a:pt x="93069" y="58960"/>
                  <a:pt x="96396" y="49154"/>
                  <a:pt x="103049" y="41864"/>
                </a:cubicBezTo>
                <a:cubicBezTo>
                  <a:pt x="109702" y="34571"/>
                  <a:pt x="117499" y="30925"/>
                  <a:pt x="126440" y="30925"/>
                </a:cubicBezTo>
                <a:cubicBezTo>
                  <a:pt x="133908" y="30925"/>
                  <a:pt x="140390" y="33989"/>
                  <a:pt x="145886" y="40116"/>
                </a:cubicBezTo>
                <a:cubicBezTo>
                  <a:pt x="151382" y="46243"/>
                  <a:pt x="154341" y="55328"/>
                  <a:pt x="154761" y="67372"/>
                </a:cubicBezTo>
                <a:moveTo>
                  <a:pt x="135354" y="62165"/>
                </a:moveTo>
                <a:cubicBezTo>
                  <a:pt x="135354" y="53698"/>
                  <a:pt x="134894" y="47886"/>
                  <a:pt x="133974" y="44731"/>
                </a:cubicBezTo>
                <a:cubicBezTo>
                  <a:pt x="133053" y="41575"/>
                  <a:pt x="131620" y="39182"/>
                  <a:pt x="129674" y="37552"/>
                </a:cubicBezTo>
                <a:cubicBezTo>
                  <a:pt x="128570" y="36605"/>
                  <a:pt x="127097" y="36132"/>
                  <a:pt x="125256" y="36132"/>
                </a:cubicBezTo>
                <a:cubicBezTo>
                  <a:pt x="122522" y="36132"/>
                  <a:pt x="120286" y="37473"/>
                  <a:pt x="118551" y="40155"/>
                </a:cubicBezTo>
                <a:cubicBezTo>
                  <a:pt x="115448" y="44836"/>
                  <a:pt x="113896" y="51252"/>
                  <a:pt x="113896" y="59404"/>
                </a:cubicBezTo>
                <a:lnTo>
                  <a:pt x="113896" y="62165"/>
                </a:lnTo>
                <a:lnTo>
                  <a:pt x="135354" y="62165"/>
                </a:lnTo>
                <a:close/>
                <a:moveTo>
                  <a:pt x="204788" y="96088"/>
                </a:moveTo>
                <a:cubicBezTo>
                  <a:pt x="195795" y="104082"/>
                  <a:pt x="187722" y="108080"/>
                  <a:pt x="180569" y="108080"/>
                </a:cubicBezTo>
                <a:cubicBezTo>
                  <a:pt x="176361" y="108080"/>
                  <a:pt x="172864" y="106695"/>
                  <a:pt x="170076" y="103925"/>
                </a:cubicBezTo>
                <a:cubicBezTo>
                  <a:pt x="167289" y="101154"/>
                  <a:pt x="165895" y="97685"/>
                  <a:pt x="165895" y="93517"/>
                </a:cubicBezTo>
                <a:cubicBezTo>
                  <a:pt x="165895" y="87870"/>
                  <a:pt x="168315" y="82790"/>
                  <a:pt x="173153" y="78279"/>
                </a:cubicBezTo>
                <a:cubicBezTo>
                  <a:pt x="177992" y="73767"/>
                  <a:pt x="188537" y="67765"/>
                  <a:pt x="204788" y="60272"/>
                </a:cubicBezTo>
                <a:lnTo>
                  <a:pt x="204788" y="52856"/>
                </a:lnTo>
                <a:cubicBezTo>
                  <a:pt x="204788" y="47282"/>
                  <a:pt x="204486" y="43771"/>
                  <a:pt x="203881" y="42325"/>
                </a:cubicBezTo>
                <a:cubicBezTo>
                  <a:pt x="203276" y="40878"/>
                  <a:pt x="202132" y="39616"/>
                  <a:pt x="200449" y="38538"/>
                </a:cubicBezTo>
                <a:cubicBezTo>
                  <a:pt x="198766" y="37460"/>
                  <a:pt x="196873" y="36921"/>
                  <a:pt x="194769" y="36921"/>
                </a:cubicBezTo>
                <a:cubicBezTo>
                  <a:pt x="191350" y="36921"/>
                  <a:pt x="188537" y="37683"/>
                  <a:pt x="186328" y="39208"/>
                </a:cubicBezTo>
                <a:cubicBezTo>
                  <a:pt x="184960" y="40155"/>
                  <a:pt x="184277" y="41260"/>
                  <a:pt x="184277" y="42522"/>
                </a:cubicBezTo>
                <a:cubicBezTo>
                  <a:pt x="184277" y="43626"/>
                  <a:pt x="185013" y="44994"/>
                  <a:pt x="186486" y="46624"/>
                </a:cubicBezTo>
                <a:cubicBezTo>
                  <a:pt x="188484" y="48886"/>
                  <a:pt x="189483" y="51068"/>
                  <a:pt x="189483" y="53172"/>
                </a:cubicBezTo>
                <a:cubicBezTo>
                  <a:pt x="189483" y="55749"/>
                  <a:pt x="188524" y="57945"/>
                  <a:pt x="186604" y="59759"/>
                </a:cubicBezTo>
                <a:cubicBezTo>
                  <a:pt x="184684" y="61574"/>
                  <a:pt x="182173" y="62481"/>
                  <a:pt x="179070" y="62481"/>
                </a:cubicBezTo>
                <a:cubicBezTo>
                  <a:pt x="175757" y="62481"/>
                  <a:pt x="172982" y="61482"/>
                  <a:pt x="170747" y="59483"/>
                </a:cubicBezTo>
                <a:cubicBezTo>
                  <a:pt x="168512" y="57485"/>
                  <a:pt x="167394" y="55144"/>
                  <a:pt x="167394" y="52462"/>
                </a:cubicBezTo>
                <a:cubicBezTo>
                  <a:pt x="167394" y="48675"/>
                  <a:pt x="168893" y="45059"/>
                  <a:pt x="171891" y="41615"/>
                </a:cubicBezTo>
                <a:cubicBezTo>
                  <a:pt x="174889" y="38170"/>
                  <a:pt x="179070" y="35527"/>
                  <a:pt x="184434" y="33686"/>
                </a:cubicBezTo>
                <a:cubicBezTo>
                  <a:pt x="189799" y="31845"/>
                  <a:pt x="195374" y="30925"/>
                  <a:pt x="201159" y="30925"/>
                </a:cubicBezTo>
                <a:cubicBezTo>
                  <a:pt x="208154" y="30925"/>
                  <a:pt x="213690" y="32415"/>
                  <a:pt x="217766" y="35395"/>
                </a:cubicBezTo>
                <a:cubicBezTo>
                  <a:pt x="221842" y="38373"/>
                  <a:pt x="224484" y="41601"/>
                  <a:pt x="225694" y="45081"/>
                </a:cubicBezTo>
                <a:cubicBezTo>
                  <a:pt x="226430" y="47295"/>
                  <a:pt x="226798" y="52381"/>
                  <a:pt x="226798" y="60341"/>
                </a:cubicBezTo>
                <a:lnTo>
                  <a:pt x="226798" y="89045"/>
                </a:lnTo>
                <a:cubicBezTo>
                  <a:pt x="226798" y="92419"/>
                  <a:pt x="226930" y="94542"/>
                  <a:pt x="227193" y="95413"/>
                </a:cubicBezTo>
                <a:cubicBezTo>
                  <a:pt x="227456" y="96282"/>
                  <a:pt x="227850" y="96928"/>
                  <a:pt x="228376" y="97350"/>
                </a:cubicBezTo>
                <a:cubicBezTo>
                  <a:pt x="228902" y="97771"/>
                  <a:pt x="229507" y="97982"/>
                  <a:pt x="230191" y="97982"/>
                </a:cubicBezTo>
                <a:cubicBezTo>
                  <a:pt x="231558" y="97982"/>
                  <a:pt x="232952" y="97009"/>
                  <a:pt x="234372" y="95063"/>
                </a:cubicBezTo>
                <a:lnTo>
                  <a:pt x="236739" y="96956"/>
                </a:lnTo>
                <a:cubicBezTo>
                  <a:pt x="234109" y="100848"/>
                  <a:pt x="231387" y="103675"/>
                  <a:pt x="228573" y="105437"/>
                </a:cubicBezTo>
                <a:cubicBezTo>
                  <a:pt x="225760" y="107199"/>
                  <a:pt x="222565" y="108080"/>
                  <a:pt x="218988" y="108080"/>
                </a:cubicBezTo>
                <a:cubicBezTo>
                  <a:pt x="214781" y="108080"/>
                  <a:pt x="211494" y="107087"/>
                  <a:pt x="209127" y="105101"/>
                </a:cubicBezTo>
                <a:cubicBezTo>
                  <a:pt x="206760" y="103116"/>
                  <a:pt x="205314" y="100112"/>
                  <a:pt x="204788" y="96088"/>
                </a:cubicBezTo>
                <a:moveTo>
                  <a:pt x="204788" y="90250"/>
                </a:moveTo>
                <a:lnTo>
                  <a:pt x="204788" y="65573"/>
                </a:lnTo>
                <a:cubicBezTo>
                  <a:pt x="198424" y="69325"/>
                  <a:pt x="193691" y="73342"/>
                  <a:pt x="190588" y="77623"/>
                </a:cubicBezTo>
                <a:cubicBezTo>
                  <a:pt x="188537" y="80476"/>
                  <a:pt x="187511" y="83357"/>
                  <a:pt x="187511" y="86264"/>
                </a:cubicBezTo>
                <a:cubicBezTo>
                  <a:pt x="187511" y="88695"/>
                  <a:pt x="188379" y="90835"/>
                  <a:pt x="190115" y="92686"/>
                </a:cubicBezTo>
                <a:cubicBezTo>
                  <a:pt x="191429" y="94113"/>
                  <a:pt x="193270" y="94826"/>
                  <a:pt x="195637" y="94826"/>
                </a:cubicBezTo>
                <a:cubicBezTo>
                  <a:pt x="198267" y="94826"/>
                  <a:pt x="201317" y="93301"/>
                  <a:pt x="204788" y="90250"/>
                </a:cubicBezTo>
                <a:close/>
                <a:moveTo>
                  <a:pt x="275716" y="33134"/>
                </a:moveTo>
                <a:lnTo>
                  <a:pt x="275716" y="49859"/>
                </a:lnTo>
                <a:cubicBezTo>
                  <a:pt x="280607" y="42233"/>
                  <a:pt x="284894" y="37170"/>
                  <a:pt x="288575" y="34672"/>
                </a:cubicBezTo>
                <a:cubicBezTo>
                  <a:pt x="292257" y="32174"/>
                  <a:pt x="295807" y="30925"/>
                  <a:pt x="299225" y="30925"/>
                </a:cubicBezTo>
                <a:cubicBezTo>
                  <a:pt x="302171" y="30925"/>
                  <a:pt x="304524" y="31835"/>
                  <a:pt x="306286" y="33657"/>
                </a:cubicBezTo>
                <a:cubicBezTo>
                  <a:pt x="308048" y="35478"/>
                  <a:pt x="308929" y="38051"/>
                  <a:pt x="308929" y="41375"/>
                </a:cubicBezTo>
                <a:cubicBezTo>
                  <a:pt x="308929" y="44912"/>
                  <a:pt x="308074" y="47658"/>
                  <a:pt x="306365" y="49612"/>
                </a:cubicBezTo>
                <a:cubicBezTo>
                  <a:pt x="304656" y="51565"/>
                  <a:pt x="302591" y="52541"/>
                  <a:pt x="300172" y="52541"/>
                </a:cubicBezTo>
                <a:cubicBezTo>
                  <a:pt x="297385" y="52541"/>
                  <a:pt x="294965" y="51647"/>
                  <a:pt x="292914" y="49859"/>
                </a:cubicBezTo>
                <a:cubicBezTo>
                  <a:pt x="290863" y="48070"/>
                  <a:pt x="289653" y="47071"/>
                  <a:pt x="289285" y="46861"/>
                </a:cubicBezTo>
                <a:cubicBezTo>
                  <a:pt x="288759" y="46545"/>
                  <a:pt x="288155" y="46387"/>
                  <a:pt x="287471" y="46387"/>
                </a:cubicBezTo>
                <a:cubicBezTo>
                  <a:pt x="285946" y="46387"/>
                  <a:pt x="284499" y="46966"/>
                  <a:pt x="283132" y="48123"/>
                </a:cubicBezTo>
                <a:cubicBezTo>
                  <a:pt x="280976" y="49911"/>
                  <a:pt x="279345" y="52462"/>
                  <a:pt x="278241" y="55775"/>
                </a:cubicBezTo>
                <a:cubicBezTo>
                  <a:pt x="276558" y="60877"/>
                  <a:pt x="275716" y="66504"/>
                  <a:pt x="275716" y="72658"/>
                </a:cubicBezTo>
                <a:lnTo>
                  <a:pt x="275716" y="89619"/>
                </a:lnTo>
                <a:lnTo>
                  <a:pt x="275795" y="94037"/>
                </a:lnTo>
                <a:cubicBezTo>
                  <a:pt x="275795" y="97035"/>
                  <a:pt x="275979" y="98955"/>
                  <a:pt x="276347" y="99796"/>
                </a:cubicBezTo>
                <a:cubicBezTo>
                  <a:pt x="276978" y="101216"/>
                  <a:pt x="277912" y="102255"/>
                  <a:pt x="279148" y="102912"/>
                </a:cubicBezTo>
                <a:cubicBezTo>
                  <a:pt x="280384" y="103570"/>
                  <a:pt x="282474" y="103977"/>
                  <a:pt x="285420" y="104135"/>
                </a:cubicBezTo>
                <a:lnTo>
                  <a:pt x="285420" y="106975"/>
                </a:lnTo>
                <a:lnTo>
                  <a:pt x="245580" y="106975"/>
                </a:lnTo>
                <a:lnTo>
                  <a:pt x="245580" y="104135"/>
                </a:lnTo>
                <a:cubicBezTo>
                  <a:pt x="248788" y="103872"/>
                  <a:pt x="250958" y="102991"/>
                  <a:pt x="252089" y="101492"/>
                </a:cubicBezTo>
                <a:cubicBezTo>
                  <a:pt x="253219" y="99993"/>
                  <a:pt x="253785" y="96036"/>
                  <a:pt x="253785" y="89619"/>
                </a:cubicBezTo>
                <a:lnTo>
                  <a:pt x="253785" y="48754"/>
                </a:lnTo>
                <a:cubicBezTo>
                  <a:pt x="253785" y="44520"/>
                  <a:pt x="253574" y="41822"/>
                  <a:pt x="253154" y="40658"/>
                </a:cubicBezTo>
                <a:cubicBezTo>
                  <a:pt x="252628" y="39176"/>
                  <a:pt x="251865" y="38091"/>
                  <a:pt x="250866" y="37404"/>
                </a:cubicBezTo>
                <a:cubicBezTo>
                  <a:pt x="249866" y="36715"/>
                  <a:pt x="248105" y="36239"/>
                  <a:pt x="245580" y="35974"/>
                </a:cubicBezTo>
                <a:lnTo>
                  <a:pt x="245580" y="33134"/>
                </a:lnTo>
                <a:lnTo>
                  <a:pt x="275716" y="33134"/>
                </a:lnTo>
                <a:close/>
                <a:moveTo>
                  <a:pt x="388634" y="0"/>
                </a:moveTo>
                <a:lnTo>
                  <a:pt x="388634" y="84886"/>
                </a:lnTo>
                <a:cubicBezTo>
                  <a:pt x="388634" y="90561"/>
                  <a:pt x="388792" y="93919"/>
                  <a:pt x="389108" y="94959"/>
                </a:cubicBezTo>
                <a:cubicBezTo>
                  <a:pt x="389528" y="96678"/>
                  <a:pt x="390330" y="97954"/>
                  <a:pt x="391514" y="98788"/>
                </a:cubicBezTo>
                <a:cubicBezTo>
                  <a:pt x="392697" y="99619"/>
                  <a:pt x="394761" y="100140"/>
                  <a:pt x="397707" y="100348"/>
                </a:cubicBezTo>
                <a:lnTo>
                  <a:pt x="397707" y="103188"/>
                </a:lnTo>
                <a:lnTo>
                  <a:pt x="366545" y="109184"/>
                </a:lnTo>
                <a:lnTo>
                  <a:pt x="366545" y="97508"/>
                </a:lnTo>
                <a:cubicBezTo>
                  <a:pt x="362811" y="102031"/>
                  <a:pt x="359484" y="105108"/>
                  <a:pt x="356565" y="106738"/>
                </a:cubicBezTo>
                <a:cubicBezTo>
                  <a:pt x="353647" y="108369"/>
                  <a:pt x="350346" y="109184"/>
                  <a:pt x="346665" y="109184"/>
                </a:cubicBezTo>
                <a:cubicBezTo>
                  <a:pt x="337251" y="109184"/>
                  <a:pt x="329809" y="104972"/>
                  <a:pt x="324339" y="96549"/>
                </a:cubicBezTo>
                <a:cubicBezTo>
                  <a:pt x="319921" y="89706"/>
                  <a:pt x="317712" y="81309"/>
                  <a:pt x="317712" y="71359"/>
                </a:cubicBezTo>
                <a:cubicBezTo>
                  <a:pt x="317712" y="63409"/>
                  <a:pt x="319079" y="56288"/>
                  <a:pt x="321814" y="49997"/>
                </a:cubicBezTo>
                <a:cubicBezTo>
                  <a:pt x="324549" y="43705"/>
                  <a:pt x="328296" y="38954"/>
                  <a:pt x="333056" y="35742"/>
                </a:cubicBezTo>
                <a:cubicBezTo>
                  <a:pt x="337816" y="32531"/>
                  <a:pt x="342931" y="30925"/>
                  <a:pt x="348400" y="30925"/>
                </a:cubicBezTo>
                <a:cubicBezTo>
                  <a:pt x="351924" y="30925"/>
                  <a:pt x="355053" y="31614"/>
                  <a:pt x="357788" y="32993"/>
                </a:cubicBezTo>
                <a:cubicBezTo>
                  <a:pt x="360523" y="34372"/>
                  <a:pt x="363442" y="36786"/>
                  <a:pt x="366545" y="40234"/>
                </a:cubicBezTo>
                <a:lnTo>
                  <a:pt x="366545" y="17987"/>
                </a:lnTo>
                <a:cubicBezTo>
                  <a:pt x="366545" y="12359"/>
                  <a:pt x="366308" y="8967"/>
                  <a:pt x="365835" y="7810"/>
                </a:cubicBezTo>
                <a:cubicBezTo>
                  <a:pt x="365204" y="6285"/>
                  <a:pt x="364257" y="5154"/>
                  <a:pt x="362995" y="4418"/>
                </a:cubicBezTo>
                <a:cubicBezTo>
                  <a:pt x="361733" y="3682"/>
                  <a:pt x="359366" y="3313"/>
                  <a:pt x="355895" y="3313"/>
                </a:cubicBezTo>
                <a:lnTo>
                  <a:pt x="355895" y="0"/>
                </a:lnTo>
                <a:lnTo>
                  <a:pt x="388634" y="0"/>
                </a:lnTo>
                <a:moveTo>
                  <a:pt x="366545" y="49859"/>
                </a:moveTo>
                <a:cubicBezTo>
                  <a:pt x="362653" y="42496"/>
                  <a:pt x="357893" y="38814"/>
                  <a:pt x="352266" y="38814"/>
                </a:cubicBezTo>
                <a:cubicBezTo>
                  <a:pt x="350320" y="38814"/>
                  <a:pt x="348716" y="39340"/>
                  <a:pt x="347454" y="40392"/>
                </a:cubicBezTo>
                <a:cubicBezTo>
                  <a:pt x="345508" y="42022"/>
                  <a:pt x="343917" y="44889"/>
                  <a:pt x="342681" y="48991"/>
                </a:cubicBezTo>
                <a:cubicBezTo>
                  <a:pt x="341445" y="53093"/>
                  <a:pt x="340827" y="59378"/>
                  <a:pt x="340827" y="67846"/>
                </a:cubicBezTo>
                <a:cubicBezTo>
                  <a:pt x="340827" y="77155"/>
                  <a:pt x="341511" y="84044"/>
                  <a:pt x="342878" y="88515"/>
                </a:cubicBezTo>
                <a:cubicBezTo>
                  <a:pt x="344245" y="92985"/>
                  <a:pt x="346113" y="96220"/>
                  <a:pt x="348479" y="98218"/>
                </a:cubicBezTo>
                <a:cubicBezTo>
                  <a:pt x="349689" y="99218"/>
                  <a:pt x="351346" y="99717"/>
                  <a:pt x="353449" y="99717"/>
                </a:cubicBezTo>
                <a:cubicBezTo>
                  <a:pt x="358078" y="99717"/>
                  <a:pt x="362443" y="96077"/>
                  <a:pt x="366545" y="88796"/>
                </a:cubicBezTo>
                <a:lnTo>
                  <a:pt x="366545" y="49859"/>
                </a:lnTo>
                <a:close/>
                <a:moveTo>
                  <a:pt x="441480" y="30925"/>
                </a:moveTo>
                <a:cubicBezTo>
                  <a:pt x="447897" y="30925"/>
                  <a:pt x="453866" y="32583"/>
                  <a:pt x="459388" y="35900"/>
                </a:cubicBezTo>
                <a:cubicBezTo>
                  <a:pt x="464911" y="39217"/>
                  <a:pt x="469105" y="43929"/>
                  <a:pt x="471971" y="50036"/>
                </a:cubicBezTo>
                <a:cubicBezTo>
                  <a:pt x="474838" y="56144"/>
                  <a:pt x="476271" y="62829"/>
                  <a:pt x="476271" y="70094"/>
                </a:cubicBezTo>
                <a:cubicBezTo>
                  <a:pt x="476271" y="80570"/>
                  <a:pt x="473615" y="89336"/>
                  <a:pt x="468303" y="96391"/>
                </a:cubicBezTo>
                <a:cubicBezTo>
                  <a:pt x="461887" y="104920"/>
                  <a:pt x="453025" y="109184"/>
                  <a:pt x="441717" y="109184"/>
                </a:cubicBezTo>
                <a:cubicBezTo>
                  <a:pt x="430620" y="109184"/>
                  <a:pt x="422073" y="105288"/>
                  <a:pt x="416078" y="97496"/>
                </a:cubicBezTo>
                <a:cubicBezTo>
                  <a:pt x="410082" y="89704"/>
                  <a:pt x="407084" y="80675"/>
                  <a:pt x="407084" y="70409"/>
                </a:cubicBezTo>
                <a:cubicBezTo>
                  <a:pt x="407084" y="59828"/>
                  <a:pt x="410148" y="50602"/>
                  <a:pt x="416275" y="42731"/>
                </a:cubicBezTo>
                <a:cubicBezTo>
                  <a:pt x="422402" y="34860"/>
                  <a:pt x="430804" y="30925"/>
                  <a:pt x="441480" y="30925"/>
                </a:cubicBezTo>
                <a:moveTo>
                  <a:pt x="441796" y="36447"/>
                </a:moveTo>
                <a:cubicBezTo>
                  <a:pt x="439114" y="36447"/>
                  <a:pt x="436813" y="37461"/>
                  <a:pt x="434893" y="39489"/>
                </a:cubicBezTo>
                <a:cubicBezTo>
                  <a:pt x="432973" y="41516"/>
                  <a:pt x="431711" y="45517"/>
                  <a:pt x="431106" y="51493"/>
                </a:cubicBezTo>
                <a:cubicBezTo>
                  <a:pt x="430502" y="57469"/>
                  <a:pt x="430199" y="65776"/>
                  <a:pt x="430199" y="76413"/>
                </a:cubicBezTo>
                <a:cubicBezTo>
                  <a:pt x="430199" y="82047"/>
                  <a:pt x="430567" y="87313"/>
                  <a:pt x="431304" y="92210"/>
                </a:cubicBezTo>
                <a:cubicBezTo>
                  <a:pt x="431882" y="95948"/>
                  <a:pt x="433118" y="98791"/>
                  <a:pt x="435011" y="100740"/>
                </a:cubicBezTo>
                <a:cubicBezTo>
                  <a:pt x="436905" y="102688"/>
                  <a:pt x="439061" y="103662"/>
                  <a:pt x="441480" y="103662"/>
                </a:cubicBezTo>
                <a:cubicBezTo>
                  <a:pt x="443847" y="103662"/>
                  <a:pt x="445819" y="103003"/>
                  <a:pt x="447397" y="101687"/>
                </a:cubicBezTo>
                <a:cubicBezTo>
                  <a:pt x="449448" y="99897"/>
                  <a:pt x="450816" y="97396"/>
                  <a:pt x="451499" y="94183"/>
                </a:cubicBezTo>
                <a:cubicBezTo>
                  <a:pt x="452551" y="89181"/>
                  <a:pt x="453077" y="79072"/>
                  <a:pt x="453077" y="63854"/>
                </a:cubicBezTo>
                <a:cubicBezTo>
                  <a:pt x="453077" y="54903"/>
                  <a:pt x="452578" y="48757"/>
                  <a:pt x="451578" y="45414"/>
                </a:cubicBezTo>
                <a:cubicBezTo>
                  <a:pt x="450579" y="42069"/>
                  <a:pt x="449106" y="39633"/>
                  <a:pt x="447161" y="38106"/>
                </a:cubicBezTo>
                <a:cubicBezTo>
                  <a:pt x="445793" y="37000"/>
                  <a:pt x="444005" y="36447"/>
                  <a:pt x="441796" y="36447"/>
                </a:cubicBezTo>
                <a:close/>
                <a:moveTo>
                  <a:pt x="560847" y="109184"/>
                </a:moveTo>
                <a:lnTo>
                  <a:pt x="540651" y="55014"/>
                </a:lnTo>
                <a:lnTo>
                  <a:pt x="520850" y="109184"/>
                </a:lnTo>
                <a:lnTo>
                  <a:pt x="516747" y="109184"/>
                </a:lnTo>
                <a:lnTo>
                  <a:pt x="497104" y="55672"/>
                </a:lnTo>
                <a:cubicBezTo>
                  <a:pt x="494159" y="47464"/>
                  <a:pt x="491660" y="42116"/>
                  <a:pt x="489609" y="39628"/>
                </a:cubicBezTo>
                <a:cubicBezTo>
                  <a:pt x="488294" y="37933"/>
                  <a:pt x="486296" y="36715"/>
                  <a:pt x="483614" y="35974"/>
                </a:cubicBezTo>
                <a:lnTo>
                  <a:pt x="483614" y="33134"/>
                </a:lnTo>
                <a:lnTo>
                  <a:pt x="520850" y="33134"/>
                </a:lnTo>
                <a:lnTo>
                  <a:pt x="520850" y="35974"/>
                </a:lnTo>
                <a:cubicBezTo>
                  <a:pt x="518325" y="35974"/>
                  <a:pt x="516590" y="36345"/>
                  <a:pt x="515643" y="37088"/>
                </a:cubicBezTo>
                <a:cubicBezTo>
                  <a:pt x="514696" y="37829"/>
                  <a:pt x="514223" y="38678"/>
                  <a:pt x="514223" y="39632"/>
                </a:cubicBezTo>
                <a:cubicBezTo>
                  <a:pt x="514223" y="40533"/>
                  <a:pt x="515064" y="43237"/>
                  <a:pt x="516747" y="47743"/>
                </a:cubicBezTo>
                <a:lnTo>
                  <a:pt x="527555" y="76568"/>
                </a:lnTo>
                <a:lnTo>
                  <a:pt x="537969" y="47832"/>
                </a:lnTo>
                <a:lnTo>
                  <a:pt x="537180" y="45811"/>
                </a:lnTo>
                <a:cubicBezTo>
                  <a:pt x="535602" y="41845"/>
                  <a:pt x="534222" y="39319"/>
                  <a:pt x="533038" y="38235"/>
                </a:cubicBezTo>
                <a:cubicBezTo>
                  <a:pt x="531855" y="37150"/>
                  <a:pt x="530027" y="36396"/>
                  <a:pt x="527555" y="35974"/>
                </a:cubicBezTo>
                <a:lnTo>
                  <a:pt x="527555" y="33134"/>
                </a:lnTo>
                <a:lnTo>
                  <a:pt x="565344" y="33134"/>
                </a:lnTo>
                <a:lnTo>
                  <a:pt x="565344" y="35974"/>
                </a:lnTo>
                <a:cubicBezTo>
                  <a:pt x="562399" y="36133"/>
                  <a:pt x="560531" y="36544"/>
                  <a:pt x="559743" y="37207"/>
                </a:cubicBezTo>
                <a:cubicBezTo>
                  <a:pt x="558954" y="37869"/>
                  <a:pt x="558559" y="38810"/>
                  <a:pt x="558559" y="40029"/>
                </a:cubicBezTo>
                <a:cubicBezTo>
                  <a:pt x="558559" y="41196"/>
                  <a:pt x="559322" y="43768"/>
                  <a:pt x="560847" y="47743"/>
                </a:cubicBezTo>
                <a:lnTo>
                  <a:pt x="571261" y="76568"/>
                </a:lnTo>
                <a:lnTo>
                  <a:pt x="580727" y="50034"/>
                </a:lnTo>
                <a:cubicBezTo>
                  <a:pt x="582095" y="46221"/>
                  <a:pt x="582778" y="43625"/>
                  <a:pt x="582778" y="42248"/>
                </a:cubicBezTo>
                <a:cubicBezTo>
                  <a:pt x="582778" y="40184"/>
                  <a:pt x="582279" y="38675"/>
                  <a:pt x="581280" y="37722"/>
                </a:cubicBezTo>
                <a:cubicBezTo>
                  <a:pt x="580280" y="36769"/>
                  <a:pt x="578334" y="36186"/>
                  <a:pt x="575442" y="35974"/>
                </a:cubicBezTo>
                <a:lnTo>
                  <a:pt x="575442" y="33134"/>
                </a:lnTo>
                <a:lnTo>
                  <a:pt x="597294" y="33134"/>
                </a:lnTo>
                <a:lnTo>
                  <a:pt x="597294" y="35974"/>
                </a:lnTo>
                <a:cubicBezTo>
                  <a:pt x="594875" y="36293"/>
                  <a:pt x="592955" y="37155"/>
                  <a:pt x="591535" y="38560"/>
                </a:cubicBezTo>
                <a:cubicBezTo>
                  <a:pt x="590115" y="39965"/>
                  <a:pt x="588275" y="43957"/>
                  <a:pt x="586013" y="50537"/>
                </a:cubicBezTo>
                <a:lnTo>
                  <a:pt x="565344" y="109184"/>
                </a:lnTo>
                <a:lnTo>
                  <a:pt x="560847" y="109184"/>
                </a:lnTo>
                <a:close/>
                <a:moveTo>
                  <a:pt x="634342" y="33134"/>
                </a:moveTo>
                <a:lnTo>
                  <a:pt x="634342" y="42758"/>
                </a:lnTo>
                <a:cubicBezTo>
                  <a:pt x="638129" y="38628"/>
                  <a:pt x="641757" y="35624"/>
                  <a:pt x="645229" y="33745"/>
                </a:cubicBezTo>
                <a:cubicBezTo>
                  <a:pt x="648700" y="31865"/>
                  <a:pt x="652434" y="30925"/>
                  <a:pt x="656431" y="30925"/>
                </a:cubicBezTo>
                <a:cubicBezTo>
                  <a:pt x="661217" y="30925"/>
                  <a:pt x="665188" y="32255"/>
                  <a:pt x="668343" y="34914"/>
                </a:cubicBezTo>
                <a:cubicBezTo>
                  <a:pt x="671499" y="37573"/>
                  <a:pt x="673603" y="40877"/>
                  <a:pt x="674655" y="44827"/>
                </a:cubicBezTo>
                <a:cubicBezTo>
                  <a:pt x="675496" y="47830"/>
                  <a:pt x="675917" y="53597"/>
                  <a:pt x="675917" y="62128"/>
                </a:cubicBezTo>
                <a:lnTo>
                  <a:pt x="675917" y="90881"/>
                </a:lnTo>
                <a:cubicBezTo>
                  <a:pt x="675917" y="96562"/>
                  <a:pt x="676430" y="100098"/>
                  <a:pt x="677455" y="101492"/>
                </a:cubicBezTo>
                <a:cubicBezTo>
                  <a:pt x="678481" y="102886"/>
                  <a:pt x="680624" y="103767"/>
                  <a:pt x="683885" y="104135"/>
                </a:cubicBezTo>
                <a:lnTo>
                  <a:pt x="683885" y="106975"/>
                </a:lnTo>
                <a:lnTo>
                  <a:pt x="646570" y="106975"/>
                </a:lnTo>
                <a:lnTo>
                  <a:pt x="646570" y="104135"/>
                </a:lnTo>
                <a:cubicBezTo>
                  <a:pt x="649357" y="103767"/>
                  <a:pt x="651356" y="102610"/>
                  <a:pt x="652565" y="100664"/>
                </a:cubicBezTo>
                <a:cubicBezTo>
                  <a:pt x="653407" y="99349"/>
                  <a:pt x="653828" y="96088"/>
                  <a:pt x="653828" y="90881"/>
                </a:cubicBezTo>
                <a:lnTo>
                  <a:pt x="653828" y="58063"/>
                </a:lnTo>
                <a:cubicBezTo>
                  <a:pt x="653828" y="52015"/>
                  <a:pt x="653591" y="48202"/>
                  <a:pt x="653118" y="46624"/>
                </a:cubicBezTo>
                <a:cubicBezTo>
                  <a:pt x="652644" y="45046"/>
                  <a:pt x="651842" y="43823"/>
                  <a:pt x="650712" y="42956"/>
                </a:cubicBezTo>
                <a:cubicBezTo>
                  <a:pt x="649581" y="42088"/>
                  <a:pt x="648332" y="41654"/>
                  <a:pt x="646964" y="41654"/>
                </a:cubicBezTo>
                <a:cubicBezTo>
                  <a:pt x="642441" y="41654"/>
                  <a:pt x="638234" y="44915"/>
                  <a:pt x="634342" y="51436"/>
                </a:cubicBezTo>
                <a:lnTo>
                  <a:pt x="634342" y="90881"/>
                </a:lnTo>
                <a:cubicBezTo>
                  <a:pt x="634342" y="96404"/>
                  <a:pt x="634855" y="99901"/>
                  <a:pt x="635880" y="101374"/>
                </a:cubicBezTo>
                <a:cubicBezTo>
                  <a:pt x="636906" y="102846"/>
                  <a:pt x="638812" y="103767"/>
                  <a:pt x="641600" y="104135"/>
                </a:cubicBezTo>
                <a:lnTo>
                  <a:pt x="641600" y="106975"/>
                </a:lnTo>
                <a:lnTo>
                  <a:pt x="604285" y="106975"/>
                </a:lnTo>
                <a:lnTo>
                  <a:pt x="604285" y="104135"/>
                </a:lnTo>
                <a:cubicBezTo>
                  <a:pt x="607388" y="103819"/>
                  <a:pt x="609597" y="102820"/>
                  <a:pt x="610911" y="101137"/>
                </a:cubicBezTo>
                <a:cubicBezTo>
                  <a:pt x="611806" y="99980"/>
                  <a:pt x="612253" y="96562"/>
                  <a:pt x="612253" y="90881"/>
                </a:cubicBezTo>
                <a:lnTo>
                  <a:pt x="612253" y="49227"/>
                </a:lnTo>
                <a:cubicBezTo>
                  <a:pt x="612253" y="43585"/>
                  <a:pt x="611740" y="40072"/>
                  <a:pt x="610714" y="38688"/>
                </a:cubicBezTo>
                <a:cubicBezTo>
                  <a:pt x="609689" y="37304"/>
                  <a:pt x="607545" y="36400"/>
                  <a:pt x="604285" y="35974"/>
                </a:cubicBezTo>
                <a:lnTo>
                  <a:pt x="604285" y="33134"/>
                </a:lnTo>
                <a:lnTo>
                  <a:pt x="634342" y="33134"/>
                </a:lnTo>
                <a:close/>
                <a:moveTo>
                  <a:pt x="764925" y="5996"/>
                </a:moveTo>
                <a:lnTo>
                  <a:pt x="764925" y="33134"/>
                </a:lnTo>
                <a:lnTo>
                  <a:pt x="782438" y="33134"/>
                </a:lnTo>
                <a:lnTo>
                  <a:pt x="782438" y="40865"/>
                </a:lnTo>
                <a:lnTo>
                  <a:pt x="764925" y="40865"/>
                </a:lnTo>
                <a:lnTo>
                  <a:pt x="764925" y="86508"/>
                </a:lnTo>
                <a:cubicBezTo>
                  <a:pt x="764925" y="90780"/>
                  <a:pt x="765122" y="93535"/>
                  <a:pt x="765516" y="94774"/>
                </a:cubicBezTo>
                <a:cubicBezTo>
                  <a:pt x="765911" y="96013"/>
                  <a:pt x="766608" y="97016"/>
                  <a:pt x="767607" y="97782"/>
                </a:cubicBezTo>
                <a:cubicBezTo>
                  <a:pt x="768606" y="98546"/>
                  <a:pt x="769527" y="98928"/>
                  <a:pt x="770368" y="98928"/>
                </a:cubicBezTo>
                <a:cubicBezTo>
                  <a:pt x="773787" y="98928"/>
                  <a:pt x="777021" y="96299"/>
                  <a:pt x="780072" y="91039"/>
                </a:cubicBezTo>
                <a:lnTo>
                  <a:pt x="782438" y="92792"/>
                </a:lnTo>
                <a:cubicBezTo>
                  <a:pt x="778178" y="102984"/>
                  <a:pt x="771262" y="108080"/>
                  <a:pt x="761690" y="108080"/>
                </a:cubicBezTo>
                <a:cubicBezTo>
                  <a:pt x="757009" y="108080"/>
                  <a:pt x="753052" y="106774"/>
                  <a:pt x="749817" y="104162"/>
                </a:cubicBezTo>
                <a:cubicBezTo>
                  <a:pt x="746583" y="101549"/>
                  <a:pt x="744519" y="98632"/>
                  <a:pt x="743624" y="95413"/>
                </a:cubicBezTo>
                <a:cubicBezTo>
                  <a:pt x="743099" y="93618"/>
                  <a:pt x="742836" y="88762"/>
                  <a:pt x="742836" y="80845"/>
                </a:cubicBezTo>
                <a:lnTo>
                  <a:pt x="742836" y="40865"/>
                </a:lnTo>
                <a:lnTo>
                  <a:pt x="733211" y="40865"/>
                </a:lnTo>
                <a:lnTo>
                  <a:pt x="733211" y="38097"/>
                </a:lnTo>
                <a:cubicBezTo>
                  <a:pt x="739838" y="33406"/>
                  <a:pt x="745478" y="28478"/>
                  <a:pt x="750133" y="23312"/>
                </a:cubicBezTo>
                <a:cubicBezTo>
                  <a:pt x="754787" y="18146"/>
                  <a:pt x="758850" y="12374"/>
                  <a:pt x="762321" y="5996"/>
                </a:cubicBezTo>
                <a:lnTo>
                  <a:pt x="764925" y="5996"/>
                </a:lnTo>
                <a:close/>
                <a:moveTo>
                  <a:pt x="819659" y="0"/>
                </a:moveTo>
                <a:lnTo>
                  <a:pt x="819659" y="42680"/>
                </a:lnTo>
                <a:cubicBezTo>
                  <a:pt x="823709" y="38390"/>
                  <a:pt x="827417" y="35358"/>
                  <a:pt x="830783" y="33585"/>
                </a:cubicBezTo>
                <a:cubicBezTo>
                  <a:pt x="834149" y="31812"/>
                  <a:pt x="837646" y="30925"/>
                  <a:pt x="841275" y="30925"/>
                </a:cubicBezTo>
                <a:cubicBezTo>
                  <a:pt x="845903" y="30925"/>
                  <a:pt x="849861" y="32240"/>
                  <a:pt x="853148" y="34869"/>
                </a:cubicBezTo>
                <a:cubicBezTo>
                  <a:pt x="856435" y="37499"/>
                  <a:pt x="858618" y="40589"/>
                  <a:pt x="859696" y="44139"/>
                </a:cubicBezTo>
                <a:cubicBezTo>
                  <a:pt x="860774" y="47689"/>
                  <a:pt x="861313" y="53672"/>
                  <a:pt x="861313" y="62087"/>
                </a:cubicBezTo>
                <a:lnTo>
                  <a:pt x="861313" y="90881"/>
                </a:lnTo>
                <a:cubicBezTo>
                  <a:pt x="861313" y="96543"/>
                  <a:pt x="861839" y="100075"/>
                  <a:pt x="862891" y="101477"/>
                </a:cubicBezTo>
                <a:cubicBezTo>
                  <a:pt x="863943" y="102879"/>
                  <a:pt x="866073" y="103765"/>
                  <a:pt x="869281" y="104135"/>
                </a:cubicBezTo>
                <a:lnTo>
                  <a:pt x="869281" y="106975"/>
                </a:lnTo>
                <a:lnTo>
                  <a:pt x="831887" y="106975"/>
                </a:lnTo>
                <a:lnTo>
                  <a:pt x="831887" y="104135"/>
                </a:lnTo>
                <a:cubicBezTo>
                  <a:pt x="834517" y="103765"/>
                  <a:pt x="836489" y="102707"/>
                  <a:pt x="837804" y="100960"/>
                </a:cubicBezTo>
                <a:cubicBezTo>
                  <a:pt x="838751" y="99584"/>
                  <a:pt x="839224" y="96225"/>
                  <a:pt x="839224" y="90881"/>
                </a:cubicBezTo>
                <a:lnTo>
                  <a:pt x="839224" y="58036"/>
                </a:lnTo>
                <a:cubicBezTo>
                  <a:pt x="839224" y="51945"/>
                  <a:pt x="838987" y="48125"/>
                  <a:pt x="838514" y="46577"/>
                </a:cubicBezTo>
                <a:cubicBezTo>
                  <a:pt x="838041" y="45027"/>
                  <a:pt x="837239" y="43819"/>
                  <a:pt x="836108" y="42953"/>
                </a:cubicBezTo>
                <a:cubicBezTo>
                  <a:pt x="834977" y="42087"/>
                  <a:pt x="833702" y="41654"/>
                  <a:pt x="832282" y="41654"/>
                </a:cubicBezTo>
                <a:cubicBezTo>
                  <a:pt x="830178" y="41654"/>
                  <a:pt x="828127" y="42377"/>
                  <a:pt x="826128" y="43823"/>
                </a:cubicBezTo>
                <a:cubicBezTo>
                  <a:pt x="824130" y="45270"/>
                  <a:pt x="821973" y="47807"/>
                  <a:pt x="819659" y="51436"/>
                </a:cubicBezTo>
                <a:lnTo>
                  <a:pt x="819659" y="90881"/>
                </a:lnTo>
                <a:cubicBezTo>
                  <a:pt x="819659" y="96172"/>
                  <a:pt x="820054" y="99479"/>
                  <a:pt x="820843" y="100802"/>
                </a:cubicBezTo>
                <a:cubicBezTo>
                  <a:pt x="821842" y="102600"/>
                  <a:pt x="823893" y="103711"/>
                  <a:pt x="826996" y="104135"/>
                </a:cubicBezTo>
                <a:lnTo>
                  <a:pt x="826996" y="106975"/>
                </a:lnTo>
                <a:lnTo>
                  <a:pt x="789602" y="106975"/>
                </a:lnTo>
                <a:lnTo>
                  <a:pt x="789602" y="104135"/>
                </a:lnTo>
                <a:cubicBezTo>
                  <a:pt x="792705" y="103818"/>
                  <a:pt x="794914" y="102813"/>
                  <a:pt x="796229" y="101120"/>
                </a:cubicBezTo>
                <a:cubicBezTo>
                  <a:pt x="797123" y="99956"/>
                  <a:pt x="797570" y="96543"/>
                  <a:pt x="797570" y="90881"/>
                </a:cubicBezTo>
                <a:lnTo>
                  <a:pt x="797570" y="16094"/>
                </a:lnTo>
                <a:cubicBezTo>
                  <a:pt x="797570" y="10451"/>
                  <a:pt x="797057" y="6938"/>
                  <a:pt x="796032" y="5554"/>
                </a:cubicBezTo>
                <a:cubicBezTo>
                  <a:pt x="795006" y="4170"/>
                  <a:pt x="792863" y="3266"/>
                  <a:pt x="789602" y="2840"/>
                </a:cubicBezTo>
                <a:lnTo>
                  <a:pt x="789602" y="0"/>
                </a:lnTo>
                <a:lnTo>
                  <a:pt x="819659" y="0"/>
                </a:lnTo>
                <a:close/>
                <a:moveTo>
                  <a:pt x="941674" y="67372"/>
                </a:moveTo>
                <a:lnTo>
                  <a:pt x="901203" y="67372"/>
                </a:lnTo>
                <a:cubicBezTo>
                  <a:pt x="901676" y="77181"/>
                  <a:pt x="904280" y="84933"/>
                  <a:pt x="909013" y="90628"/>
                </a:cubicBezTo>
                <a:cubicBezTo>
                  <a:pt x="912642" y="95004"/>
                  <a:pt x="917007" y="97193"/>
                  <a:pt x="922109" y="97193"/>
                </a:cubicBezTo>
                <a:cubicBezTo>
                  <a:pt x="925265" y="97193"/>
                  <a:pt x="928131" y="96312"/>
                  <a:pt x="930708" y="94550"/>
                </a:cubicBezTo>
                <a:cubicBezTo>
                  <a:pt x="933285" y="92788"/>
                  <a:pt x="936046" y="89619"/>
                  <a:pt x="938992" y="85044"/>
                </a:cubicBezTo>
                <a:lnTo>
                  <a:pt x="941674" y="86779"/>
                </a:lnTo>
                <a:cubicBezTo>
                  <a:pt x="937677" y="94931"/>
                  <a:pt x="933259" y="100703"/>
                  <a:pt x="928420" y="104096"/>
                </a:cubicBezTo>
                <a:cubicBezTo>
                  <a:pt x="923582" y="107488"/>
                  <a:pt x="917980" y="109184"/>
                  <a:pt x="911617" y="109184"/>
                </a:cubicBezTo>
                <a:cubicBezTo>
                  <a:pt x="900677" y="109184"/>
                  <a:pt x="892394" y="104972"/>
                  <a:pt x="886766" y="96549"/>
                </a:cubicBezTo>
                <a:cubicBezTo>
                  <a:pt x="882243" y="89758"/>
                  <a:pt x="879982" y="81335"/>
                  <a:pt x="879982" y="71280"/>
                </a:cubicBezTo>
                <a:cubicBezTo>
                  <a:pt x="879982" y="58960"/>
                  <a:pt x="883308" y="49154"/>
                  <a:pt x="889961" y="41864"/>
                </a:cubicBezTo>
                <a:cubicBezTo>
                  <a:pt x="896614" y="34571"/>
                  <a:pt x="904411" y="30925"/>
                  <a:pt x="913352" y="30925"/>
                </a:cubicBezTo>
                <a:cubicBezTo>
                  <a:pt x="920820" y="30925"/>
                  <a:pt x="927303" y="33989"/>
                  <a:pt x="932799" y="40116"/>
                </a:cubicBezTo>
                <a:cubicBezTo>
                  <a:pt x="938295" y="46243"/>
                  <a:pt x="941253" y="55328"/>
                  <a:pt x="941674" y="67372"/>
                </a:cubicBezTo>
                <a:moveTo>
                  <a:pt x="922267" y="62165"/>
                </a:moveTo>
                <a:cubicBezTo>
                  <a:pt x="922267" y="53698"/>
                  <a:pt x="921807" y="47886"/>
                  <a:pt x="920886" y="44731"/>
                </a:cubicBezTo>
                <a:cubicBezTo>
                  <a:pt x="919966" y="41575"/>
                  <a:pt x="918533" y="39182"/>
                  <a:pt x="916587" y="37552"/>
                </a:cubicBezTo>
                <a:cubicBezTo>
                  <a:pt x="915482" y="36605"/>
                  <a:pt x="914010" y="36132"/>
                  <a:pt x="912169" y="36132"/>
                </a:cubicBezTo>
                <a:cubicBezTo>
                  <a:pt x="909434" y="36132"/>
                  <a:pt x="907199" y="37473"/>
                  <a:pt x="905463" y="40155"/>
                </a:cubicBezTo>
                <a:cubicBezTo>
                  <a:pt x="902360" y="44836"/>
                  <a:pt x="900809" y="51252"/>
                  <a:pt x="900809" y="59404"/>
                </a:cubicBezTo>
                <a:lnTo>
                  <a:pt x="900809" y="62165"/>
                </a:lnTo>
                <a:lnTo>
                  <a:pt x="922267" y="6216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sockets">
            <a:extLst xmlns:a="http://schemas.openxmlformats.org/drawingml/2006/main">
              <a:ext uri="{FF2B5EF4-FFF2-40B4-BE49-F238E27FC236}">
                <a16:creationId xmlns:a16="http://schemas.microsoft.com/office/drawing/2014/main" id="{CAB353E3-C574-48D6-8E85-E76E9A15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821" y="7110207"/>
            <a:ext cx="481901" cy="109184"/>
          </a:xfrm>
          <a:custGeom xmlns:a="http://schemas.openxmlformats.org/drawingml/2006/main">
            <a:pathLst>
              <a:path w="481901" h="109184">
                <a:moveTo>
                  <a:pt x="45677" y="31241"/>
                </a:moveTo>
                <a:lnTo>
                  <a:pt x="46861" y="56485"/>
                </a:lnTo>
                <a:lnTo>
                  <a:pt x="44178" y="56485"/>
                </a:lnTo>
                <a:cubicBezTo>
                  <a:pt x="40970" y="48956"/>
                  <a:pt x="37644" y="43814"/>
                  <a:pt x="34199" y="41057"/>
                </a:cubicBezTo>
                <a:cubicBezTo>
                  <a:pt x="30754" y="38300"/>
                  <a:pt x="27322" y="36921"/>
                  <a:pt x="23904" y="36921"/>
                </a:cubicBezTo>
                <a:cubicBezTo>
                  <a:pt x="21747" y="36921"/>
                  <a:pt x="19907" y="37644"/>
                  <a:pt x="18381" y="39090"/>
                </a:cubicBezTo>
                <a:cubicBezTo>
                  <a:pt x="16856" y="40536"/>
                  <a:pt x="16094" y="42206"/>
                  <a:pt x="16094" y="44100"/>
                </a:cubicBezTo>
                <a:cubicBezTo>
                  <a:pt x="16094" y="45520"/>
                  <a:pt x="16620" y="46887"/>
                  <a:pt x="17671" y="48202"/>
                </a:cubicBezTo>
                <a:cubicBezTo>
                  <a:pt x="19354" y="50358"/>
                  <a:pt x="24062" y="54053"/>
                  <a:pt x="31793" y="59286"/>
                </a:cubicBezTo>
                <a:cubicBezTo>
                  <a:pt x="39524" y="64519"/>
                  <a:pt x="44612" y="68963"/>
                  <a:pt x="47058" y="72618"/>
                </a:cubicBezTo>
                <a:cubicBezTo>
                  <a:pt x="49504" y="76274"/>
                  <a:pt x="50726" y="80363"/>
                  <a:pt x="50726" y="84886"/>
                </a:cubicBezTo>
                <a:cubicBezTo>
                  <a:pt x="50726" y="88988"/>
                  <a:pt x="49701" y="93012"/>
                  <a:pt x="47650" y="96956"/>
                </a:cubicBezTo>
                <a:cubicBezTo>
                  <a:pt x="45599" y="100901"/>
                  <a:pt x="42706" y="103925"/>
                  <a:pt x="38972" y="106028"/>
                </a:cubicBezTo>
                <a:cubicBezTo>
                  <a:pt x="35238" y="108132"/>
                  <a:pt x="31109" y="109184"/>
                  <a:pt x="26586" y="109184"/>
                </a:cubicBezTo>
                <a:cubicBezTo>
                  <a:pt x="23062" y="109184"/>
                  <a:pt x="18355" y="108059"/>
                  <a:pt x="12465" y="105809"/>
                </a:cubicBezTo>
                <a:cubicBezTo>
                  <a:pt x="10887" y="105219"/>
                  <a:pt x="9809" y="104924"/>
                  <a:pt x="9230" y="104924"/>
                </a:cubicBezTo>
                <a:cubicBezTo>
                  <a:pt x="7495" y="104924"/>
                  <a:pt x="6048" y="106239"/>
                  <a:pt x="4891" y="108868"/>
                </a:cubicBezTo>
                <a:lnTo>
                  <a:pt x="2288" y="108868"/>
                </a:lnTo>
                <a:lnTo>
                  <a:pt x="1026" y="82361"/>
                </a:lnTo>
                <a:lnTo>
                  <a:pt x="3708" y="82361"/>
                </a:lnTo>
                <a:cubicBezTo>
                  <a:pt x="6075" y="89304"/>
                  <a:pt x="9322" y="94510"/>
                  <a:pt x="13451" y="97982"/>
                </a:cubicBezTo>
                <a:cubicBezTo>
                  <a:pt x="17579" y="101453"/>
                  <a:pt x="21484" y="103188"/>
                  <a:pt x="25166" y="103188"/>
                </a:cubicBezTo>
                <a:cubicBezTo>
                  <a:pt x="27690" y="103188"/>
                  <a:pt x="29755" y="102413"/>
                  <a:pt x="31359" y="100861"/>
                </a:cubicBezTo>
                <a:cubicBezTo>
                  <a:pt x="32963" y="99310"/>
                  <a:pt x="33765" y="97429"/>
                  <a:pt x="33765" y="95220"/>
                </a:cubicBezTo>
                <a:cubicBezTo>
                  <a:pt x="33765" y="92696"/>
                  <a:pt x="32976" y="90513"/>
                  <a:pt x="31398" y="88673"/>
                </a:cubicBezTo>
                <a:cubicBezTo>
                  <a:pt x="29820" y="86832"/>
                  <a:pt x="26297" y="84044"/>
                  <a:pt x="20827" y="80310"/>
                </a:cubicBezTo>
                <a:cubicBezTo>
                  <a:pt x="12780" y="74735"/>
                  <a:pt x="7573" y="70475"/>
                  <a:pt x="5207" y="67530"/>
                </a:cubicBezTo>
                <a:cubicBezTo>
                  <a:pt x="1736" y="63217"/>
                  <a:pt x="0" y="58458"/>
                  <a:pt x="0" y="53251"/>
                </a:cubicBezTo>
                <a:cubicBezTo>
                  <a:pt x="0" y="47571"/>
                  <a:pt x="1959" y="42430"/>
                  <a:pt x="5877" y="37828"/>
                </a:cubicBezTo>
                <a:cubicBezTo>
                  <a:pt x="9796" y="33226"/>
                  <a:pt x="15462" y="30925"/>
                  <a:pt x="22878" y="30925"/>
                </a:cubicBezTo>
                <a:cubicBezTo>
                  <a:pt x="26875" y="30925"/>
                  <a:pt x="30741" y="31936"/>
                  <a:pt x="34475" y="33957"/>
                </a:cubicBezTo>
                <a:cubicBezTo>
                  <a:pt x="35895" y="34776"/>
                  <a:pt x="37052" y="35185"/>
                  <a:pt x="37946" y="35185"/>
                </a:cubicBezTo>
                <a:cubicBezTo>
                  <a:pt x="38893" y="35185"/>
                  <a:pt x="39655" y="34988"/>
                  <a:pt x="40234" y="34593"/>
                </a:cubicBezTo>
                <a:cubicBezTo>
                  <a:pt x="40813" y="34199"/>
                  <a:pt x="41733" y="33081"/>
                  <a:pt x="42995" y="31241"/>
                </a:cubicBezTo>
                <a:lnTo>
                  <a:pt x="45677" y="31241"/>
                </a:lnTo>
                <a:close/>
                <a:moveTo>
                  <a:pt x="96855" y="30925"/>
                </a:moveTo>
                <a:cubicBezTo>
                  <a:pt x="103271" y="30925"/>
                  <a:pt x="109241" y="32583"/>
                  <a:pt x="114763" y="35900"/>
                </a:cubicBezTo>
                <a:cubicBezTo>
                  <a:pt x="120285" y="39217"/>
                  <a:pt x="124480" y="43929"/>
                  <a:pt x="127346" y="50036"/>
                </a:cubicBezTo>
                <a:cubicBezTo>
                  <a:pt x="130212" y="56144"/>
                  <a:pt x="131646" y="62829"/>
                  <a:pt x="131646" y="70094"/>
                </a:cubicBezTo>
                <a:cubicBezTo>
                  <a:pt x="131646" y="80570"/>
                  <a:pt x="128990" y="89336"/>
                  <a:pt x="123678" y="96391"/>
                </a:cubicBezTo>
                <a:cubicBezTo>
                  <a:pt x="117261" y="104920"/>
                  <a:pt x="108399" y="109184"/>
                  <a:pt x="97092" y="109184"/>
                </a:cubicBezTo>
                <a:cubicBezTo>
                  <a:pt x="85995" y="109184"/>
                  <a:pt x="77448" y="105288"/>
                  <a:pt x="71452" y="97496"/>
                </a:cubicBezTo>
                <a:cubicBezTo>
                  <a:pt x="65457" y="89704"/>
                  <a:pt x="62459" y="80675"/>
                  <a:pt x="62459" y="70409"/>
                </a:cubicBezTo>
                <a:cubicBezTo>
                  <a:pt x="62459" y="59828"/>
                  <a:pt x="65523" y="50602"/>
                  <a:pt x="71650" y="42731"/>
                </a:cubicBezTo>
                <a:cubicBezTo>
                  <a:pt x="77777" y="34860"/>
                  <a:pt x="86179" y="30925"/>
                  <a:pt x="96855" y="30925"/>
                </a:cubicBezTo>
                <a:moveTo>
                  <a:pt x="97171" y="36447"/>
                </a:moveTo>
                <a:cubicBezTo>
                  <a:pt x="94488" y="36447"/>
                  <a:pt x="92187" y="37461"/>
                  <a:pt x="90268" y="39489"/>
                </a:cubicBezTo>
                <a:cubicBezTo>
                  <a:pt x="88348" y="41516"/>
                  <a:pt x="87086" y="45517"/>
                  <a:pt x="86481" y="51493"/>
                </a:cubicBezTo>
                <a:cubicBezTo>
                  <a:pt x="85876" y="57469"/>
                  <a:pt x="85574" y="65776"/>
                  <a:pt x="85574" y="76413"/>
                </a:cubicBezTo>
                <a:cubicBezTo>
                  <a:pt x="85574" y="82047"/>
                  <a:pt x="85942" y="87313"/>
                  <a:pt x="86678" y="92210"/>
                </a:cubicBezTo>
                <a:cubicBezTo>
                  <a:pt x="87257" y="95948"/>
                  <a:pt x="88493" y="98791"/>
                  <a:pt x="90386" y="100740"/>
                </a:cubicBezTo>
                <a:cubicBezTo>
                  <a:pt x="92279" y="102688"/>
                  <a:pt x="94436" y="103662"/>
                  <a:pt x="96855" y="103662"/>
                </a:cubicBezTo>
                <a:cubicBezTo>
                  <a:pt x="99222" y="103662"/>
                  <a:pt x="101194" y="103003"/>
                  <a:pt x="102772" y="101687"/>
                </a:cubicBezTo>
                <a:cubicBezTo>
                  <a:pt x="104823" y="99897"/>
                  <a:pt x="106190" y="97396"/>
                  <a:pt x="106874" y="94183"/>
                </a:cubicBezTo>
                <a:cubicBezTo>
                  <a:pt x="107926" y="89181"/>
                  <a:pt x="108452" y="79072"/>
                  <a:pt x="108452" y="63854"/>
                </a:cubicBezTo>
                <a:cubicBezTo>
                  <a:pt x="108452" y="54903"/>
                  <a:pt x="107952" y="48757"/>
                  <a:pt x="106953" y="45414"/>
                </a:cubicBezTo>
                <a:cubicBezTo>
                  <a:pt x="105954" y="42069"/>
                  <a:pt x="104481" y="39633"/>
                  <a:pt x="102535" y="38106"/>
                </a:cubicBezTo>
                <a:cubicBezTo>
                  <a:pt x="101168" y="37000"/>
                  <a:pt x="99380" y="36447"/>
                  <a:pt x="97171" y="36447"/>
                </a:cubicBezTo>
                <a:close/>
                <a:moveTo>
                  <a:pt x="203203" y="87901"/>
                </a:moveTo>
                <a:lnTo>
                  <a:pt x="205648" y="89792"/>
                </a:lnTo>
                <a:cubicBezTo>
                  <a:pt x="202177" y="96335"/>
                  <a:pt x="197851" y="101203"/>
                  <a:pt x="192671" y="104396"/>
                </a:cubicBezTo>
                <a:cubicBezTo>
                  <a:pt x="187491" y="107588"/>
                  <a:pt x="181981" y="109184"/>
                  <a:pt x="176144" y="109184"/>
                </a:cubicBezTo>
                <a:cubicBezTo>
                  <a:pt x="166309" y="109184"/>
                  <a:pt x="158446" y="105473"/>
                  <a:pt x="152555" y="98051"/>
                </a:cubicBezTo>
                <a:cubicBezTo>
                  <a:pt x="146665" y="90627"/>
                  <a:pt x="143720" y="81703"/>
                  <a:pt x="143720" y="71280"/>
                </a:cubicBezTo>
                <a:cubicBezTo>
                  <a:pt x="143720" y="61223"/>
                  <a:pt x="146402" y="52378"/>
                  <a:pt x="151766" y="44746"/>
                </a:cubicBezTo>
                <a:cubicBezTo>
                  <a:pt x="158235" y="35532"/>
                  <a:pt x="167150" y="30925"/>
                  <a:pt x="178510" y="30925"/>
                </a:cubicBezTo>
                <a:cubicBezTo>
                  <a:pt x="186136" y="30925"/>
                  <a:pt x="192198" y="32850"/>
                  <a:pt x="196694" y="36701"/>
                </a:cubicBezTo>
                <a:cubicBezTo>
                  <a:pt x="201191" y="40550"/>
                  <a:pt x="203440" y="44848"/>
                  <a:pt x="203440" y="49595"/>
                </a:cubicBezTo>
                <a:cubicBezTo>
                  <a:pt x="203440" y="52601"/>
                  <a:pt x="202532" y="55000"/>
                  <a:pt x="200718" y="56794"/>
                </a:cubicBezTo>
                <a:cubicBezTo>
                  <a:pt x="198903" y="58587"/>
                  <a:pt x="196523" y="59483"/>
                  <a:pt x="193578" y="59483"/>
                </a:cubicBezTo>
                <a:cubicBezTo>
                  <a:pt x="190475" y="59483"/>
                  <a:pt x="187911" y="58454"/>
                  <a:pt x="185886" y="56397"/>
                </a:cubicBezTo>
                <a:cubicBezTo>
                  <a:pt x="183862" y="54337"/>
                  <a:pt x="182613" y="50669"/>
                  <a:pt x="182139" y="45391"/>
                </a:cubicBezTo>
                <a:cubicBezTo>
                  <a:pt x="181824" y="42067"/>
                  <a:pt x="181061" y="39744"/>
                  <a:pt x="179851" y="38424"/>
                </a:cubicBezTo>
                <a:cubicBezTo>
                  <a:pt x="178642" y="37106"/>
                  <a:pt x="177222" y="36447"/>
                  <a:pt x="175591" y="36447"/>
                </a:cubicBezTo>
                <a:cubicBezTo>
                  <a:pt x="173067" y="36447"/>
                  <a:pt x="170910" y="37788"/>
                  <a:pt x="169122" y="40471"/>
                </a:cubicBezTo>
                <a:cubicBezTo>
                  <a:pt x="166387" y="44520"/>
                  <a:pt x="165020" y="50726"/>
                  <a:pt x="165020" y="59089"/>
                </a:cubicBezTo>
                <a:cubicBezTo>
                  <a:pt x="165020" y="66031"/>
                  <a:pt x="166124" y="72671"/>
                  <a:pt x="168333" y="79009"/>
                </a:cubicBezTo>
                <a:cubicBezTo>
                  <a:pt x="170542" y="85346"/>
                  <a:pt x="173566" y="90066"/>
                  <a:pt x="177406" y="93169"/>
                </a:cubicBezTo>
                <a:cubicBezTo>
                  <a:pt x="180298" y="95431"/>
                  <a:pt x="183717" y="96562"/>
                  <a:pt x="187661" y="96562"/>
                </a:cubicBezTo>
                <a:cubicBezTo>
                  <a:pt x="190239" y="96562"/>
                  <a:pt x="192684" y="95958"/>
                  <a:pt x="194998" y="94752"/>
                </a:cubicBezTo>
                <a:cubicBezTo>
                  <a:pt x="197312" y="93544"/>
                  <a:pt x="200047" y="91260"/>
                  <a:pt x="203203" y="87901"/>
                </a:cubicBezTo>
                <a:close/>
                <a:moveTo>
                  <a:pt x="244788" y="0"/>
                </a:moveTo>
                <a:lnTo>
                  <a:pt x="244788" y="70429"/>
                </a:lnTo>
                <a:lnTo>
                  <a:pt x="261908" y="53598"/>
                </a:lnTo>
                <a:cubicBezTo>
                  <a:pt x="265431" y="50170"/>
                  <a:pt x="267627" y="47683"/>
                  <a:pt x="268495" y="46136"/>
                </a:cubicBezTo>
                <a:cubicBezTo>
                  <a:pt x="269363" y="44589"/>
                  <a:pt x="269797" y="43095"/>
                  <a:pt x="269797" y="41654"/>
                </a:cubicBezTo>
                <a:cubicBezTo>
                  <a:pt x="269797" y="40214"/>
                  <a:pt x="269218" y="39014"/>
                  <a:pt x="268061" y="38055"/>
                </a:cubicBezTo>
                <a:cubicBezTo>
                  <a:pt x="266904" y="37095"/>
                  <a:pt x="264642" y="36401"/>
                  <a:pt x="261276" y="35974"/>
                </a:cubicBezTo>
                <a:lnTo>
                  <a:pt x="261276" y="33134"/>
                </a:lnTo>
                <a:lnTo>
                  <a:pt x="294331" y="33134"/>
                </a:lnTo>
                <a:lnTo>
                  <a:pt x="294331" y="35974"/>
                </a:lnTo>
                <a:cubicBezTo>
                  <a:pt x="291176" y="36133"/>
                  <a:pt x="288415" y="36891"/>
                  <a:pt x="286048" y="38247"/>
                </a:cubicBezTo>
                <a:cubicBezTo>
                  <a:pt x="283681" y="39603"/>
                  <a:pt x="279053" y="43684"/>
                  <a:pt x="272163" y="50490"/>
                </a:cubicBezTo>
                <a:lnTo>
                  <a:pt x="264117" y="58445"/>
                </a:lnTo>
                <a:lnTo>
                  <a:pt x="281472" y="83789"/>
                </a:lnTo>
                <a:cubicBezTo>
                  <a:pt x="288467" y="94094"/>
                  <a:pt x="292622" y="99877"/>
                  <a:pt x="293937" y="101137"/>
                </a:cubicBezTo>
                <a:cubicBezTo>
                  <a:pt x="295725" y="102925"/>
                  <a:pt x="297987" y="103925"/>
                  <a:pt x="300722" y="104135"/>
                </a:cubicBezTo>
                <a:lnTo>
                  <a:pt x="300722" y="106975"/>
                </a:lnTo>
                <a:lnTo>
                  <a:pt x="262618" y="106975"/>
                </a:lnTo>
                <a:lnTo>
                  <a:pt x="262618" y="104135"/>
                </a:lnTo>
                <a:cubicBezTo>
                  <a:pt x="264301" y="104135"/>
                  <a:pt x="265523" y="103819"/>
                  <a:pt x="266286" y="103188"/>
                </a:cubicBezTo>
                <a:cubicBezTo>
                  <a:pt x="267049" y="102556"/>
                  <a:pt x="267430" y="101871"/>
                  <a:pt x="267430" y="101135"/>
                </a:cubicBezTo>
                <a:cubicBezTo>
                  <a:pt x="267430" y="99923"/>
                  <a:pt x="266325" y="97686"/>
                  <a:pt x="264117" y="94422"/>
                </a:cubicBezTo>
                <a:lnTo>
                  <a:pt x="249522" y="73020"/>
                </a:lnTo>
                <a:lnTo>
                  <a:pt x="244788" y="77707"/>
                </a:lnTo>
                <a:lnTo>
                  <a:pt x="244788" y="90881"/>
                </a:lnTo>
                <a:cubicBezTo>
                  <a:pt x="244788" y="96543"/>
                  <a:pt x="245314" y="100075"/>
                  <a:pt x="246366" y="101477"/>
                </a:cubicBezTo>
                <a:cubicBezTo>
                  <a:pt x="247418" y="102879"/>
                  <a:pt x="249574" y="103765"/>
                  <a:pt x="252835" y="104135"/>
                </a:cubicBezTo>
                <a:lnTo>
                  <a:pt x="252835" y="106975"/>
                </a:lnTo>
                <a:lnTo>
                  <a:pt x="214731" y="106975"/>
                </a:lnTo>
                <a:lnTo>
                  <a:pt x="214731" y="104135"/>
                </a:lnTo>
                <a:cubicBezTo>
                  <a:pt x="217834" y="103818"/>
                  <a:pt x="220043" y="102813"/>
                  <a:pt x="221358" y="101120"/>
                </a:cubicBezTo>
                <a:cubicBezTo>
                  <a:pt x="222252" y="99956"/>
                  <a:pt x="222699" y="96543"/>
                  <a:pt x="222699" y="90881"/>
                </a:cubicBezTo>
                <a:lnTo>
                  <a:pt x="222699" y="16094"/>
                </a:lnTo>
                <a:cubicBezTo>
                  <a:pt x="222699" y="10451"/>
                  <a:pt x="222186" y="6938"/>
                  <a:pt x="221161" y="5554"/>
                </a:cubicBezTo>
                <a:cubicBezTo>
                  <a:pt x="220135" y="4170"/>
                  <a:pt x="217992" y="3266"/>
                  <a:pt x="214731" y="2840"/>
                </a:cubicBezTo>
                <a:lnTo>
                  <a:pt x="214731" y="0"/>
                </a:lnTo>
                <a:lnTo>
                  <a:pt x="244788" y="0"/>
                </a:lnTo>
                <a:close/>
                <a:moveTo>
                  <a:pt x="367058" y="67372"/>
                </a:moveTo>
                <a:lnTo>
                  <a:pt x="326587" y="67372"/>
                </a:lnTo>
                <a:cubicBezTo>
                  <a:pt x="327061" y="77181"/>
                  <a:pt x="329664" y="84933"/>
                  <a:pt x="334397" y="90628"/>
                </a:cubicBezTo>
                <a:cubicBezTo>
                  <a:pt x="338026" y="95004"/>
                  <a:pt x="342392" y="97193"/>
                  <a:pt x="347493" y="97193"/>
                </a:cubicBezTo>
                <a:cubicBezTo>
                  <a:pt x="350649" y="97193"/>
                  <a:pt x="353515" y="96312"/>
                  <a:pt x="356092" y="94550"/>
                </a:cubicBezTo>
                <a:cubicBezTo>
                  <a:pt x="358669" y="92788"/>
                  <a:pt x="361430" y="89619"/>
                  <a:pt x="364376" y="85044"/>
                </a:cubicBezTo>
                <a:lnTo>
                  <a:pt x="367058" y="86779"/>
                </a:lnTo>
                <a:cubicBezTo>
                  <a:pt x="363061" y="94931"/>
                  <a:pt x="358643" y="100703"/>
                  <a:pt x="353804" y="104096"/>
                </a:cubicBezTo>
                <a:cubicBezTo>
                  <a:pt x="348966" y="107488"/>
                  <a:pt x="343364" y="109184"/>
                  <a:pt x="337001" y="109184"/>
                </a:cubicBezTo>
                <a:cubicBezTo>
                  <a:pt x="326061" y="109184"/>
                  <a:pt x="317778" y="104972"/>
                  <a:pt x="312150" y="96549"/>
                </a:cubicBezTo>
                <a:cubicBezTo>
                  <a:pt x="307627" y="89758"/>
                  <a:pt x="305366" y="81335"/>
                  <a:pt x="305366" y="71280"/>
                </a:cubicBezTo>
                <a:cubicBezTo>
                  <a:pt x="305366" y="58960"/>
                  <a:pt x="308692" y="49154"/>
                  <a:pt x="315345" y="41864"/>
                </a:cubicBezTo>
                <a:cubicBezTo>
                  <a:pt x="321998" y="34571"/>
                  <a:pt x="329795" y="30925"/>
                  <a:pt x="338736" y="30925"/>
                </a:cubicBezTo>
                <a:cubicBezTo>
                  <a:pt x="346205" y="30925"/>
                  <a:pt x="352687" y="33989"/>
                  <a:pt x="358183" y="40116"/>
                </a:cubicBezTo>
                <a:cubicBezTo>
                  <a:pt x="363679" y="46243"/>
                  <a:pt x="366637" y="55328"/>
                  <a:pt x="367058" y="67372"/>
                </a:cubicBezTo>
                <a:moveTo>
                  <a:pt x="347651" y="62165"/>
                </a:moveTo>
                <a:cubicBezTo>
                  <a:pt x="347651" y="53698"/>
                  <a:pt x="347191" y="47886"/>
                  <a:pt x="346270" y="44731"/>
                </a:cubicBezTo>
                <a:cubicBezTo>
                  <a:pt x="345350" y="41575"/>
                  <a:pt x="343917" y="39182"/>
                  <a:pt x="341971" y="37552"/>
                </a:cubicBezTo>
                <a:cubicBezTo>
                  <a:pt x="340866" y="36605"/>
                  <a:pt x="339394" y="36132"/>
                  <a:pt x="337553" y="36132"/>
                </a:cubicBezTo>
                <a:cubicBezTo>
                  <a:pt x="334818" y="36132"/>
                  <a:pt x="332583" y="37473"/>
                  <a:pt x="330847" y="40155"/>
                </a:cubicBezTo>
                <a:cubicBezTo>
                  <a:pt x="327744" y="44836"/>
                  <a:pt x="326193" y="51252"/>
                  <a:pt x="326193" y="59404"/>
                </a:cubicBezTo>
                <a:lnTo>
                  <a:pt x="326193" y="62165"/>
                </a:lnTo>
                <a:lnTo>
                  <a:pt x="347651" y="62165"/>
                </a:lnTo>
                <a:close/>
                <a:moveTo>
                  <a:pt x="405645" y="5996"/>
                </a:moveTo>
                <a:lnTo>
                  <a:pt x="405645" y="33134"/>
                </a:lnTo>
                <a:lnTo>
                  <a:pt x="423159" y="33134"/>
                </a:lnTo>
                <a:lnTo>
                  <a:pt x="423159" y="40865"/>
                </a:lnTo>
                <a:lnTo>
                  <a:pt x="405645" y="40865"/>
                </a:lnTo>
                <a:lnTo>
                  <a:pt x="405645" y="86508"/>
                </a:lnTo>
                <a:cubicBezTo>
                  <a:pt x="405645" y="90780"/>
                  <a:pt x="405843" y="93535"/>
                  <a:pt x="406237" y="94774"/>
                </a:cubicBezTo>
                <a:cubicBezTo>
                  <a:pt x="406632" y="96013"/>
                  <a:pt x="407328" y="97016"/>
                  <a:pt x="408328" y="97782"/>
                </a:cubicBezTo>
                <a:cubicBezTo>
                  <a:pt x="409327" y="98546"/>
                  <a:pt x="410247" y="98928"/>
                  <a:pt x="411089" y="98928"/>
                </a:cubicBezTo>
                <a:cubicBezTo>
                  <a:pt x="414507" y="98928"/>
                  <a:pt x="417742" y="96299"/>
                  <a:pt x="420792" y="91039"/>
                </a:cubicBezTo>
                <a:lnTo>
                  <a:pt x="423159" y="92792"/>
                </a:lnTo>
                <a:cubicBezTo>
                  <a:pt x="418899" y="102984"/>
                  <a:pt x="411983" y="108080"/>
                  <a:pt x="402411" y="108080"/>
                </a:cubicBezTo>
                <a:cubicBezTo>
                  <a:pt x="397730" y="108080"/>
                  <a:pt x="393773" y="106774"/>
                  <a:pt x="390538" y="104162"/>
                </a:cubicBezTo>
                <a:cubicBezTo>
                  <a:pt x="387304" y="101549"/>
                  <a:pt x="385239" y="98632"/>
                  <a:pt x="384345" y="95413"/>
                </a:cubicBezTo>
                <a:cubicBezTo>
                  <a:pt x="383819" y="93618"/>
                  <a:pt x="383556" y="88762"/>
                  <a:pt x="383556" y="80845"/>
                </a:cubicBezTo>
                <a:lnTo>
                  <a:pt x="383556" y="40865"/>
                </a:lnTo>
                <a:lnTo>
                  <a:pt x="373932" y="40865"/>
                </a:lnTo>
                <a:lnTo>
                  <a:pt x="373932" y="38097"/>
                </a:lnTo>
                <a:cubicBezTo>
                  <a:pt x="380558" y="33406"/>
                  <a:pt x="386199" y="28478"/>
                  <a:pt x="390854" y="23312"/>
                </a:cubicBezTo>
                <a:cubicBezTo>
                  <a:pt x="395508" y="18146"/>
                  <a:pt x="399571" y="12374"/>
                  <a:pt x="403042" y="5996"/>
                </a:cubicBezTo>
                <a:lnTo>
                  <a:pt x="405645" y="5996"/>
                </a:lnTo>
                <a:close/>
                <a:moveTo>
                  <a:pt x="476852" y="31241"/>
                </a:moveTo>
                <a:lnTo>
                  <a:pt x="478035" y="56485"/>
                </a:lnTo>
                <a:lnTo>
                  <a:pt x="475353" y="56485"/>
                </a:lnTo>
                <a:cubicBezTo>
                  <a:pt x="472144" y="48956"/>
                  <a:pt x="468818" y="43814"/>
                  <a:pt x="465373" y="41057"/>
                </a:cubicBezTo>
                <a:cubicBezTo>
                  <a:pt x="461928" y="38300"/>
                  <a:pt x="458497" y="36921"/>
                  <a:pt x="455078" y="36921"/>
                </a:cubicBezTo>
                <a:cubicBezTo>
                  <a:pt x="452922" y="36921"/>
                  <a:pt x="451081" y="37644"/>
                  <a:pt x="449556" y="39090"/>
                </a:cubicBezTo>
                <a:cubicBezTo>
                  <a:pt x="448030" y="40536"/>
                  <a:pt x="447268" y="42206"/>
                  <a:pt x="447268" y="44100"/>
                </a:cubicBezTo>
                <a:cubicBezTo>
                  <a:pt x="447268" y="45520"/>
                  <a:pt x="447794" y="46887"/>
                  <a:pt x="448846" y="48202"/>
                </a:cubicBezTo>
                <a:cubicBezTo>
                  <a:pt x="450529" y="50358"/>
                  <a:pt x="455236" y="54053"/>
                  <a:pt x="462967" y="59286"/>
                </a:cubicBezTo>
                <a:cubicBezTo>
                  <a:pt x="470698" y="64519"/>
                  <a:pt x="475787" y="68963"/>
                  <a:pt x="478232" y="72618"/>
                </a:cubicBezTo>
                <a:cubicBezTo>
                  <a:pt x="480678" y="76274"/>
                  <a:pt x="481901" y="80363"/>
                  <a:pt x="481901" y="84886"/>
                </a:cubicBezTo>
                <a:cubicBezTo>
                  <a:pt x="481901" y="88988"/>
                  <a:pt x="480875" y="93012"/>
                  <a:pt x="478824" y="96956"/>
                </a:cubicBezTo>
                <a:cubicBezTo>
                  <a:pt x="476773" y="100901"/>
                  <a:pt x="473880" y="103925"/>
                  <a:pt x="470146" y="106028"/>
                </a:cubicBezTo>
                <a:cubicBezTo>
                  <a:pt x="466412" y="108132"/>
                  <a:pt x="462283" y="109184"/>
                  <a:pt x="457760" y="109184"/>
                </a:cubicBezTo>
                <a:cubicBezTo>
                  <a:pt x="454236" y="109184"/>
                  <a:pt x="449529" y="108059"/>
                  <a:pt x="443639" y="105809"/>
                </a:cubicBezTo>
                <a:cubicBezTo>
                  <a:pt x="442061" y="105219"/>
                  <a:pt x="440983" y="104924"/>
                  <a:pt x="440404" y="104924"/>
                </a:cubicBezTo>
                <a:cubicBezTo>
                  <a:pt x="438669" y="104924"/>
                  <a:pt x="437222" y="106239"/>
                  <a:pt x="436065" y="108868"/>
                </a:cubicBezTo>
                <a:lnTo>
                  <a:pt x="433462" y="108868"/>
                </a:lnTo>
                <a:lnTo>
                  <a:pt x="432200" y="82361"/>
                </a:lnTo>
                <a:lnTo>
                  <a:pt x="434882" y="82361"/>
                </a:lnTo>
                <a:cubicBezTo>
                  <a:pt x="437249" y="89304"/>
                  <a:pt x="440496" y="94510"/>
                  <a:pt x="444625" y="97982"/>
                </a:cubicBezTo>
                <a:cubicBezTo>
                  <a:pt x="448754" y="101453"/>
                  <a:pt x="452659" y="103188"/>
                  <a:pt x="456340" y="103188"/>
                </a:cubicBezTo>
                <a:cubicBezTo>
                  <a:pt x="458865" y="103188"/>
                  <a:pt x="460929" y="102413"/>
                  <a:pt x="462533" y="100861"/>
                </a:cubicBezTo>
                <a:cubicBezTo>
                  <a:pt x="464137" y="99310"/>
                  <a:pt x="464939" y="97429"/>
                  <a:pt x="464939" y="95220"/>
                </a:cubicBezTo>
                <a:cubicBezTo>
                  <a:pt x="464939" y="92696"/>
                  <a:pt x="464150" y="90513"/>
                  <a:pt x="462572" y="88673"/>
                </a:cubicBezTo>
                <a:cubicBezTo>
                  <a:pt x="460995" y="86832"/>
                  <a:pt x="457471" y="84044"/>
                  <a:pt x="452001" y="80310"/>
                </a:cubicBezTo>
                <a:cubicBezTo>
                  <a:pt x="443954" y="74735"/>
                  <a:pt x="438748" y="70475"/>
                  <a:pt x="436381" y="67530"/>
                </a:cubicBezTo>
                <a:cubicBezTo>
                  <a:pt x="432910" y="63217"/>
                  <a:pt x="431174" y="58458"/>
                  <a:pt x="431174" y="53251"/>
                </a:cubicBezTo>
                <a:cubicBezTo>
                  <a:pt x="431174" y="47571"/>
                  <a:pt x="433133" y="42430"/>
                  <a:pt x="437052" y="37828"/>
                </a:cubicBezTo>
                <a:cubicBezTo>
                  <a:pt x="440970" y="33226"/>
                  <a:pt x="446637" y="30925"/>
                  <a:pt x="454052" y="30925"/>
                </a:cubicBezTo>
                <a:cubicBezTo>
                  <a:pt x="458049" y="30925"/>
                  <a:pt x="461915" y="31936"/>
                  <a:pt x="465649" y="33957"/>
                </a:cubicBezTo>
                <a:cubicBezTo>
                  <a:pt x="467069" y="34776"/>
                  <a:pt x="468226" y="35185"/>
                  <a:pt x="469120" y="35185"/>
                </a:cubicBezTo>
                <a:cubicBezTo>
                  <a:pt x="470067" y="35185"/>
                  <a:pt x="470830" y="34988"/>
                  <a:pt x="471408" y="34593"/>
                </a:cubicBezTo>
                <a:cubicBezTo>
                  <a:pt x="471987" y="34199"/>
                  <a:pt x="472907" y="33081"/>
                  <a:pt x="474169" y="31241"/>
                </a:cubicBezTo>
                <a:lnTo>
                  <a:pt x="476852" y="3124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CEECA-8EBF-49D4-956B-EAFFF713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165" y="798315"/>
            <a:ext cx="10" cy="6544944"/>
          </a:xfrm>
          <a:custGeom xmlns:a="http://schemas.openxmlformats.org/drawingml/2006/main">
            <a:pathLst>
              <a:path w="1" h="6544944" fill="none">
                <a:moveTo>
                  <a:pt x="0" y="0"/>
                </a:moveTo>
                <a:lnTo>
                  <a:pt x="0" y="6544944"/>
                </a:lnTo>
              </a:path>
            </a:pathLst>
          </a:custGeom>
          <a:noFill xmlns:a="http://schemas.openxmlformats.org/drawingml/2006/main"/>
          <a:ln xmlns:a="http://schemas.openxmlformats.org/drawingml/2006/main" w="16173" cap="flat">
            <a:solidFill>
              <a:srgbClr val="000000"/>
            </a:solidFill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89F32-A365-4791-B6AC-C9F9D42B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891" y="775997"/>
            <a:ext cx="10" cy="6567262"/>
          </a:xfrm>
          <a:custGeom xmlns:a="http://schemas.openxmlformats.org/drawingml/2006/main">
            <a:pathLst>
              <a:path w="1" h="6567262" fill="none">
                <a:moveTo>
                  <a:pt x="0" y="0"/>
                </a:moveTo>
                <a:lnTo>
                  <a:pt x="0" y="6567262"/>
                </a:lnTo>
              </a:path>
            </a:pathLst>
          </a:custGeom>
          <a:noFill xmlns:a="http://schemas.openxmlformats.org/drawingml/2006/main"/>
          <a:ln xmlns:a="http://schemas.openxmlformats.org/drawingml/2006/main" w="16173" cap="flat">
            <a:solidFill>
              <a:srgbClr val="000000"/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37234-7659-4B9D-8B23-5103889E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459" y="758044"/>
            <a:ext cx="10" cy="6585215"/>
          </a:xfrm>
          <a:custGeom xmlns:a="http://schemas.openxmlformats.org/drawingml/2006/main">
            <a:pathLst>
              <a:path w="1" h="6585215" fill="none">
                <a:moveTo>
                  <a:pt x="0" y="0"/>
                </a:moveTo>
                <a:lnTo>
                  <a:pt x="0" y="6585215"/>
                </a:lnTo>
              </a:path>
            </a:pathLst>
          </a:custGeom>
          <a:noFill xmlns:a="http://schemas.openxmlformats.org/drawingml/2006/main"/>
          <a:ln xmlns:a="http://schemas.openxmlformats.org/drawingml/2006/main" w="16173" cap="flat">
            <a:solidFill>
              <a:srgbClr val="000000"/>
            </a:solidFill>
            <a:miter/>
          </a:ln>
        </p:spPr>
      </p:sp>
      <p:sp>
        <p:nvSpPr>
          <p:cNvPr id="200" name="Text R">
            <a:extLst xmlns:a="http://schemas.openxmlformats.org/drawingml/2006/main">
              <a:ext uri="{FF2B5EF4-FFF2-40B4-BE49-F238E27FC236}">
                <a16:creationId xmlns:a16="http://schemas.microsoft.com/office/drawing/2014/main" id="{2B8EC7C3-8657-485C-8001-2B2DECA3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9" y="2381142"/>
            <a:ext cx="96374" cy="103694"/>
          </a:xfrm>
          <a:custGeom xmlns:a="http://schemas.openxmlformats.org/drawingml/2006/main">
            <a:pathLst>
              <a:path w="96374" h="103694">
                <a:moveTo>
                  <a:pt x="52451" y="67732"/>
                </a:moveTo>
                <a:lnTo>
                  <a:pt x="79601" y="67732"/>
                </a:lnTo>
                <a:cubicBezTo>
                  <a:pt x="84786" y="67732"/>
                  <a:pt x="88051" y="67412"/>
                  <a:pt x="89396" y="66772"/>
                </a:cubicBezTo>
                <a:cubicBezTo>
                  <a:pt x="90738" y="66133"/>
                  <a:pt x="91811" y="65007"/>
                  <a:pt x="92614" y="63396"/>
                </a:cubicBezTo>
                <a:cubicBezTo>
                  <a:pt x="93415" y="61785"/>
                  <a:pt x="93815" y="58777"/>
                  <a:pt x="93815" y="54370"/>
                </a:cubicBezTo>
                <a:lnTo>
                  <a:pt x="96374" y="54370"/>
                </a:lnTo>
                <a:lnTo>
                  <a:pt x="96374" y="103694"/>
                </a:lnTo>
                <a:lnTo>
                  <a:pt x="93815" y="103694"/>
                </a:lnTo>
                <a:cubicBezTo>
                  <a:pt x="93815" y="99241"/>
                  <a:pt x="93403" y="96220"/>
                  <a:pt x="92578" y="94633"/>
                </a:cubicBezTo>
                <a:cubicBezTo>
                  <a:pt x="91753" y="93045"/>
                  <a:pt x="90681" y="91932"/>
                  <a:pt x="89360" y="91292"/>
                </a:cubicBezTo>
                <a:cubicBezTo>
                  <a:pt x="88039" y="90653"/>
                  <a:pt x="84786" y="90333"/>
                  <a:pt x="79601" y="90333"/>
                </a:cubicBezTo>
                <a:lnTo>
                  <a:pt x="16773" y="90333"/>
                </a:lnTo>
                <a:cubicBezTo>
                  <a:pt x="11588" y="90333"/>
                  <a:pt x="8324" y="90653"/>
                  <a:pt x="6981" y="91292"/>
                </a:cubicBezTo>
                <a:cubicBezTo>
                  <a:pt x="5636" y="91932"/>
                  <a:pt x="4563" y="93057"/>
                  <a:pt x="3762" y="94668"/>
                </a:cubicBezTo>
                <a:cubicBezTo>
                  <a:pt x="2960" y="96279"/>
                  <a:pt x="2559" y="99288"/>
                  <a:pt x="2559" y="103694"/>
                </a:cubicBezTo>
                <a:lnTo>
                  <a:pt x="0" y="103694"/>
                </a:lnTo>
                <a:lnTo>
                  <a:pt x="0" y="58919"/>
                </a:lnTo>
                <a:cubicBezTo>
                  <a:pt x="0" y="47263"/>
                  <a:pt x="805" y="38734"/>
                  <a:pt x="2414" y="33333"/>
                </a:cubicBezTo>
                <a:cubicBezTo>
                  <a:pt x="4024" y="27931"/>
                  <a:pt x="6994" y="23525"/>
                  <a:pt x="11325" y="20113"/>
                </a:cubicBezTo>
                <a:cubicBezTo>
                  <a:pt x="15656" y="16702"/>
                  <a:pt x="20732" y="14996"/>
                  <a:pt x="26554" y="14996"/>
                </a:cubicBezTo>
                <a:cubicBezTo>
                  <a:pt x="33656" y="14996"/>
                  <a:pt x="39526" y="17555"/>
                  <a:pt x="44165" y="22672"/>
                </a:cubicBezTo>
                <a:cubicBezTo>
                  <a:pt x="47099" y="25941"/>
                  <a:pt x="49300" y="30514"/>
                  <a:pt x="50768" y="36389"/>
                </a:cubicBezTo>
                <a:lnTo>
                  <a:pt x="83470" y="13219"/>
                </a:lnTo>
                <a:cubicBezTo>
                  <a:pt x="87645" y="10187"/>
                  <a:pt x="90249" y="8031"/>
                  <a:pt x="91281" y="6752"/>
                </a:cubicBezTo>
                <a:cubicBezTo>
                  <a:pt x="92735" y="4809"/>
                  <a:pt x="93533" y="2559"/>
                  <a:pt x="93673" y="0"/>
                </a:cubicBezTo>
                <a:lnTo>
                  <a:pt x="96374" y="0"/>
                </a:lnTo>
                <a:lnTo>
                  <a:pt x="96374" y="30348"/>
                </a:lnTo>
                <a:lnTo>
                  <a:pt x="52451" y="61406"/>
                </a:lnTo>
                <a:lnTo>
                  <a:pt x="52451" y="67732"/>
                </a:lnTo>
                <a:moveTo>
                  <a:pt x="5401" y="67732"/>
                </a:moveTo>
                <a:lnTo>
                  <a:pt x="47334" y="67732"/>
                </a:lnTo>
                <a:lnTo>
                  <a:pt x="47334" y="63681"/>
                </a:lnTo>
                <a:cubicBezTo>
                  <a:pt x="47334" y="57095"/>
                  <a:pt x="46734" y="52167"/>
                  <a:pt x="45535" y="48898"/>
                </a:cubicBezTo>
                <a:cubicBezTo>
                  <a:pt x="44334" y="45628"/>
                  <a:pt x="42170" y="43058"/>
                  <a:pt x="39041" y="41186"/>
                </a:cubicBezTo>
                <a:cubicBezTo>
                  <a:pt x="35911" y="39315"/>
                  <a:pt x="31828" y="38379"/>
                  <a:pt x="26792" y="38379"/>
                </a:cubicBezTo>
                <a:cubicBezTo>
                  <a:pt x="19497" y="38379"/>
                  <a:pt x="14108" y="40097"/>
                  <a:pt x="10625" y="43532"/>
                </a:cubicBezTo>
                <a:cubicBezTo>
                  <a:pt x="7143" y="46967"/>
                  <a:pt x="5401" y="52499"/>
                  <a:pt x="5401" y="60127"/>
                </a:cubicBezTo>
                <a:lnTo>
                  <a:pt x="5401" y="67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e">
            <a:extLst xmlns:a="http://schemas.openxmlformats.org/drawingml/2006/main">
              <a:ext uri="{FF2B5EF4-FFF2-40B4-BE49-F238E27FC236}">
                <a16:creationId xmlns:a16="http://schemas.microsoft.com/office/drawing/2014/main" id="{13745833-29FC-4745-8A75-9C373338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" y="2321063"/>
            <a:ext cx="70504" cy="55578"/>
          </a:xfrm>
          <a:custGeom xmlns:a="http://schemas.openxmlformats.org/drawingml/2006/main">
            <a:pathLst>
              <a:path w="70504" h="55578">
                <a:moveTo>
                  <a:pt x="32835" y="0"/>
                </a:moveTo>
                <a:lnTo>
                  <a:pt x="32835" y="36460"/>
                </a:lnTo>
                <a:cubicBezTo>
                  <a:pt x="41672" y="36034"/>
                  <a:pt x="48656" y="33688"/>
                  <a:pt x="53786" y="29424"/>
                </a:cubicBezTo>
                <a:cubicBezTo>
                  <a:pt x="57729" y="26155"/>
                  <a:pt x="59701" y="22222"/>
                  <a:pt x="59701" y="17626"/>
                </a:cubicBezTo>
                <a:cubicBezTo>
                  <a:pt x="59701" y="14783"/>
                  <a:pt x="58907" y="12201"/>
                  <a:pt x="57320" y="9879"/>
                </a:cubicBezTo>
                <a:cubicBezTo>
                  <a:pt x="55732" y="7557"/>
                  <a:pt x="52878" y="5070"/>
                  <a:pt x="48756" y="2416"/>
                </a:cubicBezTo>
                <a:lnTo>
                  <a:pt x="50319" y="0"/>
                </a:lnTo>
                <a:cubicBezTo>
                  <a:pt x="57663" y="3601"/>
                  <a:pt x="62863" y="7581"/>
                  <a:pt x="65919" y="11940"/>
                </a:cubicBezTo>
                <a:cubicBezTo>
                  <a:pt x="68976" y="16299"/>
                  <a:pt x="70504" y="21345"/>
                  <a:pt x="70504" y="27079"/>
                </a:cubicBezTo>
                <a:cubicBezTo>
                  <a:pt x="70504" y="36934"/>
                  <a:pt x="66709" y="44396"/>
                  <a:pt x="59121" y="49466"/>
                </a:cubicBezTo>
                <a:cubicBezTo>
                  <a:pt x="53003" y="53541"/>
                  <a:pt x="45414" y="55578"/>
                  <a:pt x="36356" y="55578"/>
                </a:cubicBezTo>
                <a:cubicBezTo>
                  <a:pt x="25257" y="55578"/>
                  <a:pt x="16423" y="52582"/>
                  <a:pt x="9855" y="46588"/>
                </a:cubicBezTo>
                <a:cubicBezTo>
                  <a:pt x="3285" y="40594"/>
                  <a:pt x="0" y="33570"/>
                  <a:pt x="0" y="25515"/>
                </a:cubicBezTo>
                <a:cubicBezTo>
                  <a:pt x="0" y="18787"/>
                  <a:pt x="2760" y="12947"/>
                  <a:pt x="8280" y="7996"/>
                </a:cubicBezTo>
                <a:cubicBezTo>
                  <a:pt x="13800" y="3044"/>
                  <a:pt x="21985" y="379"/>
                  <a:pt x="32835" y="0"/>
                </a:cubicBezTo>
                <a:moveTo>
                  <a:pt x="28145" y="17484"/>
                </a:moveTo>
                <a:cubicBezTo>
                  <a:pt x="20516" y="17484"/>
                  <a:pt x="15281" y="17898"/>
                  <a:pt x="12438" y="18728"/>
                </a:cubicBezTo>
                <a:cubicBezTo>
                  <a:pt x="9595" y="19557"/>
                  <a:pt x="7439" y="20848"/>
                  <a:pt x="5970" y="22601"/>
                </a:cubicBezTo>
                <a:cubicBezTo>
                  <a:pt x="5117" y="23596"/>
                  <a:pt x="4691" y="24923"/>
                  <a:pt x="4691" y="26581"/>
                </a:cubicBezTo>
                <a:cubicBezTo>
                  <a:pt x="4691" y="29045"/>
                  <a:pt x="5899" y="31059"/>
                  <a:pt x="8315" y="32622"/>
                </a:cubicBezTo>
                <a:cubicBezTo>
                  <a:pt x="12532" y="35418"/>
                  <a:pt x="18313" y="36815"/>
                  <a:pt x="25657" y="36815"/>
                </a:cubicBezTo>
                <a:lnTo>
                  <a:pt x="28145" y="36815"/>
                </a:lnTo>
                <a:lnTo>
                  <a:pt x="28145" y="17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m">
            <a:extLst xmlns:a="http://schemas.openxmlformats.org/drawingml/2006/main">
              <a:ext uri="{FF2B5EF4-FFF2-40B4-BE49-F238E27FC236}">
                <a16:creationId xmlns:a16="http://schemas.microsoft.com/office/drawing/2014/main" id="{E56686EF-6BDC-44B5-8B09-767F51A0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" y="2200235"/>
            <a:ext cx="68514" cy="112081"/>
          </a:xfrm>
          <a:custGeom xmlns:a="http://schemas.openxmlformats.org/drawingml/2006/main">
            <a:pathLst>
              <a:path w="68514" h="112081">
                <a:moveTo>
                  <a:pt x="1990" y="85002"/>
                </a:moveTo>
                <a:lnTo>
                  <a:pt x="10803" y="85002"/>
                </a:lnTo>
                <a:cubicBezTo>
                  <a:pt x="6796" y="81354"/>
                  <a:pt x="3994" y="77978"/>
                  <a:pt x="2396" y="74875"/>
                </a:cubicBezTo>
                <a:cubicBezTo>
                  <a:pt x="799" y="71771"/>
                  <a:pt x="0" y="68371"/>
                  <a:pt x="0" y="64676"/>
                </a:cubicBezTo>
                <a:cubicBezTo>
                  <a:pt x="0" y="60411"/>
                  <a:pt x="1001" y="56834"/>
                  <a:pt x="3003" y="53944"/>
                </a:cubicBezTo>
                <a:cubicBezTo>
                  <a:pt x="5005" y="51054"/>
                  <a:pt x="8055" y="48827"/>
                  <a:pt x="12153" y="47263"/>
                </a:cubicBezTo>
                <a:cubicBezTo>
                  <a:pt x="7864" y="43472"/>
                  <a:pt x="4766" y="39836"/>
                  <a:pt x="2861" y="36353"/>
                </a:cubicBezTo>
                <a:cubicBezTo>
                  <a:pt x="954" y="32871"/>
                  <a:pt x="0" y="29234"/>
                  <a:pt x="0" y="25444"/>
                </a:cubicBezTo>
                <a:cubicBezTo>
                  <a:pt x="0" y="20848"/>
                  <a:pt x="1056" y="17188"/>
                  <a:pt x="3167" y="14463"/>
                </a:cubicBezTo>
                <a:cubicBezTo>
                  <a:pt x="5279" y="11739"/>
                  <a:pt x="7959" y="9843"/>
                  <a:pt x="11209" y="8777"/>
                </a:cubicBezTo>
                <a:cubicBezTo>
                  <a:pt x="14459" y="7711"/>
                  <a:pt x="19643" y="7178"/>
                  <a:pt x="26759" y="7178"/>
                </a:cubicBezTo>
                <a:lnTo>
                  <a:pt x="54015" y="7178"/>
                </a:lnTo>
                <a:cubicBezTo>
                  <a:pt x="59132" y="7178"/>
                  <a:pt x="62307" y="6716"/>
                  <a:pt x="63539" y="5792"/>
                </a:cubicBezTo>
                <a:cubicBezTo>
                  <a:pt x="64770" y="4868"/>
                  <a:pt x="65576" y="2938"/>
                  <a:pt x="65955" y="0"/>
                </a:cubicBezTo>
                <a:lnTo>
                  <a:pt x="68514" y="0"/>
                </a:lnTo>
                <a:lnTo>
                  <a:pt x="68514" y="34328"/>
                </a:lnTo>
                <a:lnTo>
                  <a:pt x="65955" y="34328"/>
                </a:lnTo>
                <a:cubicBezTo>
                  <a:pt x="65718" y="31627"/>
                  <a:pt x="64676" y="29637"/>
                  <a:pt x="62828" y="28358"/>
                </a:cubicBezTo>
                <a:cubicBezTo>
                  <a:pt x="61549" y="27505"/>
                  <a:pt x="58611" y="27079"/>
                  <a:pt x="54015" y="27079"/>
                </a:cubicBezTo>
                <a:lnTo>
                  <a:pt x="25444" y="27079"/>
                </a:lnTo>
                <a:cubicBezTo>
                  <a:pt x="19521" y="27079"/>
                  <a:pt x="15754" y="27315"/>
                  <a:pt x="14143" y="27789"/>
                </a:cubicBezTo>
                <a:cubicBezTo>
                  <a:pt x="12532" y="28263"/>
                  <a:pt x="11336" y="29009"/>
                  <a:pt x="10554" y="30028"/>
                </a:cubicBezTo>
                <a:cubicBezTo>
                  <a:pt x="9772" y="31047"/>
                  <a:pt x="9382" y="32243"/>
                  <a:pt x="9382" y="33617"/>
                </a:cubicBezTo>
                <a:cubicBezTo>
                  <a:pt x="9382" y="35655"/>
                  <a:pt x="10128" y="37716"/>
                  <a:pt x="11620" y="39800"/>
                </a:cubicBezTo>
                <a:cubicBezTo>
                  <a:pt x="13113" y="41885"/>
                  <a:pt x="15352" y="43994"/>
                  <a:pt x="18337" y="46126"/>
                </a:cubicBezTo>
                <a:lnTo>
                  <a:pt x="54015" y="46126"/>
                </a:lnTo>
                <a:cubicBezTo>
                  <a:pt x="58800" y="46126"/>
                  <a:pt x="61809" y="45723"/>
                  <a:pt x="63041" y="44918"/>
                </a:cubicBezTo>
                <a:cubicBezTo>
                  <a:pt x="64794" y="43828"/>
                  <a:pt x="65765" y="41743"/>
                  <a:pt x="65955" y="38663"/>
                </a:cubicBezTo>
                <a:lnTo>
                  <a:pt x="68514" y="38663"/>
                </a:lnTo>
                <a:lnTo>
                  <a:pt x="68514" y="73062"/>
                </a:lnTo>
                <a:lnTo>
                  <a:pt x="65955" y="73062"/>
                </a:lnTo>
                <a:cubicBezTo>
                  <a:pt x="65860" y="71214"/>
                  <a:pt x="65398" y="69757"/>
                  <a:pt x="64569" y="68691"/>
                </a:cubicBezTo>
                <a:cubicBezTo>
                  <a:pt x="63740" y="67625"/>
                  <a:pt x="62745" y="66914"/>
                  <a:pt x="61584" y="66559"/>
                </a:cubicBezTo>
                <a:cubicBezTo>
                  <a:pt x="60423" y="66204"/>
                  <a:pt x="57900" y="66026"/>
                  <a:pt x="54015" y="66026"/>
                </a:cubicBezTo>
                <a:lnTo>
                  <a:pt x="25399" y="66026"/>
                </a:lnTo>
                <a:cubicBezTo>
                  <a:pt x="19372" y="66026"/>
                  <a:pt x="15599" y="66263"/>
                  <a:pt x="14081" y="66737"/>
                </a:cubicBezTo>
                <a:cubicBezTo>
                  <a:pt x="12562" y="67211"/>
                  <a:pt x="11375" y="68004"/>
                  <a:pt x="10521" y="69118"/>
                </a:cubicBezTo>
                <a:cubicBezTo>
                  <a:pt x="9667" y="70231"/>
                  <a:pt x="9239" y="71428"/>
                  <a:pt x="9239" y="72707"/>
                </a:cubicBezTo>
                <a:cubicBezTo>
                  <a:pt x="9239" y="74602"/>
                  <a:pt x="9741" y="76332"/>
                  <a:pt x="10743" y="77895"/>
                </a:cubicBezTo>
                <a:cubicBezTo>
                  <a:pt x="12224" y="80122"/>
                  <a:pt x="14755" y="82491"/>
                  <a:pt x="18337" y="85002"/>
                </a:cubicBezTo>
                <a:lnTo>
                  <a:pt x="54015" y="85002"/>
                </a:lnTo>
                <a:cubicBezTo>
                  <a:pt x="58706" y="85002"/>
                  <a:pt x="61797" y="84540"/>
                  <a:pt x="63290" y="83616"/>
                </a:cubicBezTo>
                <a:cubicBezTo>
                  <a:pt x="64782" y="82693"/>
                  <a:pt x="65671" y="80762"/>
                  <a:pt x="65955" y="77824"/>
                </a:cubicBezTo>
                <a:lnTo>
                  <a:pt x="68514" y="77824"/>
                </a:lnTo>
                <a:lnTo>
                  <a:pt x="68514" y="112081"/>
                </a:lnTo>
                <a:lnTo>
                  <a:pt x="65955" y="112081"/>
                </a:lnTo>
                <a:cubicBezTo>
                  <a:pt x="65671" y="109285"/>
                  <a:pt x="64770" y="107295"/>
                  <a:pt x="63254" y="106111"/>
                </a:cubicBezTo>
                <a:cubicBezTo>
                  <a:pt x="62212" y="105305"/>
                  <a:pt x="59132" y="104903"/>
                  <a:pt x="54015" y="104903"/>
                </a:cubicBezTo>
                <a:lnTo>
                  <a:pt x="16489" y="104903"/>
                </a:lnTo>
                <a:cubicBezTo>
                  <a:pt x="11406" y="104903"/>
                  <a:pt x="8241" y="105365"/>
                  <a:pt x="6994" y="106289"/>
                </a:cubicBezTo>
                <a:cubicBezTo>
                  <a:pt x="5747" y="107212"/>
                  <a:pt x="4932" y="109143"/>
                  <a:pt x="4549" y="112081"/>
                </a:cubicBezTo>
                <a:lnTo>
                  <a:pt x="1990" y="112081"/>
                </a:lnTo>
                <a:lnTo>
                  <a:pt x="1990" y="85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o">
            <a:extLst xmlns:a="http://schemas.openxmlformats.org/drawingml/2006/main">
              <a:ext uri="{FF2B5EF4-FFF2-40B4-BE49-F238E27FC236}">
                <a16:creationId xmlns:a16="http://schemas.microsoft.com/office/drawing/2014/main" id="{650E7A37-CE23-4CBE-A753-51976E75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" y="2128879"/>
            <a:ext cx="70504" cy="62330"/>
          </a:xfrm>
          <a:custGeom xmlns:a="http://schemas.openxmlformats.org/drawingml/2006/main">
            <a:pathLst>
              <a:path w="70504" h="62330">
                <a:moveTo>
                  <a:pt x="0" y="31343"/>
                </a:moveTo>
                <a:cubicBezTo>
                  <a:pt x="0" y="25562"/>
                  <a:pt x="1494" y="20185"/>
                  <a:pt x="4482" y="15209"/>
                </a:cubicBezTo>
                <a:cubicBezTo>
                  <a:pt x="7470" y="10234"/>
                  <a:pt x="11715" y="6456"/>
                  <a:pt x="17217" y="3873"/>
                </a:cubicBezTo>
                <a:cubicBezTo>
                  <a:pt x="22719" y="1291"/>
                  <a:pt x="28743" y="0"/>
                  <a:pt x="35287" y="0"/>
                </a:cubicBezTo>
                <a:cubicBezTo>
                  <a:pt x="44725" y="0"/>
                  <a:pt x="52622" y="2393"/>
                  <a:pt x="58979" y="7178"/>
                </a:cubicBezTo>
                <a:cubicBezTo>
                  <a:pt x="66662" y="12959"/>
                  <a:pt x="70504" y="20943"/>
                  <a:pt x="70504" y="31130"/>
                </a:cubicBezTo>
                <a:cubicBezTo>
                  <a:pt x="70504" y="41127"/>
                  <a:pt x="66994" y="48827"/>
                  <a:pt x="59974" y="54228"/>
                </a:cubicBezTo>
                <a:cubicBezTo>
                  <a:pt x="52954" y="59630"/>
                  <a:pt x="44820" y="62330"/>
                  <a:pt x="35572" y="62330"/>
                </a:cubicBezTo>
                <a:cubicBezTo>
                  <a:pt x="26039" y="62330"/>
                  <a:pt x="17727" y="59570"/>
                  <a:pt x="10636" y="54050"/>
                </a:cubicBezTo>
                <a:cubicBezTo>
                  <a:pt x="3545" y="48530"/>
                  <a:pt x="0" y="40961"/>
                  <a:pt x="0" y="31343"/>
                </a:cubicBezTo>
                <a:moveTo>
                  <a:pt x="4975" y="31059"/>
                </a:moveTo>
                <a:cubicBezTo>
                  <a:pt x="4975" y="33475"/>
                  <a:pt x="5889" y="35548"/>
                  <a:pt x="7716" y="37277"/>
                </a:cubicBezTo>
                <a:cubicBezTo>
                  <a:pt x="9541" y="39007"/>
                  <a:pt x="13146" y="40144"/>
                  <a:pt x="18530" y="40689"/>
                </a:cubicBezTo>
                <a:cubicBezTo>
                  <a:pt x="23914" y="41234"/>
                  <a:pt x="31397" y="41506"/>
                  <a:pt x="40980" y="41506"/>
                </a:cubicBezTo>
                <a:cubicBezTo>
                  <a:pt x="46056" y="41506"/>
                  <a:pt x="50800" y="41175"/>
                  <a:pt x="55212" y="40511"/>
                </a:cubicBezTo>
                <a:cubicBezTo>
                  <a:pt x="58579" y="39990"/>
                  <a:pt x="61141" y="38877"/>
                  <a:pt x="62897" y="37171"/>
                </a:cubicBezTo>
                <a:cubicBezTo>
                  <a:pt x="64651" y="35465"/>
                  <a:pt x="65529" y="33522"/>
                  <a:pt x="65529" y="31343"/>
                </a:cubicBezTo>
                <a:cubicBezTo>
                  <a:pt x="65529" y="29211"/>
                  <a:pt x="64936" y="27434"/>
                  <a:pt x="63750" y="26012"/>
                </a:cubicBezTo>
                <a:cubicBezTo>
                  <a:pt x="62137" y="24165"/>
                  <a:pt x="59884" y="22933"/>
                  <a:pt x="56989" y="22317"/>
                </a:cubicBezTo>
                <a:cubicBezTo>
                  <a:pt x="52483" y="21369"/>
                  <a:pt x="43376" y="20895"/>
                  <a:pt x="29666" y="20895"/>
                </a:cubicBezTo>
                <a:cubicBezTo>
                  <a:pt x="21602" y="20895"/>
                  <a:pt x="16065" y="21345"/>
                  <a:pt x="13053" y="22246"/>
                </a:cubicBezTo>
                <a:cubicBezTo>
                  <a:pt x="10040" y="23146"/>
                  <a:pt x="7845" y="24473"/>
                  <a:pt x="6470" y="26226"/>
                </a:cubicBezTo>
                <a:cubicBezTo>
                  <a:pt x="5473" y="27458"/>
                  <a:pt x="4975" y="29069"/>
                  <a:pt x="4975" y="310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v">
            <a:extLst xmlns:a="http://schemas.openxmlformats.org/drawingml/2006/main">
              <a:ext uri="{FF2B5EF4-FFF2-40B4-BE49-F238E27FC236}">
                <a16:creationId xmlns:a16="http://schemas.microsoft.com/office/drawing/2014/main" id="{96FDBD7F-672F-4378-B92C-6F46FB71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0" y="2052192"/>
            <a:ext cx="68514" cy="70148"/>
          </a:xfrm>
          <a:custGeom xmlns:a="http://schemas.openxmlformats.org/drawingml/2006/main">
            <a:pathLst>
              <a:path w="68514" h="70148">
                <a:moveTo>
                  <a:pt x="68514" y="36602"/>
                </a:moveTo>
                <a:lnTo>
                  <a:pt x="16955" y="58990"/>
                </a:lnTo>
                <a:cubicBezTo>
                  <a:pt x="10699" y="61691"/>
                  <a:pt x="6736" y="63799"/>
                  <a:pt x="5066" y="65315"/>
                </a:cubicBezTo>
                <a:cubicBezTo>
                  <a:pt x="3824" y="66405"/>
                  <a:pt x="2988" y="68016"/>
                  <a:pt x="2559" y="70148"/>
                </a:cubicBezTo>
                <a:lnTo>
                  <a:pt x="0" y="70148"/>
                </a:lnTo>
                <a:lnTo>
                  <a:pt x="0" y="34825"/>
                </a:lnTo>
                <a:lnTo>
                  <a:pt x="2559" y="34825"/>
                </a:lnTo>
                <a:cubicBezTo>
                  <a:pt x="2559" y="37052"/>
                  <a:pt x="2964" y="38569"/>
                  <a:pt x="3773" y="39374"/>
                </a:cubicBezTo>
                <a:cubicBezTo>
                  <a:pt x="4823" y="40511"/>
                  <a:pt x="6063" y="41080"/>
                  <a:pt x="7491" y="41080"/>
                </a:cubicBezTo>
                <a:cubicBezTo>
                  <a:pt x="9255" y="41080"/>
                  <a:pt x="12568" y="40037"/>
                  <a:pt x="17430" y="37953"/>
                </a:cubicBezTo>
                <a:lnTo>
                  <a:pt x="42403" y="27007"/>
                </a:lnTo>
                <a:lnTo>
                  <a:pt x="20846" y="18266"/>
                </a:lnTo>
                <a:cubicBezTo>
                  <a:pt x="14656" y="15754"/>
                  <a:pt x="10274" y="14499"/>
                  <a:pt x="7702" y="14499"/>
                </a:cubicBezTo>
                <a:cubicBezTo>
                  <a:pt x="6226" y="14499"/>
                  <a:pt x="5024" y="15032"/>
                  <a:pt x="4096" y="16098"/>
                </a:cubicBezTo>
                <a:cubicBezTo>
                  <a:pt x="3166" y="17164"/>
                  <a:pt x="2653" y="19047"/>
                  <a:pt x="2559" y="21748"/>
                </a:cubicBezTo>
                <a:lnTo>
                  <a:pt x="0" y="21748"/>
                </a:lnTo>
                <a:lnTo>
                  <a:pt x="0" y="0"/>
                </a:lnTo>
                <a:lnTo>
                  <a:pt x="2559" y="0"/>
                </a:lnTo>
                <a:cubicBezTo>
                  <a:pt x="2844" y="2085"/>
                  <a:pt x="3630" y="3791"/>
                  <a:pt x="4915" y="5117"/>
                </a:cubicBezTo>
                <a:cubicBezTo>
                  <a:pt x="6200" y="6444"/>
                  <a:pt x="9984" y="8434"/>
                  <a:pt x="16267" y="11087"/>
                </a:cubicBezTo>
                <a:lnTo>
                  <a:pt x="68514" y="33262"/>
                </a:lnTo>
                <a:lnTo>
                  <a:pt x="68514" y="366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i">
            <a:extLst xmlns:a="http://schemas.openxmlformats.org/drawingml/2006/main">
              <a:ext uri="{FF2B5EF4-FFF2-40B4-BE49-F238E27FC236}">
                <a16:creationId xmlns:a16="http://schemas.microsoft.com/office/drawing/2014/main" id="{90555A8E-9C3E-47D5-B91F-DED86B41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7" y="2012037"/>
            <a:ext cx="98506" cy="35891"/>
          </a:xfrm>
          <a:custGeom xmlns:a="http://schemas.openxmlformats.org/drawingml/2006/main">
            <a:pathLst>
              <a:path w="98506" h="35891">
                <a:moveTo>
                  <a:pt x="0" y="17981"/>
                </a:moveTo>
                <a:cubicBezTo>
                  <a:pt x="0" y="14901"/>
                  <a:pt x="1082" y="12295"/>
                  <a:pt x="3245" y="10163"/>
                </a:cubicBezTo>
                <a:cubicBezTo>
                  <a:pt x="5407" y="8031"/>
                  <a:pt x="8009" y="6965"/>
                  <a:pt x="11052" y="6965"/>
                </a:cubicBezTo>
                <a:cubicBezTo>
                  <a:pt x="14095" y="6965"/>
                  <a:pt x="16686" y="8043"/>
                  <a:pt x="18825" y="10199"/>
                </a:cubicBezTo>
                <a:cubicBezTo>
                  <a:pt x="20963" y="12355"/>
                  <a:pt x="22032" y="14949"/>
                  <a:pt x="22032" y="17981"/>
                </a:cubicBezTo>
                <a:cubicBezTo>
                  <a:pt x="22032" y="21014"/>
                  <a:pt x="20963" y="23596"/>
                  <a:pt x="18825" y="25728"/>
                </a:cubicBezTo>
                <a:cubicBezTo>
                  <a:pt x="16686" y="27860"/>
                  <a:pt x="14095" y="28926"/>
                  <a:pt x="11052" y="28926"/>
                </a:cubicBezTo>
                <a:cubicBezTo>
                  <a:pt x="8009" y="28926"/>
                  <a:pt x="5407" y="27860"/>
                  <a:pt x="3245" y="25728"/>
                </a:cubicBezTo>
                <a:cubicBezTo>
                  <a:pt x="1082" y="23596"/>
                  <a:pt x="0" y="21014"/>
                  <a:pt x="0" y="17981"/>
                </a:cubicBezTo>
                <a:moveTo>
                  <a:pt x="31982" y="8031"/>
                </a:moveTo>
                <a:lnTo>
                  <a:pt x="84718" y="8031"/>
                </a:lnTo>
                <a:cubicBezTo>
                  <a:pt x="89409" y="8031"/>
                  <a:pt x="92406" y="7486"/>
                  <a:pt x="93709" y="6397"/>
                </a:cubicBezTo>
                <a:cubicBezTo>
                  <a:pt x="95012" y="5307"/>
                  <a:pt x="95758" y="3175"/>
                  <a:pt x="95947" y="0"/>
                </a:cubicBezTo>
                <a:lnTo>
                  <a:pt x="98506" y="0"/>
                </a:lnTo>
                <a:lnTo>
                  <a:pt x="98506" y="35891"/>
                </a:lnTo>
                <a:lnTo>
                  <a:pt x="95947" y="35891"/>
                </a:lnTo>
                <a:cubicBezTo>
                  <a:pt x="95853" y="32954"/>
                  <a:pt x="95000" y="30774"/>
                  <a:pt x="93389" y="29353"/>
                </a:cubicBezTo>
                <a:cubicBezTo>
                  <a:pt x="92299" y="28405"/>
                  <a:pt x="89409" y="27931"/>
                  <a:pt x="84718" y="27931"/>
                </a:cubicBezTo>
                <a:lnTo>
                  <a:pt x="45913" y="27931"/>
                </a:lnTo>
                <a:cubicBezTo>
                  <a:pt x="41163" y="27931"/>
                  <a:pt x="38128" y="28476"/>
                  <a:pt x="36809" y="29566"/>
                </a:cubicBezTo>
                <a:cubicBezTo>
                  <a:pt x="35489" y="30656"/>
                  <a:pt x="34734" y="32764"/>
                  <a:pt x="34541" y="35891"/>
                </a:cubicBezTo>
                <a:lnTo>
                  <a:pt x="31982" y="35891"/>
                </a:lnTo>
                <a:lnTo>
                  <a:pt x="31982" y="8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n">
            <a:extLst xmlns:a="http://schemas.openxmlformats.org/drawingml/2006/main">
              <a:ext uri="{FF2B5EF4-FFF2-40B4-BE49-F238E27FC236}">
                <a16:creationId xmlns:a16="http://schemas.microsoft.com/office/drawing/2014/main" id="{3381D7BC-05B7-434C-94ED-04767C5C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" y="1933950"/>
            <a:ext cx="68514" cy="71712"/>
          </a:xfrm>
          <a:custGeom xmlns:a="http://schemas.openxmlformats.org/drawingml/2006/main">
            <a:pathLst>
              <a:path w="68514" h="71712">
                <a:moveTo>
                  <a:pt x="1990" y="44633"/>
                </a:moveTo>
                <a:lnTo>
                  <a:pt x="10661" y="44633"/>
                </a:lnTo>
                <a:cubicBezTo>
                  <a:pt x="6940" y="41222"/>
                  <a:pt x="4233" y="37953"/>
                  <a:pt x="2541" y="34825"/>
                </a:cubicBezTo>
                <a:cubicBezTo>
                  <a:pt x="847" y="31698"/>
                  <a:pt x="0" y="28334"/>
                  <a:pt x="0" y="24733"/>
                </a:cubicBezTo>
                <a:cubicBezTo>
                  <a:pt x="0" y="20421"/>
                  <a:pt x="1198" y="16844"/>
                  <a:pt x="3594" y="14001"/>
                </a:cubicBezTo>
                <a:cubicBezTo>
                  <a:pt x="5989" y="11158"/>
                  <a:pt x="8966" y="9263"/>
                  <a:pt x="12524" y="8315"/>
                </a:cubicBezTo>
                <a:cubicBezTo>
                  <a:pt x="15229" y="7557"/>
                  <a:pt x="20425" y="7178"/>
                  <a:pt x="28111" y="7178"/>
                </a:cubicBezTo>
                <a:lnTo>
                  <a:pt x="54015" y="7178"/>
                </a:lnTo>
                <a:cubicBezTo>
                  <a:pt x="59132" y="7178"/>
                  <a:pt x="62318" y="6716"/>
                  <a:pt x="63574" y="5792"/>
                </a:cubicBezTo>
                <a:cubicBezTo>
                  <a:pt x="64830" y="4868"/>
                  <a:pt x="65623" y="2938"/>
                  <a:pt x="65955" y="0"/>
                </a:cubicBezTo>
                <a:lnTo>
                  <a:pt x="68514" y="0"/>
                </a:lnTo>
                <a:lnTo>
                  <a:pt x="68514" y="33617"/>
                </a:lnTo>
                <a:lnTo>
                  <a:pt x="65955" y="33617"/>
                </a:lnTo>
                <a:cubicBezTo>
                  <a:pt x="65623" y="31106"/>
                  <a:pt x="64581" y="29305"/>
                  <a:pt x="62828" y="28216"/>
                </a:cubicBezTo>
                <a:cubicBezTo>
                  <a:pt x="61643" y="27458"/>
                  <a:pt x="58706" y="27079"/>
                  <a:pt x="54015" y="27079"/>
                </a:cubicBezTo>
                <a:lnTo>
                  <a:pt x="24449" y="27079"/>
                </a:lnTo>
                <a:cubicBezTo>
                  <a:pt x="19000" y="27079"/>
                  <a:pt x="15565" y="27292"/>
                  <a:pt x="14143" y="27718"/>
                </a:cubicBezTo>
                <a:cubicBezTo>
                  <a:pt x="12722" y="28145"/>
                  <a:pt x="11620" y="28867"/>
                  <a:pt x="10839" y="29886"/>
                </a:cubicBezTo>
                <a:cubicBezTo>
                  <a:pt x="10057" y="30905"/>
                  <a:pt x="9666" y="32030"/>
                  <a:pt x="9666" y="33262"/>
                </a:cubicBezTo>
                <a:cubicBezTo>
                  <a:pt x="9666" y="37337"/>
                  <a:pt x="12603" y="41127"/>
                  <a:pt x="18479" y="44633"/>
                </a:cubicBezTo>
                <a:lnTo>
                  <a:pt x="54015" y="44633"/>
                </a:lnTo>
                <a:cubicBezTo>
                  <a:pt x="58990" y="44633"/>
                  <a:pt x="62141" y="44171"/>
                  <a:pt x="63467" y="43247"/>
                </a:cubicBezTo>
                <a:cubicBezTo>
                  <a:pt x="64794" y="42324"/>
                  <a:pt x="65623" y="40606"/>
                  <a:pt x="65955" y="38095"/>
                </a:cubicBezTo>
                <a:lnTo>
                  <a:pt x="68514" y="38095"/>
                </a:lnTo>
                <a:lnTo>
                  <a:pt x="68514" y="71712"/>
                </a:lnTo>
                <a:lnTo>
                  <a:pt x="65955" y="71712"/>
                </a:lnTo>
                <a:cubicBezTo>
                  <a:pt x="65671" y="68916"/>
                  <a:pt x="64770" y="66926"/>
                  <a:pt x="63254" y="65742"/>
                </a:cubicBezTo>
                <a:cubicBezTo>
                  <a:pt x="62212" y="64936"/>
                  <a:pt x="59132" y="64534"/>
                  <a:pt x="54015" y="64534"/>
                </a:cubicBezTo>
                <a:lnTo>
                  <a:pt x="16489" y="64534"/>
                </a:lnTo>
                <a:cubicBezTo>
                  <a:pt x="11406" y="64534"/>
                  <a:pt x="8241" y="64996"/>
                  <a:pt x="6994" y="65919"/>
                </a:cubicBezTo>
                <a:cubicBezTo>
                  <a:pt x="5747" y="66843"/>
                  <a:pt x="4932" y="68774"/>
                  <a:pt x="4549" y="71712"/>
                </a:cubicBezTo>
                <a:lnTo>
                  <a:pt x="1990" y="71712"/>
                </a:lnTo>
                <a:lnTo>
                  <a:pt x="1990" y="44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g">
            <a:extLst xmlns:a="http://schemas.openxmlformats.org/drawingml/2006/main">
              <a:ext uri="{FF2B5EF4-FFF2-40B4-BE49-F238E27FC236}">
                <a16:creationId xmlns:a16="http://schemas.microsoft.com/office/drawing/2014/main" id="{477F7934-BC9E-424F-9AB1-32F21CEB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" y="1859473"/>
            <a:ext cx="99928" cy="64676"/>
          </a:xfrm>
          <a:custGeom xmlns:a="http://schemas.openxmlformats.org/drawingml/2006/main">
            <a:pathLst>
              <a:path w="99928" h="64676">
                <a:moveTo>
                  <a:pt x="2843" y="22601"/>
                </a:moveTo>
                <a:lnTo>
                  <a:pt x="2843" y="213"/>
                </a:lnTo>
                <a:lnTo>
                  <a:pt x="10661" y="213"/>
                </a:lnTo>
                <a:lnTo>
                  <a:pt x="10661" y="12935"/>
                </a:lnTo>
                <a:cubicBezTo>
                  <a:pt x="12983" y="10613"/>
                  <a:pt x="15091" y="9002"/>
                  <a:pt x="16986" y="8102"/>
                </a:cubicBezTo>
                <a:cubicBezTo>
                  <a:pt x="19545" y="6965"/>
                  <a:pt x="22222" y="6396"/>
                  <a:pt x="25017" y="6396"/>
                </a:cubicBezTo>
                <a:cubicBezTo>
                  <a:pt x="29756" y="6396"/>
                  <a:pt x="33866" y="7711"/>
                  <a:pt x="37348" y="10341"/>
                </a:cubicBezTo>
                <a:cubicBezTo>
                  <a:pt x="40831" y="12971"/>
                  <a:pt x="43555" y="16548"/>
                  <a:pt x="45522" y="21073"/>
                </a:cubicBezTo>
                <a:cubicBezTo>
                  <a:pt x="47488" y="25598"/>
                  <a:pt x="48471" y="29613"/>
                  <a:pt x="48471" y="33120"/>
                </a:cubicBezTo>
                <a:cubicBezTo>
                  <a:pt x="48471" y="33404"/>
                  <a:pt x="48353" y="36247"/>
                  <a:pt x="48116" y="41648"/>
                </a:cubicBezTo>
                <a:cubicBezTo>
                  <a:pt x="48116" y="43780"/>
                  <a:pt x="48811" y="45569"/>
                  <a:pt x="50201" y="47014"/>
                </a:cubicBezTo>
                <a:cubicBezTo>
                  <a:pt x="51592" y="48459"/>
                  <a:pt x="53252" y="49182"/>
                  <a:pt x="55183" y="49182"/>
                </a:cubicBezTo>
                <a:cubicBezTo>
                  <a:pt x="56880" y="49182"/>
                  <a:pt x="58270" y="48530"/>
                  <a:pt x="59354" y="47227"/>
                </a:cubicBezTo>
                <a:cubicBezTo>
                  <a:pt x="60438" y="45924"/>
                  <a:pt x="60980" y="43804"/>
                  <a:pt x="60980" y="40867"/>
                </a:cubicBezTo>
                <a:lnTo>
                  <a:pt x="60838" y="28571"/>
                </a:lnTo>
                <a:cubicBezTo>
                  <a:pt x="60838" y="18621"/>
                  <a:pt x="61930" y="11774"/>
                  <a:pt x="64114" y="8031"/>
                </a:cubicBezTo>
                <a:cubicBezTo>
                  <a:pt x="67151" y="2677"/>
                  <a:pt x="71826" y="0"/>
                  <a:pt x="78139" y="0"/>
                </a:cubicBezTo>
                <a:cubicBezTo>
                  <a:pt x="82174" y="0"/>
                  <a:pt x="85841" y="1232"/>
                  <a:pt x="89140" y="3696"/>
                </a:cubicBezTo>
                <a:cubicBezTo>
                  <a:pt x="92439" y="6160"/>
                  <a:pt x="94872" y="9405"/>
                  <a:pt x="96438" y="13433"/>
                </a:cubicBezTo>
                <a:cubicBezTo>
                  <a:pt x="98764" y="19545"/>
                  <a:pt x="99928" y="26581"/>
                  <a:pt x="99928" y="34541"/>
                </a:cubicBezTo>
                <a:cubicBezTo>
                  <a:pt x="99928" y="40511"/>
                  <a:pt x="99347" y="45960"/>
                  <a:pt x="98186" y="50888"/>
                </a:cubicBezTo>
                <a:cubicBezTo>
                  <a:pt x="97025" y="55815"/>
                  <a:pt x="95414" y="59345"/>
                  <a:pt x="93351" y="61477"/>
                </a:cubicBezTo>
                <a:cubicBezTo>
                  <a:pt x="91290" y="63610"/>
                  <a:pt x="89122" y="64676"/>
                  <a:pt x="86846" y="64676"/>
                </a:cubicBezTo>
                <a:cubicBezTo>
                  <a:pt x="84666" y="64676"/>
                  <a:pt x="82711" y="63858"/>
                  <a:pt x="80980" y="62224"/>
                </a:cubicBezTo>
                <a:cubicBezTo>
                  <a:pt x="79251" y="60589"/>
                  <a:pt x="77794" y="57545"/>
                  <a:pt x="76609" y="53091"/>
                </a:cubicBezTo>
                <a:cubicBezTo>
                  <a:pt x="73577" y="59251"/>
                  <a:pt x="69361" y="62330"/>
                  <a:pt x="63961" y="62330"/>
                </a:cubicBezTo>
                <a:cubicBezTo>
                  <a:pt x="60691" y="62330"/>
                  <a:pt x="57517" y="61075"/>
                  <a:pt x="54439" y="58564"/>
                </a:cubicBezTo>
                <a:cubicBezTo>
                  <a:pt x="51359" y="56052"/>
                  <a:pt x="48682" y="52072"/>
                  <a:pt x="46408" y="46623"/>
                </a:cubicBezTo>
                <a:cubicBezTo>
                  <a:pt x="44083" y="52972"/>
                  <a:pt x="41023" y="57568"/>
                  <a:pt x="37226" y="60411"/>
                </a:cubicBezTo>
                <a:cubicBezTo>
                  <a:pt x="33430" y="63254"/>
                  <a:pt x="29040" y="64676"/>
                  <a:pt x="24058" y="64676"/>
                </a:cubicBezTo>
                <a:cubicBezTo>
                  <a:pt x="17558" y="64676"/>
                  <a:pt x="11923" y="62022"/>
                  <a:pt x="7154" y="56716"/>
                </a:cubicBezTo>
                <a:cubicBezTo>
                  <a:pt x="2385" y="51409"/>
                  <a:pt x="0" y="44586"/>
                  <a:pt x="0" y="36247"/>
                </a:cubicBezTo>
                <a:cubicBezTo>
                  <a:pt x="0" y="31840"/>
                  <a:pt x="948" y="27292"/>
                  <a:pt x="2843" y="22601"/>
                </a:cubicBezTo>
                <a:moveTo>
                  <a:pt x="4549" y="34896"/>
                </a:moveTo>
                <a:cubicBezTo>
                  <a:pt x="4549" y="37645"/>
                  <a:pt x="5932" y="39966"/>
                  <a:pt x="8700" y="41862"/>
                </a:cubicBezTo>
                <a:cubicBezTo>
                  <a:pt x="11466" y="43757"/>
                  <a:pt x="17200" y="44704"/>
                  <a:pt x="25904" y="44704"/>
                </a:cubicBezTo>
                <a:cubicBezTo>
                  <a:pt x="32950" y="44704"/>
                  <a:pt x="37786" y="43769"/>
                  <a:pt x="40411" y="41897"/>
                </a:cubicBezTo>
                <a:cubicBezTo>
                  <a:pt x="43036" y="40026"/>
                  <a:pt x="44349" y="37810"/>
                  <a:pt x="44349" y="35252"/>
                </a:cubicBezTo>
                <a:cubicBezTo>
                  <a:pt x="44349" y="32409"/>
                  <a:pt x="43048" y="30040"/>
                  <a:pt x="40447" y="28145"/>
                </a:cubicBezTo>
                <a:cubicBezTo>
                  <a:pt x="37845" y="26249"/>
                  <a:pt x="32784" y="25302"/>
                  <a:pt x="25264" y="25302"/>
                </a:cubicBezTo>
                <a:cubicBezTo>
                  <a:pt x="16799" y="25302"/>
                  <a:pt x="11029" y="26368"/>
                  <a:pt x="7953" y="28500"/>
                </a:cubicBezTo>
                <a:cubicBezTo>
                  <a:pt x="5684" y="30016"/>
                  <a:pt x="4549" y="32148"/>
                  <a:pt x="4549" y="34896"/>
                </a:cubicBezTo>
                <a:moveTo>
                  <a:pt x="78322" y="39090"/>
                </a:moveTo>
                <a:cubicBezTo>
                  <a:pt x="78322" y="43923"/>
                  <a:pt x="78723" y="47121"/>
                  <a:pt x="79525" y="48684"/>
                </a:cubicBezTo>
                <a:cubicBezTo>
                  <a:pt x="80987" y="51385"/>
                  <a:pt x="82968" y="52736"/>
                  <a:pt x="85469" y="52736"/>
                </a:cubicBezTo>
                <a:cubicBezTo>
                  <a:pt x="87875" y="52736"/>
                  <a:pt x="90057" y="51338"/>
                  <a:pt x="92014" y="48542"/>
                </a:cubicBezTo>
                <a:cubicBezTo>
                  <a:pt x="93973" y="45747"/>
                  <a:pt x="94952" y="40487"/>
                  <a:pt x="94952" y="32764"/>
                </a:cubicBezTo>
                <a:cubicBezTo>
                  <a:pt x="94952" y="26178"/>
                  <a:pt x="94080" y="21002"/>
                  <a:pt x="92334" y="17235"/>
                </a:cubicBezTo>
                <a:cubicBezTo>
                  <a:pt x="90588" y="13468"/>
                  <a:pt x="88135" y="11585"/>
                  <a:pt x="84974" y="11585"/>
                </a:cubicBezTo>
                <a:cubicBezTo>
                  <a:pt x="83795" y="11585"/>
                  <a:pt x="82804" y="11940"/>
                  <a:pt x="82002" y="12651"/>
                </a:cubicBezTo>
                <a:cubicBezTo>
                  <a:pt x="80586" y="13930"/>
                  <a:pt x="79619" y="15861"/>
                  <a:pt x="79099" y="18443"/>
                </a:cubicBezTo>
                <a:cubicBezTo>
                  <a:pt x="78581" y="21026"/>
                  <a:pt x="78322" y="27908"/>
                  <a:pt x="78322" y="390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N">
            <a:extLst xmlns:a="http://schemas.openxmlformats.org/drawingml/2006/main">
              <a:ext uri="{FF2B5EF4-FFF2-40B4-BE49-F238E27FC236}">
                <a16:creationId xmlns:a16="http://schemas.microsoft.com/office/drawing/2014/main" id="{6CD10D6F-6DB7-4E4E-AA4D-B6FF3ABC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9" y="1718750"/>
            <a:ext cx="98506" cy="99643"/>
          </a:xfrm>
          <a:custGeom xmlns:a="http://schemas.openxmlformats.org/drawingml/2006/main">
            <a:pathLst>
              <a:path w="98506" h="99643">
                <a:moveTo>
                  <a:pt x="0" y="65458"/>
                </a:moveTo>
                <a:lnTo>
                  <a:pt x="59652" y="17910"/>
                </a:lnTo>
                <a:lnTo>
                  <a:pt x="18337" y="17910"/>
                </a:lnTo>
                <a:cubicBezTo>
                  <a:pt x="12529" y="17910"/>
                  <a:pt x="8603" y="18739"/>
                  <a:pt x="6556" y="20398"/>
                </a:cubicBezTo>
                <a:cubicBezTo>
                  <a:pt x="3796" y="22672"/>
                  <a:pt x="2464" y="26486"/>
                  <a:pt x="2559" y="31840"/>
                </a:cubicBezTo>
                <a:lnTo>
                  <a:pt x="0" y="31840"/>
                </a:lnTo>
                <a:lnTo>
                  <a:pt x="0" y="0"/>
                </a:lnTo>
                <a:lnTo>
                  <a:pt x="2559" y="0"/>
                </a:lnTo>
                <a:cubicBezTo>
                  <a:pt x="3083" y="4075"/>
                  <a:pt x="3762" y="6811"/>
                  <a:pt x="4595" y="8209"/>
                </a:cubicBezTo>
                <a:cubicBezTo>
                  <a:pt x="5427" y="9607"/>
                  <a:pt x="6784" y="10696"/>
                  <a:pt x="8664" y="11478"/>
                </a:cubicBezTo>
                <a:cubicBezTo>
                  <a:pt x="10543" y="12260"/>
                  <a:pt x="13767" y="12651"/>
                  <a:pt x="18337" y="12651"/>
                </a:cubicBezTo>
                <a:lnTo>
                  <a:pt x="98506" y="12651"/>
                </a:lnTo>
                <a:lnTo>
                  <a:pt x="98506" y="15067"/>
                </a:lnTo>
                <a:lnTo>
                  <a:pt x="18210" y="80241"/>
                </a:lnTo>
                <a:lnTo>
                  <a:pt x="79601" y="80241"/>
                </a:lnTo>
                <a:cubicBezTo>
                  <a:pt x="85173" y="80241"/>
                  <a:pt x="88935" y="78973"/>
                  <a:pt x="90888" y="76438"/>
                </a:cubicBezTo>
                <a:cubicBezTo>
                  <a:pt x="92840" y="73903"/>
                  <a:pt x="93815" y="71001"/>
                  <a:pt x="93815" y="67732"/>
                </a:cubicBezTo>
                <a:lnTo>
                  <a:pt x="93815" y="65458"/>
                </a:lnTo>
                <a:lnTo>
                  <a:pt x="96374" y="65458"/>
                </a:lnTo>
                <a:lnTo>
                  <a:pt x="96374" y="99643"/>
                </a:lnTo>
                <a:lnTo>
                  <a:pt x="93815" y="99643"/>
                </a:lnTo>
                <a:cubicBezTo>
                  <a:pt x="93768" y="94337"/>
                  <a:pt x="92673" y="90641"/>
                  <a:pt x="90530" y="88556"/>
                </a:cubicBezTo>
                <a:cubicBezTo>
                  <a:pt x="88386" y="86471"/>
                  <a:pt x="84743" y="85429"/>
                  <a:pt x="79601" y="85429"/>
                </a:cubicBezTo>
                <a:lnTo>
                  <a:pt x="11574" y="85429"/>
                </a:lnTo>
                <a:lnTo>
                  <a:pt x="9026" y="87490"/>
                </a:lnTo>
                <a:cubicBezTo>
                  <a:pt x="6439" y="89527"/>
                  <a:pt x="4739" y="91328"/>
                  <a:pt x="3925" y="92891"/>
                </a:cubicBezTo>
                <a:cubicBezTo>
                  <a:pt x="3110" y="94455"/>
                  <a:pt x="2655" y="96706"/>
                  <a:pt x="2559" y="99643"/>
                </a:cubicBezTo>
                <a:lnTo>
                  <a:pt x="0" y="99643"/>
                </a:lnTo>
                <a:lnTo>
                  <a:pt x="0" y="65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A">
            <a:extLst xmlns:a="http://schemas.openxmlformats.org/drawingml/2006/main">
              <a:ext uri="{FF2B5EF4-FFF2-40B4-BE49-F238E27FC236}">
                <a16:creationId xmlns:a16="http://schemas.microsoft.com/office/drawing/2014/main" id="{012995B2-DB6B-4E4A-9380-2A1EC149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7" y="1611678"/>
            <a:ext cx="98506" cy="102344"/>
          </a:xfrm>
          <a:custGeom xmlns:a="http://schemas.openxmlformats.org/drawingml/2006/main">
            <a:pathLst>
              <a:path w="98506" h="102344">
                <a:moveTo>
                  <a:pt x="70930" y="42928"/>
                </a:moveTo>
                <a:lnTo>
                  <a:pt x="70930" y="76971"/>
                </a:lnTo>
                <a:lnTo>
                  <a:pt x="80358" y="81022"/>
                </a:lnTo>
                <a:cubicBezTo>
                  <a:pt x="83519" y="82349"/>
                  <a:pt x="86130" y="83012"/>
                  <a:pt x="88190" y="83012"/>
                </a:cubicBezTo>
                <a:cubicBezTo>
                  <a:pt x="90918" y="83012"/>
                  <a:pt x="92930" y="81923"/>
                  <a:pt x="94224" y="79743"/>
                </a:cubicBezTo>
                <a:cubicBezTo>
                  <a:pt x="94990" y="78464"/>
                  <a:pt x="95564" y="75313"/>
                  <a:pt x="95947" y="70290"/>
                </a:cubicBezTo>
                <a:lnTo>
                  <a:pt x="98506" y="70290"/>
                </a:lnTo>
                <a:lnTo>
                  <a:pt x="98506" y="102344"/>
                </a:lnTo>
                <a:lnTo>
                  <a:pt x="95947" y="102344"/>
                </a:lnTo>
                <a:cubicBezTo>
                  <a:pt x="95422" y="98885"/>
                  <a:pt x="93975" y="96042"/>
                  <a:pt x="91608" y="93815"/>
                </a:cubicBezTo>
                <a:cubicBezTo>
                  <a:pt x="89239" y="91588"/>
                  <a:pt x="84346" y="88840"/>
                  <a:pt x="76931" y="85571"/>
                </a:cubicBezTo>
                <a:lnTo>
                  <a:pt x="0" y="51101"/>
                </a:lnTo>
                <a:lnTo>
                  <a:pt x="0" y="49751"/>
                </a:lnTo>
                <a:lnTo>
                  <a:pt x="79075" y="14996"/>
                </a:lnTo>
                <a:cubicBezTo>
                  <a:pt x="86638" y="11680"/>
                  <a:pt x="91400" y="8955"/>
                  <a:pt x="93362" y="6823"/>
                </a:cubicBezTo>
                <a:cubicBezTo>
                  <a:pt x="94846" y="5212"/>
                  <a:pt x="95708" y="2938"/>
                  <a:pt x="95947" y="0"/>
                </a:cubicBezTo>
                <a:lnTo>
                  <a:pt x="98506" y="0"/>
                </a:lnTo>
                <a:lnTo>
                  <a:pt x="98506" y="46623"/>
                </a:lnTo>
                <a:lnTo>
                  <a:pt x="95947" y="46623"/>
                </a:lnTo>
                <a:lnTo>
                  <a:pt x="95947" y="44704"/>
                </a:lnTo>
                <a:cubicBezTo>
                  <a:pt x="95947" y="40961"/>
                  <a:pt x="95417" y="38332"/>
                  <a:pt x="94357" y="36815"/>
                </a:cubicBezTo>
                <a:cubicBezTo>
                  <a:pt x="93587" y="35773"/>
                  <a:pt x="92479" y="35252"/>
                  <a:pt x="91032" y="35252"/>
                </a:cubicBezTo>
                <a:cubicBezTo>
                  <a:pt x="90166" y="35252"/>
                  <a:pt x="89275" y="35394"/>
                  <a:pt x="88358" y="35678"/>
                </a:cubicBezTo>
                <a:cubicBezTo>
                  <a:pt x="87926" y="35773"/>
                  <a:pt x="86120" y="36484"/>
                  <a:pt x="82939" y="37810"/>
                </a:cubicBezTo>
                <a:lnTo>
                  <a:pt x="70930" y="42928"/>
                </a:lnTo>
                <a:moveTo>
                  <a:pt x="65671" y="45344"/>
                </a:moveTo>
                <a:lnTo>
                  <a:pt x="32440" y="59701"/>
                </a:lnTo>
                <a:lnTo>
                  <a:pt x="65671" y="74484"/>
                </a:lnTo>
                <a:lnTo>
                  <a:pt x="65671" y="45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T">
            <a:extLst xmlns:a="http://schemas.openxmlformats.org/drawingml/2006/main">
              <a:ext uri="{FF2B5EF4-FFF2-40B4-BE49-F238E27FC236}">
                <a16:creationId xmlns:a16="http://schemas.microsoft.com/office/drawing/2014/main" id="{0DA708D0-ACB4-43EA-9010-FF8CD10B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9" y="1528723"/>
            <a:ext cx="96374" cy="86566"/>
          </a:xfrm>
          <a:custGeom xmlns:a="http://schemas.openxmlformats.org/drawingml/2006/main">
            <a:pathLst>
              <a:path w="96374" h="86566">
                <a:moveTo>
                  <a:pt x="0" y="0"/>
                </a:moveTo>
                <a:lnTo>
                  <a:pt x="26155" y="0"/>
                </a:lnTo>
                <a:lnTo>
                  <a:pt x="26155" y="2559"/>
                </a:lnTo>
                <a:cubicBezTo>
                  <a:pt x="20116" y="4075"/>
                  <a:pt x="15778" y="5757"/>
                  <a:pt x="13139" y="7605"/>
                </a:cubicBezTo>
                <a:cubicBezTo>
                  <a:pt x="10501" y="9453"/>
                  <a:pt x="8397" y="11988"/>
                  <a:pt x="6827" y="15209"/>
                </a:cubicBezTo>
                <a:cubicBezTo>
                  <a:pt x="5972" y="17010"/>
                  <a:pt x="5544" y="20161"/>
                  <a:pt x="5544" y="24662"/>
                </a:cubicBezTo>
                <a:lnTo>
                  <a:pt x="5544" y="31840"/>
                </a:lnTo>
                <a:lnTo>
                  <a:pt x="79885" y="31840"/>
                </a:lnTo>
                <a:cubicBezTo>
                  <a:pt x="84838" y="31840"/>
                  <a:pt x="87934" y="31568"/>
                  <a:pt x="89173" y="31023"/>
                </a:cubicBezTo>
                <a:cubicBezTo>
                  <a:pt x="90411" y="30478"/>
                  <a:pt x="91494" y="29412"/>
                  <a:pt x="92423" y="27825"/>
                </a:cubicBezTo>
                <a:cubicBezTo>
                  <a:pt x="93351" y="26238"/>
                  <a:pt x="93815" y="24070"/>
                  <a:pt x="93815" y="21322"/>
                </a:cubicBezTo>
                <a:lnTo>
                  <a:pt x="93815" y="18123"/>
                </a:lnTo>
                <a:lnTo>
                  <a:pt x="96374" y="18123"/>
                </a:lnTo>
                <a:lnTo>
                  <a:pt x="96374" y="68585"/>
                </a:lnTo>
                <a:lnTo>
                  <a:pt x="93815" y="68585"/>
                </a:lnTo>
                <a:lnTo>
                  <a:pt x="93815" y="65386"/>
                </a:lnTo>
                <a:cubicBezTo>
                  <a:pt x="93815" y="62591"/>
                  <a:pt x="93316" y="60340"/>
                  <a:pt x="92316" y="58635"/>
                </a:cubicBezTo>
                <a:cubicBezTo>
                  <a:pt x="91648" y="57403"/>
                  <a:pt x="90505" y="56431"/>
                  <a:pt x="88887" y="55721"/>
                </a:cubicBezTo>
                <a:cubicBezTo>
                  <a:pt x="87744" y="55199"/>
                  <a:pt x="84743" y="54939"/>
                  <a:pt x="79885" y="54939"/>
                </a:cubicBezTo>
                <a:lnTo>
                  <a:pt x="5544" y="54939"/>
                </a:lnTo>
                <a:lnTo>
                  <a:pt x="5544" y="61904"/>
                </a:lnTo>
                <a:cubicBezTo>
                  <a:pt x="5544" y="68395"/>
                  <a:pt x="6922" y="73110"/>
                  <a:pt x="9679" y="76047"/>
                </a:cubicBezTo>
                <a:cubicBezTo>
                  <a:pt x="13530" y="80169"/>
                  <a:pt x="19022" y="82775"/>
                  <a:pt x="26155" y="83865"/>
                </a:cubicBezTo>
                <a:lnTo>
                  <a:pt x="26155" y="86566"/>
                </a:lnTo>
                <a:lnTo>
                  <a:pt x="0" y="865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M">
            <a:extLst xmlns:a="http://schemas.openxmlformats.org/drawingml/2006/main">
              <a:ext uri="{FF2B5EF4-FFF2-40B4-BE49-F238E27FC236}">
                <a16:creationId xmlns:a16="http://schemas.microsoft.com/office/drawing/2014/main" id="{8788C20F-2B32-431F-8903-8D977280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9" y="1355232"/>
            <a:ext cx="96374" cy="131839"/>
          </a:xfrm>
          <a:custGeom xmlns:a="http://schemas.openxmlformats.org/drawingml/2006/main">
            <a:pathLst>
              <a:path w="96374" h="131839">
                <a:moveTo>
                  <a:pt x="63454" y="65386"/>
                </a:moveTo>
                <a:lnTo>
                  <a:pt x="0" y="39232"/>
                </a:lnTo>
                <a:lnTo>
                  <a:pt x="0" y="0"/>
                </a:lnTo>
                <a:lnTo>
                  <a:pt x="2559" y="0"/>
                </a:lnTo>
                <a:lnTo>
                  <a:pt x="2559" y="3127"/>
                </a:lnTo>
                <a:cubicBezTo>
                  <a:pt x="2559" y="5970"/>
                  <a:pt x="3064" y="8244"/>
                  <a:pt x="4073" y="9950"/>
                </a:cubicBezTo>
                <a:cubicBezTo>
                  <a:pt x="4747" y="11135"/>
                  <a:pt x="5878" y="12082"/>
                  <a:pt x="7467" y="12793"/>
                </a:cubicBezTo>
                <a:cubicBezTo>
                  <a:pt x="8622" y="13314"/>
                  <a:pt x="11629" y="13575"/>
                  <a:pt x="16489" y="13575"/>
                </a:cubicBezTo>
                <a:lnTo>
                  <a:pt x="79885" y="13575"/>
                </a:lnTo>
                <a:cubicBezTo>
                  <a:pt x="84838" y="13575"/>
                  <a:pt x="87934" y="13314"/>
                  <a:pt x="89173" y="12793"/>
                </a:cubicBezTo>
                <a:cubicBezTo>
                  <a:pt x="90411" y="12272"/>
                  <a:pt x="91494" y="11206"/>
                  <a:pt x="92423" y="9595"/>
                </a:cubicBezTo>
                <a:cubicBezTo>
                  <a:pt x="93351" y="7984"/>
                  <a:pt x="93815" y="5828"/>
                  <a:pt x="93815" y="3127"/>
                </a:cubicBezTo>
                <a:lnTo>
                  <a:pt x="93815" y="0"/>
                </a:lnTo>
                <a:lnTo>
                  <a:pt x="96374" y="0"/>
                </a:lnTo>
                <a:lnTo>
                  <a:pt x="96374" y="50319"/>
                </a:lnTo>
                <a:lnTo>
                  <a:pt x="93815" y="50319"/>
                </a:lnTo>
                <a:lnTo>
                  <a:pt x="93815" y="47192"/>
                </a:lnTo>
                <a:cubicBezTo>
                  <a:pt x="93815" y="44349"/>
                  <a:pt x="93316" y="42075"/>
                  <a:pt x="92316" y="40369"/>
                </a:cubicBezTo>
                <a:cubicBezTo>
                  <a:pt x="91648" y="39184"/>
                  <a:pt x="90505" y="38237"/>
                  <a:pt x="88887" y="37526"/>
                </a:cubicBezTo>
                <a:cubicBezTo>
                  <a:pt x="87744" y="37005"/>
                  <a:pt x="84743" y="36744"/>
                  <a:pt x="79885" y="36744"/>
                </a:cubicBezTo>
                <a:lnTo>
                  <a:pt x="8458" y="36744"/>
                </a:lnTo>
                <a:lnTo>
                  <a:pt x="96374" y="73702"/>
                </a:lnTo>
                <a:lnTo>
                  <a:pt x="96374" y="75408"/>
                </a:lnTo>
                <a:lnTo>
                  <a:pt x="9026" y="112934"/>
                </a:lnTo>
                <a:lnTo>
                  <a:pt x="76900" y="112934"/>
                </a:lnTo>
                <a:cubicBezTo>
                  <a:pt x="81678" y="112934"/>
                  <a:pt x="84617" y="112815"/>
                  <a:pt x="85715" y="112578"/>
                </a:cubicBezTo>
                <a:cubicBezTo>
                  <a:pt x="88105" y="111962"/>
                  <a:pt x="90053" y="110624"/>
                  <a:pt x="91559" y="108563"/>
                </a:cubicBezTo>
                <a:cubicBezTo>
                  <a:pt x="93063" y="106502"/>
                  <a:pt x="93815" y="103268"/>
                  <a:pt x="93815" y="98861"/>
                </a:cubicBezTo>
                <a:lnTo>
                  <a:pt x="96374" y="98861"/>
                </a:lnTo>
                <a:lnTo>
                  <a:pt x="96374" y="131839"/>
                </a:lnTo>
                <a:lnTo>
                  <a:pt x="93815" y="131839"/>
                </a:lnTo>
                <a:lnTo>
                  <a:pt x="93815" y="130844"/>
                </a:lnTo>
                <a:cubicBezTo>
                  <a:pt x="93863" y="128712"/>
                  <a:pt x="93515" y="126722"/>
                  <a:pt x="92771" y="124874"/>
                </a:cubicBezTo>
                <a:cubicBezTo>
                  <a:pt x="92028" y="123026"/>
                  <a:pt x="91032" y="121628"/>
                  <a:pt x="89784" y="120681"/>
                </a:cubicBezTo>
                <a:cubicBezTo>
                  <a:pt x="88536" y="119733"/>
                  <a:pt x="86784" y="118999"/>
                  <a:pt x="84527" y="118477"/>
                </a:cubicBezTo>
                <a:cubicBezTo>
                  <a:pt x="84000" y="118383"/>
                  <a:pt x="81552" y="118335"/>
                  <a:pt x="77184" y="118335"/>
                </a:cubicBezTo>
                <a:lnTo>
                  <a:pt x="16489" y="118335"/>
                </a:lnTo>
                <a:cubicBezTo>
                  <a:pt x="11533" y="118335"/>
                  <a:pt x="8441" y="118596"/>
                  <a:pt x="7214" y="119117"/>
                </a:cubicBezTo>
                <a:cubicBezTo>
                  <a:pt x="5986" y="119638"/>
                  <a:pt x="4904" y="120704"/>
                  <a:pt x="3967" y="122315"/>
                </a:cubicBezTo>
                <a:cubicBezTo>
                  <a:pt x="3028" y="123926"/>
                  <a:pt x="2559" y="126082"/>
                  <a:pt x="2559" y="128783"/>
                </a:cubicBezTo>
                <a:lnTo>
                  <a:pt x="2559" y="131839"/>
                </a:lnTo>
                <a:lnTo>
                  <a:pt x="0" y="131839"/>
                </a:lnTo>
                <a:lnTo>
                  <a:pt x="0" y="92465"/>
                </a:lnTo>
                <a:lnTo>
                  <a:pt x="63454" y="65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a">
            <a:extLst xmlns:a="http://schemas.openxmlformats.org/drawingml/2006/main">
              <a:ext uri="{FF2B5EF4-FFF2-40B4-BE49-F238E27FC236}">
                <a16:creationId xmlns:a16="http://schemas.microsoft.com/office/drawing/2014/main" id="{F3867D30-59C5-4CDA-A8BB-17F817CA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" y="1282306"/>
            <a:ext cx="69509" cy="63823"/>
          </a:xfrm>
          <a:custGeom xmlns:a="http://schemas.openxmlformats.org/drawingml/2006/main">
            <a:pathLst>
              <a:path w="69509" h="63823">
                <a:moveTo>
                  <a:pt x="58706" y="28784"/>
                </a:moveTo>
                <a:cubicBezTo>
                  <a:pt x="65908" y="36886"/>
                  <a:pt x="69509" y="44160"/>
                  <a:pt x="69509" y="50603"/>
                </a:cubicBezTo>
                <a:cubicBezTo>
                  <a:pt x="69509" y="54394"/>
                  <a:pt x="68261" y="57545"/>
                  <a:pt x="65766" y="60056"/>
                </a:cubicBezTo>
                <a:cubicBezTo>
                  <a:pt x="63270" y="62567"/>
                  <a:pt x="60144" y="63823"/>
                  <a:pt x="56389" y="63823"/>
                </a:cubicBezTo>
                <a:cubicBezTo>
                  <a:pt x="51302" y="63823"/>
                  <a:pt x="46726" y="61643"/>
                  <a:pt x="42661" y="57284"/>
                </a:cubicBezTo>
                <a:cubicBezTo>
                  <a:pt x="38597" y="52925"/>
                  <a:pt x="33189" y="43425"/>
                  <a:pt x="26439" y="28784"/>
                </a:cubicBezTo>
                <a:lnTo>
                  <a:pt x="19758" y="28784"/>
                </a:lnTo>
                <a:cubicBezTo>
                  <a:pt x="14736" y="28784"/>
                  <a:pt x="11573" y="29057"/>
                  <a:pt x="10270" y="29602"/>
                </a:cubicBezTo>
                <a:cubicBezTo>
                  <a:pt x="8967" y="30146"/>
                  <a:pt x="7830" y="31177"/>
                  <a:pt x="6858" y="32693"/>
                </a:cubicBezTo>
                <a:cubicBezTo>
                  <a:pt x="5887" y="34209"/>
                  <a:pt x="5401" y="35915"/>
                  <a:pt x="5401" y="37810"/>
                </a:cubicBezTo>
                <a:cubicBezTo>
                  <a:pt x="5401" y="40890"/>
                  <a:pt x="6089" y="43425"/>
                  <a:pt x="7463" y="45415"/>
                </a:cubicBezTo>
                <a:cubicBezTo>
                  <a:pt x="8315" y="46647"/>
                  <a:pt x="9310" y="47263"/>
                  <a:pt x="10448" y="47263"/>
                </a:cubicBezTo>
                <a:cubicBezTo>
                  <a:pt x="11443" y="47263"/>
                  <a:pt x="12675" y="46600"/>
                  <a:pt x="14143" y="45273"/>
                </a:cubicBezTo>
                <a:cubicBezTo>
                  <a:pt x="16181" y="43473"/>
                  <a:pt x="18147" y="42572"/>
                  <a:pt x="20042" y="42572"/>
                </a:cubicBezTo>
                <a:cubicBezTo>
                  <a:pt x="22364" y="42572"/>
                  <a:pt x="24342" y="43437"/>
                  <a:pt x="25977" y="45166"/>
                </a:cubicBezTo>
                <a:cubicBezTo>
                  <a:pt x="27612" y="46896"/>
                  <a:pt x="28429" y="49158"/>
                  <a:pt x="28429" y="51954"/>
                </a:cubicBezTo>
                <a:cubicBezTo>
                  <a:pt x="28429" y="54939"/>
                  <a:pt x="27529" y="57438"/>
                  <a:pt x="25728" y="59452"/>
                </a:cubicBezTo>
                <a:cubicBezTo>
                  <a:pt x="23928" y="61466"/>
                  <a:pt x="21819" y="62472"/>
                  <a:pt x="19403" y="62472"/>
                </a:cubicBezTo>
                <a:cubicBezTo>
                  <a:pt x="15991" y="62472"/>
                  <a:pt x="12734" y="61122"/>
                  <a:pt x="9630" y="58421"/>
                </a:cubicBezTo>
                <a:cubicBezTo>
                  <a:pt x="6527" y="55721"/>
                  <a:pt x="4146" y="51954"/>
                  <a:pt x="2488" y="47121"/>
                </a:cubicBezTo>
                <a:cubicBezTo>
                  <a:pt x="829" y="42288"/>
                  <a:pt x="0" y="37266"/>
                  <a:pt x="0" y="32054"/>
                </a:cubicBezTo>
                <a:cubicBezTo>
                  <a:pt x="0" y="25752"/>
                  <a:pt x="1342" y="20765"/>
                  <a:pt x="4027" y="17093"/>
                </a:cubicBezTo>
                <a:cubicBezTo>
                  <a:pt x="6710" y="13421"/>
                  <a:pt x="9618" y="11040"/>
                  <a:pt x="12753" y="9950"/>
                </a:cubicBezTo>
                <a:cubicBezTo>
                  <a:pt x="14747" y="9287"/>
                  <a:pt x="19330" y="8955"/>
                  <a:pt x="26501" y="8955"/>
                </a:cubicBezTo>
                <a:lnTo>
                  <a:pt x="52360" y="8955"/>
                </a:lnTo>
                <a:cubicBezTo>
                  <a:pt x="55400" y="8955"/>
                  <a:pt x="57312" y="8837"/>
                  <a:pt x="58097" y="8600"/>
                </a:cubicBezTo>
                <a:cubicBezTo>
                  <a:pt x="58880" y="8363"/>
                  <a:pt x="59462" y="8007"/>
                  <a:pt x="59843" y="7534"/>
                </a:cubicBezTo>
                <a:cubicBezTo>
                  <a:pt x="60222" y="7060"/>
                  <a:pt x="60411" y="6515"/>
                  <a:pt x="60411" y="5899"/>
                </a:cubicBezTo>
                <a:cubicBezTo>
                  <a:pt x="60411" y="4667"/>
                  <a:pt x="59535" y="3411"/>
                  <a:pt x="57782" y="2132"/>
                </a:cubicBezTo>
                <a:lnTo>
                  <a:pt x="59487" y="0"/>
                </a:lnTo>
                <a:cubicBezTo>
                  <a:pt x="62994" y="2369"/>
                  <a:pt x="65540" y="4821"/>
                  <a:pt x="67128" y="7356"/>
                </a:cubicBezTo>
                <a:cubicBezTo>
                  <a:pt x="68715" y="9891"/>
                  <a:pt x="69509" y="12769"/>
                  <a:pt x="69509" y="15991"/>
                </a:cubicBezTo>
                <a:cubicBezTo>
                  <a:pt x="69509" y="19782"/>
                  <a:pt x="68614" y="22743"/>
                  <a:pt x="66826" y="24875"/>
                </a:cubicBezTo>
                <a:cubicBezTo>
                  <a:pt x="65037" y="27007"/>
                  <a:pt x="62330" y="28310"/>
                  <a:pt x="58706" y="28784"/>
                </a:cubicBezTo>
                <a:moveTo>
                  <a:pt x="53446" y="28784"/>
                </a:moveTo>
                <a:lnTo>
                  <a:pt x="31214" y="28784"/>
                </a:lnTo>
                <a:cubicBezTo>
                  <a:pt x="34594" y="34517"/>
                  <a:pt x="38213" y="38782"/>
                  <a:pt x="42070" y="41577"/>
                </a:cubicBezTo>
                <a:cubicBezTo>
                  <a:pt x="44641" y="43425"/>
                  <a:pt x="47236" y="44349"/>
                  <a:pt x="49855" y="44349"/>
                </a:cubicBezTo>
                <a:cubicBezTo>
                  <a:pt x="52045" y="44349"/>
                  <a:pt x="53973" y="43567"/>
                  <a:pt x="55641" y="42004"/>
                </a:cubicBezTo>
                <a:cubicBezTo>
                  <a:pt x="56926" y="40819"/>
                  <a:pt x="57568" y="39161"/>
                  <a:pt x="57568" y="37029"/>
                </a:cubicBezTo>
                <a:cubicBezTo>
                  <a:pt x="57568" y="34660"/>
                  <a:pt x="56194" y="31911"/>
                  <a:pt x="53446" y="287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p">
            <a:extLst xmlns:a="http://schemas.openxmlformats.org/drawingml/2006/main">
              <a:ext uri="{FF2B5EF4-FFF2-40B4-BE49-F238E27FC236}">
                <a16:creationId xmlns:a16="http://schemas.microsoft.com/office/drawing/2014/main" id="{2CD0DB80-3F89-4BC9-A663-3F5733B2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" y="1205264"/>
            <a:ext cx="99643" cy="71854"/>
          </a:xfrm>
          <a:custGeom xmlns:a="http://schemas.openxmlformats.org/drawingml/2006/main">
            <a:pathLst>
              <a:path w="99643" h="71854">
                <a:moveTo>
                  <a:pt x="61762" y="43994"/>
                </a:moveTo>
                <a:lnTo>
                  <a:pt x="86424" y="43994"/>
                </a:lnTo>
                <a:cubicBezTo>
                  <a:pt x="89881" y="43994"/>
                  <a:pt x="92234" y="43721"/>
                  <a:pt x="93482" y="43176"/>
                </a:cubicBezTo>
                <a:cubicBezTo>
                  <a:pt x="94732" y="42631"/>
                  <a:pt x="95645" y="41790"/>
                  <a:pt x="96221" y="40653"/>
                </a:cubicBezTo>
                <a:cubicBezTo>
                  <a:pt x="96797" y="39516"/>
                  <a:pt x="97085" y="37289"/>
                  <a:pt x="97085" y="33973"/>
                </a:cubicBezTo>
                <a:lnTo>
                  <a:pt x="99643" y="33973"/>
                </a:lnTo>
                <a:lnTo>
                  <a:pt x="99643" y="71854"/>
                </a:lnTo>
                <a:lnTo>
                  <a:pt x="97085" y="71854"/>
                </a:lnTo>
                <a:cubicBezTo>
                  <a:pt x="96988" y="68916"/>
                  <a:pt x="96148" y="66737"/>
                  <a:pt x="94564" y="65315"/>
                </a:cubicBezTo>
                <a:cubicBezTo>
                  <a:pt x="93461" y="64368"/>
                  <a:pt x="90605" y="63894"/>
                  <a:pt x="85997" y="63894"/>
                </a:cubicBezTo>
                <a:lnTo>
                  <a:pt x="15920" y="63894"/>
                </a:lnTo>
                <a:cubicBezTo>
                  <a:pt x="11170" y="63894"/>
                  <a:pt x="8136" y="64439"/>
                  <a:pt x="6816" y="65529"/>
                </a:cubicBezTo>
                <a:cubicBezTo>
                  <a:pt x="5497" y="66618"/>
                  <a:pt x="4741" y="68727"/>
                  <a:pt x="4549" y="71854"/>
                </a:cubicBezTo>
                <a:lnTo>
                  <a:pt x="1990" y="71854"/>
                </a:lnTo>
                <a:lnTo>
                  <a:pt x="1990" y="43994"/>
                </a:lnTo>
                <a:lnTo>
                  <a:pt x="10732" y="43994"/>
                </a:lnTo>
                <a:cubicBezTo>
                  <a:pt x="7320" y="41672"/>
                  <a:pt x="4857" y="39303"/>
                  <a:pt x="3340" y="36886"/>
                </a:cubicBezTo>
                <a:cubicBezTo>
                  <a:pt x="1113" y="33428"/>
                  <a:pt x="0" y="29661"/>
                  <a:pt x="0" y="25586"/>
                </a:cubicBezTo>
                <a:cubicBezTo>
                  <a:pt x="0" y="20706"/>
                  <a:pt x="1541" y="16264"/>
                  <a:pt x="4624" y="12260"/>
                </a:cubicBezTo>
                <a:cubicBezTo>
                  <a:pt x="7707" y="8256"/>
                  <a:pt x="11964" y="5212"/>
                  <a:pt x="17395" y="3127"/>
                </a:cubicBezTo>
                <a:cubicBezTo>
                  <a:pt x="22826" y="1042"/>
                  <a:pt x="28672" y="0"/>
                  <a:pt x="34932" y="0"/>
                </a:cubicBezTo>
                <a:cubicBezTo>
                  <a:pt x="41666" y="0"/>
                  <a:pt x="47820" y="1078"/>
                  <a:pt x="53393" y="3234"/>
                </a:cubicBezTo>
                <a:cubicBezTo>
                  <a:pt x="58966" y="5390"/>
                  <a:pt x="63211" y="8517"/>
                  <a:pt x="66128" y="12615"/>
                </a:cubicBezTo>
                <a:cubicBezTo>
                  <a:pt x="69045" y="16714"/>
                  <a:pt x="70504" y="21274"/>
                  <a:pt x="70504" y="26297"/>
                </a:cubicBezTo>
                <a:cubicBezTo>
                  <a:pt x="70504" y="29945"/>
                  <a:pt x="69698" y="33357"/>
                  <a:pt x="68087" y="36531"/>
                </a:cubicBezTo>
                <a:cubicBezTo>
                  <a:pt x="66855" y="38900"/>
                  <a:pt x="64747" y="41388"/>
                  <a:pt x="61762" y="43994"/>
                </a:cubicBezTo>
                <a:moveTo>
                  <a:pt x="54572" y="43994"/>
                </a:moveTo>
                <a:cubicBezTo>
                  <a:pt x="60360" y="39919"/>
                  <a:pt x="63254" y="35560"/>
                  <a:pt x="63254" y="30916"/>
                </a:cubicBezTo>
                <a:cubicBezTo>
                  <a:pt x="63254" y="28358"/>
                  <a:pt x="61902" y="26249"/>
                  <a:pt x="59199" y="24591"/>
                </a:cubicBezTo>
                <a:cubicBezTo>
                  <a:pt x="55213" y="22127"/>
                  <a:pt x="47621" y="20895"/>
                  <a:pt x="36425" y="20895"/>
                </a:cubicBezTo>
                <a:cubicBezTo>
                  <a:pt x="24943" y="20895"/>
                  <a:pt x="17091" y="22246"/>
                  <a:pt x="12869" y="24946"/>
                </a:cubicBezTo>
                <a:cubicBezTo>
                  <a:pt x="10070" y="26747"/>
                  <a:pt x="8671" y="29163"/>
                  <a:pt x="8671" y="32196"/>
                </a:cubicBezTo>
                <a:cubicBezTo>
                  <a:pt x="8671" y="36981"/>
                  <a:pt x="12134" y="40914"/>
                  <a:pt x="19061" y="43994"/>
                </a:cubicBezTo>
                <a:lnTo>
                  <a:pt x="54572" y="43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p">
            <a:extLst xmlns:a="http://schemas.openxmlformats.org/drawingml/2006/main">
              <a:ext uri="{FF2B5EF4-FFF2-40B4-BE49-F238E27FC236}">
                <a16:creationId xmlns:a16="http://schemas.microsoft.com/office/drawing/2014/main" id="{6A72DC56-B367-48AA-885E-6C962643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" y="1124248"/>
            <a:ext cx="99643" cy="71854"/>
          </a:xfrm>
          <a:custGeom xmlns:a="http://schemas.openxmlformats.org/drawingml/2006/main">
            <a:pathLst>
              <a:path w="99643" h="71854">
                <a:moveTo>
                  <a:pt x="61762" y="43994"/>
                </a:moveTo>
                <a:lnTo>
                  <a:pt x="86424" y="43994"/>
                </a:lnTo>
                <a:cubicBezTo>
                  <a:pt x="89881" y="43994"/>
                  <a:pt x="92234" y="43721"/>
                  <a:pt x="93482" y="43176"/>
                </a:cubicBezTo>
                <a:cubicBezTo>
                  <a:pt x="94732" y="42631"/>
                  <a:pt x="95645" y="41790"/>
                  <a:pt x="96221" y="40653"/>
                </a:cubicBezTo>
                <a:cubicBezTo>
                  <a:pt x="96797" y="39516"/>
                  <a:pt x="97085" y="37289"/>
                  <a:pt x="97085" y="33973"/>
                </a:cubicBezTo>
                <a:lnTo>
                  <a:pt x="99643" y="33973"/>
                </a:lnTo>
                <a:lnTo>
                  <a:pt x="99643" y="71854"/>
                </a:lnTo>
                <a:lnTo>
                  <a:pt x="97085" y="71854"/>
                </a:lnTo>
                <a:cubicBezTo>
                  <a:pt x="96988" y="68916"/>
                  <a:pt x="96148" y="66737"/>
                  <a:pt x="94564" y="65315"/>
                </a:cubicBezTo>
                <a:cubicBezTo>
                  <a:pt x="93461" y="64368"/>
                  <a:pt x="90605" y="63894"/>
                  <a:pt x="85997" y="63894"/>
                </a:cubicBezTo>
                <a:lnTo>
                  <a:pt x="15920" y="63894"/>
                </a:lnTo>
                <a:cubicBezTo>
                  <a:pt x="11170" y="63894"/>
                  <a:pt x="8136" y="64439"/>
                  <a:pt x="6816" y="65529"/>
                </a:cubicBezTo>
                <a:cubicBezTo>
                  <a:pt x="5497" y="66618"/>
                  <a:pt x="4741" y="68727"/>
                  <a:pt x="4549" y="71854"/>
                </a:cubicBezTo>
                <a:lnTo>
                  <a:pt x="1990" y="71854"/>
                </a:lnTo>
                <a:lnTo>
                  <a:pt x="1990" y="43994"/>
                </a:lnTo>
                <a:lnTo>
                  <a:pt x="10732" y="43994"/>
                </a:lnTo>
                <a:cubicBezTo>
                  <a:pt x="7320" y="41672"/>
                  <a:pt x="4857" y="39303"/>
                  <a:pt x="3340" y="36886"/>
                </a:cubicBezTo>
                <a:cubicBezTo>
                  <a:pt x="1113" y="33428"/>
                  <a:pt x="0" y="29661"/>
                  <a:pt x="0" y="25586"/>
                </a:cubicBezTo>
                <a:cubicBezTo>
                  <a:pt x="0" y="20706"/>
                  <a:pt x="1541" y="16264"/>
                  <a:pt x="4624" y="12260"/>
                </a:cubicBezTo>
                <a:cubicBezTo>
                  <a:pt x="7707" y="8256"/>
                  <a:pt x="11964" y="5212"/>
                  <a:pt x="17395" y="3127"/>
                </a:cubicBezTo>
                <a:cubicBezTo>
                  <a:pt x="22826" y="1042"/>
                  <a:pt x="28672" y="0"/>
                  <a:pt x="34932" y="0"/>
                </a:cubicBezTo>
                <a:cubicBezTo>
                  <a:pt x="41666" y="0"/>
                  <a:pt x="47820" y="1078"/>
                  <a:pt x="53393" y="3234"/>
                </a:cubicBezTo>
                <a:cubicBezTo>
                  <a:pt x="58966" y="5390"/>
                  <a:pt x="63211" y="8517"/>
                  <a:pt x="66128" y="12615"/>
                </a:cubicBezTo>
                <a:cubicBezTo>
                  <a:pt x="69045" y="16714"/>
                  <a:pt x="70504" y="21274"/>
                  <a:pt x="70504" y="26297"/>
                </a:cubicBezTo>
                <a:cubicBezTo>
                  <a:pt x="70504" y="29945"/>
                  <a:pt x="69698" y="33357"/>
                  <a:pt x="68087" y="36531"/>
                </a:cubicBezTo>
                <a:cubicBezTo>
                  <a:pt x="66855" y="38900"/>
                  <a:pt x="64747" y="41388"/>
                  <a:pt x="61762" y="43994"/>
                </a:cubicBezTo>
                <a:moveTo>
                  <a:pt x="54572" y="43994"/>
                </a:moveTo>
                <a:cubicBezTo>
                  <a:pt x="60360" y="39919"/>
                  <a:pt x="63254" y="35560"/>
                  <a:pt x="63254" y="30916"/>
                </a:cubicBezTo>
                <a:cubicBezTo>
                  <a:pt x="63254" y="28358"/>
                  <a:pt x="61902" y="26249"/>
                  <a:pt x="59199" y="24591"/>
                </a:cubicBezTo>
                <a:cubicBezTo>
                  <a:pt x="55213" y="22127"/>
                  <a:pt x="47621" y="20895"/>
                  <a:pt x="36425" y="20895"/>
                </a:cubicBezTo>
                <a:cubicBezTo>
                  <a:pt x="24943" y="20895"/>
                  <a:pt x="17091" y="22246"/>
                  <a:pt x="12869" y="24946"/>
                </a:cubicBezTo>
                <a:cubicBezTo>
                  <a:pt x="10070" y="26747"/>
                  <a:pt x="8671" y="29163"/>
                  <a:pt x="8671" y="32196"/>
                </a:cubicBezTo>
                <a:cubicBezTo>
                  <a:pt x="8671" y="36981"/>
                  <a:pt x="12134" y="40914"/>
                  <a:pt x="19061" y="43994"/>
                </a:cubicBezTo>
                <a:lnTo>
                  <a:pt x="54572" y="43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i">
            <a:extLst xmlns:a="http://schemas.openxmlformats.org/drawingml/2006/main">
              <a:ext uri="{FF2B5EF4-FFF2-40B4-BE49-F238E27FC236}">
                <a16:creationId xmlns:a16="http://schemas.microsoft.com/office/drawing/2014/main" id="{5A403C14-9DCC-4A2B-BF6E-1384332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7" y="1078966"/>
            <a:ext cx="98506" cy="35891"/>
          </a:xfrm>
          <a:custGeom xmlns:a="http://schemas.openxmlformats.org/drawingml/2006/main">
            <a:pathLst>
              <a:path w="98506" h="35891">
                <a:moveTo>
                  <a:pt x="0" y="17981"/>
                </a:moveTo>
                <a:cubicBezTo>
                  <a:pt x="0" y="14901"/>
                  <a:pt x="1082" y="12295"/>
                  <a:pt x="3245" y="10163"/>
                </a:cubicBezTo>
                <a:cubicBezTo>
                  <a:pt x="5407" y="8031"/>
                  <a:pt x="8009" y="6965"/>
                  <a:pt x="11052" y="6965"/>
                </a:cubicBezTo>
                <a:cubicBezTo>
                  <a:pt x="14095" y="6965"/>
                  <a:pt x="16686" y="8043"/>
                  <a:pt x="18825" y="10199"/>
                </a:cubicBezTo>
                <a:cubicBezTo>
                  <a:pt x="20963" y="12355"/>
                  <a:pt x="22032" y="14949"/>
                  <a:pt x="22032" y="17981"/>
                </a:cubicBezTo>
                <a:cubicBezTo>
                  <a:pt x="22032" y="21014"/>
                  <a:pt x="20963" y="23596"/>
                  <a:pt x="18825" y="25728"/>
                </a:cubicBezTo>
                <a:cubicBezTo>
                  <a:pt x="16686" y="27860"/>
                  <a:pt x="14095" y="28926"/>
                  <a:pt x="11052" y="28926"/>
                </a:cubicBezTo>
                <a:cubicBezTo>
                  <a:pt x="8009" y="28926"/>
                  <a:pt x="5407" y="27860"/>
                  <a:pt x="3245" y="25728"/>
                </a:cubicBezTo>
                <a:cubicBezTo>
                  <a:pt x="1082" y="23596"/>
                  <a:pt x="0" y="21014"/>
                  <a:pt x="0" y="17981"/>
                </a:cubicBezTo>
                <a:moveTo>
                  <a:pt x="31982" y="8031"/>
                </a:moveTo>
                <a:lnTo>
                  <a:pt x="84718" y="8031"/>
                </a:lnTo>
                <a:cubicBezTo>
                  <a:pt x="89409" y="8031"/>
                  <a:pt x="92406" y="7486"/>
                  <a:pt x="93709" y="6397"/>
                </a:cubicBezTo>
                <a:cubicBezTo>
                  <a:pt x="95012" y="5307"/>
                  <a:pt x="95758" y="3175"/>
                  <a:pt x="95947" y="0"/>
                </a:cubicBezTo>
                <a:lnTo>
                  <a:pt x="98506" y="0"/>
                </a:lnTo>
                <a:lnTo>
                  <a:pt x="98506" y="35891"/>
                </a:lnTo>
                <a:lnTo>
                  <a:pt x="95947" y="35891"/>
                </a:lnTo>
                <a:cubicBezTo>
                  <a:pt x="95853" y="32954"/>
                  <a:pt x="95000" y="30774"/>
                  <a:pt x="93389" y="29353"/>
                </a:cubicBezTo>
                <a:cubicBezTo>
                  <a:pt x="92299" y="28405"/>
                  <a:pt x="89409" y="27931"/>
                  <a:pt x="84718" y="27931"/>
                </a:cubicBezTo>
                <a:lnTo>
                  <a:pt x="45913" y="27931"/>
                </a:lnTo>
                <a:cubicBezTo>
                  <a:pt x="41163" y="27931"/>
                  <a:pt x="38128" y="28476"/>
                  <a:pt x="36809" y="29566"/>
                </a:cubicBezTo>
                <a:cubicBezTo>
                  <a:pt x="35489" y="30656"/>
                  <a:pt x="34734" y="32764"/>
                  <a:pt x="34541" y="35891"/>
                </a:cubicBezTo>
                <a:lnTo>
                  <a:pt x="31982" y="35891"/>
                </a:lnTo>
                <a:lnTo>
                  <a:pt x="31982" y="8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n">
            <a:extLst xmlns:a="http://schemas.openxmlformats.org/drawingml/2006/main">
              <a:ext uri="{FF2B5EF4-FFF2-40B4-BE49-F238E27FC236}">
                <a16:creationId xmlns:a16="http://schemas.microsoft.com/office/drawing/2014/main" id="{2A25F650-3E04-44A8-91A4-8384880D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" y="1000880"/>
            <a:ext cx="68514" cy="71712"/>
          </a:xfrm>
          <a:custGeom xmlns:a="http://schemas.openxmlformats.org/drawingml/2006/main">
            <a:pathLst>
              <a:path w="68514" h="71712">
                <a:moveTo>
                  <a:pt x="1990" y="44633"/>
                </a:moveTo>
                <a:lnTo>
                  <a:pt x="10661" y="44633"/>
                </a:lnTo>
                <a:cubicBezTo>
                  <a:pt x="6940" y="41222"/>
                  <a:pt x="4233" y="37953"/>
                  <a:pt x="2541" y="34825"/>
                </a:cubicBezTo>
                <a:cubicBezTo>
                  <a:pt x="847" y="31698"/>
                  <a:pt x="0" y="28334"/>
                  <a:pt x="0" y="24733"/>
                </a:cubicBezTo>
                <a:cubicBezTo>
                  <a:pt x="0" y="20421"/>
                  <a:pt x="1198" y="16844"/>
                  <a:pt x="3594" y="14001"/>
                </a:cubicBezTo>
                <a:cubicBezTo>
                  <a:pt x="5989" y="11158"/>
                  <a:pt x="8966" y="9263"/>
                  <a:pt x="12524" y="8315"/>
                </a:cubicBezTo>
                <a:cubicBezTo>
                  <a:pt x="15229" y="7557"/>
                  <a:pt x="20425" y="7178"/>
                  <a:pt x="28111" y="7178"/>
                </a:cubicBezTo>
                <a:lnTo>
                  <a:pt x="54015" y="7178"/>
                </a:lnTo>
                <a:cubicBezTo>
                  <a:pt x="59132" y="7178"/>
                  <a:pt x="62318" y="6716"/>
                  <a:pt x="63574" y="5792"/>
                </a:cubicBezTo>
                <a:cubicBezTo>
                  <a:pt x="64830" y="4868"/>
                  <a:pt x="65623" y="2938"/>
                  <a:pt x="65955" y="0"/>
                </a:cubicBezTo>
                <a:lnTo>
                  <a:pt x="68514" y="0"/>
                </a:lnTo>
                <a:lnTo>
                  <a:pt x="68514" y="33617"/>
                </a:lnTo>
                <a:lnTo>
                  <a:pt x="65955" y="33617"/>
                </a:lnTo>
                <a:cubicBezTo>
                  <a:pt x="65623" y="31106"/>
                  <a:pt x="64581" y="29305"/>
                  <a:pt x="62828" y="28216"/>
                </a:cubicBezTo>
                <a:cubicBezTo>
                  <a:pt x="61643" y="27458"/>
                  <a:pt x="58706" y="27079"/>
                  <a:pt x="54015" y="27079"/>
                </a:cubicBezTo>
                <a:lnTo>
                  <a:pt x="24449" y="27079"/>
                </a:lnTo>
                <a:cubicBezTo>
                  <a:pt x="19000" y="27079"/>
                  <a:pt x="15565" y="27292"/>
                  <a:pt x="14143" y="27718"/>
                </a:cubicBezTo>
                <a:cubicBezTo>
                  <a:pt x="12722" y="28145"/>
                  <a:pt x="11620" y="28867"/>
                  <a:pt x="10839" y="29886"/>
                </a:cubicBezTo>
                <a:cubicBezTo>
                  <a:pt x="10057" y="30905"/>
                  <a:pt x="9666" y="32030"/>
                  <a:pt x="9666" y="33262"/>
                </a:cubicBezTo>
                <a:cubicBezTo>
                  <a:pt x="9666" y="37337"/>
                  <a:pt x="12603" y="41127"/>
                  <a:pt x="18479" y="44633"/>
                </a:cubicBezTo>
                <a:lnTo>
                  <a:pt x="54015" y="44633"/>
                </a:lnTo>
                <a:cubicBezTo>
                  <a:pt x="58990" y="44633"/>
                  <a:pt x="62141" y="44171"/>
                  <a:pt x="63467" y="43247"/>
                </a:cubicBezTo>
                <a:cubicBezTo>
                  <a:pt x="64794" y="42324"/>
                  <a:pt x="65623" y="40606"/>
                  <a:pt x="65955" y="38095"/>
                </a:cubicBezTo>
                <a:lnTo>
                  <a:pt x="68514" y="38095"/>
                </a:lnTo>
                <a:lnTo>
                  <a:pt x="68514" y="71712"/>
                </a:lnTo>
                <a:lnTo>
                  <a:pt x="65955" y="71712"/>
                </a:lnTo>
                <a:cubicBezTo>
                  <a:pt x="65671" y="68916"/>
                  <a:pt x="64770" y="66926"/>
                  <a:pt x="63254" y="65742"/>
                </a:cubicBezTo>
                <a:cubicBezTo>
                  <a:pt x="62212" y="64936"/>
                  <a:pt x="59132" y="64534"/>
                  <a:pt x="54015" y="64534"/>
                </a:cubicBezTo>
                <a:lnTo>
                  <a:pt x="16489" y="64534"/>
                </a:lnTo>
                <a:cubicBezTo>
                  <a:pt x="11406" y="64534"/>
                  <a:pt x="8241" y="64996"/>
                  <a:pt x="6994" y="65919"/>
                </a:cubicBezTo>
                <a:cubicBezTo>
                  <a:pt x="5747" y="66843"/>
                  <a:pt x="4932" y="68774"/>
                  <a:pt x="4549" y="71712"/>
                </a:cubicBezTo>
                <a:lnTo>
                  <a:pt x="1990" y="71712"/>
                </a:lnTo>
                <a:lnTo>
                  <a:pt x="1990" y="44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g">
            <a:extLst xmlns:a="http://schemas.openxmlformats.org/drawingml/2006/main">
              <a:ext uri="{FF2B5EF4-FFF2-40B4-BE49-F238E27FC236}">
                <a16:creationId xmlns:a16="http://schemas.microsoft.com/office/drawing/2014/main" id="{CDB68527-24D2-4CDF-A91C-54130805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" y="926402"/>
            <a:ext cx="99928" cy="64676"/>
          </a:xfrm>
          <a:custGeom xmlns:a="http://schemas.openxmlformats.org/drawingml/2006/main">
            <a:pathLst>
              <a:path w="99928" h="64676">
                <a:moveTo>
                  <a:pt x="2843" y="22601"/>
                </a:moveTo>
                <a:lnTo>
                  <a:pt x="2843" y="213"/>
                </a:lnTo>
                <a:lnTo>
                  <a:pt x="10661" y="213"/>
                </a:lnTo>
                <a:lnTo>
                  <a:pt x="10661" y="12935"/>
                </a:lnTo>
                <a:cubicBezTo>
                  <a:pt x="12983" y="10613"/>
                  <a:pt x="15091" y="9002"/>
                  <a:pt x="16986" y="8102"/>
                </a:cubicBezTo>
                <a:cubicBezTo>
                  <a:pt x="19545" y="6965"/>
                  <a:pt x="22222" y="6396"/>
                  <a:pt x="25017" y="6396"/>
                </a:cubicBezTo>
                <a:cubicBezTo>
                  <a:pt x="29756" y="6396"/>
                  <a:pt x="33866" y="7711"/>
                  <a:pt x="37348" y="10341"/>
                </a:cubicBezTo>
                <a:cubicBezTo>
                  <a:pt x="40831" y="12971"/>
                  <a:pt x="43555" y="16548"/>
                  <a:pt x="45522" y="21073"/>
                </a:cubicBezTo>
                <a:cubicBezTo>
                  <a:pt x="47488" y="25598"/>
                  <a:pt x="48471" y="29613"/>
                  <a:pt x="48471" y="33120"/>
                </a:cubicBezTo>
                <a:cubicBezTo>
                  <a:pt x="48471" y="33404"/>
                  <a:pt x="48353" y="36247"/>
                  <a:pt x="48116" y="41648"/>
                </a:cubicBezTo>
                <a:cubicBezTo>
                  <a:pt x="48116" y="43780"/>
                  <a:pt x="48811" y="45569"/>
                  <a:pt x="50201" y="47014"/>
                </a:cubicBezTo>
                <a:cubicBezTo>
                  <a:pt x="51592" y="48459"/>
                  <a:pt x="53252" y="49182"/>
                  <a:pt x="55183" y="49182"/>
                </a:cubicBezTo>
                <a:cubicBezTo>
                  <a:pt x="56880" y="49182"/>
                  <a:pt x="58270" y="48530"/>
                  <a:pt x="59354" y="47227"/>
                </a:cubicBezTo>
                <a:cubicBezTo>
                  <a:pt x="60438" y="45924"/>
                  <a:pt x="60980" y="43804"/>
                  <a:pt x="60980" y="40867"/>
                </a:cubicBezTo>
                <a:lnTo>
                  <a:pt x="60838" y="28571"/>
                </a:lnTo>
                <a:cubicBezTo>
                  <a:pt x="60838" y="18621"/>
                  <a:pt x="61930" y="11774"/>
                  <a:pt x="64114" y="8031"/>
                </a:cubicBezTo>
                <a:cubicBezTo>
                  <a:pt x="67151" y="2677"/>
                  <a:pt x="71826" y="0"/>
                  <a:pt x="78139" y="0"/>
                </a:cubicBezTo>
                <a:cubicBezTo>
                  <a:pt x="82174" y="0"/>
                  <a:pt x="85841" y="1232"/>
                  <a:pt x="89140" y="3696"/>
                </a:cubicBezTo>
                <a:cubicBezTo>
                  <a:pt x="92439" y="6160"/>
                  <a:pt x="94872" y="9405"/>
                  <a:pt x="96438" y="13433"/>
                </a:cubicBezTo>
                <a:cubicBezTo>
                  <a:pt x="98764" y="19545"/>
                  <a:pt x="99928" y="26581"/>
                  <a:pt x="99928" y="34541"/>
                </a:cubicBezTo>
                <a:cubicBezTo>
                  <a:pt x="99928" y="40511"/>
                  <a:pt x="99347" y="45960"/>
                  <a:pt x="98186" y="50888"/>
                </a:cubicBezTo>
                <a:cubicBezTo>
                  <a:pt x="97025" y="55815"/>
                  <a:pt x="95414" y="59345"/>
                  <a:pt x="93351" y="61477"/>
                </a:cubicBezTo>
                <a:cubicBezTo>
                  <a:pt x="91290" y="63610"/>
                  <a:pt x="89122" y="64676"/>
                  <a:pt x="86846" y="64676"/>
                </a:cubicBezTo>
                <a:cubicBezTo>
                  <a:pt x="84666" y="64676"/>
                  <a:pt x="82711" y="63858"/>
                  <a:pt x="80980" y="62224"/>
                </a:cubicBezTo>
                <a:cubicBezTo>
                  <a:pt x="79251" y="60589"/>
                  <a:pt x="77794" y="57545"/>
                  <a:pt x="76609" y="53091"/>
                </a:cubicBezTo>
                <a:cubicBezTo>
                  <a:pt x="73577" y="59251"/>
                  <a:pt x="69361" y="62330"/>
                  <a:pt x="63961" y="62330"/>
                </a:cubicBezTo>
                <a:cubicBezTo>
                  <a:pt x="60691" y="62330"/>
                  <a:pt x="57517" y="61075"/>
                  <a:pt x="54439" y="58564"/>
                </a:cubicBezTo>
                <a:cubicBezTo>
                  <a:pt x="51359" y="56052"/>
                  <a:pt x="48682" y="52072"/>
                  <a:pt x="46408" y="46623"/>
                </a:cubicBezTo>
                <a:cubicBezTo>
                  <a:pt x="44083" y="52972"/>
                  <a:pt x="41023" y="57568"/>
                  <a:pt x="37226" y="60411"/>
                </a:cubicBezTo>
                <a:cubicBezTo>
                  <a:pt x="33430" y="63254"/>
                  <a:pt x="29040" y="64676"/>
                  <a:pt x="24058" y="64676"/>
                </a:cubicBezTo>
                <a:cubicBezTo>
                  <a:pt x="17558" y="64676"/>
                  <a:pt x="11923" y="62022"/>
                  <a:pt x="7154" y="56716"/>
                </a:cubicBezTo>
                <a:cubicBezTo>
                  <a:pt x="2385" y="51409"/>
                  <a:pt x="0" y="44586"/>
                  <a:pt x="0" y="36247"/>
                </a:cubicBezTo>
                <a:cubicBezTo>
                  <a:pt x="0" y="31840"/>
                  <a:pt x="948" y="27292"/>
                  <a:pt x="2843" y="22601"/>
                </a:cubicBezTo>
                <a:moveTo>
                  <a:pt x="4549" y="34896"/>
                </a:moveTo>
                <a:cubicBezTo>
                  <a:pt x="4549" y="37645"/>
                  <a:pt x="5932" y="39966"/>
                  <a:pt x="8700" y="41862"/>
                </a:cubicBezTo>
                <a:cubicBezTo>
                  <a:pt x="11466" y="43757"/>
                  <a:pt x="17200" y="44704"/>
                  <a:pt x="25904" y="44704"/>
                </a:cubicBezTo>
                <a:cubicBezTo>
                  <a:pt x="32950" y="44704"/>
                  <a:pt x="37786" y="43769"/>
                  <a:pt x="40411" y="41897"/>
                </a:cubicBezTo>
                <a:cubicBezTo>
                  <a:pt x="43036" y="40026"/>
                  <a:pt x="44349" y="37810"/>
                  <a:pt x="44349" y="35252"/>
                </a:cubicBezTo>
                <a:cubicBezTo>
                  <a:pt x="44349" y="32409"/>
                  <a:pt x="43048" y="30040"/>
                  <a:pt x="40447" y="28145"/>
                </a:cubicBezTo>
                <a:cubicBezTo>
                  <a:pt x="37845" y="26249"/>
                  <a:pt x="32784" y="25302"/>
                  <a:pt x="25264" y="25302"/>
                </a:cubicBezTo>
                <a:cubicBezTo>
                  <a:pt x="16799" y="25302"/>
                  <a:pt x="11029" y="26368"/>
                  <a:pt x="7953" y="28500"/>
                </a:cubicBezTo>
                <a:cubicBezTo>
                  <a:pt x="5684" y="30016"/>
                  <a:pt x="4549" y="32148"/>
                  <a:pt x="4549" y="34896"/>
                </a:cubicBezTo>
                <a:moveTo>
                  <a:pt x="78322" y="39090"/>
                </a:moveTo>
                <a:cubicBezTo>
                  <a:pt x="78322" y="43923"/>
                  <a:pt x="78723" y="47121"/>
                  <a:pt x="79525" y="48684"/>
                </a:cubicBezTo>
                <a:cubicBezTo>
                  <a:pt x="80987" y="51385"/>
                  <a:pt x="82968" y="52736"/>
                  <a:pt x="85469" y="52736"/>
                </a:cubicBezTo>
                <a:cubicBezTo>
                  <a:pt x="87875" y="52736"/>
                  <a:pt x="90057" y="51338"/>
                  <a:pt x="92014" y="48542"/>
                </a:cubicBezTo>
                <a:cubicBezTo>
                  <a:pt x="93973" y="45747"/>
                  <a:pt x="94952" y="40487"/>
                  <a:pt x="94952" y="32764"/>
                </a:cubicBezTo>
                <a:cubicBezTo>
                  <a:pt x="94952" y="26178"/>
                  <a:pt x="94080" y="21002"/>
                  <a:pt x="92334" y="17235"/>
                </a:cubicBezTo>
                <a:cubicBezTo>
                  <a:pt x="90588" y="13468"/>
                  <a:pt x="88135" y="11585"/>
                  <a:pt x="84974" y="11585"/>
                </a:cubicBezTo>
                <a:cubicBezTo>
                  <a:pt x="83795" y="11585"/>
                  <a:pt x="82804" y="11940"/>
                  <a:pt x="82002" y="12651"/>
                </a:cubicBezTo>
                <a:cubicBezTo>
                  <a:pt x="80586" y="13930"/>
                  <a:pt x="79619" y="15861"/>
                  <a:pt x="79099" y="18443"/>
                </a:cubicBezTo>
                <a:cubicBezTo>
                  <a:pt x="78581" y="21026"/>
                  <a:pt x="78322" y="27908"/>
                  <a:pt x="78322" y="390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s">
            <a:extLst xmlns:a="http://schemas.openxmlformats.org/drawingml/2006/main">
              <a:ext uri="{FF2B5EF4-FFF2-40B4-BE49-F238E27FC236}">
                <a16:creationId xmlns:a16="http://schemas.microsoft.com/office/drawing/2014/main" id="{821EFBB4-E708-412B-9D6E-16FD4A99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" y="872316"/>
            <a:ext cx="70504" cy="45699"/>
          </a:xfrm>
          <a:custGeom xmlns:a="http://schemas.openxmlformats.org/drawingml/2006/main">
            <a:pathLst>
              <a:path w="70504" h="45699">
                <a:moveTo>
                  <a:pt x="284" y="4549"/>
                </a:moveTo>
                <a:lnTo>
                  <a:pt x="23027" y="3483"/>
                </a:lnTo>
                <a:lnTo>
                  <a:pt x="23027" y="5899"/>
                </a:lnTo>
                <a:cubicBezTo>
                  <a:pt x="16244" y="8789"/>
                  <a:pt x="11611" y="11786"/>
                  <a:pt x="9128" y="14890"/>
                </a:cubicBezTo>
                <a:cubicBezTo>
                  <a:pt x="6644" y="17993"/>
                  <a:pt x="5401" y="21085"/>
                  <a:pt x="5401" y="24165"/>
                </a:cubicBezTo>
                <a:cubicBezTo>
                  <a:pt x="5401" y="26107"/>
                  <a:pt x="6053" y="27766"/>
                  <a:pt x="7356" y="29140"/>
                </a:cubicBezTo>
                <a:cubicBezTo>
                  <a:pt x="8659" y="30514"/>
                  <a:pt x="10163" y="31201"/>
                  <a:pt x="11869" y="31201"/>
                </a:cubicBezTo>
                <a:cubicBezTo>
                  <a:pt x="13148" y="31201"/>
                  <a:pt x="14380" y="30727"/>
                  <a:pt x="15565" y="29779"/>
                </a:cubicBezTo>
                <a:cubicBezTo>
                  <a:pt x="17507" y="28263"/>
                  <a:pt x="20836" y="24022"/>
                  <a:pt x="25550" y="17057"/>
                </a:cubicBezTo>
                <a:cubicBezTo>
                  <a:pt x="30265" y="10092"/>
                  <a:pt x="34269" y="5508"/>
                  <a:pt x="37562" y="3305"/>
                </a:cubicBezTo>
                <a:cubicBezTo>
                  <a:pt x="40855" y="1102"/>
                  <a:pt x="44539" y="0"/>
                  <a:pt x="48613" y="0"/>
                </a:cubicBezTo>
                <a:cubicBezTo>
                  <a:pt x="52309" y="0"/>
                  <a:pt x="55934" y="924"/>
                  <a:pt x="59487" y="2772"/>
                </a:cubicBezTo>
                <a:cubicBezTo>
                  <a:pt x="63041" y="4620"/>
                  <a:pt x="65765" y="7226"/>
                  <a:pt x="67661" y="10590"/>
                </a:cubicBezTo>
                <a:cubicBezTo>
                  <a:pt x="69556" y="13954"/>
                  <a:pt x="70504" y="17673"/>
                  <a:pt x="70504" y="21748"/>
                </a:cubicBezTo>
                <a:cubicBezTo>
                  <a:pt x="70504" y="24923"/>
                  <a:pt x="69490" y="29163"/>
                  <a:pt x="67463" y="34470"/>
                </a:cubicBezTo>
                <a:cubicBezTo>
                  <a:pt x="66932" y="35891"/>
                  <a:pt x="66666" y="36863"/>
                  <a:pt x="66666" y="37384"/>
                </a:cubicBezTo>
                <a:cubicBezTo>
                  <a:pt x="66666" y="38948"/>
                  <a:pt x="67850" y="40251"/>
                  <a:pt x="70219" y="41293"/>
                </a:cubicBezTo>
                <a:lnTo>
                  <a:pt x="70219" y="43638"/>
                </a:lnTo>
                <a:lnTo>
                  <a:pt x="46339" y="44775"/>
                </a:lnTo>
                <a:lnTo>
                  <a:pt x="46339" y="42359"/>
                </a:lnTo>
                <a:cubicBezTo>
                  <a:pt x="52593" y="40227"/>
                  <a:pt x="57284" y="37301"/>
                  <a:pt x="60411" y="33582"/>
                </a:cubicBezTo>
                <a:cubicBezTo>
                  <a:pt x="63539" y="29862"/>
                  <a:pt x="65102" y="26344"/>
                  <a:pt x="65102" y="23027"/>
                </a:cubicBezTo>
                <a:cubicBezTo>
                  <a:pt x="65102" y="20753"/>
                  <a:pt x="64403" y="18893"/>
                  <a:pt x="63006" y="17448"/>
                </a:cubicBezTo>
                <a:cubicBezTo>
                  <a:pt x="61608" y="16003"/>
                  <a:pt x="59914" y="15281"/>
                  <a:pt x="57924" y="15281"/>
                </a:cubicBezTo>
                <a:cubicBezTo>
                  <a:pt x="55650" y="15281"/>
                  <a:pt x="53683" y="15991"/>
                  <a:pt x="52025" y="17413"/>
                </a:cubicBezTo>
                <a:cubicBezTo>
                  <a:pt x="50367" y="18834"/>
                  <a:pt x="47855" y="22009"/>
                  <a:pt x="44491" y="26936"/>
                </a:cubicBezTo>
                <a:cubicBezTo>
                  <a:pt x="39469" y="34186"/>
                  <a:pt x="35631" y="38877"/>
                  <a:pt x="32978" y="41009"/>
                </a:cubicBezTo>
                <a:cubicBezTo>
                  <a:pt x="29092" y="44136"/>
                  <a:pt x="24804" y="45699"/>
                  <a:pt x="20113" y="45699"/>
                </a:cubicBezTo>
                <a:cubicBezTo>
                  <a:pt x="14996" y="45699"/>
                  <a:pt x="10365" y="43934"/>
                  <a:pt x="6219" y="40405"/>
                </a:cubicBezTo>
                <a:cubicBezTo>
                  <a:pt x="2073" y="36875"/>
                  <a:pt x="0" y="31769"/>
                  <a:pt x="0" y="25088"/>
                </a:cubicBezTo>
                <a:cubicBezTo>
                  <a:pt x="0" y="21488"/>
                  <a:pt x="911" y="18005"/>
                  <a:pt x="2732" y="14641"/>
                </a:cubicBezTo>
                <a:cubicBezTo>
                  <a:pt x="3469" y="13362"/>
                  <a:pt x="3838" y="12319"/>
                  <a:pt x="3838" y="11514"/>
                </a:cubicBezTo>
                <a:cubicBezTo>
                  <a:pt x="3838" y="10661"/>
                  <a:pt x="3660" y="9974"/>
                  <a:pt x="3305" y="9453"/>
                </a:cubicBezTo>
                <a:cubicBezTo>
                  <a:pt x="2949" y="8931"/>
                  <a:pt x="1943" y="8102"/>
                  <a:pt x="284" y="6965"/>
                </a:cubicBezTo>
                <a:lnTo>
                  <a:pt x="284" y="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M">
            <a:extLst xmlns:a="http://schemas.openxmlformats.org/drawingml/2006/main">
              <a:ext uri="{FF2B5EF4-FFF2-40B4-BE49-F238E27FC236}">
                <a16:creationId xmlns:a16="http://schemas.microsoft.com/office/drawing/2014/main" id="{3B0548E6-A66D-4A38-83A8-9FD1FBC8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" y="4864934"/>
            <a:ext cx="96374" cy="131839"/>
          </a:xfrm>
          <a:custGeom xmlns:a="http://schemas.openxmlformats.org/drawingml/2006/main">
            <a:pathLst>
              <a:path w="96374" h="131839">
                <a:moveTo>
                  <a:pt x="63454" y="65386"/>
                </a:moveTo>
                <a:lnTo>
                  <a:pt x="0" y="39232"/>
                </a:lnTo>
                <a:lnTo>
                  <a:pt x="0" y="0"/>
                </a:lnTo>
                <a:lnTo>
                  <a:pt x="2559" y="0"/>
                </a:lnTo>
                <a:lnTo>
                  <a:pt x="2559" y="3127"/>
                </a:lnTo>
                <a:cubicBezTo>
                  <a:pt x="2559" y="5970"/>
                  <a:pt x="3064" y="8244"/>
                  <a:pt x="4073" y="9950"/>
                </a:cubicBezTo>
                <a:cubicBezTo>
                  <a:pt x="4747" y="11135"/>
                  <a:pt x="5878" y="12082"/>
                  <a:pt x="7467" y="12793"/>
                </a:cubicBezTo>
                <a:cubicBezTo>
                  <a:pt x="8622" y="13314"/>
                  <a:pt x="11629" y="13575"/>
                  <a:pt x="16489" y="13575"/>
                </a:cubicBezTo>
                <a:lnTo>
                  <a:pt x="79885" y="13575"/>
                </a:lnTo>
                <a:cubicBezTo>
                  <a:pt x="84838" y="13575"/>
                  <a:pt x="87934" y="13314"/>
                  <a:pt x="89173" y="12793"/>
                </a:cubicBezTo>
                <a:cubicBezTo>
                  <a:pt x="90411" y="12272"/>
                  <a:pt x="91494" y="11206"/>
                  <a:pt x="92423" y="9595"/>
                </a:cubicBezTo>
                <a:cubicBezTo>
                  <a:pt x="93351" y="7984"/>
                  <a:pt x="93815" y="5828"/>
                  <a:pt x="93815" y="3127"/>
                </a:cubicBezTo>
                <a:lnTo>
                  <a:pt x="93815" y="0"/>
                </a:lnTo>
                <a:lnTo>
                  <a:pt x="96374" y="0"/>
                </a:lnTo>
                <a:lnTo>
                  <a:pt x="96374" y="50319"/>
                </a:lnTo>
                <a:lnTo>
                  <a:pt x="93815" y="50319"/>
                </a:lnTo>
                <a:lnTo>
                  <a:pt x="93815" y="47192"/>
                </a:lnTo>
                <a:cubicBezTo>
                  <a:pt x="93815" y="44349"/>
                  <a:pt x="93316" y="42075"/>
                  <a:pt x="92316" y="40369"/>
                </a:cubicBezTo>
                <a:cubicBezTo>
                  <a:pt x="91648" y="39184"/>
                  <a:pt x="90505" y="38237"/>
                  <a:pt x="88887" y="37526"/>
                </a:cubicBezTo>
                <a:cubicBezTo>
                  <a:pt x="87744" y="37005"/>
                  <a:pt x="84743" y="36744"/>
                  <a:pt x="79885" y="36744"/>
                </a:cubicBezTo>
                <a:lnTo>
                  <a:pt x="8458" y="36744"/>
                </a:lnTo>
                <a:lnTo>
                  <a:pt x="96374" y="73702"/>
                </a:lnTo>
                <a:lnTo>
                  <a:pt x="96374" y="75408"/>
                </a:lnTo>
                <a:lnTo>
                  <a:pt x="9026" y="112934"/>
                </a:lnTo>
                <a:lnTo>
                  <a:pt x="76900" y="112934"/>
                </a:lnTo>
                <a:cubicBezTo>
                  <a:pt x="81678" y="112934"/>
                  <a:pt x="84617" y="112815"/>
                  <a:pt x="85715" y="112578"/>
                </a:cubicBezTo>
                <a:cubicBezTo>
                  <a:pt x="88105" y="111962"/>
                  <a:pt x="90053" y="110624"/>
                  <a:pt x="91559" y="108563"/>
                </a:cubicBezTo>
                <a:cubicBezTo>
                  <a:pt x="93063" y="106502"/>
                  <a:pt x="93815" y="103268"/>
                  <a:pt x="93815" y="98861"/>
                </a:cubicBezTo>
                <a:lnTo>
                  <a:pt x="96374" y="98861"/>
                </a:lnTo>
                <a:lnTo>
                  <a:pt x="96374" y="131839"/>
                </a:lnTo>
                <a:lnTo>
                  <a:pt x="93815" y="131839"/>
                </a:lnTo>
                <a:lnTo>
                  <a:pt x="93815" y="130844"/>
                </a:lnTo>
                <a:cubicBezTo>
                  <a:pt x="93863" y="128712"/>
                  <a:pt x="93515" y="126722"/>
                  <a:pt x="92771" y="124874"/>
                </a:cubicBezTo>
                <a:cubicBezTo>
                  <a:pt x="92028" y="123026"/>
                  <a:pt x="91032" y="121628"/>
                  <a:pt x="89784" y="120681"/>
                </a:cubicBezTo>
                <a:cubicBezTo>
                  <a:pt x="88536" y="119733"/>
                  <a:pt x="86784" y="118999"/>
                  <a:pt x="84527" y="118477"/>
                </a:cubicBezTo>
                <a:cubicBezTo>
                  <a:pt x="84000" y="118383"/>
                  <a:pt x="81552" y="118335"/>
                  <a:pt x="77184" y="118335"/>
                </a:cubicBezTo>
                <a:lnTo>
                  <a:pt x="16489" y="118335"/>
                </a:lnTo>
                <a:cubicBezTo>
                  <a:pt x="11533" y="118335"/>
                  <a:pt x="8441" y="118596"/>
                  <a:pt x="7214" y="119117"/>
                </a:cubicBezTo>
                <a:cubicBezTo>
                  <a:pt x="5986" y="119638"/>
                  <a:pt x="4904" y="120704"/>
                  <a:pt x="3967" y="122315"/>
                </a:cubicBezTo>
                <a:cubicBezTo>
                  <a:pt x="3028" y="123926"/>
                  <a:pt x="2559" y="126082"/>
                  <a:pt x="2559" y="128783"/>
                </a:cubicBezTo>
                <a:lnTo>
                  <a:pt x="2559" y="131839"/>
                </a:lnTo>
                <a:lnTo>
                  <a:pt x="0" y="131839"/>
                </a:lnTo>
                <a:lnTo>
                  <a:pt x="0" y="92465"/>
                </a:lnTo>
                <a:lnTo>
                  <a:pt x="63454" y="65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a">
            <a:extLst xmlns:a="http://schemas.openxmlformats.org/drawingml/2006/main">
              <a:ext uri="{FF2B5EF4-FFF2-40B4-BE49-F238E27FC236}">
                <a16:creationId xmlns:a16="http://schemas.microsoft.com/office/drawing/2014/main" id="{0782AE27-9A2B-4783-98D0-5D717CA3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" y="4792023"/>
            <a:ext cx="69509" cy="63823"/>
          </a:xfrm>
          <a:custGeom xmlns:a="http://schemas.openxmlformats.org/drawingml/2006/main">
            <a:pathLst>
              <a:path w="69509" h="63823">
                <a:moveTo>
                  <a:pt x="58706" y="28784"/>
                </a:moveTo>
                <a:cubicBezTo>
                  <a:pt x="65908" y="36886"/>
                  <a:pt x="69509" y="44160"/>
                  <a:pt x="69509" y="50603"/>
                </a:cubicBezTo>
                <a:cubicBezTo>
                  <a:pt x="69509" y="54394"/>
                  <a:pt x="68261" y="57545"/>
                  <a:pt x="65766" y="60056"/>
                </a:cubicBezTo>
                <a:cubicBezTo>
                  <a:pt x="63270" y="62567"/>
                  <a:pt x="60144" y="63823"/>
                  <a:pt x="56389" y="63823"/>
                </a:cubicBezTo>
                <a:cubicBezTo>
                  <a:pt x="51302" y="63823"/>
                  <a:pt x="46726" y="61643"/>
                  <a:pt x="42661" y="57284"/>
                </a:cubicBezTo>
                <a:cubicBezTo>
                  <a:pt x="38597" y="52925"/>
                  <a:pt x="33189" y="43425"/>
                  <a:pt x="26439" y="28784"/>
                </a:cubicBezTo>
                <a:lnTo>
                  <a:pt x="19758" y="28784"/>
                </a:lnTo>
                <a:cubicBezTo>
                  <a:pt x="14736" y="28784"/>
                  <a:pt x="11573" y="29057"/>
                  <a:pt x="10270" y="29602"/>
                </a:cubicBezTo>
                <a:cubicBezTo>
                  <a:pt x="8967" y="30146"/>
                  <a:pt x="7830" y="31177"/>
                  <a:pt x="6858" y="32693"/>
                </a:cubicBezTo>
                <a:cubicBezTo>
                  <a:pt x="5887" y="34209"/>
                  <a:pt x="5401" y="35915"/>
                  <a:pt x="5401" y="37810"/>
                </a:cubicBezTo>
                <a:cubicBezTo>
                  <a:pt x="5401" y="40890"/>
                  <a:pt x="6089" y="43425"/>
                  <a:pt x="7463" y="45415"/>
                </a:cubicBezTo>
                <a:cubicBezTo>
                  <a:pt x="8315" y="46647"/>
                  <a:pt x="9310" y="47263"/>
                  <a:pt x="10448" y="47263"/>
                </a:cubicBezTo>
                <a:cubicBezTo>
                  <a:pt x="11443" y="47263"/>
                  <a:pt x="12675" y="46600"/>
                  <a:pt x="14143" y="45273"/>
                </a:cubicBezTo>
                <a:cubicBezTo>
                  <a:pt x="16181" y="43473"/>
                  <a:pt x="18147" y="42572"/>
                  <a:pt x="20042" y="42572"/>
                </a:cubicBezTo>
                <a:cubicBezTo>
                  <a:pt x="22364" y="42572"/>
                  <a:pt x="24342" y="43437"/>
                  <a:pt x="25977" y="45166"/>
                </a:cubicBezTo>
                <a:cubicBezTo>
                  <a:pt x="27612" y="46896"/>
                  <a:pt x="28429" y="49158"/>
                  <a:pt x="28429" y="51954"/>
                </a:cubicBezTo>
                <a:cubicBezTo>
                  <a:pt x="28429" y="54939"/>
                  <a:pt x="27529" y="57438"/>
                  <a:pt x="25728" y="59452"/>
                </a:cubicBezTo>
                <a:cubicBezTo>
                  <a:pt x="23928" y="61466"/>
                  <a:pt x="21819" y="62472"/>
                  <a:pt x="19403" y="62472"/>
                </a:cubicBezTo>
                <a:cubicBezTo>
                  <a:pt x="15991" y="62472"/>
                  <a:pt x="12734" y="61122"/>
                  <a:pt x="9630" y="58421"/>
                </a:cubicBezTo>
                <a:cubicBezTo>
                  <a:pt x="6527" y="55721"/>
                  <a:pt x="4146" y="51954"/>
                  <a:pt x="2488" y="47121"/>
                </a:cubicBezTo>
                <a:cubicBezTo>
                  <a:pt x="829" y="42288"/>
                  <a:pt x="0" y="37266"/>
                  <a:pt x="0" y="32054"/>
                </a:cubicBezTo>
                <a:cubicBezTo>
                  <a:pt x="0" y="25752"/>
                  <a:pt x="1342" y="20765"/>
                  <a:pt x="4027" y="17093"/>
                </a:cubicBezTo>
                <a:cubicBezTo>
                  <a:pt x="6710" y="13421"/>
                  <a:pt x="9618" y="11040"/>
                  <a:pt x="12753" y="9950"/>
                </a:cubicBezTo>
                <a:cubicBezTo>
                  <a:pt x="14747" y="9287"/>
                  <a:pt x="19330" y="8955"/>
                  <a:pt x="26501" y="8955"/>
                </a:cubicBezTo>
                <a:lnTo>
                  <a:pt x="52360" y="8955"/>
                </a:lnTo>
                <a:cubicBezTo>
                  <a:pt x="55400" y="8955"/>
                  <a:pt x="57312" y="8837"/>
                  <a:pt x="58097" y="8600"/>
                </a:cubicBezTo>
                <a:cubicBezTo>
                  <a:pt x="58880" y="8363"/>
                  <a:pt x="59462" y="8007"/>
                  <a:pt x="59843" y="7534"/>
                </a:cubicBezTo>
                <a:cubicBezTo>
                  <a:pt x="60222" y="7060"/>
                  <a:pt x="60411" y="6515"/>
                  <a:pt x="60411" y="5899"/>
                </a:cubicBezTo>
                <a:cubicBezTo>
                  <a:pt x="60411" y="4667"/>
                  <a:pt x="59535" y="3411"/>
                  <a:pt x="57782" y="2132"/>
                </a:cubicBezTo>
                <a:lnTo>
                  <a:pt x="59487" y="0"/>
                </a:lnTo>
                <a:cubicBezTo>
                  <a:pt x="62994" y="2369"/>
                  <a:pt x="65540" y="4821"/>
                  <a:pt x="67128" y="7356"/>
                </a:cubicBezTo>
                <a:cubicBezTo>
                  <a:pt x="68715" y="9891"/>
                  <a:pt x="69509" y="12769"/>
                  <a:pt x="69509" y="15991"/>
                </a:cubicBezTo>
                <a:cubicBezTo>
                  <a:pt x="69509" y="19782"/>
                  <a:pt x="68614" y="22743"/>
                  <a:pt x="66826" y="24875"/>
                </a:cubicBezTo>
                <a:cubicBezTo>
                  <a:pt x="65037" y="27007"/>
                  <a:pt x="62330" y="28310"/>
                  <a:pt x="58706" y="28784"/>
                </a:cubicBezTo>
                <a:moveTo>
                  <a:pt x="53446" y="28784"/>
                </a:moveTo>
                <a:lnTo>
                  <a:pt x="31214" y="28784"/>
                </a:lnTo>
                <a:cubicBezTo>
                  <a:pt x="34594" y="34517"/>
                  <a:pt x="38213" y="38782"/>
                  <a:pt x="42070" y="41577"/>
                </a:cubicBezTo>
                <a:cubicBezTo>
                  <a:pt x="44641" y="43425"/>
                  <a:pt x="47236" y="44349"/>
                  <a:pt x="49855" y="44349"/>
                </a:cubicBezTo>
                <a:cubicBezTo>
                  <a:pt x="52045" y="44349"/>
                  <a:pt x="53973" y="43567"/>
                  <a:pt x="55641" y="42004"/>
                </a:cubicBezTo>
                <a:cubicBezTo>
                  <a:pt x="56926" y="40819"/>
                  <a:pt x="57568" y="39161"/>
                  <a:pt x="57568" y="37029"/>
                </a:cubicBezTo>
                <a:cubicBezTo>
                  <a:pt x="57568" y="34660"/>
                  <a:pt x="56194" y="31911"/>
                  <a:pt x="53446" y="287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n">
            <a:extLst xmlns:a="http://schemas.openxmlformats.org/drawingml/2006/main">
              <a:ext uri="{FF2B5EF4-FFF2-40B4-BE49-F238E27FC236}">
                <a16:creationId xmlns:a16="http://schemas.microsoft.com/office/drawing/2014/main" id="{48CCA2A6-EE00-47D0-BB31-2F5B086C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" y="4712919"/>
            <a:ext cx="68514" cy="71712"/>
          </a:xfrm>
          <a:custGeom xmlns:a="http://schemas.openxmlformats.org/drawingml/2006/main">
            <a:pathLst>
              <a:path w="68514" h="71712">
                <a:moveTo>
                  <a:pt x="1990" y="44633"/>
                </a:moveTo>
                <a:lnTo>
                  <a:pt x="10661" y="44633"/>
                </a:lnTo>
                <a:cubicBezTo>
                  <a:pt x="6940" y="41222"/>
                  <a:pt x="4233" y="37953"/>
                  <a:pt x="2541" y="34825"/>
                </a:cubicBezTo>
                <a:cubicBezTo>
                  <a:pt x="847" y="31698"/>
                  <a:pt x="0" y="28334"/>
                  <a:pt x="0" y="24733"/>
                </a:cubicBezTo>
                <a:cubicBezTo>
                  <a:pt x="0" y="20421"/>
                  <a:pt x="1198" y="16844"/>
                  <a:pt x="3594" y="14001"/>
                </a:cubicBezTo>
                <a:cubicBezTo>
                  <a:pt x="5989" y="11158"/>
                  <a:pt x="8966" y="9263"/>
                  <a:pt x="12524" y="8315"/>
                </a:cubicBezTo>
                <a:cubicBezTo>
                  <a:pt x="15229" y="7557"/>
                  <a:pt x="20425" y="7178"/>
                  <a:pt x="28111" y="7178"/>
                </a:cubicBezTo>
                <a:lnTo>
                  <a:pt x="54015" y="7178"/>
                </a:lnTo>
                <a:cubicBezTo>
                  <a:pt x="59132" y="7178"/>
                  <a:pt x="62318" y="6716"/>
                  <a:pt x="63574" y="5792"/>
                </a:cubicBezTo>
                <a:cubicBezTo>
                  <a:pt x="64830" y="4868"/>
                  <a:pt x="65623" y="2938"/>
                  <a:pt x="65955" y="0"/>
                </a:cubicBezTo>
                <a:lnTo>
                  <a:pt x="68514" y="0"/>
                </a:lnTo>
                <a:lnTo>
                  <a:pt x="68514" y="33617"/>
                </a:lnTo>
                <a:lnTo>
                  <a:pt x="65955" y="33617"/>
                </a:lnTo>
                <a:cubicBezTo>
                  <a:pt x="65623" y="31106"/>
                  <a:pt x="64581" y="29305"/>
                  <a:pt x="62828" y="28216"/>
                </a:cubicBezTo>
                <a:cubicBezTo>
                  <a:pt x="61643" y="27458"/>
                  <a:pt x="58706" y="27079"/>
                  <a:pt x="54015" y="27079"/>
                </a:cubicBezTo>
                <a:lnTo>
                  <a:pt x="24449" y="27079"/>
                </a:lnTo>
                <a:cubicBezTo>
                  <a:pt x="19000" y="27079"/>
                  <a:pt x="15565" y="27292"/>
                  <a:pt x="14143" y="27718"/>
                </a:cubicBezTo>
                <a:cubicBezTo>
                  <a:pt x="12722" y="28145"/>
                  <a:pt x="11620" y="28867"/>
                  <a:pt x="10839" y="29886"/>
                </a:cubicBezTo>
                <a:cubicBezTo>
                  <a:pt x="10057" y="30905"/>
                  <a:pt x="9666" y="32030"/>
                  <a:pt x="9666" y="33262"/>
                </a:cubicBezTo>
                <a:cubicBezTo>
                  <a:pt x="9666" y="37337"/>
                  <a:pt x="12603" y="41127"/>
                  <a:pt x="18479" y="44633"/>
                </a:cubicBezTo>
                <a:lnTo>
                  <a:pt x="54015" y="44633"/>
                </a:lnTo>
                <a:cubicBezTo>
                  <a:pt x="58990" y="44633"/>
                  <a:pt x="62141" y="44171"/>
                  <a:pt x="63467" y="43247"/>
                </a:cubicBezTo>
                <a:cubicBezTo>
                  <a:pt x="64794" y="42324"/>
                  <a:pt x="65623" y="40606"/>
                  <a:pt x="65955" y="38095"/>
                </a:cubicBezTo>
                <a:lnTo>
                  <a:pt x="68514" y="38095"/>
                </a:lnTo>
                <a:lnTo>
                  <a:pt x="68514" y="71712"/>
                </a:lnTo>
                <a:lnTo>
                  <a:pt x="65955" y="71712"/>
                </a:lnTo>
                <a:cubicBezTo>
                  <a:pt x="65671" y="68916"/>
                  <a:pt x="64770" y="66926"/>
                  <a:pt x="63254" y="65742"/>
                </a:cubicBezTo>
                <a:cubicBezTo>
                  <a:pt x="62212" y="64936"/>
                  <a:pt x="59132" y="64534"/>
                  <a:pt x="54015" y="64534"/>
                </a:cubicBezTo>
                <a:lnTo>
                  <a:pt x="16489" y="64534"/>
                </a:lnTo>
                <a:cubicBezTo>
                  <a:pt x="11406" y="64534"/>
                  <a:pt x="8241" y="64996"/>
                  <a:pt x="6994" y="65919"/>
                </a:cubicBezTo>
                <a:cubicBezTo>
                  <a:pt x="5747" y="66843"/>
                  <a:pt x="4932" y="68774"/>
                  <a:pt x="4549" y="71712"/>
                </a:cubicBezTo>
                <a:lnTo>
                  <a:pt x="1990" y="71712"/>
                </a:lnTo>
                <a:lnTo>
                  <a:pt x="1990" y="44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i">
            <a:extLst xmlns:a="http://schemas.openxmlformats.org/drawingml/2006/main">
              <a:ext uri="{FF2B5EF4-FFF2-40B4-BE49-F238E27FC236}">
                <a16:creationId xmlns:a16="http://schemas.microsoft.com/office/drawing/2014/main" id="{A7989C20-5A4D-4508-8009-57818505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5" y="4669698"/>
            <a:ext cx="98506" cy="35891"/>
          </a:xfrm>
          <a:custGeom xmlns:a="http://schemas.openxmlformats.org/drawingml/2006/main">
            <a:pathLst>
              <a:path w="98506" h="35891">
                <a:moveTo>
                  <a:pt x="0" y="17981"/>
                </a:moveTo>
                <a:cubicBezTo>
                  <a:pt x="0" y="14901"/>
                  <a:pt x="1082" y="12295"/>
                  <a:pt x="3245" y="10163"/>
                </a:cubicBezTo>
                <a:cubicBezTo>
                  <a:pt x="5407" y="8031"/>
                  <a:pt x="8009" y="6965"/>
                  <a:pt x="11052" y="6965"/>
                </a:cubicBezTo>
                <a:cubicBezTo>
                  <a:pt x="14095" y="6965"/>
                  <a:pt x="16686" y="8043"/>
                  <a:pt x="18825" y="10199"/>
                </a:cubicBezTo>
                <a:cubicBezTo>
                  <a:pt x="20963" y="12355"/>
                  <a:pt x="22032" y="14949"/>
                  <a:pt x="22032" y="17981"/>
                </a:cubicBezTo>
                <a:cubicBezTo>
                  <a:pt x="22032" y="21014"/>
                  <a:pt x="20963" y="23596"/>
                  <a:pt x="18825" y="25728"/>
                </a:cubicBezTo>
                <a:cubicBezTo>
                  <a:pt x="16686" y="27860"/>
                  <a:pt x="14095" y="28926"/>
                  <a:pt x="11052" y="28926"/>
                </a:cubicBezTo>
                <a:cubicBezTo>
                  <a:pt x="8009" y="28926"/>
                  <a:pt x="5407" y="27860"/>
                  <a:pt x="3245" y="25728"/>
                </a:cubicBezTo>
                <a:cubicBezTo>
                  <a:pt x="1082" y="23596"/>
                  <a:pt x="0" y="21014"/>
                  <a:pt x="0" y="17981"/>
                </a:cubicBezTo>
                <a:moveTo>
                  <a:pt x="31982" y="8031"/>
                </a:moveTo>
                <a:lnTo>
                  <a:pt x="84718" y="8031"/>
                </a:lnTo>
                <a:cubicBezTo>
                  <a:pt x="89409" y="8031"/>
                  <a:pt x="92406" y="7486"/>
                  <a:pt x="93709" y="6397"/>
                </a:cubicBezTo>
                <a:cubicBezTo>
                  <a:pt x="95012" y="5307"/>
                  <a:pt x="95758" y="3175"/>
                  <a:pt x="95947" y="0"/>
                </a:cubicBezTo>
                <a:lnTo>
                  <a:pt x="98506" y="0"/>
                </a:lnTo>
                <a:lnTo>
                  <a:pt x="98506" y="35891"/>
                </a:lnTo>
                <a:lnTo>
                  <a:pt x="95947" y="35891"/>
                </a:lnTo>
                <a:cubicBezTo>
                  <a:pt x="95853" y="32954"/>
                  <a:pt x="95000" y="30774"/>
                  <a:pt x="93389" y="29353"/>
                </a:cubicBezTo>
                <a:cubicBezTo>
                  <a:pt x="92299" y="28405"/>
                  <a:pt x="89409" y="27931"/>
                  <a:pt x="84718" y="27931"/>
                </a:cubicBezTo>
                <a:lnTo>
                  <a:pt x="45913" y="27931"/>
                </a:lnTo>
                <a:cubicBezTo>
                  <a:pt x="41163" y="27931"/>
                  <a:pt x="38128" y="28476"/>
                  <a:pt x="36809" y="29566"/>
                </a:cubicBezTo>
                <a:cubicBezTo>
                  <a:pt x="35489" y="30656"/>
                  <a:pt x="34734" y="32764"/>
                  <a:pt x="34541" y="35891"/>
                </a:cubicBezTo>
                <a:lnTo>
                  <a:pt x="31982" y="35891"/>
                </a:lnTo>
                <a:lnTo>
                  <a:pt x="31982" y="8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p">
            <a:extLst xmlns:a="http://schemas.openxmlformats.org/drawingml/2006/main">
              <a:ext uri="{FF2B5EF4-FFF2-40B4-BE49-F238E27FC236}">
                <a16:creationId xmlns:a16="http://schemas.microsoft.com/office/drawing/2014/main" id="{29506A2F-A6A0-4209-9918-EF12EA40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" y="4593674"/>
            <a:ext cx="99643" cy="71854"/>
          </a:xfrm>
          <a:custGeom xmlns:a="http://schemas.openxmlformats.org/drawingml/2006/main">
            <a:pathLst>
              <a:path w="99643" h="71854">
                <a:moveTo>
                  <a:pt x="61762" y="43994"/>
                </a:moveTo>
                <a:lnTo>
                  <a:pt x="86424" y="43994"/>
                </a:lnTo>
                <a:cubicBezTo>
                  <a:pt x="89881" y="43994"/>
                  <a:pt x="92234" y="43721"/>
                  <a:pt x="93482" y="43176"/>
                </a:cubicBezTo>
                <a:cubicBezTo>
                  <a:pt x="94732" y="42631"/>
                  <a:pt x="95645" y="41790"/>
                  <a:pt x="96221" y="40653"/>
                </a:cubicBezTo>
                <a:cubicBezTo>
                  <a:pt x="96797" y="39516"/>
                  <a:pt x="97085" y="37289"/>
                  <a:pt x="97085" y="33973"/>
                </a:cubicBezTo>
                <a:lnTo>
                  <a:pt x="99643" y="33973"/>
                </a:lnTo>
                <a:lnTo>
                  <a:pt x="99643" y="71854"/>
                </a:lnTo>
                <a:lnTo>
                  <a:pt x="97085" y="71854"/>
                </a:lnTo>
                <a:cubicBezTo>
                  <a:pt x="96988" y="68916"/>
                  <a:pt x="96148" y="66737"/>
                  <a:pt x="94564" y="65315"/>
                </a:cubicBezTo>
                <a:cubicBezTo>
                  <a:pt x="93461" y="64368"/>
                  <a:pt x="90605" y="63894"/>
                  <a:pt x="85997" y="63894"/>
                </a:cubicBezTo>
                <a:lnTo>
                  <a:pt x="15920" y="63894"/>
                </a:lnTo>
                <a:cubicBezTo>
                  <a:pt x="11170" y="63894"/>
                  <a:pt x="8136" y="64439"/>
                  <a:pt x="6816" y="65529"/>
                </a:cubicBezTo>
                <a:cubicBezTo>
                  <a:pt x="5497" y="66618"/>
                  <a:pt x="4741" y="68727"/>
                  <a:pt x="4549" y="71854"/>
                </a:cubicBezTo>
                <a:lnTo>
                  <a:pt x="1990" y="71854"/>
                </a:lnTo>
                <a:lnTo>
                  <a:pt x="1990" y="43994"/>
                </a:lnTo>
                <a:lnTo>
                  <a:pt x="10732" y="43994"/>
                </a:lnTo>
                <a:cubicBezTo>
                  <a:pt x="7320" y="41672"/>
                  <a:pt x="4857" y="39303"/>
                  <a:pt x="3340" y="36886"/>
                </a:cubicBezTo>
                <a:cubicBezTo>
                  <a:pt x="1113" y="33428"/>
                  <a:pt x="0" y="29661"/>
                  <a:pt x="0" y="25586"/>
                </a:cubicBezTo>
                <a:cubicBezTo>
                  <a:pt x="0" y="20706"/>
                  <a:pt x="1541" y="16264"/>
                  <a:pt x="4624" y="12260"/>
                </a:cubicBezTo>
                <a:cubicBezTo>
                  <a:pt x="7707" y="8256"/>
                  <a:pt x="11964" y="5212"/>
                  <a:pt x="17395" y="3127"/>
                </a:cubicBezTo>
                <a:cubicBezTo>
                  <a:pt x="22826" y="1042"/>
                  <a:pt x="28672" y="0"/>
                  <a:pt x="34932" y="0"/>
                </a:cubicBezTo>
                <a:cubicBezTo>
                  <a:pt x="41666" y="0"/>
                  <a:pt x="47820" y="1078"/>
                  <a:pt x="53393" y="3234"/>
                </a:cubicBezTo>
                <a:cubicBezTo>
                  <a:pt x="58966" y="5390"/>
                  <a:pt x="63211" y="8517"/>
                  <a:pt x="66128" y="12615"/>
                </a:cubicBezTo>
                <a:cubicBezTo>
                  <a:pt x="69045" y="16714"/>
                  <a:pt x="70504" y="21274"/>
                  <a:pt x="70504" y="26297"/>
                </a:cubicBezTo>
                <a:cubicBezTo>
                  <a:pt x="70504" y="29945"/>
                  <a:pt x="69698" y="33357"/>
                  <a:pt x="68087" y="36531"/>
                </a:cubicBezTo>
                <a:cubicBezTo>
                  <a:pt x="66855" y="38900"/>
                  <a:pt x="64747" y="41388"/>
                  <a:pt x="61762" y="43994"/>
                </a:cubicBezTo>
                <a:moveTo>
                  <a:pt x="54572" y="43994"/>
                </a:moveTo>
                <a:cubicBezTo>
                  <a:pt x="60360" y="39919"/>
                  <a:pt x="63254" y="35560"/>
                  <a:pt x="63254" y="30916"/>
                </a:cubicBezTo>
                <a:cubicBezTo>
                  <a:pt x="63254" y="28358"/>
                  <a:pt x="61902" y="26249"/>
                  <a:pt x="59199" y="24591"/>
                </a:cubicBezTo>
                <a:cubicBezTo>
                  <a:pt x="55213" y="22127"/>
                  <a:pt x="47621" y="20895"/>
                  <a:pt x="36425" y="20895"/>
                </a:cubicBezTo>
                <a:cubicBezTo>
                  <a:pt x="24943" y="20895"/>
                  <a:pt x="17091" y="22246"/>
                  <a:pt x="12869" y="24946"/>
                </a:cubicBezTo>
                <a:cubicBezTo>
                  <a:pt x="10070" y="26747"/>
                  <a:pt x="8671" y="29163"/>
                  <a:pt x="8671" y="32196"/>
                </a:cubicBezTo>
                <a:cubicBezTo>
                  <a:pt x="8671" y="36981"/>
                  <a:pt x="12134" y="40914"/>
                  <a:pt x="19061" y="43994"/>
                </a:cubicBezTo>
                <a:lnTo>
                  <a:pt x="54572" y="43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u">
            <a:extLst xmlns:a="http://schemas.openxmlformats.org/drawingml/2006/main">
              <a:ext uri="{FF2B5EF4-FFF2-40B4-BE49-F238E27FC236}">
                <a16:creationId xmlns:a16="http://schemas.microsoft.com/office/drawing/2014/main" id="{DB55B455-BF08-4EBE-9C10-E93E714E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8" y="4511023"/>
            <a:ext cx="68514" cy="71783"/>
          </a:xfrm>
          <a:custGeom xmlns:a="http://schemas.openxmlformats.org/drawingml/2006/main">
            <a:pathLst>
              <a:path w="68514" h="71783">
                <a:moveTo>
                  <a:pt x="0" y="7178"/>
                </a:moveTo>
                <a:lnTo>
                  <a:pt x="52025" y="7178"/>
                </a:lnTo>
                <a:cubicBezTo>
                  <a:pt x="57126" y="7178"/>
                  <a:pt x="60308" y="6704"/>
                  <a:pt x="61571" y="5757"/>
                </a:cubicBezTo>
                <a:cubicBezTo>
                  <a:pt x="62834" y="4809"/>
                  <a:pt x="63632" y="2890"/>
                  <a:pt x="63965" y="0"/>
                </a:cubicBezTo>
                <a:lnTo>
                  <a:pt x="66524" y="0"/>
                </a:lnTo>
                <a:lnTo>
                  <a:pt x="66524" y="27079"/>
                </a:lnTo>
                <a:lnTo>
                  <a:pt x="57640" y="27079"/>
                </a:lnTo>
                <a:cubicBezTo>
                  <a:pt x="61430" y="30253"/>
                  <a:pt x="64190" y="33428"/>
                  <a:pt x="65919" y="36602"/>
                </a:cubicBezTo>
                <a:cubicBezTo>
                  <a:pt x="67649" y="39777"/>
                  <a:pt x="68514" y="43330"/>
                  <a:pt x="68514" y="47263"/>
                </a:cubicBezTo>
                <a:cubicBezTo>
                  <a:pt x="68514" y="51006"/>
                  <a:pt x="67365" y="54335"/>
                  <a:pt x="65067" y="57249"/>
                </a:cubicBezTo>
                <a:cubicBezTo>
                  <a:pt x="62769" y="60163"/>
                  <a:pt x="60080" y="62117"/>
                  <a:pt x="57000" y="63112"/>
                </a:cubicBezTo>
                <a:cubicBezTo>
                  <a:pt x="53920" y="64107"/>
                  <a:pt x="48542" y="64605"/>
                  <a:pt x="40867" y="64605"/>
                </a:cubicBezTo>
                <a:lnTo>
                  <a:pt x="14499" y="64605"/>
                </a:lnTo>
                <a:cubicBezTo>
                  <a:pt x="9416" y="64605"/>
                  <a:pt x="6251" y="65067"/>
                  <a:pt x="5004" y="65991"/>
                </a:cubicBezTo>
                <a:cubicBezTo>
                  <a:pt x="3757" y="66914"/>
                  <a:pt x="2942" y="68845"/>
                  <a:pt x="2559" y="71783"/>
                </a:cubicBezTo>
                <a:lnTo>
                  <a:pt x="0" y="71783"/>
                </a:lnTo>
                <a:lnTo>
                  <a:pt x="0" y="44704"/>
                </a:lnTo>
                <a:lnTo>
                  <a:pt x="45471" y="44704"/>
                </a:lnTo>
                <a:cubicBezTo>
                  <a:pt x="50215" y="44704"/>
                  <a:pt x="53275" y="44479"/>
                  <a:pt x="54650" y="44029"/>
                </a:cubicBezTo>
                <a:cubicBezTo>
                  <a:pt x="56026" y="43579"/>
                  <a:pt x="57070" y="42868"/>
                  <a:pt x="57782" y="41897"/>
                </a:cubicBezTo>
                <a:cubicBezTo>
                  <a:pt x="58492" y="40926"/>
                  <a:pt x="58848" y="39800"/>
                  <a:pt x="58848" y="38521"/>
                </a:cubicBezTo>
                <a:cubicBezTo>
                  <a:pt x="58848" y="36815"/>
                  <a:pt x="58398" y="35276"/>
                  <a:pt x="57497" y="33901"/>
                </a:cubicBezTo>
                <a:cubicBezTo>
                  <a:pt x="56266" y="32006"/>
                  <a:pt x="53778" y="29732"/>
                  <a:pt x="50035" y="27079"/>
                </a:cubicBezTo>
                <a:lnTo>
                  <a:pt x="14499" y="27079"/>
                </a:lnTo>
                <a:cubicBezTo>
                  <a:pt x="9416" y="27079"/>
                  <a:pt x="6251" y="27540"/>
                  <a:pt x="5004" y="28464"/>
                </a:cubicBezTo>
                <a:cubicBezTo>
                  <a:pt x="3757" y="29388"/>
                  <a:pt x="2942" y="31319"/>
                  <a:pt x="2559" y="34257"/>
                </a:cubicBezTo>
                <a:lnTo>
                  <a:pt x="0" y="34257"/>
                </a:lnTo>
                <a:lnTo>
                  <a:pt x="0" y="71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l">
            <a:extLst xmlns:a="http://schemas.openxmlformats.org/drawingml/2006/main">
              <a:ext uri="{FF2B5EF4-FFF2-40B4-BE49-F238E27FC236}">
                <a16:creationId xmlns:a16="http://schemas.microsoft.com/office/drawing/2014/main" id="{7F75B5C2-E67D-40D5-8B5D-CFC1C817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" y="4467304"/>
            <a:ext cx="96374" cy="35891"/>
          </a:xfrm>
          <a:custGeom xmlns:a="http://schemas.openxmlformats.org/drawingml/2006/main">
            <a:pathLst>
              <a:path w="96374" h="35891">
                <a:moveTo>
                  <a:pt x="0" y="8031"/>
                </a:moveTo>
                <a:lnTo>
                  <a:pt x="82586" y="8031"/>
                </a:lnTo>
                <a:cubicBezTo>
                  <a:pt x="87277" y="8031"/>
                  <a:pt x="90274" y="7486"/>
                  <a:pt x="91577" y="6397"/>
                </a:cubicBezTo>
                <a:cubicBezTo>
                  <a:pt x="92880" y="5307"/>
                  <a:pt x="93626" y="3175"/>
                  <a:pt x="93815" y="0"/>
                </a:cubicBezTo>
                <a:lnTo>
                  <a:pt x="96374" y="0"/>
                </a:lnTo>
                <a:lnTo>
                  <a:pt x="96374" y="35891"/>
                </a:lnTo>
                <a:lnTo>
                  <a:pt x="93815" y="35891"/>
                </a:lnTo>
                <a:cubicBezTo>
                  <a:pt x="93721" y="32954"/>
                  <a:pt x="92868" y="30774"/>
                  <a:pt x="91257" y="29353"/>
                </a:cubicBezTo>
                <a:cubicBezTo>
                  <a:pt x="90167" y="28405"/>
                  <a:pt x="87277" y="27931"/>
                  <a:pt x="82586" y="27931"/>
                </a:cubicBezTo>
                <a:lnTo>
                  <a:pt x="13788" y="27931"/>
                </a:lnTo>
                <a:cubicBezTo>
                  <a:pt x="9115" y="27931"/>
                  <a:pt x="6123" y="28476"/>
                  <a:pt x="4813" y="29566"/>
                </a:cubicBezTo>
                <a:cubicBezTo>
                  <a:pt x="3501" y="30656"/>
                  <a:pt x="2750" y="32764"/>
                  <a:pt x="2559" y="35891"/>
                </a:cubicBezTo>
                <a:lnTo>
                  <a:pt x="0" y="35891"/>
                </a:lnTo>
                <a:lnTo>
                  <a:pt x="0" y="8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a">
            <a:extLst xmlns:a="http://schemas.openxmlformats.org/drawingml/2006/main">
              <a:ext uri="{FF2B5EF4-FFF2-40B4-BE49-F238E27FC236}">
                <a16:creationId xmlns:a16="http://schemas.microsoft.com/office/drawing/2014/main" id="{CDC20261-64CD-49CA-87F9-7EE7E8E6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" y="4395616"/>
            <a:ext cx="69509" cy="63823"/>
          </a:xfrm>
          <a:custGeom xmlns:a="http://schemas.openxmlformats.org/drawingml/2006/main">
            <a:pathLst>
              <a:path w="69509" h="63823">
                <a:moveTo>
                  <a:pt x="58706" y="28784"/>
                </a:moveTo>
                <a:cubicBezTo>
                  <a:pt x="65908" y="36886"/>
                  <a:pt x="69509" y="44160"/>
                  <a:pt x="69509" y="50603"/>
                </a:cubicBezTo>
                <a:cubicBezTo>
                  <a:pt x="69509" y="54394"/>
                  <a:pt x="68261" y="57545"/>
                  <a:pt x="65766" y="60056"/>
                </a:cubicBezTo>
                <a:cubicBezTo>
                  <a:pt x="63270" y="62567"/>
                  <a:pt x="60144" y="63823"/>
                  <a:pt x="56389" y="63823"/>
                </a:cubicBezTo>
                <a:cubicBezTo>
                  <a:pt x="51302" y="63823"/>
                  <a:pt x="46726" y="61643"/>
                  <a:pt x="42661" y="57284"/>
                </a:cubicBezTo>
                <a:cubicBezTo>
                  <a:pt x="38597" y="52925"/>
                  <a:pt x="33189" y="43425"/>
                  <a:pt x="26439" y="28784"/>
                </a:cubicBezTo>
                <a:lnTo>
                  <a:pt x="19758" y="28784"/>
                </a:lnTo>
                <a:cubicBezTo>
                  <a:pt x="14736" y="28784"/>
                  <a:pt x="11573" y="29057"/>
                  <a:pt x="10270" y="29602"/>
                </a:cubicBezTo>
                <a:cubicBezTo>
                  <a:pt x="8967" y="30146"/>
                  <a:pt x="7830" y="31177"/>
                  <a:pt x="6858" y="32693"/>
                </a:cubicBezTo>
                <a:cubicBezTo>
                  <a:pt x="5887" y="34209"/>
                  <a:pt x="5401" y="35915"/>
                  <a:pt x="5401" y="37810"/>
                </a:cubicBezTo>
                <a:cubicBezTo>
                  <a:pt x="5401" y="40890"/>
                  <a:pt x="6089" y="43425"/>
                  <a:pt x="7463" y="45415"/>
                </a:cubicBezTo>
                <a:cubicBezTo>
                  <a:pt x="8315" y="46647"/>
                  <a:pt x="9310" y="47263"/>
                  <a:pt x="10448" y="47263"/>
                </a:cubicBezTo>
                <a:cubicBezTo>
                  <a:pt x="11443" y="47263"/>
                  <a:pt x="12675" y="46600"/>
                  <a:pt x="14143" y="45273"/>
                </a:cubicBezTo>
                <a:cubicBezTo>
                  <a:pt x="16181" y="43473"/>
                  <a:pt x="18147" y="42572"/>
                  <a:pt x="20042" y="42572"/>
                </a:cubicBezTo>
                <a:cubicBezTo>
                  <a:pt x="22364" y="42572"/>
                  <a:pt x="24342" y="43437"/>
                  <a:pt x="25977" y="45166"/>
                </a:cubicBezTo>
                <a:cubicBezTo>
                  <a:pt x="27612" y="46896"/>
                  <a:pt x="28429" y="49158"/>
                  <a:pt x="28429" y="51954"/>
                </a:cubicBezTo>
                <a:cubicBezTo>
                  <a:pt x="28429" y="54939"/>
                  <a:pt x="27529" y="57438"/>
                  <a:pt x="25728" y="59452"/>
                </a:cubicBezTo>
                <a:cubicBezTo>
                  <a:pt x="23928" y="61466"/>
                  <a:pt x="21819" y="62472"/>
                  <a:pt x="19403" y="62472"/>
                </a:cubicBezTo>
                <a:cubicBezTo>
                  <a:pt x="15991" y="62472"/>
                  <a:pt x="12734" y="61122"/>
                  <a:pt x="9630" y="58421"/>
                </a:cubicBezTo>
                <a:cubicBezTo>
                  <a:pt x="6527" y="55721"/>
                  <a:pt x="4146" y="51954"/>
                  <a:pt x="2488" y="47121"/>
                </a:cubicBezTo>
                <a:cubicBezTo>
                  <a:pt x="829" y="42288"/>
                  <a:pt x="0" y="37266"/>
                  <a:pt x="0" y="32054"/>
                </a:cubicBezTo>
                <a:cubicBezTo>
                  <a:pt x="0" y="25752"/>
                  <a:pt x="1342" y="20765"/>
                  <a:pt x="4027" y="17093"/>
                </a:cubicBezTo>
                <a:cubicBezTo>
                  <a:pt x="6710" y="13421"/>
                  <a:pt x="9618" y="11040"/>
                  <a:pt x="12753" y="9950"/>
                </a:cubicBezTo>
                <a:cubicBezTo>
                  <a:pt x="14747" y="9287"/>
                  <a:pt x="19330" y="8955"/>
                  <a:pt x="26501" y="8955"/>
                </a:cubicBezTo>
                <a:lnTo>
                  <a:pt x="52360" y="8955"/>
                </a:lnTo>
                <a:cubicBezTo>
                  <a:pt x="55400" y="8955"/>
                  <a:pt x="57312" y="8837"/>
                  <a:pt x="58097" y="8600"/>
                </a:cubicBezTo>
                <a:cubicBezTo>
                  <a:pt x="58880" y="8363"/>
                  <a:pt x="59462" y="8007"/>
                  <a:pt x="59843" y="7534"/>
                </a:cubicBezTo>
                <a:cubicBezTo>
                  <a:pt x="60222" y="7060"/>
                  <a:pt x="60411" y="6515"/>
                  <a:pt x="60411" y="5899"/>
                </a:cubicBezTo>
                <a:cubicBezTo>
                  <a:pt x="60411" y="4667"/>
                  <a:pt x="59535" y="3411"/>
                  <a:pt x="57782" y="2132"/>
                </a:cubicBezTo>
                <a:lnTo>
                  <a:pt x="59487" y="0"/>
                </a:lnTo>
                <a:cubicBezTo>
                  <a:pt x="62994" y="2369"/>
                  <a:pt x="65540" y="4821"/>
                  <a:pt x="67128" y="7356"/>
                </a:cubicBezTo>
                <a:cubicBezTo>
                  <a:pt x="68715" y="9891"/>
                  <a:pt x="69509" y="12769"/>
                  <a:pt x="69509" y="15991"/>
                </a:cubicBezTo>
                <a:cubicBezTo>
                  <a:pt x="69509" y="19782"/>
                  <a:pt x="68614" y="22743"/>
                  <a:pt x="66826" y="24875"/>
                </a:cubicBezTo>
                <a:cubicBezTo>
                  <a:pt x="65037" y="27007"/>
                  <a:pt x="62330" y="28310"/>
                  <a:pt x="58706" y="28784"/>
                </a:cubicBezTo>
                <a:moveTo>
                  <a:pt x="53446" y="28784"/>
                </a:moveTo>
                <a:lnTo>
                  <a:pt x="31214" y="28784"/>
                </a:lnTo>
                <a:cubicBezTo>
                  <a:pt x="34594" y="34517"/>
                  <a:pt x="38213" y="38782"/>
                  <a:pt x="42070" y="41577"/>
                </a:cubicBezTo>
                <a:cubicBezTo>
                  <a:pt x="44641" y="43425"/>
                  <a:pt x="47236" y="44349"/>
                  <a:pt x="49855" y="44349"/>
                </a:cubicBezTo>
                <a:cubicBezTo>
                  <a:pt x="52045" y="44349"/>
                  <a:pt x="53973" y="43567"/>
                  <a:pt x="55641" y="42004"/>
                </a:cubicBezTo>
                <a:cubicBezTo>
                  <a:pt x="56926" y="40819"/>
                  <a:pt x="57568" y="39161"/>
                  <a:pt x="57568" y="37029"/>
                </a:cubicBezTo>
                <a:cubicBezTo>
                  <a:pt x="57568" y="34660"/>
                  <a:pt x="56194" y="31911"/>
                  <a:pt x="53446" y="287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t">
            <a:extLst xmlns:a="http://schemas.openxmlformats.org/drawingml/2006/main">
              <a:ext uri="{FF2B5EF4-FFF2-40B4-BE49-F238E27FC236}">
                <a16:creationId xmlns:a16="http://schemas.microsoft.com/office/drawing/2014/main" id="{3D3A3FED-0912-4F48-B56B-80BAAADB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9" y="4346149"/>
            <a:ext cx="91967" cy="44349"/>
          </a:xfrm>
          <a:custGeom xmlns:a="http://schemas.openxmlformats.org/drawingml/2006/main">
            <a:pathLst>
              <a:path w="91967" h="44349">
                <a:moveTo>
                  <a:pt x="0" y="15778"/>
                </a:moveTo>
                <a:lnTo>
                  <a:pt x="24449" y="15778"/>
                </a:lnTo>
                <a:lnTo>
                  <a:pt x="24449" y="0"/>
                </a:lnTo>
                <a:lnTo>
                  <a:pt x="31414" y="0"/>
                </a:lnTo>
                <a:lnTo>
                  <a:pt x="31414" y="15778"/>
                </a:lnTo>
                <a:lnTo>
                  <a:pt x="72534" y="15778"/>
                </a:lnTo>
                <a:cubicBezTo>
                  <a:pt x="76382" y="15778"/>
                  <a:pt x="78864" y="15600"/>
                  <a:pt x="79981" y="15245"/>
                </a:cubicBezTo>
                <a:cubicBezTo>
                  <a:pt x="81097" y="14890"/>
                  <a:pt x="82000" y="14262"/>
                  <a:pt x="82690" y="13362"/>
                </a:cubicBezTo>
                <a:cubicBezTo>
                  <a:pt x="83379" y="12461"/>
                  <a:pt x="83723" y="11632"/>
                  <a:pt x="83723" y="10874"/>
                </a:cubicBezTo>
                <a:cubicBezTo>
                  <a:pt x="83723" y="7794"/>
                  <a:pt x="81354" y="4880"/>
                  <a:pt x="76616" y="2132"/>
                </a:cubicBezTo>
                <a:lnTo>
                  <a:pt x="78195" y="0"/>
                </a:lnTo>
                <a:cubicBezTo>
                  <a:pt x="87377" y="3838"/>
                  <a:pt x="91967" y="10069"/>
                  <a:pt x="91967" y="18692"/>
                </a:cubicBezTo>
                <a:cubicBezTo>
                  <a:pt x="91967" y="22909"/>
                  <a:pt x="90791" y="26474"/>
                  <a:pt x="88438" y="29388"/>
                </a:cubicBezTo>
                <a:cubicBezTo>
                  <a:pt x="86084" y="32302"/>
                  <a:pt x="83457" y="34162"/>
                  <a:pt x="80556" y="34968"/>
                </a:cubicBezTo>
                <a:cubicBezTo>
                  <a:pt x="78939" y="35441"/>
                  <a:pt x="74564" y="35678"/>
                  <a:pt x="67432" y="35678"/>
                </a:cubicBezTo>
                <a:lnTo>
                  <a:pt x="31414" y="35678"/>
                </a:lnTo>
                <a:lnTo>
                  <a:pt x="31414" y="44349"/>
                </a:lnTo>
                <a:lnTo>
                  <a:pt x="28920" y="44349"/>
                </a:lnTo>
                <a:cubicBezTo>
                  <a:pt x="24694" y="38379"/>
                  <a:pt x="20254" y="33297"/>
                  <a:pt x="15600" y="29104"/>
                </a:cubicBezTo>
                <a:cubicBezTo>
                  <a:pt x="10947" y="24911"/>
                  <a:pt x="5746" y="21251"/>
                  <a:pt x="0" y="18123"/>
                </a:cubicBezTo>
                <a:lnTo>
                  <a:pt x="0" y="15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i">
            <a:extLst xmlns:a="http://schemas.openxmlformats.org/drawingml/2006/main">
              <a:ext uri="{FF2B5EF4-FFF2-40B4-BE49-F238E27FC236}">
                <a16:creationId xmlns:a16="http://schemas.microsoft.com/office/drawing/2014/main" id="{2FD290EC-B868-49AC-942E-FEE5F1CE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5" y="4305853"/>
            <a:ext cx="98506" cy="35891"/>
          </a:xfrm>
          <a:custGeom xmlns:a="http://schemas.openxmlformats.org/drawingml/2006/main">
            <a:pathLst>
              <a:path w="98506" h="35891">
                <a:moveTo>
                  <a:pt x="0" y="17981"/>
                </a:moveTo>
                <a:cubicBezTo>
                  <a:pt x="0" y="14901"/>
                  <a:pt x="1082" y="12295"/>
                  <a:pt x="3245" y="10163"/>
                </a:cubicBezTo>
                <a:cubicBezTo>
                  <a:pt x="5407" y="8031"/>
                  <a:pt x="8009" y="6965"/>
                  <a:pt x="11052" y="6965"/>
                </a:cubicBezTo>
                <a:cubicBezTo>
                  <a:pt x="14095" y="6965"/>
                  <a:pt x="16686" y="8043"/>
                  <a:pt x="18825" y="10199"/>
                </a:cubicBezTo>
                <a:cubicBezTo>
                  <a:pt x="20963" y="12355"/>
                  <a:pt x="22032" y="14949"/>
                  <a:pt x="22032" y="17981"/>
                </a:cubicBezTo>
                <a:cubicBezTo>
                  <a:pt x="22032" y="21014"/>
                  <a:pt x="20963" y="23596"/>
                  <a:pt x="18825" y="25728"/>
                </a:cubicBezTo>
                <a:cubicBezTo>
                  <a:pt x="16686" y="27860"/>
                  <a:pt x="14095" y="28926"/>
                  <a:pt x="11052" y="28926"/>
                </a:cubicBezTo>
                <a:cubicBezTo>
                  <a:pt x="8009" y="28926"/>
                  <a:pt x="5407" y="27860"/>
                  <a:pt x="3245" y="25728"/>
                </a:cubicBezTo>
                <a:cubicBezTo>
                  <a:pt x="1082" y="23596"/>
                  <a:pt x="0" y="21014"/>
                  <a:pt x="0" y="17981"/>
                </a:cubicBezTo>
                <a:moveTo>
                  <a:pt x="31982" y="8031"/>
                </a:moveTo>
                <a:lnTo>
                  <a:pt x="84718" y="8031"/>
                </a:lnTo>
                <a:cubicBezTo>
                  <a:pt x="89409" y="8031"/>
                  <a:pt x="92406" y="7486"/>
                  <a:pt x="93709" y="6397"/>
                </a:cubicBezTo>
                <a:cubicBezTo>
                  <a:pt x="95012" y="5307"/>
                  <a:pt x="95758" y="3175"/>
                  <a:pt x="95947" y="0"/>
                </a:cubicBezTo>
                <a:lnTo>
                  <a:pt x="98506" y="0"/>
                </a:lnTo>
                <a:lnTo>
                  <a:pt x="98506" y="35891"/>
                </a:lnTo>
                <a:lnTo>
                  <a:pt x="95947" y="35891"/>
                </a:lnTo>
                <a:cubicBezTo>
                  <a:pt x="95853" y="32954"/>
                  <a:pt x="95000" y="30774"/>
                  <a:pt x="93389" y="29353"/>
                </a:cubicBezTo>
                <a:cubicBezTo>
                  <a:pt x="92299" y="28405"/>
                  <a:pt x="89409" y="27931"/>
                  <a:pt x="84718" y="27931"/>
                </a:cubicBezTo>
                <a:lnTo>
                  <a:pt x="45913" y="27931"/>
                </a:lnTo>
                <a:cubicBezTo>
                  <a:pt x="41163" y="27931"/>
                  <a:pt x="38128" y="28476"/>
                  <a:pt x="36809" y="29566"/>
                </a:cubicBezTo>
                <a:cubicBezTo>
                  <a:pt x="35489" y="30656"/>
                  <a:pt x="34734" y="32764"/>
                  <a:pt x="34541" y="35891"/>
                </a:cubicBezTo>
                <a:lnTo>
                  <a:pt x="31982" y="35891"/>
                </a:lnTo>
                <a:lnTo>
                  <a:pt x="31982" y="8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n">
            <a:extLst xmlns:a="http://schemas.openxmlformats.org/drawingml/2006/main">
              <a:ext uri="{FF2B5EF4-FFF2-40B4-BE49-F238E27FC236}">
                <a16:creationId xmlns:a16="http://schemas.microsoft.com/office/drawing/2014/main" id="{1106B2C5-1412-4D50-A073-DB756748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" y="4227767"/>
            <a:ext cx="68514" cy="71712"/>
          </a:xfrm>
          <a:custGeom xmlns:a="http://schemas.openxmlformats.org/drawingml/2006/main">
            <a:pathLst>
              <a:path w="68514" h="71712">
                <a:moveTo>
                  <a:pt x="1990" y="44633"/>
                </a:moveTo>
                <a:lnTo>
                  <a:pt x="10661" y="44633"/>
                </a:lnTo>
                <a:cubicBezTo>
                  <a:pt x="6940" y="41222"/>
                  <a:pt x="4233" y="37953"/>
                  <a:pt x="2541" y="34825"/>
                </a:cubicBezTo>
                <a:cubicBezTo>
                  <a:pt x="847" y="31698"/>
                  <a:pt x="0" y="28334"/>
                  <a:pt x="0" y="24733"/>
                </a:cubicBezTo>
                <a:cubicBezTo>
                  <a:pt x="0" y="20421"/>
                  <a:pt x="1198" y="16844"/>
                  <a:pt x="3594" y="14001"/>
                </a:cubicBezTo>
                <a:cubicBezTo>
                  <a:pt x="5989" y="11158"/>
                  <a:pt x="8966" y="9263"/>
                  <a:pt x="12524" y="8315"/>
                </a:cubicBezTo>
                <a:cubicBezTo>
                  <a:pt x="15229" y="7557"/>
                  <a:pt x="20425" y="7178"/>
                  <a:pt x="28111" y="7178"/>
                </a:cubicBezTo>
                <a:lnTo>
                  <a:pt x="54015" y="7178"/>
                </a:lnTo>
                <a:cubicBezTo>
                  <a:pt x="59132" y="7178"/>
                  <a:pt x="62318" y="6716"/>
                  <a:pt x="63574" y="5792"/>
                </a:cubicBezTo>
                <a:cubicBezTo>
                  <a:pt x="64830" y="4868"/>
                  <a:pt x="65623" y="2938"/>
                  <a:pt x="65955" y="0"/>
                </a:cubicBezTo>
                <a:lnTo>
                  <a:pt x="68514" y="0"/>
                </a:lnTo>
                <a:lnTo>
                  <a:pt x="68514" y="33617"/>
                </a:lnTo>
                <a:lnTo>
                  <a:pt x="65955" y="33617"/>
                </a:lnTo>
                <a:cubicBezTo>
                  <a:pt x="65623" y="31106"/>
                  <a:pt x="64581" y="29305"/>
                  <a:pt x="62828" y="28216"/>
                </a:cubicBezTo>
                <a:cubicBezTo>
                  <a:pt x="61643" y="27458"/>
                  <a:pt x="58706" y="27079"/>
                  <a:pt x="54015" y="27079"/>
                </a:cubicBezTo>
                <a:lnTo>
                  <a:pt x="24449" y="27079"/>
                </a:lnTo>
                <a:cubicBezTo>
                  <a:pt x="19000" y="27079"/>
                  <a:pt x="15565" y="27292"/>
                  <a:pt x="14143" y="27718"/>
                </a:cubicBezTo>
                <a:cubicBezTo>
                  <a:pt x="12722" y="28145"/>
                  <a:pt x="11620" y="28867"/>
                  <a:pt x="10839" y="29886"/>
                </a:cubicBezTo>
                <a:cubicBezTo>
                  <a:pt x="10057" y="30905"/>
                  <a:pt x="9666" y="32030"/>
                  <a:pt x="9666" y="33262"/>
                </a:cubicBezTo>
                <a:cubicBezTo>
                  <a:pt x="9666" y="37337"/>
                  <a:pt x="12603" y="41127"/>
                  <a:pt x="18479" y="44633"/>
                </a:cubicBezTo>
                <a:lnTo>
                  <a:pt x="54015" y="44633"/>
                </a:lnTo>
                <a:cubicBezTo>
                  <a:pt x="58990" y="44633"/>
                  <a:pt x="62141" y="44171"/>
                  <a:pt x="63467" y="43247"/>
                </a:cubicBezTo>
                <a:cubicBezTo>
                  <a:pt x="64794" y="42324"/>
                  <a:pt x="65623" y="40606"/>
                  <a:pt x="65955" y="38095"/>
                </a:cubicBezTo>
                <a:lnTo>
                  <a:pt x="68514" y="38095"/>
                </a:lnTo>
                <a:lnTo>
                  <a:pt x="68514" y="71712"/>
                </a:lnTo>
                <a:lnTo>
                  <a:pt x="65955" y="71712"/>
                </a:lnTo>
                <a:cubicBezTo>
                  <a:pt x="65671" y="68916"/>
                  <a:pt x="64770" y="66926"/>
                  <a:pt x="63254" y="65742"/>
                </a:cubicBezTo>
                <a:cubicBezTo>
                  <a:pt x="62212" y="64936"/>
                  <a:pt x="59132" y="64534"/>
                  <a:pt x="54015" y="64534"/>
                </a:cubicBezTo>
                <a:lnTo>
                  <a:pt x="16489" y="64534"/>
                </a:lnTo>
                <a:cubicBezTo>
                  <a:pt x="11406" y="64534"/>
                  <a:pt x="8241" y="64996"/>
                  <a:pt x="6994" y="65919"/>
                </a:cubicBezTo>
                <a:cubicBezTo>
                  <a:pt x="5747" y="66843"/>
                  <a:pt x="4932" y="68774"/>
                  <a:pt x="4549" y="71712"/>
                </a:cubicBezTo>
                <a:lnTo>
                  <a:pt x="1990" y="71712"/>
                </a:lnTo>
                <a:lnTo>
                  <a:pt x="1990" y="44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g">
            <a:extLst xmlns:a="http://schemas.openxmlformats.org/drawingml/2006/main">
              <a:ext uri="{FF2B5EF4-FFF2-40B4-BE49-F238E27FC236}">
                <a16:creationId xmlns:a16="http://schemas.microsoft.com/office/drawing/2014/main" id="{244B7B9C-749F-48F9-88B8-E10E935E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" y="4153289"/>
            <a:ext cx="99928" cy="64676"/>
          </a:xfrm>
          <a:custGeom xmlns:a="http://schemas.openxmlformats.org/drawingml/2006/main">
            <a:pathLst>
              <a:path w="99928" h="64676">
                <a:moveTo>
                  <a:pt x="2843" y="22601"/>
                </a:moveTo>
                <a:lnTo>
                  <a:pt x="2843" y="213"/>
                </a:lnTo>
                <a:lnTo>
                  <a:pt x="10661" y="213"/>
                </a:lnTo>
                <a:lnTo>
                  <a:pt x="10661" y="12935"/>
                </a:lnTo>
                <a:cubicBezTo>
                  <a:pt x="12983" y="10613"/>
                  <a:pt x="15091" y="9002"/>
                  <a:pt x="16986" y="8102"/>
                </a:cubicBezTo>
                <a:cubicBezTo>
                  <a:pt x="19545" y="6965"/>
                  <a:pt x="22222" y="6396"/>
                  <a:pt x="25017" y="6396"/>
                </a:cubicBezTo>
                <a:cubicBezTo>
                  <a:pt x="29756" y="6396"/>
                  <a:pt x="33866" y="7711"/>
                  <a:pt x="37348" y="10341"/>
                </a:cubicBezTo>
                <a:cubicBezTo>
                  <a:pt x="40831" y="12971"/>
                  <a:pt x="43555" y="16548"/>
                  <a:pt x="45522" y="21073"/>
                </a:cubicBezTo>
                <a:cubicBezTo>
                  <a:pt x="47488" y="25598"/>
                  <a:pt x="48471" y="29613"/>
                  <a:pt x="48471" y="33120"/>
                </a:cubicBezTo>
                <a:cubicBezTo>
                  <a:pt x="48471" y="33404"/>
                  <a:pt x="48353" y="36247"/>
                  <a:pt x="48116" y="41648"/>
                </a:cubicBezTo>
                <a:cubicBezTo>
                  <a:pt x="48116" y="43780"/>
                  <a:pt x="48811" y="45569"/>
                  <a:pt x="50201" y="47014"/>
                </a:cubicBezTo>
                <a:cubicBezTo>
                  <a:pt x="51592" y="48459"/>
                  <a:pt x="53252" y="49182"/>
                  <a:pt x="55183" y="49182"/>
                </a:cubicBezTo>
                <a:cubicBezTo>
                  <a:pt x="56880" y="49182"/>
                  <a:pt x="58270" y="48530"/>
                  <a:pt x="59354" y="47227"/>
                </a:cubicBezTo>
                <a:cubicBezTo>
                  <a:pt x="60438" y="45924"/>
                  <a:pt x="60980" y="43804"/>
                  <a:pt x="60980" y="40867"/>
                </a:cubicBezTo>
                <a:lnTo>
                  <a:pt x="60838" y="28571"/>
                </a:lnTo>
                <a:cubicBezTo>
                  <a:pt x="60838" y="18621"/>
                  <a:pt x="61930" y="11774"/>
                  <a:pt x="64114" y="8031"/>
                </a:cubicBezTo>
                <a:cubicBezTo>
                  <a:pt x="67151" y="2677"/>
                  <a:pt x="71826" y="0"/>
                  <a:pt x="78139" y="0"/>
                </a:cubicBezTo>
                <a:cubicBezTo>
                  <a:pt x="82174" y="0"/>
                  <a:pt x="85841" y="1232"/>
                  <a:pt x="89140" y="3696"/>
                </a:cubicBezTo>
                <a:cubicBezTo>
                  <a:pt x="92439" y="6160"/>
                  <a:pt x="94872" y="9405"/>
                  <a:pt x="96438" y="13433"/>
                </a:cubicBezTo>
                <a:cubicBezTo>
                  <a:pt x="98764" y="19545"/>
                  <a:pt x="99928" y="26581"/>
                  <a:pt x="99928" y="34541"/>
                </a:cubicBezTo>
                <a:cubicBezTo>
                  <a:pt x="99928" y="40511"/>
                  <a:pt x="99347" y="45960"/>
                  <a:pt x="98186" y="50888"/>
                </a:cubicBezTo>
                <a:cubicBezTo>
                  <a:pt x="97025" y="55815"/>
                  <a:pt x="95414" y="59345"/>
                  <a:pt x="93351" y="61477"/>
                </a:cubicBezTo>
                <a:cubicBezTo>
                  <a:pt x="91290" y="63610"/>
                  <a:pt x="89122" y="64676"/>
                  <a:pt x="86846" y="64676"/>
                </a:cubicBezTo>
                <a:cubicBezTo>
                  <a:pt x="84666" y="64676"/>
                  <a:pt x="82711" y="63858"/>
                  <a:pt x="80980" y="62224"/>
                </a:cubicBezTo>
                <a:cubicBezTo>
                  <a:pt x="79251" y="60589"/>
                  <a:pt x="77794" y="57545"/>
                  <a:pt x="76609" y="53091"/>
                </a:cubicBezTo>
                <a:cubicBezTo>
                  <a:pt x="73577" y="59251"/>
                  <a:pt x="69361" y="62330"/>
                  <a:pt x="63961" y="62330"/>
                </a:cubicBezTo>
                <a:cubicBezTo>
                  <a:pt x="60691" y="62330"/>
                  <a:pt x="57517" y="61075"/>
                  <a:pt x="54439" y="58564"/>
                </a:cubicBezTo>
                <a:cubicBezTo>
                  <a:pt x="51359" y="56052"/>
                  <a:pt x="48682" y="52072"/>
                  <a:pt x="46408" y="46623"/>
                </a:cubicBezTo>
                <a:cubicBezTo>
                  <a:pt x="44083" y="52972"/>
                  <a:pt x="41023" y="57568"/>
                  <a:pt x="37226" y="60411"/>
                </a:cubicBezTo>
                <a:cubicBezTo>
                  <a:pt x="33430" y="63254"/>
                  <a:pt x="29040" y="64676"/>
                  <a:pt x="24058" y="64676"/>
                </a:cubicBezTo>
                <a:cubicBezTo>
                  <a:pt x="17558" y="64676"/>
                  <a:pt x="11923" y="62022"/>
                  <a:pt x="7154" y="56716"/>
                </a:cubicBezTo>
                <a:cubicBezTo>
                  <a:pt x="2385" y="51409"/>
                  <a:pt x="0" y="44586"/>
                  <a:pt x="0" y="36247"/>
                </a:cubicBezTo>
                <a:cubicBezTo>
                  <a:pt x="0" y="31840"/>
                  <a:pt x="948" y="27292"/>
                  <a:pt x="2843" y="22601"/>
                </a:cubicBezTo>
                <a:moveTo>
                  <a:pt x="4549" y="34896"/>
                </a:moveTo>
                <a:cubicBezTo>
                  <a:pt x="4549" y="37645"/>
                  <a:pt x="5932" y="39966"/>
                  <a:pt x="8700" y="41862"/>
                </a:cubicBezTo>
                <a:cubicBezTo>
                  <a:pt x="11466" y="43757"/>
                  <a:pt x="17200" y="44704"/>
                  <a:pt x="25904" y="44704"/>
                </a:cubicBezTo>
                <a:cubicBezTo>
                  <a:pt x="32950" y="44704"/>
                  <a:pt x="37786" y="43769"/>
                  <a:pt x="40411" y="41897"/>
                </a:cubicBezTo>
                <a:cubicBezTo>
                  <a:pt x="43036" y="40026"/>
                  <a:pt x="44349" y="37810"/>
                  <a:pt x="44349" y="35252"/>
                </a:cubicBezTo>
                <a:cubicBezTo>
                  <a:pt x="44349" y="32409"/>
                  <a:pt x="43048" y="30040"/>
                  <a:pt x="40447" y="28145"/>
                </a:cubicBezTo>
                <a:cubicBezTo>
                  <a:pt x="37845" y="26249"/>
                  <a:pt x="32784" y="25302"/>
                  <a:pt x="25264" y="25302"/>
                </a:cubicBezTo>
                <a:cubicBezTo>
                  <a:pt x="16799" y="25302"/>
                  <a:pt x="11029" y="26368"/>
                  <a:pt x="7953" y="28500"/>
                </a:cubicBezTo>
                <a:cubicBezTo>
                  <a:pt x="5684" y="30016"/>
                  <a:pt x="4549" y="32148"/>
                  <a:pt x="4549" y="34896"/>
                </a:cubicBezTo>
                <a:moveTo>
                  <a:pt x="78322" y="39090"/>
                </a:moveTo>
                <a:cubicBezTo>
                  <a:pt x="78322" y="43923"/>
                  <a:pt x="78723" y="47121"/>
                  <a:pt x="79525" y="48684"/>
                </a:cubicBezTo>
                <a:cubicBezTo>
                  <a:pt x="80987" y="51385"/>
                  <a:pt x="82968" y="52736"/>
                  <a:pt x="85469" y="52736"/>
                </a:cubicBezTo>
                <a:cubicBezTo>
                  <a:pt x="87875" y="52736"/>
                  <a:pt x="90057" y="51338"/>
                  <a:pt x="92014" y="48542"/>
                </a:cubicBezTo>
                <a:cubicBezTo>
                  <a:pt x="93973" y="45747"/>
                  <a:pt x="94952" y="40487"/>
                  <a:pt x="94952" y="32764"/>
                </a:cubicBezTo>
                <a:cubicBezTo>
                  <a:pt x="94952" y="26178"/>
                  <a:pt x="94080" y="21002"/>
                  <a:pt x="92334" y="17235"/>
                </a:cubicBezTo>
                <a:cubicBezTo>
                  <a:pt x="90588" y="13468"/>
                  <a:pt x="88135" y="11585"/>
                  <a:pt x="84974" y="11585"/>
                </a:cubicBezTo>
                <a:cubicBezTo>
                  <a:pt x="83795" y="11585"/>
                  <a:pt x="82804" y="11940"/>
                  <a:pt x="82002" y="12651"/>
                </a:cubicBezTo>
                <a:cubicBezTo>
                  <a:pt x="80586" y="13930"/>
                  <a:pt x="79619" y="15861"/>
                  <a:pt x="79099" y="18443"/>
                </a:cubicBezTo>
                <a:cubicBezTo>
                  <a:pt x="78581" y="21026"/>
                  <a:pt x="78322" y="27908"/>
                  <a:pt x="78322" y="390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T">
            <a:extLst xmlns:a="http://schemas.openxmlformats.org/drawingml/2006/main">
              <a:ext uri="{FF2B5EF4-FFF2-40B4-BE49-F238E27FC236}">
                <a16:creationId xmlns:a16="http://schemas.microsoft.com/office/drawing/2014/main" id="{82DDDBD9-D7A1-4986-B567-97AB1CF0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" y="4024920"/>
            <a:ext cx="96374" cy="86566"/>
          </a:xfrm>
          <a:custGeom xmlns:a="http://schemas.openxmlformats.org/drawingml/2006/main">
            <a:pathLst>
              <a:path w="96374" h="86566">
                <a:moveTo>
                  <a:pt x="0" y="0"/>
                </a:moveTo>
                <a:lnTo>
                  <a:pt x="26155" y="0"/>
                </a:lnTo>
                <a:lnTo>
                  <a:pt x="26155" y="2559"/>
                </a:lnTo>
                <a:cubicBezTo>
                  <a:pt x="20116" y="4075"/>
                  <a:pt x="15778" y="5757"/>
                  <a:pt x="13139" y="7605"/>
                </a:cubicBezTo>
                <a:cubicBezTo>
                  <a:pt x="10501" y="9453"/>
                  <a:pt x="8397" y="11988"/>
                  <a:pt x="6827" y="15209"/>
                </a:cubicBezTo>
                <a:cubicBezTo>
                  <a:pt x="5972" y="17010"/>
                  <a:pt x="5544" y="20161"/>
                  <a:pt x="5544" y="24662"/>
                </a:cubicBezTo>
                <a:lnTo>
                  <a:pt x="5544" y="31840"/>
                </a:lnTo>
                <a:lnTo>
                  <a:pt x="79885" y="31840"/>
                </a:lnTo>
                <a:cubicBezTo>
                  <a:pt x="84838" y="31840"/>
                  <a:pt x="87934" y="31568"/>
                  <a:pt x="89173" y="31023"/>
                </a:cubicBezTo>
                <a:cubicBezTo>
                  <a:pt x="90411" y="30478"/>
                  <a:pt x="91494" y="29412"/>
                  <a:pt x="92423" y="27825"/>
                </a:cubicBezTo>
                <a:cubicBezTo>
                  <a:pt x="93351" y="26238"/>
                  <a:pt x="93815" y="24070"/>
                  <a:pt x="93815" y="21322"/>
                </a:cubicBezTo>
                <a:lnTo>
                  <a:pt x="93815" y="18123"/>
                </a:lnTo>
                <a:lnTo>
                  <a:pt x="96374" y="18123"/>
                </a:lnTo>
                <a:lnTo>
                  <a:pt x="96374" y="68585"/>
                </a:lnTo>
                <a:lnTo>
                  <a:pt x="93815" y="68585"/>
                </a:lnTo>
                <a:lnTo>
                  <a:pt x="93815" y="65386"/>
                </a:lnTo>
                <a:cubicBezTo>
                  <a:pt x="93815" y="62591"/>
                  <a:pt x="93316" y="60340"/>
                  <a:pt x="92316" y="58635"/>
                </a:cubicBezTo>
                <a:cubicBezTo>
                  <a:pt x="91648" y="57403"/>
                  <a:pt x="90505" y="56431"/>
                  <a:pt x="88887" y="55721"/>
                </a:cubicBezTo>
                <a:cubicBezTo>
                  <a:pt x="87744" y="55199"/>
                  <a:pt x="84743" y="54939"/>
                  <a:pt x="79885" y="54939"/>
                </a:cubicBezTo>
                <a:lnTo>
                  <a:pt x="5544" y="54939"/>
                </a:lnTo>
                <a:lnTo>
                  <a:pt x="5544" y="61904"/>
                </a:lnTo>
                <a:cubicBezTo>
                  <a:pt x="5544" y="68395"/>
                  <a:pt x="6922" y="73110"/>
                  <a:pt x="9679" y="76047"/>
                </a:cubicBezTo>
                <a:cubicBezTo>
                  <a:pt x="13530" y="80169"/>
                  <a:pt x="19022" y="82775"/>
                  <a:pt x="26155" y="83865"/>
                </a:cubicBezTo>
                <a:lnTo>
                  <a:pt x="26155" y="86566"/>
                </a:lnTo>
                <a:lnTo>
                  <a:pt x="0" y="865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C">
            <a:extLst xmlns:a="http://schemas.openxmlformats.org/drawingml/2006/main">
              <a:ext uri="{FF2B5EF4-FFF2-40B4-BE49-F238E27FC236}">
                <a16:creationId xmlns:a16="http://schemas.microsoft.com/office/drawing/2014/main" id="{B7219037-47DF-4AA9-86D3-77A3AD67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5" y="3922503"/>
            <a:ext cx="100638" cy="91399"/>
          </a:xfrm>
          <a:custGeom xmlns:a="http://schemas.openxmlformats.org/drawingml/2006/main">
            <a:pathLst>
              <a:path w="100638" h="91399">
                <a:moveTo>
                  <a:pt x="0" y="0"/>
                </a:moveTo>
                <a:lnTo>
                  <a:pt x="33404" y="0"/>
                </a:lnTo>
                <a:lnTo>
                  <a:pt x="33404" y="2772"/>
                </a:lnTo>
                <a:cubicBezTo>
                  <a:pt x="24640" y="4857"/>
                  <a:pt x="17924" y="8742"/>
                  <a:pt x="13257" y="14428"/>
                </a:cubicBezTo>
                <a:cubicBezTo>
                  <a:pt x="8589" y="20113"/>
                  <a:pt x="6254" y="26557"/>
                  <a:pt x="6254" y="33759"/>
                </a:cubicBezTo>
                <a:cubicBezTo>
                  <a:pt x="6254" y="39777"/>
                  <a:pt x="7984" y="45297"/>
                  <a:pt x="11443" y="50319"/>
                </a:cubicBezTo>
                <a:cubicBezTo>
                  <a:pt x="14901" y="55342"/>
                  <a:pt x="19426" y="59014"/>
                  <a:pt x="25017" y="61335"/>
                </a:cubicBezTo>
                <a:cubicBezTo>
                  <a:pt x="32172" y="64320"/>
                  <a:pt x="40132" y="65813"/>
                  <a:pt x="48898" y="65813"/>
                </a:cubicBezTo>
                <a:cubicBezTo>
                  <a:pt x="57521" y="65813"/>
                  <a:pt x="65375" y="64723"/>
                  <a:pt x="72458" y="62544"/>
                </a:cubicBezTo>
                <a:cubicBezTo>
                  <a:pt x="79542" y="60364"/>
                  <a:pt x="84896" y="56953"/>
                  <a:pt x="88520" y="52309"/>
                </a:cubicBezTo>
                <a:cubicBezTo>
                  <a:pt x="92145" y="47666"/>
                  <a:pt x="93957" y="41648"/>
                  <a:pt x="93957" y="34257"/>
                </a:cubicBezTo>
                <a:cubicBezTo>
                  <a:pt x="93957" y="28192"/>
                  <a:pt x="92631" y="22637"/>
                  <a:pt x="89977" y="17590"/>
                </a:cubicBezTo>
                <a:cubicBezTo>
                  <a:pt x="87324" y="12544"/>
                  <a:pt x="82752" y="7226"/>
                  <a:pt x="76260" y="1635"/>
                </a:cubicBezTo>
                <a:lnTo>
                  <a:pt x="84576" y="1635"/>
                </a:lnTo>
                <a:cubicBezTo>
                  <a:pt x="90214" y="7036"/>
                  <a:pt x="94301" y="12663"/>
                  <a:pt x="96836" y="18514"/>
                </a:cubicBezTo>
                <a:cubicBezTo>
                  <a:pt x="99371" y="24366"/>
                  <a:pt x="100638" y="31201"/>
                  <a:pt x="100638" y="39019"/>
                </a:cubicBezTo>
                <a:cubicBezTo>
                  <a:pt x="100638" y="49300"/>
                  <a:pt x="98580" y="58433"/>
                  <a:pt x="94464" y="66417"/>
                </a:cubicBezTo>
                <a:cubicBezTo>
                  <a:pt x="90348" y="74401"/>
                  <a:pt x="84434" y="80560"/>
                  <a:pt x="76722" y="84896"/>
                </a:cubicBezTo>
                <a:cubicBezTo>
                  <a:pt x="69010" y="89231"/>
                  <a:pt x="60800" y="91399"/>
                  <a:pt x="52094" y="91399"/>
                </a:cubicBezTo>
                <a:cubicBezTo>
                  <a:pt x="42915" y="91399"/>
                  <a:pt x="34209" y="88994"/>
                  <a:pt x="25977" y="84185"/>
                </a:cubicBezTo>
                <a:cubicBezTo>
                  <a:pt x="17743" y="79376"/>
                  <a:pt x="11355" y="72885"/>
                  <a:pt x="6814" y="64711"/>
                </a:cubicBezTo>
                <a:cubicBezTo>
                  <a:pt x="2271" y="56538"/>
                  <a:pt x="0" y="47855"/>
                  <a:pt x="0" y="38663"/>
                </a:cubicBezTo>
                <a:cubicBezTo>
                  <a:pt x="0" y="31888"/>
                  <a:pt x="1469" y="24733"/>
                  <a:pt x="4406" y="17199"/>
                </a:cubicBezTo>
                <a:cubicBezTo>
                  <a:pt x="6112" y="12840"/>
                  <a:pt x="6965" y="10069"/>
                  <a:pt x="6965" y="8884"/>
                </a:cubicBezTo>
                <a:cubicBezTo>
                  <a:pt x="6965" y="7368"/>
                  <a:pt x="6408" y="6053"/>
                  <a:pt x="5295" y="4940"/>
                </a:cubicBezTo>
                <a:cubicBezTo>
                  <a:pt x="4181" y="3826"/>
                  <a:pt x="2416" y="3103"/>
                  <a:pt x="0" y="2772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P">
            <a:extLst xmlns:a="http://schemas.openxmlformats.org/drawingml/2006/main">
              <a:ext uri="{FF2B5EF4-FFF2-40B4-BE49-F238E27FC236}">
                <a16:creationId xmlns:a16="http://schemas.microsoft.com/office/drawing/2014/main" id="{D5107687-B67A-4DFC-A448-175C3604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" y="3829859"/>
            <a:ext cx="96374" cy="80809"/>
          </a:xfrm>
          <a:custGeom xmlns:a="http://schemas.openxmlformats.org/drawingml/2006/main">
            <a:pathLst>
              <a:path w="96374" h="80809">
                <a:moveTo>
                  <a:pt x="52736" y="45202"/>
                </a:moveTo>
                <a:lnTo>
                  <a:pt x="79459" y="45202"/>
                </a:lnTo>
                <a:cubicBezTo>
                  <a:pt x="84697" y="45202"/>
                  <a:pt x="87996" y="44882"/>
                  <a:pt x="89353" y="44242"/>
                </a:cubicBezTo>
                <a:cubicBezTo>
                  <a:pt x="90710" y="43603"/>
                  <a:pt x="91793" y="42466"/>
                  <a:pt x="92603" y="40831"/>
                </a:cubicBezTo>
                <a:cubicBezTo>
                  <a:pt x="93411" y="39196"/>
                  <a:pt x="93815" y="36199"/>
                  <a:pt x="93815" y="31840"/>
                </a:cubicBezTo>
                <a:lnTo>
                  <a:pt x="96374" y="31840"/>
                </a:lnTo>
                <a:lnTo>
                  <a:pt x="96374" y="80809"/>
                </a:lnTo>
                <a:lnTo>
                  <a:pt x="93815" y="80809"/>
                </a:lnTo>
                <a:cubicBezTo>
                  <a:pt x="93815" y="76355"/>
                  <a:pt x="93399" y="73335"/>
                  <a:pt x="92565" y="71747"/>
                </a:cubicBezTo>
                <a:cubicBezTo>
                  <a:pt x="91731" y="70160"/>
                  <a:pt x="90648" y="69047"/>
                  <a:pt x="89316" y="68407"/>
                </a:cubicBezTo>
                <a:cubicBezTo>
                  <a:pt x="87983" y="67767"/>
                  <a:pt x="84697" y="67448"/>
                  <a:pt x="79459" y="67448"/>
                </a:cubicBezTo>
                <a:lnTo>
                  <a:pt x="16915" y="67448"/>
                </a:lnTo>
                <a:cubicBezTo>
                  <a:pt x="11677" y="67448"/>
                  <a:pt x="8379" y="67767"/>
                  <a:pt x="7023" y="68407"/>
                </a:cubicBezTo>
                <a:cubicBezTo>
                  <a:pt x="5665" y="69047"/>
                  <a:pt x="4582" y="70172"/>
                  <a:pt x="3773" y="71783"/>
                </a:cubicBezTo>
                <a:cubicBezTo>
                  <a:pt x="2964" y="73394"/>
                  <a:pt x="2559" y="76403"/>
                  <a:pt x="2559" y="80809"/>
                </a:cubicBezTo>
                <a:lnTo>
                  <a:pt x="0" y="80809"/>
                </a:lnTo>
                <a:lnTo>
                  <a:pt x="0" y="38805"/>
                </a:lnTo>
                <a:cubicBezTo>
                  <a:pt x="0" y="24970"/>
                  <a:pt x="2464" y="15044"/>
                  <a:pt x="7392" y="9026"/>
                </a:cubicBezTo>
                <a:cubicBezTo>
                  <a:pt x="12319" y="3009"/>
                  <a:pt x="18479" y="0"/>
                  <a:pt x="25870" y="0"/>
                </a:cubicBezTo>
                <a:cubicBezTo>
                  <a:pt x="32125" y="0"/>
                  <a:pt x="37479" y="1943"/>
                  <a:pt x="41933" y="5828"/>
                </a:cubicBezTo>
                <a:cubicBezTo>
                  <a:pt x="46386" y="9713"/>
                  <a:pt x="49419" y="15067"/>
                  <a:pt x="51030" y="21890"/>
                </a:cubicBezTo>
                <a:cubicBezTo>
                  <a:pt x="52167" y="26486"/>
                  <a:pt x="52736" y="34257"/>
                  <a:pt x="52736" y="45202"/>
                </a:cubicBezTo>
                <a:moveTo>
                  <a:pt x="5544" y="45202"/>
                </a:moveTo>
                <a:lnTo>
                  <a:pt x="47192" y="45202"/>
                </a:lnTo>
                <a:cubicBezTo>
                  <a:pt x="47287" y="43638"/>
                  <a:pt x="47334" y="42454"/>
                  <a:pt x="47334" y="41648"/>
                </a:cubicBezTo>
                <a:cubicBezTo>
                  <a:pt x="47334" y="35868"/>
                  <a:pt x="45617" y="31414"/>
                  <a:pt x="42181" y="28287"/>
                </a:cubicBezTo>
                <a:cubicBezTo>
                  <a:pt x="38746" y="25160"/>
                  <a:pt x="33428" y="23596"/>
                  <a:pt x="26226" y="23596"/>
                </a:cubicBezTo>
                <a:cubicBezTo>
                  <a:pt x="19071" y="23596"/>
                  <a:pt x="13835" y="25160"/>
                  <a:pt x="10519" y="28287"/>
                </a:cubicBezTo>
                <a:cubicBezTo>
                  <a:pt x="7202" y="31414"/>
                  <a:pt x="5544" y="36081"/>
                  <a:pt x="5544" y="42288"/>
                </a:cubicBezTo>
                <a:lnTo>
                  <a:pt x="5544" y="452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S">
            <a:extLst xmlns:a="http://schemas.openxmlformats.org/drawingml/2006/main">
              <a:ext uri="{FF2B5EF4-FFF2-40B4-BE49-F238E27FC236}">
                <a16:creationId xmlns:a16="http://schemas.microsoft.com/office/drawing/2014/main" id="{B8F8546B-DC11-4CF2-AA77-903FDDFF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5" y="3722315"/>
            <a:ext cx="100638" cy="67590"/>
          </a:xfrm>
          <a:custGeom xmlns:a="http://schemas.openxmlformats.org/drawingml/2006/main">
            <a:pathLst>
              <a:path w="100638" h="67590">
                <a:moveTo>
                  <a:pt x="0" y="6752"/>
                </a:moveTo>
                <a:lnTo>
                  <a:pt x="32125" y="5970"/>
                </a:lnTo>
                <a:lnTo>
                  <a:pt x="32125" y="8884"/>
                </a:lnTo>
                <a:cubicBezTo>
                  <a:pt x="24091" y="10258"/>
                  <a:pt x="17628" y="13634"/>
                  <a:pt x="12737" y="19012"/>
                </a:cubicBezTo>
                <a:cubicBezTo>
                  <a:pt x="7847" y="24390"/>
                  <a:pt x="5401" y="30206"/>
                  <a:pt x="5401" y="36460"/>
                </a:cubicBezTo>
                <a:cubicBezTo>
                  <a:pt x="5401" y="41293"/>
                  <a:pt x="6689" y="45119"/>
                  <a:pt x="9264" y="47938"/>
                </a:cubicBezTo>
                <a:cubicBezTo>
                  <a:pt x="11837" y="50757"/>
                  <a:pt x="14801" y="52167"/>
                  <a:pt x="18155" y="52167"/>
                </a:cubicBezTo>
                <a:cubicBezTo>
                  <a:pt x="20279" y="52167"/>
                  <a:pt x="22169" y="51670"/>
                  <a:pt x="23823" y="50674"/>
                </a:cubicBezTo>
                <a:cubicBezTo>
                  <a:pt x="26042" y="49300"/>
                  <a:pt x="28238" y="47097"/>
                  <a:pt x="30410" y="44065"/>
                </a:cubicBezTo>
                <a:cubicBezTo>
                  <a:pt x="31969" y="41838"/>
                  <a:pt x="34733" y="36697"/>
                  <a:pt x="38701" y="28642"/>
                </a:cubicBezTo>
                <a:cubicBezTo>
                  <a:pt x="44227" y="17365"/>
                  <a:pt x="49447" y="9761"/>
                  <a:pt x="54361" y="5828"/>
                </a:cubicBezTo>
                <a:cubicBezTo>
                  <a:pt x="59274" y="1943"/>
                  <a:pt x="64896" y="0"/>
                  <a:pt x="71228" y="0"/>
                </a:cubicBezTo>
                <a:cubicBezTo>
                  <a:pt x="79259" y="0"/>
                  <a:pt x="86168" y="3139"/>
                  <a:pt x="91956" y="9417"/>
                </a:cubicBezTo>
                <a:cubicBezTo>
                  <a:pt x="97744" y="15695"/>
                  <a:pt x="100638" y="23667"/>
                  <a:pt x="100638" y="33333"/>
                </a:cubicBezTo>
                <a:cubicBezTo>
                  <a:pt x="100638" y="36365"/>
                  <a:pt x="100330" y="39232"/>
                  <a:pt x="99714" y="41933"/>
                </a:cubicBezTo>
                <a:cubicBezTo>
                  <a:pt x="99098" y="44633"/>
                  <a:pt x="97938" y="48021"/>
                  <a:pt x="96232" y="52096"/>
                </a:cubicBezTo>
                <a:cubicBezTo>
                  <a:pt x="95284" y="54370"/>
                  <a:pt x="94810" y="56242"/>
                  <a:pt x="94810" y="57711"/>
                </a:cubicBezTo>
                <a:cubicBezTo>
                  <a:pt x="94810" y="58943"/>
                  <a:pt x="95290" y="60246"/>
                  <a:pt x="96250" y="61620"/>
                </a:cubicBezTo>
                <a:cubicBezTo>
                  <a:pt x="97209" y="62994"/>
                  <a:pt x="98672" y="64107"/>
                  <a:pt x="100638" y="64960"/>
                </a:cubicBezTo>
                <a:lnTo>
                  <a:pt x="100638" y="67590"/>
                </a:lnTo>
                <a:lnTo>
                  <a:pt x="64249" y="67590"/>
                </a:lnTo>
                <a:lnTo>
                  <a:pt x="64249" y="64960"/>
                </a:lnTo>
                <a:cubicBezTo>
                  <a:pt x="74460" y="62875"/>
                  <a:pt x="82248" y="58860"/>
                  <a:pt x="87614" y="52913"/>
                </a:cubicBezTo>
                <a:cubicBezTo>
                  <a:pt x="92980" y="46967"/>
                  <a:pt x="95663" y="40559"/>
                  <a:pt x="95663" y="33688"/>
                </a:cubicBezTo>
                <a:cubicBezTo>
                  <a:pt x="95663" y="28382"/>
                  <a:pt x="94223" y="24153"/>
                  <a:pt x="91341" y="21002"/>
                </a:cubicBezTo>
                <a:cubicBezTo>
                  <a:pt x="88460" y="17851"/>
                  <a:pt x="85106" y="16276"/>
                  <a:pt x="81280" y="16276"/>
                </a:cubicBezTo>
                <a:cubicBezTo>
                  <a:pt x="79013" y="16276"/>
                  <a:pt x="76817" y="16880"/>
                  <a:pt x="74692" y="18088"/>
                </a:cubicBezTo>
                <a:cubicBezTo>
                  <a:pt x="72566" y="19296"/>
                  <a:pt x="70547" y="21132"/>
                  <a:pt x="68634" y="23596"/>
                </a:cubicBezTo>
                <a:cubicBezTo>
                  <a:pt x="66721" y="26060"/>
                  <a:pt x="64229" y="30419"/>
                  <a:pt x="61160" y="36673"/>
                </a:cubicBezTo>
                <a:cubicBezTo>
                  <a:pt x="56861" y="45439"/>
                  <a:pt x="53198" y="51741"/>
                  <a:pt x="50170" y="55578"/>
                </a:cubicBezTo>
                <a:cubicBezTo>
                  <a:pt x="47142" y="59416"/>
                  <a:pt x="43760" y="62366"/>
                  <a:pt x="40023" y="64427"/>
                </a:cubicBezTo>
                <a:cubicBezTo>
                  <a:pt x="36285" y="66488"/>
                  <a:pt x="32170" y="67519"/>
                  <a:pt x="27676" y="67519"/>
                </a:cubicBezTo>
                <a:cubicBezTo>
                  <a:pt x="20012" y="67519"/>
                  <a:pt x="13484" y="64699"/>
                  <a:pt x="8091" y="59061"/>
                </a:cubicBezTo>
                <a:cubicBezTo>
                  <a:pt x="2697" y="53423"/>
                  <a:pt x="0" y="46315"/>
                  <a:pt x="0" y="37739"/>
                </a:cubicBezTo>
                <a:cubicBezTo>
                  <a:pt x="0" y="34612"/>
                  <a:pt x="383" y="31580"/>
                  <a:pt x="1150" y="28642"/>
                </a:cubicBezTo>
                <a:cubicBezTo>
                  <a:pt x="1725" y="26415"/>
                  <a:pt x="2790" y="23703"/>
                  <a:pt x="4347" y="20504"/>
                </a:cubicBezTo>
                <a:cubicBezTo>
                  <a:pt x="5903" y="17306"/>
                  <a:pt x="6681" y="15067"/>
                  <a:pt x="6681" y="13788"/>
                </a:cubicBezTo>
                <a:cubicBezTo>
                  <a:pt x="6681" y="12556"/>
                  <a:pt x="6298" y="11585"/>
                  <a:pt x="5533" y="10874"/>
                </a:cubicBezTo>
                <a:cubicBezTo>
                  <a:pt x="4766" y="10163"/>
                  <a:pt x="2921" y="9500"/>
                  <a:pt x="0" y="8884"/>
                </a:cubicBezTo>
                <a:lnTo>
                  <a:pt x="0" y="6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t">
            <a:extLst xmlns:a="http://schemas.openxmlformats.org/drawingml/2006/main">
              <a:ext uri="{FF2B5EF4-FFF2-40B4-BE49-F238E27FC236}">
                <a16:creationId xmlns:a16="http://schemas.microsoft.com/office/drawing/2014/main" id="{3354D530-7623-40F4-A2DE-79A09C73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9" y="3669358"/>
            <a:ext cx="91967" cy="44349"/>
          </a:xfrm>
          <a:custGeom xmlns:a="http://schemas.openxmlformats.org/drawingml/2006/main">
            <a:pathLst>
              <a:path w="91967" h="44349">
                <a:moveTo>
                  <a:pt x="0" y="15778"/>
                </a:moveTo>
                <a:lnTo>
                  <a:pt x="24449" y="15778"/>
                </a:lnTo>
                <a:lnTo>
                  <a:pt x="24449" y="0"/>
                </a:lnTo>
                <a:lnTo>
                  <a:pt x="31414" y="0"/>
                </a:lnTo>
                <a:lnTo>
                  <a:pt x="31414" y="15778"/>
                </a:lnTo>
                <a:lnTo>
                  <a:pt x="72534" y="15778"/>
                </a:lnTo>
                <a:cubicBezTo>
                  <a:pt x="76382" y="15778"/>
                  <a:pt x="78864" y="15600"/>
                  <a:pt x="79981" y="15245"/>
                </a:cubicBezTo>
                <a:cubicBezTo>
                  <a:pt x="81097" y="14890"/>
                  <a:pt x="82000" y="14262"/>
                  <a:pt x="82690" y="13362"/>
                </a:cubicBezTo>
                <a:cubicBezTo>
                  <a:pt x="83379" y="12461"/>
                  <a:pt x="83723" y="11632"/>
                  <a:pt x="83723" y="10874"/>
                </a:cubicBezTo>
                <a:cubicBezTo>
                  <a:pt x="83723" y="7794"/>
                  <a:pt x="81354" y="4880"/>
                  <a:pt x="76616" y="2132"/>
                </a:cubicBezTo>
                <a:lnTo>
                  <a:pt x="78195" y="0"/>
                </a:lnTo>
                <a:cubicBezTo>
                  <a:pt x="87377" y="3838"/>
                  <a:pt x="91967" y="10069"/>
                  <a:pt x="91967" y="18692"/>
                </a:cubicBezTo>
                <a:cubicBezTo>
                  <a:pt x="91967" y="22909"/>
                  <a:pt x="90791" y="26474"/>
                  <a:pt x="88438" y="29388"/>
                </a:cubicBezTo>
                <a:cubicBezTo>
                  <a:pt x="86084" y="32302"/>
                  <a:pt x="83457" y="34162"/>
                  <a:pt x="80556" y="34968"/>
                </a:cubicBezTo>
                <a:cubicBezTo>
                  <a:pt x="78939" y="35441"/>
                  <a:pt x="74564" y="35678"/>
                  <a:pt x="67432" y="35678"/>
                </a:cubicBezTo>
                <a:lnTo>
                  <a:pt x="31414" y="35678"/>
                </a:lnTo>
                <a:lnTo>
                  <a:pt x="31414" y="44349"/>
                </a:lnTo>
                <a:lnTo>
                  <a:pt x="28920" y="44349"/>
                </a:lnTo>
                <a:cubicBezTo>
                  <a:pt x="24694" y="38379"/>
                  <a:pt x="20254" y="33297"/>
                  <a:pt x="15600" y="29104"/>
                </a:cubicBezTo>
                <a:cubicBezTo>
                  <a:pt x="10947" y="24911"/>
                  <a:pt x="5746" y="21251"/>
                  <a:pt x="0" y="18123"/>
                </a:cubicBezTo>
                <a:lnTo>
                  <a:pt x="0" y="15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a">
            <a:extLst xmlns:a="http://schemas.openxmlformats.org/drawingml/2006/main">
              <a:ext uri="{FF2B5EF4-FFF2-40B4-BE49-F238E27FC236}">
                <a16:creationId xmlns:a16="http://schemas.microsoft.com/office/drawing/2014/main" id="{1D338199-66EF-4A32-96F7-125FAE72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" y="3597576"/>
            <a:ext cx="69509" cy="63823"/>
          </a:xfrm>
          <a:custGeom xmlns:a="http://schemas.openxmlformats.org/drawingml/2006/main">
            <a:pathLst>
              <a:path w="69509" h="63823">
                <a:moveTo>
                  <a:pt x="58706" y="28784"/>
                </a:moveTo>
                <a:cubicBezTo>
                  <a:pt x="65908" y="36886"/>
                  <a:pt x="69509" y="44160"/>
                  <a:pt x="69509" y="50603"/>
                </a:cubicBezTo>
                <a:cubicBezTo>
                  <a:pt x="69509" y="54394"/>
                  <a:pt x="68261" y="57545"/>
                  <a:pt x="65766" y="60056"/>
                </a:cubicBezTo>
                <a:cubicBezTo>
                  <a:pt x="63270" y="62567"/>
                  <a:pt x="60144" y="63823"/>
                  <a:pt x="56389" y="63823"/>
                </a:cubicBezTo>
                <a:cubicBezTo>
                  <a:pt x="51302" y="63823"/>
                  <a:pt x="46726" y="61643"/>
                  <a:pt x="42661" y="57284"/>
                </a:cubicBezTo>
                <a:cubicBezTo>
                  <a:pt x="38597" y="52925"/>
                  <a:pt x="33189" y="43425"/>
                  <a:pt x="26439" y="28784"/>
                </a:cubicBezTo>
                <a:lnTo>
                  <a:pt x="19758" y="28784"/>
                </a:lnTo>
                <a:cubicBezTo>
                  <a:pt x="14736" y="28784"/>
                  <a:pt x="11573" y="29057"/>
                  <a:pt x="10270" y="29602"/>
                </a:cubicBezTo>
                <a:cubicBezTo>
                  <a:pt x="8967" y="30146"/>
                  <a:pt x="7830" y="31177"/>
                  <a:pt x="6858" y="32693"/>
                </a:cubicBezTo>
                <a:cubicBezTo>
                  <a:pt x="5887" y="34209"/>
                  <a:pt x="5401" y="35915"/>
                  <a:pt x="5401" y="37810"/>
                </a:cubicBezTo>
                <a:cubicBezTo>
                  <a:pt x="5401" y="40890"/>
                  <a:pt x="6089" y="43425"/>
                  <a:pt x="7463" y="45415"/>
                </a:cubicBezTo>
                <a:cubicBezTo>
                  <a:pt x="8315" y="46647"/>
                  <a:pt x="9310" y="47263"/>
                  <a:pt x="10448" y="47263"/>
                </a:cubicBezTo>
                <a:cubicBezTo>
                  <a:pt x="11443" y="47263"/>
                  <a:pt x="12675" y="46600"/>
                  <a:pt x="14143" y="45273"/>
                </a:cubicBezTo>
                <a:cubicBezTo>
                  <a:pt x="16181" y="43473"/>
                  <a:pt x="18147" y="42572"/>
                  <a:pt x="20042" y="42572"/>
                </a:cubicBezTo>
                <a:cubicBezTo>
                  <a:pt x="22364" y="42572"/>
                  <a:pt x="24342" y="43437"/>
                  <a:pt x="25977" y="45166"/>
                </a:cubicBezTo>
                <a:cubicBezTo>
                  <a:pt x="27612" y="46896"/>
                  <a:pt x="28429" y="49158"/>
                  <a:pt x="28429" y="51954"/>
                </a:cubicBezTo>
                <a:cubicBezTo>
                  <a:pt x="28429" y="54939"/>
                  <a:pt x="27529" y="57438"/>
                  <a:pt x="25728" y="59452"/>
                </a:cubicBezTo>
                <a:cubicBezTo>
                  <a:pt x="23928" y="61466"/>
                  <a:pt x="21819" y="62472"/>
                  <a:pt x="19403" y="62472"/>
                </a:cubicBezTo>
                <a:cubicBezTo>
                  <a:pt x="15991" y="62472"/>
                  <a:pt x="12734" y="61122"/>
                  <a:pt x="9630" y="58421"/>
                </a:cubicBezTo>
                <a:cubicBezTo>
                  <a:pt x="6527" y="55721"/>
                  <a:pt x="4146" y="51954"/>
                  <a:pt x="2488" y="47121"/>
                </a:cubicBezTo>
                <a:cubicBezTo>
                  <a:pt x="829" y="42288"/>
                  <a:pt x="0" y="37266"/>
                  <a:pt x="0" y="32054"/>
                </a:cubicBezTo>
                <a:cubicBezTo>
                  <a:pt x="0" y="25752"/>
                  <a:pt x="1342" y="20765"/>
                  <a:pt x="4027" y="17093"/>
                </a:cubicBezTo>
                <a:cubicBezTo>
                  <a:pt x="6710" y="13421"/>
                  <a:pt x="9618" y="11040"/>
                  <a:pt x="12753" y="9950"/>
                </a:cubicBezTo>
                <a:cubicBezTo>
                  <a:pt x="14747" y="9287"/>
                  <a:pt x="19330" y="8955"/>
                  <a:pt x="26501" y="8955"/>
                </a:cubicBezTo>
                <a:lnTo>
                  <a:pt x="52360" y="8955"/>
                </a:lnTo>
                <a:cubicBezTo>
                  <a:pt x="55400" y="8955"/>
                  <a:pt x="57312" y="8837"/>
                  <a:pt x="58097" y="8600"/>
                </a:cubicBezTo>
                <a:cubicBezTo>
                  <a:pt x="58880" y="8363"/>
                  <a:pt x="59462" y="8007"/>
                  <a:pt x="59843" y="7534"/>
                </a:cubicBezTo>
                <a:cubicBezTo>
                  <a:pt x="60222" y="7060"/>
                  <a:pt x="60411" y="6515"/>
                  <a:pt x="60411" y="5899"/>
                </a:cubicBezTo>
                <a:cubicBezTo>
                  <a:pt x="60411" y="4667"/>
                  <a:pt x="59535" y="3411"/>
                  <a:pt x="57782" y="2132"/>
                </a:cubicBezTo>
                <a:lnTo>
                  <a:pt x="59487" y="0"/>
                </a:lnTo>
                <a:cubicBezTo>
                  <a:pt x="62994" y="2369"/>
                  <a:pt x="65540" y="4821"/>
                  <a:pt x="67128" y="7356"/>
                </a:cubicBezTo>
                <a:cubicBezTo>
                  <a:pt x="68715" y="9891"/>
                  <a:pt x="69509" y="12769"/>
                  <a:pt x="69509" y="15991"/>
                </a:cubicBezTo>
                <a:cubicBezTo>
                  <a:pt x="69509" y="19782"/>
                  <a:pt x="68614" y="22743"/>
                  <a:pt x="66826" y="24875"/>
                </a:cubicBezTo>
                <a:cubicBezTo>
                  <a:pt x="65037" y="27007"/>
                  <a:pt x="62330" y="28310"/>
                  <a:pt x="58706" y="28784"/>
                </a:cubicBezTo>
                <a:moveTo>
                  <a:pt x="53446" y="28784"/>
                </a:moveTo>
                <a:lnTo>
                  <a:pt x="31214" y="28784"/>
                </a:lnTo>
                <a:cubicBezTo>
                  <a:pt x="34594" y="34517"/>
                  <a:pt x="38213" y="38782"/>
                  <a:pt x="42070" y="41577"/>
                </a:cubicBezTo>
                <a:cubicBezTo>
                  <a:pt x="44641" y="43425"/>
                  <a:pt x="47236" y="44349"/>
                  <a:pt x="49855" y="44349"/>
                </a:cubicBezTo>
                <a:cubicBezTo>
                  <a:pt x="52045" y="44349"/>
                  <a:pt x="53973" y="43567"/>
                  <a:pt x="55641" y="42004"/>
                </a:cubicBezTo>
                <a:cubicBezTo>
                  <a:pt x="56926" y="40819"/>
                  <a:pt x="57568" y="39161"/>
                  <a:pt x="57568" y="37029"/>
                </a:cubicBezTo>
                <a:cubicBezTo>
                  <a:pt x="57568" y="34660"/>
                  <a:pt x="56194" y="31911"/>
                  <a:pt x="53446" y="287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t">
            <a:extLst xmlns:a="http://schemas.openxmlformats.org/drawingml/2006/main">
              <a:ext uri="{FF2B5EF4-FFF2-40B4-BE49-F238E27FC236}">
                <a16:creationId xmlns:a16="http://schemas.microsoft.com/office/drawing/2014/main" id="{DE339004-7BD2-4B17-AE10-7293AF42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9" y="3548110"/>
            <a:ext cx="91967" cy="44349"/>
          </a:xfrm>
          <a:custGeom xmlns:a="http://schemas.openxmlformats.org/drawingml/2006/main">
            <a:pathLst>
              <a:path w="91967" h="44349">
                <a:moveTo>
                  <a:pt x="0" y="15778"/>
                </a:moveTo>
                <a:lnTo>
                  <a:pt x="24449" y="15778"/>
                </a:lnTo>
                <a:lnTo>
                  <a:pt x="24449" y="0"/>
                </a:lnTo>
                <a:lnTo>
                  <a:pt x="31414" y="0"/>
                </a:lnTo>
                <a:lnTo>
                  <a:pt x="31414" y="15778"/>
                </a:lnTo>
                <a:lnTo>
                  <a:pt x="72534" y="15778"/>
                </a:lnTo>
                <a:cubicBezTo>
                  <a:pt x="76382" y="15778"/>
                  <a:pt x="78864" y="15600"/>
                  <a:pt x="79981" y="15245"/>
                </a:cubicBezTo>
                <a:cubicBezTo>
                  <a:pt x="81097" y="14890"/>
                  <a:pt x="82000" y="14262"/>
                  <a:pt x="82690" y="13362"/>
                </a:cubicBezTo>
                <a:cubicBezTo>
                  <a:pt x="83379" y="12461"/>
                  <a:pt x="83723" y="11632"/>
                  <a:pt x="83723" y="10874"/>
                </a:cubicBezTo>
                <a:cubicBezTo>
                  <a:pt x="83723" y="7794"/>
                  <a:pt x="81354" y="4880"/>
                  <a:pt x="76616" y="2132"/>
                </a:cubicBezTo>
                <a:lnTo>
                  <a:pt x="78195" y="0"/>
                </a:lnTo>
                <a:cubicBezTo>
                  <a:pt x="87377" y="3838"/>
                  <a:pt x="91967" y="10069"/>
                  <a:pt x="91967" y="18692"/>
                </a:cubicBezTo>
                <a:cubicBezTo>
                  <a:pt x="91967" y="22909"/>
                  <a:pt x="90791" y="26474"/>
                  <a:pt x="88438" y="29388"/>
                </a:cubicBezTo>
                <a:cubicBezTo>
                  <a:pt x="86084" y="32302"/>
                  <a:pt x="83457" y="34162"/>
                  <a:pt x="80556" y="34968"/>
                </a:cubicBezTo>
                <a:cubicBezTo>
                  <a:pt x="78939" y="35441"/>
                  <a:pt x="74564" y="35678"/>
                  <a:pt x="67432" y="35678"/>
                </a:cubicBezTo>
                <a:lnTo>
                  <a:pt x="31414" y="35678"/>
                </a:lnTo>
                <a:lnTo>
                  <a:pt x="31414" y="44349"/>
                </a:lnTo>
                <a:lnTo>
                  <a:pt x="28920" y="44349"/>
                </a:lnTo>
                <a:cubicBezTo>
                  <a:pt x="24694" y="38379"/>
                  <a:pt x="20254" y="33297"/>
                  <a:pt x="15600" y="29104"/>
                </a:cubicBezTo>
                <a:cubicBezTo>
                  <a:pt x="10947" y="24911"/>
                  <a:pt x="5746" y="21251"/>
                  <a:pt x="0" y="18123"/>
                </a:cubicBezTo>
                <a:lnTo>
                  <a:pt x="0" y="15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e">
            <a:extLst xmlns:a="http://schemas.openxmlformats.org/drawingml/2006/main">
              <a:ext uri="{FF2B5EF4-FFF2-40B4-BE49-F238E27FC236}">
                <a16:creationId xmlns:a16="http://schemas.microsoft.com/office/drawing/2014/main" id="{4DBD73CF-73D8-47D4-ACAF-0E202519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" y="3485496"/>
            <a:ext cx="70504" cy="55578"/>
          </a:xfrm>
          <a:custGeom xmlns:a="http://schemas.openxmlformats.org/drawingml/2006/main">
            <a:pathLst>
              <a:path w="70504" h="55578">
                <a:moveTo>
                  <a:pt x="32835" y="0"/>
                </a:moveTo>
                <a:lnTo>
                  <a:pt x="32835" y="36460"/>
                </a:lnTo>
                <a:cubicBezTo>
                  <a:pt x="41672" y="36034"/>
                  <a:pt x="48656" y="33688"/>
                  <a:pt x="53786" y="29424"/>
                </a:cubicBezTo>
                <a:cubicBezTo>
                  <a:pt x="57729" y="26155"/>
                  <a:pt x="59701" y="22222"/>
                  <a:pt x="59701" y="17626"/>
                </a:cubicBezTo>
                <a:cubicBezTo>
                  <a:pt x="59701" y="14783"/>
                  <a:pt x="58907" y="12201"/>
                  <a:pt x="57320" y="9879"/>
                </a:cubicBezTo>
                <a:cubicBezTo>
                  <a:pt x="55732" y="7557"/>
                  <a:pt x="52878" y="5070"/>
                  <a:pt x="48756" y="2416"/>
                </a:cubicBezTo>
                <a:lnTo>
                  <a:pt x="50319" y="0"/>
                </a:lnTo>
                <a:cubicBezTo>
                  <a:pt x="57663" y="3601"/>
                  <a:pt x="62863" y="7581"/>
                  <a:pt x="65919" y="11940"/>
                </a:cubicBezTo>
                <a:cubicBezTo>
                  <a:pt x="68976" y="16299"/>
                  <a:pt x="70504" y="21345"/>
                  <a:pt x="70504" y="27079"/>
                </a:cubicBezTo>
                <a:cubicBezTo>
                  <a:pt x="70504" y="36934"/>
                  <a:pt x="66709" y="44396"/>
                  <a:pt x="59121" y="49466"/>
                </a:cubicBezTo>
                <a:cubicBezTo>
                  <a:pt x="53003" y="53541"/>
                  <a:pt x="45414" y="55578"/>
                  <a:pt x="36356" y="55578"/>
                </a:cubicBezTo>
                <a:cubicBezTo>
                  <a:pt x="25257" y="55578"/>
                  <a:pt x="16423" y="52582"/>
                  <a:pt x="9855" y="46588"/>
                </a:cubicBezTo>
                <a:cubicBezTo>
                  <a:pt x="3285" y="40594"/>
                  <a:pt x="0" y="33570"/>
                  <a:pt x="0" y="25515"/>
                </a:cubicBezTo>
                <a:cubicBezTo>
                  <a:pt x="0" y="18787"/>
                  <a:pt x="2760" y="12947"/>
                  <a:pt x="8280" y="7996"/>
                </a:cubicBezTo>
                <a:cubicBezTo>
                  <a:pt x="13800" y="3044"/>
                  <a:pt x="21985" y="379"/>
                  <a:pt x="32835" y="0"/>
                </a:cubicBezTo>
                <a:moveTo>
                  <a:pt x="28145" y="17484"/>
                </a:moveTo>
                <a:cubicBezTo>
                  <a:pt x="20516" y="17484"/>
                  <a:pt x="15281" y="17898"/>
                  <a:pt x="12438" y="18728"/>
                </a:cubicBezTo>
                <a:cubicBezTo>
                  <a:pt x="9595" y="19557"/>
                  <a:pt x="7439" y="20848"/>
                  <a:pt x="5970" y="22601"/>
                </a:cubicBezTo>
                <a:cubicBezTo>
                  <a:pt x="5117" y="23596"/>
                  <a:pt x="4691" y="24923"/>
                  <a:pt x="4691" y="26581"/>
                </a:cubicBezTo>
                <a:cubicBezTo>
                  <a:pt x="4691" y="29045"/>
                  <a:pt x="5899" y="31059"/>
                  <a:pt x="8315" y="32622"/>
                </a:cubicBezTo>
                <a:cubicBezTo>
                  <a:pt x="12532" y="35418"/>
                  <a:pt x="18313" y="36815"/>
                  <a:pt x="25657" y="36815"/>
                </a:cubicBezTo>
                <a:lnTo>
                  <a:pt x="28145" y="36815"/>
                </a:lnTo>
                <a:lnTo>
                  <a:pt x="28145" y="17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s">
            <a:extLst xmlns:a="http://schemas.openxmlformats.org/drawingml/2006/main">
              <a:ext uri="{FF2B5EF4-FFF2-40B4-BE49-F238E27FC236}">
                <a16:creationId xmlns:a16="http://schemas.microsoft.com/office/drawing/2014/main" id="{4E9B4495-08DB-4B7B-A78C-E886BF34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" y="3430694"/>
            <a:ext cx="70504" cy="45699"/>
          </a:xfrm>
          <a:custGeom xmlns:a="http://schemas.openxmlformats.org/drawingml/2006/main">
            <a:pathLst>
              <a:path w="70504" h="45699">
                <a:moveTo>
                  <a:pt x="284" y="4549"/>
                </a:moveTo>
                <a:lnTo>
                  <a:pt x="23027" y="3483"/>
                </a:lnTo>
                <a:lnTo>
                  <a:pt x="23027" y="5899"/>
                </a:lnTo>
                <a:cubicBezTo>
                  <a:pt x="16244" y="8789"/>
                  <a:pt x="11611" y="11786"/>
                  <a:pt x="9128" y="14890"/>
                </a:cubicBezTo>
                <a:cubicBezTo>
                  <a:pt x="6644" y="17993"/>
                  <a:pt x="5401" y="21085"/>
                  <a:pt x="5401" y="24165"/>
                </a:cubicBezTo>
                <a:cubicBezTo>
                  <a:pt x="5401" y="26107"/>
                  <a:pt x="6053" y="27766"/>
                  <a:pt x="7356" y="29140"/>
                </a:cubicBezTo>
                <a:cubicBezTo>
                  <a:pt x="8659" y="30514"/>
                  <a:pt x="10163" y="31201"/>
                  <a:pt x="11869" y="31201"/>
                </a:cubicBezTo>
                <a:cubicBezTo>
                  <a:pt x="13148" y="31201"/>
                  <a:pt x="14380" y="30727"/>
                  <a:pt x="15565" y="29779"/>
                </a:cubicBezTo>
                <a:cubicBezTo>
                  <a:pt x="17507" y="28263"/>
                  <a:pt x="20836" y="24022"/>
                  <a:pt x="25550" y="17057"/>
                </a:cubicBezTo>
                <a:cubicBezTo>
                  <a:pt x="30265" y="10092"/>
                  <a:pt x="34269" y="5508"/>
                  <a:pt x="37562" y="3305"/>
                </a:cubicBezTo>
                <a:cubicBezTo>
                  <a:pt x="40855" y="1102"/>
                  <a:pt x="44539" y="0"/>
                  <a:pt x="48613" y="0"/>
                </a:cubicBezTo>
                <a:cubicBezTo>
                  <a:pt x="52309" y="0"/>
                  <a:pt x="55934" y="924"/>
                  <a:pt x="59487" y="2772"/>
                </a:cubicBezTo>
                <a:cubicBezTo>
                  <a:pt x="63041" y="4620"/>
                  <a:pt x="65765" y="7226"/>
                  <a:pt x="67661" y="10590"/>
                </a:cubicBezTo>
                <a:cubicBezTo>
                  <a:pt x="69556" y="13954"/>
                  <a:pt x="70504" y="17673"/>
                  <a:pt x="70504" y="21748"/>
                </a:cubicBezTo>
                <a:cubicBezTo>
                  <a:pt x="70504" y="24923"/>
                  <a:pt x="69490" y="29163"/>
                  <a:pt x="67463" y="34470"/>
                </a:cubicBezTo>
                <a:cubicBezTo>
                  <a:pt x="66932" y="35891"/>
                  <a:pt x="66666" y="36863"/>
                  <a:pt x="66666" y="37384"/>
                </a:cubicBezTo>
                <a:cubicBezTo>
                  <a:pt x="66666" y="38948"/>
                  <a:pt x="67850" y="40251"/>
                  <a:pt x="70219" y="41293"/>
                </a:cubicBezTo>
                <a:lnTo>
                  <a:pt x="70219" y="43638"/>
                </a:lnTo>
                <a:lnTo>
                  <a:pt x="46339" y="44775"/>
                </a:lnTo>
                <a:lnTo>
                  <a:pt x="46339" y="42359"/>
                </a:lnTo>
                <a:cubicBezTo>
                  <a:pt x="52593" y="40227"/>
                  <a:pt x="57284" y="37301"/>
                  <a:pt x="60411" y="33582"/>
                </a:cubicBezTo>
                <a:cubicBezTo>
                  <a:pt x="63539" y="29862"/>
                  <a:pt x="65102" y="26344"/>
                  <a:pt x="65102" y="23027"/>
                </a:cubicBezTo>
                <a:cubicBezTo>
                  <a:pt x="65102" y="20753"/>
                  <a:pt x="64403" y="18893"/>
                  <a:pt x="63006" y="17448"/>
                </a:cubicBezTo>
                <a:cubicBezTo>
                  <a:pt x="61608" y="16003"/>
                  <a:pt x="59914" y="15281"/>
                  <a:pt x="57924" y="15281"/>
                </a:cubicBezTo>
                <a:cubicBezTo>
                  <a:pt x="55650" y="15281"/>
                  <a:pt x="53683" y="15991"/>
                  <a:pt x="52025" y="17413"/>
                </a:cubicBezTo>
                <a:cubicBezTo>
                  <a:pt x="50367" y="18834"/>
                  <a:pt x="47855" y="22009"/>
                  <a:pt x="44491" y="26936"/>
                </a:cubicBezTo>
                <a:cubicBezTo>
                  <a:pt x="39469" y="34186"/>
                  <a:pt x="35631" y="38877"/>
                  <a:pt x="32978" y="41009"/>
                </a:cubicBezTo>
                <a:cubicBezTo>
                  <a:pt x="29092" y="44136"/>
                  <a:pt x="24804" y="45699"/>
                  <a:pt x="20113" y="45699"/>
                </a:cubicBezTo>
                <a:cubicBezTo>
                  <a:pt x="14996" y="45699"/>
                  <a:pt x="10365" y="43934"/>
                  <a:pt x="6219" y="40405"/>
                </a:cubicBezTo>
                <a:cubicBezTo>
                  <a:pt x="2073" y="36875"/>
                  <a:pt x="0" y="31769"/>
                  <a:pt x="0" y="25088"/>
                </a:cubicBezTo>
                <a:cubicBezTo>
                  <a:pt x="0" y="21488"/>
                  <a:pt x="911" y="18005"/>
                  <a:pt x="2732" y="14641"/>
                </a:cubicBezTo>
                <a:cubicBezTo>
                  <a:pt x="3469" y="13362"/>
                  <a:pt x="3838" y="12319"/>
                  <a:pt x="3838" y="11514"/>
                </a:cubicBezTo>
                <a:cubicBezTo>
                  <a:pt x="3838" y="10661"/>
                  <a:pt x="3660" y="9974"/>
                  <a:pt x="3305" y="9453"/>
                </a:cubicBezTo>
                <a:cubicBezTo>
                  <a:pt x="2949" y="8931"/>
                  <a:pt x="1943" y="8102"/>
                  <a:pt x="284" y="6965"/>
                </a:cubicBezTo>
                <a:lnTo>
                  <a:pt x="284" y="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T">
            <a:extLst xmlns:a="http://schemas.openxmlformats.org/drawingml/2006/main">
              <a:ext uri="{FF2B5EF4-FFF2-40B4-BE49-F238E27FC236}">
                <a16:creationId xmlns:a16="http://schemas.microsoft.com/office/drawing/2014/main" id="{A8BE5AC2-B519-45B8-9FE6-42011013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8" y="7249565"/>
            <a:ext cx="96374" cy="86566"/>
          </a:xfrm>
          <a:custGeom xmlns:a="http://schemas.openxmlformats.org/drawingml/2006/main">
            <a:pathLst>
              <a:path w="96374" h="86566">
                <a:moveTo>
                  <a:pt x="0" y="0"/>
                </a:moveTo>
                <a:lnTo>
                  <a:pt x="26155" y="0"/>
                </a:lnTo>
                <a:lnTo>
                  <a:pt x="26155" y="2559"/>
                </a:lnTo>
                <a:cubicBezTo>
                  <a:pt x="20116" y="4075"/>
                  <a:pt x="15778" y="5757"/>
                  <a:pt x="13139" y="7605"/>
                </a:cubicBezTo>
                <a:cubicBezTo>
                  <a:pt x="10501" y="9453"/>
                  <a:pt x="8397" y="11988"/>
                  <a:pt x="6827" y="15209"/>
                </a:cubicBezTo>
                <a:cubicBezTo>
                  <a:pt x="5972" y="17010"/>
                  <a:pt x="5544" y="20161"/>
                  <a:pt x="5544" y="24662"/>
                </a:cubicBezTo>
                <a:lnTo>
                  <a:pt x="5544" y="31840"/>
                </a:lnTo>
                <a:lnTo>
                  <a:pt x="79885" y="31840"/>
                </a:lnTo>
                <a:cubicBezTo>
                  <a:pt x="84838" y="31840"/>
                  <a:pt x="87934" y="31568"/>
                  <a:pt x="89173" y="31023"/>
                </a:cubicBezTo>
                <a:cubicBezTo>
                  <a:pt x="90411" y="30478"/>
                  <a:pt x="91494" y="29412"/>
                  <a:pt x="92423" y="27825"/>
                </a:cubicBezTo>
                <a:cubicBezTo>
                  <a:pt x="93351" y="26238"/>
                  <a:pt x="93815" y="24070"/>
                  <a:pt x="93815" y="21322"/>
                </a:cubicBezTo>
                <a:lnTo>
                  <a:pt x="93815" y="18123"/>
                </a:lnTo>
                <a:lnTo>
                  <a:pt x="96374" y="18123"/>
                </a:lnTo>
                <a:lnTo>
                  <a:pt x="96374" y="68585"/>
                </a:lnTo>
                <a:lnTo>
                  <a:pt x="93815" y="68585"/>
                </a:lnTo>
                <a:lnTo>
                  <a:pt x="93815" y="65386"/>
                </a:lnTo>
                <a:cubicBezTo>
                  <a:pt x="93815" y="62591"/>
                  <a:pt x="93316" y="60340"/>
                  <a:pt x="92316" y="58635"/>
                </a:cubicBezTo>
                <a:cubicBezTo>
                  <a:pt x="91648" y="57403"/>
                  <a:pt x="90505" y="56431"/>
                  <a:pt x="88887" y="55721"/>
                </a:cubicBezTo>
                <a:cubicBezTo>
                  <a:pt x="87744" y="55199"/>
                  <a:pt x="84743" y="54939"/>
                  <a:pt x="79885" y="54939"/>
                </a:cubicBezTo>
                <a:lnTo>
                  <a:pt x="5544" y="54939"/>
                </a:lnTo>
                <a:lnTo>
                  <a:pt x="5544" y="61904"/>
                </a:lnTo>
                <a:cubicBezTo>
                  <a:pt x="5544" y="68395"/>
                  <a:pt x="6922" y="73110"/>
                  <a:pt x="9679" y="76047"/>
                </a:cubicBezTo>
                <a:cubicBezTo>
                  <a:pt x="13530" y="80169"/>
                  <a:pt x="19022" y="82775"/>
                  <a:pt x="26155" y="83865"/>
                </a:cubicBezTo>
                <a:lnTo>
                  <a:pt x="26155" y="86566"/>
                </a:lnTo>
                <a:lnTo>
                  <a:pt x="0" y="865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e">
            <a:extLst xmlns:a="http://schemas.openxmlformats.org/drawingml/2006/main">
              <a:ext uri="{FF2B5EF4-FFF2-40B4-BE49-F238E27FC236}">
                <a16:creationId xmlns:a16="http://schemas.microsoft.com/office/drawing/2014/main" id="{0235AD20-F51C-4C2D-9D0D-997B9138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7196750"/>
            <a:ext cx="70504" cy="55578"/>
          </a:xfrm>
          <a:custGeom xmlns:a="http://schemas.openxmlformats.org/drawingml/2006/main">
            <a:pathLst>
              <a:path w="70504" h="55578">
                <a:moveTo>
                  <a:pt x="32835" y="0"/>
                </a:moveTo>
                <a:lnTo>
                  <a:pt x="32835" y="36460"/>
                </a:lnTo>
                <a:cubicBezTo>
                  <a:pt x="41672" y="36034"/>
                  <a:pt x="48656" y="33688"/>
                  <a:pt x="53786" y="29424"/>
                </a:cubicBezTo>
                <a:cubicBezTo>
                  <a:pt x="57729" y="26155"/>
                  <a:pt x="59701" y="22222"/>
                  <a:pt x="59701" y="17626"/>
                </a:cubicBezTo>
                <a:cubicBezTo>
                  <a:pt x="59701" y="14783"/>
                  <a:pt x="58907" y="12201"/>
                  <a:pt x="57320" y="9879"/>
                </a:cubicBezTo>
                <a:cubicBezTo>
                  <a:pt x="55732" y="7557"/>
                  <a:pt x="52878" y="5070"/>
                  <a:pt x="48756" y="2416"/>
                </a:cubicBezTo>
                <a:lnTo>
                  <a:pt x="50319" y="0"/>
                </a:lnTo>
                <a:cubicBezTo>
                  <a:pt x="57663" y="3601"/>
                  <a:pt x="62863" y="7581"/>
                  <a:pt x="65919" y="11940"/>
                </a:cubicBezTo>
                <a:cubicBezTo>
                  <a:pt x="68976" y="16299"/>
                  <a:pt x="70504" y="21345"/>
                  <a:pt x="70504" y="27079"/>
                </a:cubicBezTo>
                <a:cubicBezTo>
                  <a:pt x="70504" y="36934"/>
                  <a:pt x="66709" y="44396"/>
                  <a:pt x="59121" y="49466"/>
                </a:cubicBezTo>
                <a:cubicBezTo>
                  <a:pt x="53003" y="53541"/>
                  <a:pt x="45414" y="55578"/>
                  <a:pt x="36356" y="55578"/>
                </a:cubicBezTo>
                <a:cubicBezTo>
                  <a:pt x="25257" y="55578"/>
                  <a:pt x="16423" y="52582"/>
                  <a:pt x="9855" y="46588"/>
                </a:cubicBezTo>
                <a:cubicBezTo>
                  <a:pt x="3285" y="40594"/>
                  <a:pt x="0" y="33570"/>
                  <a:pt x="0" y="25515"/>
                </a:cubicBezTo>
                <a:cubicBezTo>
                  <a:pt x="0" y="18787"/>
                  <a:pt x="2760" y="12947"/>
                  <a:pt x="8280" y="7996"/>
                </a:cubicBezTo>
                <a:cubicBezTo>
                  <a:pt x="13800" y="3044"/>
                  <a:pt x="21985" y="379"/>
                  <a:pt x="32835" y="0"/>
                </a:cubicBezTo>
                <a:moveTo>
                  <a:pt x="28145" y="17484"/>
                </a:moveTo>
                <a:cubicBezTo>
                  <a:pt x="20516" y="17484"/>
                  <a:pt x="15281" y="17898"/>
                  <a:pt x="12438" y="18728"/>
                </a:cubicBezTo>
                <a:cubicBezTo>
                  <a:pt x="9595" y="19557"/>
                  <a:pt x="7439" y="20848"/>
                  <a:pt x="5970" y="22601"/>
                </a:cubicBezTo>
                <a:cubicBezTo>
                  <a:pt x="5117" y="23596"/>
                  <a:pt x="4691" y="24923"/>
                  <a:pt x="4691" y="26581"/>
                </a:cubicBezTo>
                <a:cubicBezTo>
                  <a:pt x="4691" y="29045"/>
                  <a:pt x="5899" y="31059"/>
                  <a:pt x="8315" y="32622"/>
                </a:cubicBezTo>
                <a:cubicBezTo>
                  <a:pt x="12532" y="35418"/>
                  <a:pt x="18313" y="36815"/>
                  <a:pt x="25657" y="36815"/>
                </a:cubicBezTo>
                <a:lnTo>
                  <a:pt x="28145" y="36815"/>
                </a:lnTo>
                <a:lnTo>
                  <a:pt x="28145" y="17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r">
            <a:extLst xmlns:a="http://schemas.openxmlformats.org/drawingml/2006/main">
              <a:ext uri="{FF2B5EF4-FFF2-40B4-BE49-F238E27FC236}">
                <a16:creationId xmlns:a16="http://schemas.microsoft.com/office/drawing/2014/main" id="{A1AD94BD-9FB0-42A0-AFA5-4B69F1E1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7131002"/>
            <a:ext cx="68514" cy="57071"/>
          </a:xfrm>
          <a:custGeom xmlns:a="http://schemas.openxmlformats.org/drawingml/2006/main">
            <a:pathLst>
              <a:path w="68514" h="57071">
                <a:moveTo>
                  <a:pt x="1990" y="29921"/>
                </a:moveTo>
                <a:lnTo>
                  <a:pt x="17057" y="29921"/>
                </a:lnTo>
                <a:cubicBezTo>
                  <a:pt x="10187" y="25515"/>
                  <a:pt x="5627" y="21653"/>
                  <a:pt x="3376" y="18337"/>
                </a:cubicBezTo>
                <a:cubicBezTo>
                  <a:pt x="1125" y="15020"/>
                  <a:pt x="0" y="11822"/>
                  <a:pt x="0" y="8742"/>
                </a:cubicBezTo>
                <a:cubicBezTo>
                  <a:pt x="0" y="6089"/>
                  <a:pt x="820" y="3968"/>
                  <a:pt x="2461" y="2381"/>
                </a:cubicBezTo>
                <a:cubicBezTo>
                  <a:pt x="4101" y="794"/>
                  <a:pt x="6419" y="0"/>
                  <a:pt x="9415" y="0"/>
                </a:cubicBezTo>
                <a:cubicBezTo>
                  <a:pt x="12601" y="0"/>
                  <a:pt x="15075" y="770"/>
                  <a:pt x="16835" y="2310"/>
                </a:cubicBezTo>
                <a:cubicBezTo>
                  <a:pt x="18594" y="3850"/>
                  <a:pt x="19474" y="5709"/>
                  <a:pt x="19474" y="7889"/>
                </a:cubicBezTo>
                <a:cubicBezTo>
                  <a:pt x="19474" y="10400"/>
                  <a:pt x="18668" y="12580"/>
                  <a:pt x="17057" y="14428"/>
                </a:cubicBezTo>
                <a:cubicBezTo>
                  <a:pt x="15446" y="16276"/>
                  <a:pt x="14546" y="17365"/>
                  <a:pt x="14357" y="17697"/>
                </a:cubicBezTo>
                <a:cubicBezTo>
                  <a:pt x="14072" y="18171"/>
                  <a:pt x="13930" y="18716"/>
                  <a:pt x="13930" y="19332"/>
                </a:cubicBezTo>
                <a:cubicBezTo>
                  <a:pt x="13930" y="20706"/>
                  <a:pt x="14451" y="22009"/>
                  <a:pt x="15494" y="23241"/>
                </a:cubicBezTo>
                <a:cubicBezTo>
                  <a:pt x="17105" y="25183"/>
                  <a:pt x="19403" y="26652"/>
                  <a:pt x="22388" y="27647"/>
                </a:cubicBezTo>
                <a:cubicBezTo>
                  <a:pt x="26984" y="29163"/>
                  <a:pt x="32054" y="29921"/>
                  <a:pt x="37597" y="29921"/>
                </a:cubicBezTo>
                <a:lnTo>
                  <a:pt x="52878" y="29921"/>
                </a:lnTo>
                <a:lnTo>
                  <a:pt x="56858" y="29850"/>
                </a:lnTo>
                <a:cubicBezTo>
                  <a:pt x="59559" y="29850"/>
                  <a:pt x="61288" y="29684"/>
                  <a:pt x="62046" y="29353"/>
                </a:cubicBezTo>
                <a:cubicBezTo>
                  <a:pt x="63325" y="28784"/>
                  <a:pt x="64261" y="27943"/>
                  <a:pt x="64853" y="26830"/>
                </a:cubicBezTo>
                <a:cubicBezTo>
                  <a:pt x="65446" y="25716"/>
                  <a:pt x="65813" y="23833"/>
                  <a:pt x="65955" y="21180"/>
                </a:cubicBezTo>
                <a:lnTo>
                  <a:pt x="68514" y="21180"/>
                </a:lnTo>
                <a:lnTo>
                  <a:pt x="68514" y="57071"/>
                </a:lnTo>
                <a:lnTo>
                  <a:pt x="65955" y="57071"/>
                </a:lnTo>
                <a:cubicBezTo>
                  <a:pt x="65718" y="54181"/>
                  <a:pt x="64924" y="52226"/>
                  <a:pt x="63574" y="51208"/>
                </a:cubicBezTo>
                <a:cubicBezTo>
                  <a:pt x="62224" y="50189"/>
                  <a:pt x="58658" y="49679"/>
                  <a:pt x="52878" y="49679"/>
                </a:cubicBezTo>
                <a:lnTo>
                  <a:pt x="16062" y="49679"/>
                </a:lnTo>
                <a:cubicBezTo>
                  <a:pt x="12248" y="49679"/>
                  <a:pt x="9817" y="49869"/>
                  <a:pt x="8769" y="50248"/>
                </a:cubicBezTo>
                <a:cubicBezTo>
                  <a:pt x="7433" y="50722"/>
                  <a:pt x="6456" y="51409"/>
                  <a:pt x="5837" y="52309"/>
                </a:cubicBezTo>
                <a:cubicBezTo>
                  <a:pt x="5216" y="53209"/>
                  <a:pt x="4787" y="54797"/>
                  <a:pt x="4549" y="57071"/>
                </a:cubicBezTo>
                <a:lnTo>
                  <a:pt x="1990" y="57071"/>
                </a:lnTo>
                <a:lnTo>
                  <a:pt x="1990" y="299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m">
            <a:extLst xmlns:a="http://schemas.openxmlformats.org/drawingml/2006/main">
              <a:ext uri="{FF2B5EF4-FFF2-40B4-BE49-F238E27FC236}">
                <a16:creationId xmlns:a16="http://schemas.microsoft.com/office/drawing/2014/main" id="{F7778E67-1DE4-40E5-A89A-BD5260E6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7011396"/>
            <a:ext cx="68514" cy="112081"/>
          </a:xfrm>
          <a:custGeom xmlns:a="http://schemas.openxmlformats.org/drawingml/2006/main">
            <a:pathLst>
              <a:path w="68514" h="112081">
                <a:moveTo>
                  <a:pt x="1990" y="85002"/>
                </a:moveTo>
                <a:lnTo>
                  <a:pt x="10803" y="85002"/>
                </a:lnTo>
                <a:cubicBezTo>
                  <a:pt x="6796" y="81354"/>
                  <a:pt x="3994" y="77978"/>
                  <a:pt x="2396" y="74875"/>
                </a:cubicBezTo>
                <a:cubicBezTo>
                  <a:pt x="799" y="71771"/>
                  <a:pt x="0" y="68371"/>
                  <a:pt x="0" y="64676"/>
                </a:cubicBezTo>
                <a:cubicBezTo>
                  <a:pt x="0" y="60411"/>
                  <a:pt x="1001" y="56834"/>
                  <a:pt x="3003" y="53944"/>
                </a:cubicBezTo>
                <a:cubicBezTo>
                  <a:pt x="5005" y="51054"/>
                  <a:pt x="8055" y="48827"/>
                  <a:pt x="12153" y="47263"/>
                </a:cubicBezTo>
                <a:cubicBezTo>
                  <a:pt x="7864" y="43472"/>
                  <a:pt x="4766" y="39836"/>
                  <a:pt x="2861" y="36353"/>
                </a:cubicBezTo>
                <a:cubicBezTo>
                  <a:pt x="954" y="32871"/>
                  <a:pt x="0" y="29234"/>
                  <a:pt x="0" y="25444"/>
                </a:cubicBezTo>
                <a:cubicBezTo>
                  <a:pt x="0" y="20848"/>
                  <a:pt x="1056" y="17188"/>
                  <a:pt x="3167" y="14463"/>
                </a:cubicBezTo>
                <a:cubicBezTo>
                  <a:pt x="5279" y="11739"/>
                  <a:pt x="7959" y="9843"/>
                  <a:pt x="11209" y="8777"/>
                </a:cubicBezTo>
                <a:cubicBezTo>
                  <a:pt x="14459" y="7711"/>
                  <a:pt x="19643" y="7178"/>
                  <a:pt x="26759" y="7178"/>
                </a:cubicBezTo>
                <a:lnTo>
                  <a:pt x="54015" y="7178"/>
                </a:lnTo>
                <a:cubicBezTo>
                  <a:pt x="59132" y="7178"/>
                  <a:pt x="62307" y="6716"/>
                  <a:pt x="63539" y="5792"/>
                </a:cubicBezTo>
                <a:cubicBezTo>
                  <a:pt x="64770" y="4868"/>
                  <a:pt x="65576" y="2938"/>
                  <a:pt x="65955" y="0"/>
                </a:cubicBezTo>
                <a:lnTo>
                  <a:pt x="68514" y="0"/>
                </a:lnTo>
                <a:lnTo>
                  <a:pt x="68514" y="34328"/>
                </a:lnTo>
                <a:lnTo>
                  <a:pt x="65955" y="34328"/>
                </a:lnTo>
                <a:cubicBezTo>
                  <a:pt x="65718" y="31627"/>
                  <a:pt x="64676" y="29637"/>
                  <a:pt x="62828" y="28358"/>
                </a:cubicBezTo>
                <a:cubicBezTo>
                  <a:pt x="61549" y="27505"/>
                  <a:pt x="58611" y="27079"/>
                  <a:pt x="54015" y="27079"/>
                </a:cubicBezTo>
                <a:lnTo>
                  <a:pt x="25444" y="27079"/>
                </a:lnTo>
                <a:cubicBezTo>
                  <a:pt x="19521" y="27079"/>
                  <a:pt x="15754" y="27315"/>
                  <a:pt x="14143" y="27789"/>
                </a:cubicBezTo>
                <a:cubicBezTo>
                  <a:pt x="12532" y="28263"/>
                  <a:pt x="11336" y="29009"/>
                  <a:pt x="10554" y="30028"/>
                </a:cubicBezTo>
                <a:cubicBezTo>
                  <a:pt x="9772" y="31047"/>
                  <a:pt x="9382" y="32243"/>
                  <a:pt x="9382" y="33617"/>
                </a:cubicBezTo>
                <a:cubicBezTo>
                  <a:pt x="9382" y="35655"/>
                  <a:pt x="10128" y="37716"/>
                  <a:pt x="11620" y="39800"/>
                </a:cubicBezTo>
                <a:cubicBezTo>
                  <a:pt x="13113" y="41885"/>
                  <a:pt x="15352" y="43994"/>
                  <a:pt x="18337" y="46126"/>
                </a:cubicBezTo>
                <a:lnTo>
                  <a:pt x="54015" y="46126"/>
                </a:lnTo>
                <a:cubicBezTo>
                  <a:pt x="58800" y="46126"/>
                  <a:pt x="61809" y="45723"/>
                  <a:pt x="63041" y="44918"/>
                </a:cubicBezTo>
                <a:cubicBezTo>
                  <a:pt x="64794" y="43828"/>
                  <a:pt x="65765" y="41743"/>
                  <a:pt x="65955" y="38663"/>
                </a:cubicBezTo>
                <a:lnTo>
                  <a:pt x="68514" y="38663"/>
                </a:lnTo>
                <a:lnTo>
                  <a:pt x="68514" y="73062"/>
                </a:lnTo>
                <a:lnTo>
                  <a:pt x="65955" y="73062"/>
                </a:lnTo>
                <a:cubicBezTo>
                  <a:pt x="65860" y="71214"/>
                  <a:pt x="65398" y="69757"/>
                  <a:pt x="64569" y="68691"/>
                </a:cubicBezTo>
                <a:cubicBezTo>
                  <a:pt x="63740" y="67625"/>
                  <a:pt x="62745" y="66914"/>
                  <a:pt x="61584" y="66559"/>
                </a:cubicBezTo>
                <a:cubicBezTo>
                  <a:pt x="60423" y="66204"/>
                  <a:pt x="57900" y="66026"/>
                  <a:pt x="54015" y="66026"/>
                </a:cubicBezTo>
                <a:lnTo>
                  <a:pt x="25399" y="66026"/>
                </a:lnTo>
                <a:cubicBezTo>
                  <a:pt x="19372" y="66026"/>
                  <a:pt x="15599" y="66263"/>
                  <a:pt x="14081" y="66737"/>
                </a:cubicBezTo>
                <a:cubicBezTo>
                  <a:pt x="12562" y="67211"/>
                  <a:pt x="11375" y="68004"/>
                  <a:pt x="10521" y="69118"/>
                </a:cubicBezTo>
                <a:cubicBezTo>
                  <a:pt x="9667" y="70231"/>
                  <a:pt x="9239" y="71428"/>
                  <a:pt x="9239" y="72707"/>
                </a:cubicBezTo>
                <a:cubicBezTo>
                  <a:pt x="9239" y="74602"/>
                  <a:pt x="9741" y="76332"/>
                  <a:pt x="10743" y="77895"/>
                </a:cubicBezTo>
                <a:cubicBezTo>
                  <a:pt x="12224" y="80122"/>
                  <a:pt x="14755" y="82491"/>
                  <a:pt x="18337" y="85002"/>
                </a:cubicBezTo>
                <a:lnTo>
                  <a:pt x="54015" y="85002"/>
                </a:lnTo>
                <a:cubicBezTo>
                  <a:pt x="58706" y="85002"/>
                  <a:pt x="61797" y="84540"/>
                  <a:pt x="63290" y="83616"/>
                </a:cubicBezTo>
                <a:cubicBezTo>
                  <a:pt x="64782" y="82693"/>
                  <a:pt x="65671" y="80762"/>
                  <a:pt x="65955" y="77824"/>
                </a:cubicBezTo>
                <a:lnTo>
                  <a:pt x="68514" y="77824"/>
                </a:lnTo>
                <a:lnTo>
                  <a:pt x="68514" y="112081"/>
                </a:lnTo>
                <a:lnTo>
                  <a:pt x="65955" y="112081"/>
                </a:lnTo>
                <a:cubicBezTo>
                  <a:pt x="65671" y="109285"/>
                  <a:pt x="64770" y="107295"/>
                  <a:pt x="63254" y="106111"/>
                </a:cubicBezTo>
                <a:cubicBezTo>
                  <a:pt x="62212" y="105305"/>
                  <a:pt x="59132" y="104903"/>
                  <a:pt x="54015" y="104903"/>
                </a:cubicBezTo>
                <a:lnTo>
                  <a:pt x="16489" y="104903"/>
                </a:lnTo>
                <a:cubicBezTo>
                  <a:pt x="11406" y="104903"/>
                  <a:pt x="8241" y="105365"/>
                  <a:pt x="6994" y="106289"/>
                </a:cubicBezTo>
                <a:cubicBezTo>
                  <a:pt x="5747" y="107212"/>
                  <a:pt x="4932" y="109143"/>
                  <a:pt x="4549" y="112081"/>
                </a:cubicBezTo>
                <a:lnTo>
                  <a:pt x="1990" y="112081"/>
                </a:lnTo>
                <a:lnTo>
                  <a:pt x="1990" y="85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i">
            <a:extLst xmlns:a="http://schemas.openxmlformats.org/drawingml/2006/main">
              <a:ext uri="{FF2B5EF4-FFF2-40B4-BE49-F238E27FC236}">
                <a16:creationId xmlns:a16="http://schemas.microsoft.com/office/drawing/2014/main" id="{35FC73F7-413B-4BC5-8E91-575CE5DB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6" y="6968754"/>
            <a:ext cx="98506" cy="35891"/>
          </a:xfrm>
          <a:custGeom xmlns:a="http://schemas.openxmlformats.org/drawingml/2006/main">
            <a:pathLst>
              <a:path w="98506" h="35891">
                <a:moveTo>
                  <a:pt x="0" y="17981"/>
                </a:moveTo>
                <a:cubicBezTo>
                  <a:pt x="0" y="14901"/>
                  <a:pt x="1082" y="12295"/>
                  <a:pt x="3245" y="10163"/>
                </a:cubicBezTo>
                <a:cubicBezTo>
                  <a:pt x="5407" y="8031"/>
                  <a:pt x="8009" y="6965"/>
                  <a:pt x="11052" y="6965"/>
                </a:cubicBezTo>
                <a:cubicBezTo>
                  <a:pt x="14095" y="6965"/>
                  <a:pt x="16686" y="8043"/>
                  <a:pt x="18825" y="10199"/>
                </a:cubicBezTo>
                <a:cubicBezTo>
                  <a:pt x="20963" y="12355"/>
                  <a:pt x="22032" y="14949"/>
                  <a:pt x="22032" y="17981"/>
                </a:cubicBezTo>
                <a:cubicBezTo>
                  <a:pt x="22032" y="21014"/>
                  <a:pt x="20963" y="23596"/>
                  <a:pt x="18825" y="25728"/>
                </a:cubicBezTo>
                <a:cubicBezTo>
                  <a:pt x="16686" y="27860"/>
                  <a:pt x="14095" y="28926"/>
                  <a:pt x="11052" y="28926"/>
                </a:cubicBezTo>
                <a:cubicBezTo>
                  <a:pt x="8009" y="28926"/>
                  <a:pt x="5407" y="27860"/>
                  <a:pt x="3245" y="25728"/>
                </a:cubicBezTo>
                <a:cubicBezTo>
                  <a:pt x="1082" y="23596"/>
                  <a:pt x="0" y="21014"/>
                  <a:pt x="0" y="17981"/>
                </a:cubicBezTo>
                <a:moveTo>
                  <a:pt x="31982" y="8031"/>
                </a:moveTo>
                <a:lnTo>
                  <a:pt x="84718" y="8031"/>
                </a:lnTo>
                <a:cubicBezTo>
                  <a:pt x="89409" y="8031"/>
                  <a:pt x="92406" y="7486"/>
                  <a:pt x="93709" y="6397"/>
                </a:cubicBezTo>
                <a:cubicBezTo>
                  <a:pt x="95012" y="5307"/>
                  <a:pt x="95758" y="3175"/>
                  <a:pt x="95947" y="0"/>
                </a:cubicBezTo>
                <a:lnTo>
                  <a:pt x="98506" y="0"/>
                </a:lnTo>
                <a:lnTo>
                  <a:pt x="98506" y="35891"/>
                </a:lnTo>
                <a:lnTo>
                  <a:pt x="95947" y="35891"/>
                </a:lnTo>
                <a:cubicBezTo>
                  <a:pt x="95853" y="32954"/>
                  <a:pt x="95000" y="30774"/>
                  <a:pt x="93389" y="29353"/>
                </a:cubicBezTo>
                <a:cubicBezTo>
                  <a:pt x="92299" y="28405"/>
                  <a:pt x="89409" y="27931"/>
                  <a:pt x="84718" y="27931"/>
                </a:cubicBezTo>
                <a:lnTo>
                  <a:pt x="45913" y="27931"/>
                </a:lnTo>
                <a:cubicBezTo>
                  <a:pt x="41163" y="27931"/>
                  <a:pt x="38128" y="28476"/>
                  <a:pt x="36809" y="29566"/>
                </a:cubicBezTo>
                <a:cubicBezTo>
                  <a:pt x="35489" y="30656"/>
                  <a:pt x="34734" y="32764"/>
                  <a:pt x="34541" y="35891"/>
                </a:cubicBezTo>
                <a:lnTo>
                  <a:pt x="31982" y="35891"/>
                </a:lnTo>
                <a:lnTo>
                  <a:pt x="31982" y="8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n">
            <a:extLst xmlns:a="http://schemas.openxmlformats.org/drawingml/2006/main">
              <a:ext uri="{FF2B5EF4-FFF2-40B4-BE49-F238E27FC236}">
                <a16:creationId xmlns:a16="http://schemas.microsoft.com/office/drawing/2014/main" id="{3743975F-38E8-448C-9885-4AD62E08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6890668"/>
            <a:ext cx="68514" cy="71712"/>
          </a:xfrm>
          <a:custGeom xmlns:a="http://schemas.openxmlformats.org/drawingml/2006/main">
            <a:pathLst>
              <a:path w="68514" h="71712">
                <a:moveTo>
                  <a:pt x="1990" y="44633"/>
                </a:moveTo>
                <a:lnTo>
                  <a:pt x="10661" y="44633"/>
                </a:lnTo>
                <a:cubicBezTo>
                  <a:pt x="6940" y="41222"/>
                  <a:pt x="4233" y="37953"/>
                  <a:pt x="2541" y="34825"/>
                </a:cubicBezTo>
                <a:cubicBezTo>
                  <a:pt x="847" y="31698"/>
                  <a:pt x="0" y="28334"/>
                  <a:pt x="0" y="24733"/>
                </a:cubicBezTo>
                <a:cubicBezTo>
                  <a:pt x="0" y="20421"/>
                  <a:pt x="1198" y="16844"/>
                  <a:pt x="3594" y="14001"/>
                </a:cubicBezTo>
                <a:cubicBezTo>
                  <a:pt x="5989" y="11158"/>
                  <a:pt x="8966" y="9263"/>
                  <a:pt x="12524" y="8315"/>
                </a:cubicBezTo>
                <a:cubicBezTo>
                  <a:pt x="15229" y="7557"/>
                  <a:pt x="20425" y="7178"/>
                  <a:pt x="28111" y="7178"/>
                </a:cubicBezTo>
                <a:lnTo>
                  <a:pt x="54015" y="7178"/>
                </a:lnTo>
                <a:cubicBezTo>
                  <a:pt x="59132" y="7178"/>
                  <a:pt x="62318" y="6716"/>
                  <a:pt x="63574" y="5792"/>
                </a:cubicBezTo>
                <a:cubicBezTo>
                  <a:pt x="64830" y="4868"/>
                  <a:pt x="65623" y="2938"/>
                  <a:pt x="65955" y="0"/>
                </a:cubicBezTo>
                <a:lnTo>
                  <a:pt x="68514" y="0"/>
                </a:lnTo>
                <a:lnTo>
                  <a:pt x="68514" y="33617"/>
                </a:lnTo>
                <a:lnTo>
                  <a:pt x="65955" y="33617"/>
                </a:lnTo>
                <a:cubicBezTo>
                  <a:pt x="65623" y="31106"/>
                  <a:pt x="64581" y="29305"/>
                  <a:pt x="62828" y="28216"/>
                </a:cubicBezTo>
                <a:cubicBezTo>
                  <a:pt x="61643" y="27458"/>
                  <a:pt x="58706" y="27079"/>
                  <a:pt x="54015" y="27079"/>
                </a:cubicBezTo>
                <a:lnTo>
                  <a:pt x="24449" y="27079"/>
                </a:lnTo>
                <a:cubicBezTo>
                  <a:pt x="19000" y="27079"/>
                  <a:pt x="15565" y="27292"/>
                  <a:pt x="14143" y="27718"/>
                </a:cubicBezTo>
                <a:cubicBezTo>
                  <a:pt x="12722" y="28145"/>
                  <a:pt x="11620" y="28867"/>
                  <a:pt x="10839" y="29886"/>
                </a:cubicBezTo>
                <a:cubicBezTo>
                  <a:pt x="10057" y="30905"/>
                  <a:pt x="9666" y="32030"/>
                  <a:pt x="9666" y="33262"/>
                </a:cubicBezTo>
                <a:cubicBezTo>
                  <a:pt x="9666" y="37337"/>
                  <a:pt x="12603" y="41127"/>
                  <a:pt x="18479" y="44633"/>
                </a:cubicBezTo>
                <a:lnTo>
                  <a:pt x="54015" y="44633"/>
                </a:lnTo>
                <a:cubicBezTo>
                  <a:pt x="58990" y="44633"/>
                  <a:pt x="62141" y="44171"/>
                  <a:pt x="63467" y="43247"/>
                </a:cubicBezTo>
                <a:cubicBezTo>
                  <a:pt x="64794" y="42324"/>
                  <a:pt x="65623" y="40606"/>
                  <a:pt x="65955" y="38095"/>
                </a:cubicBezTo>
                <a:lnTo>
                  <a:pt x="68514" y="38095"/>
                </a:lnTo>
                <a:lnTo>
                  <a:pt x="68514" y="71712"/>
                </a:lnTo>
                <a:lnTo>
                  <a:pt x="65955" y="71712"/>
                </a:lnTo>
                <a:cubicBezTo>
                  <a:pt x="65671" y="68916"/>
                  <a:pt x="64770" y="66926"/>
                  <a:pt x="63254" y="65742"/>
                </a:cubicBezTo>
                <a:cubicBezTo>
                  <a:pt x="62212" y="64936"/>
                  <a:pt x="59132" y="64534"/>
                  <a:pt x="54015" y="64534"/>
                </a:cubicBezTo>
                <a:lnTo>
                  <a:pt x="16489" y="64534"/>
                </a:lnTo>
                <a:cubicBezTo>
                  <a:pt x="11406" y="64534"/>
                  <a:pt x="8241" y="64996"/>
                  <a:pt x="6994" y="65919"/>
                </a:cubicBezTo>
                <a:cubicBezTo>
                  <a:pt x="5747" y="66843"/>
                  <a:pt x="4932" y="68774"/>
                  <a:pt x="4549" y="71712"/>
                </a:cubicBezTo>
                <a:lnTo>
                  <a:pt x="1990" y="71712"/>
                </a:lnTo>
                <a:lnTo>
                  <a:pt x="1990" y="44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a">
            <a:extLst xmlns:a="http://schemas.openxmlformats.org/drawingml/2006/main">
              <a:ext uri="{FF2B5EF4-FFF2-40B4-BE49-F238E27FC236}">
                <a16:creationId xmlns:a16="http://schemas.microsoft.com/office/drawing/2014/main" id="{F8F519E5-789E-42FD-9AC3-C83E0DC0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6815962"/>
            <a:ext cx="69509" cy="63823"/>
          </a:xfrm>
          <a:custGeom xmlns:a="http://schemas.openxmlformats.org/drawingml/2006/main">
            <a:pathLst>
              <a:path w="69509" h="63823">
                <a:moveTo>
                  <a:pt x="58706" y="28784"/>
                </a:moveTo>
                <a:cubicBezTo>
                  <a:pt x="65908" y="36886"/>
                  <a:pt x="69509" y="44160"/>
                  <a:pt x="69509" y="50603"/>
                </a:cubicBezTo>
                <a:cubicBezTo>
                  <a:pt x="69509" y="54394"/>
                  <a:pt x="68261" y="57545"/>
                  <a:pt x="65766" y="60056"/>
                </a:cubicBezTo>
                <a:cubicBezTo>
                  <a:pt x="63270" y="62567"/>
                  <a:pt x="60144" y="63823"/>
                  <a:pt x="56389" y="63823"/>
                </a:cubicBezTo>
                <a:cubicBezTo>
                  <a:pt x="51302" y="63823"/>
                  <a:pt x="46726" y="61643"/>
                  <a:pt x="42661" y="57284"/>
                </a:cubicBezTo>
                <a:cubicBezTo>
                  <a:pt x="38597" y="52925"/>
                  <a:pt x="33189" y="43425"/>
                  <a:pt x="26439" y="28784"/>
                </a:cubicBezTo>
                <a:lnTo>
                  <a:pt x="19758" y="28784"/>
                </a:lnTo>
                <a:cubicBezTo>
                  <a:pt x="14736" y="28784"/>
                  <a:pt x="11573" y="29057"/>
                  <a:pt x="10270" y="29602"/>
                </a:cubicBezTo>
                <a:cubicBezTo>
                  <a:pt x="8967" y="30146"/>
                  <a:pt x="7830" y="31177"/>
                  <a:pt x="6858" y="32693"/>
                </a:cubicBezTo>
                <a:cubicBezTo>
                  <a:pt x="5887" y="34209"/>
                  <a:pt x="5401" y="35915"/>
                  <a:pt x="5401" y="37810"/>
                </a:cubicBezTo>
                <a:cubicBezTo>
                  <a:pt x="5401" y="40890"/>
                  <a:pt x="6089" y="43425"/>
                  <a:pt x="7463" y="45415"/>
                </a:cubicBezTo>
                <a:cubicBezTo>
                  <a:pt x="8315" y="46647"/>
                  <a:pt x="9310" y="47263"/>
                  <a:pt x="10448" y="47263"/>
                </a:cubicBezTo>
                <a:cubicBezTo>
                  <a:pt x="11443" y="47263"/>
                  <a:pt x="12675" y="46600"/>
                  <a:pt x="14143" y="45273"/>
                </a:cubicBezTo>
                <a:cubicBezTo>
                  <a:pt x="16181" y="43473"/>
                  <a:pt x="18147" y="42572"/>
                  <a:pt x="20042" y="42572"/>
                </a:cubicBezTo>
                <a:cubicBezTo>
                  <a:pt x="22364" y="42572"/>
                  <a:pt x="24342" y="43437"/>
                  <a:pt x="25977" y="45166"/>
                </a:cubicBezTo>
                <a:cubicBezTo>
                  <a:pt x="27612" y="46896"/>
                  <a:pt x="28429" y="49158"/>
                  <a:pt x="28429" y="51954"/>
                </a:cubicBezTo>
                <a:cubicBezTo>
                  <a:pt x="28429" y="54939"/>
                  <a:pt x="27529" y="57438"/>
                  <a:pt x="25728" y="59452"/>
                </a:cubicBezTo>
                <a:cubicBezTo>
                  <a:pt x="23928" y="61466"/>
                  <a:pt x="21819" y="62472"/>
                  <a:pt x="19403" y="62472"/>
                </a:cubicBezTo>
                <a:cubicBezTo>
                  <a:pt x="15991" y="62472"/>
                  <a:pt x="12734" y="61122"/>
                  <a:pt x="9630" y="58421"/>
                </a:cubicBezTo>
                <a:cubicBezTo>
                  <a:pt x="6527" y="55721"/>
                  <a:pt x="4146" y="51954"/>
                  <a:pt x="2488" y="47121"/>
                </a:cubicBezTo>
                <a:cubicBezTo>
                  <a:pt x="829" y="42288"/>
                  <a:pt x="0" y="37266"/>
                  <a:pt x="0" y="32054"/>
                </a:cubicBezTo>
                <a:cubicBezTo>
                  <a:pt x="0" y="25752"/>
                  <a:pt x="1342" y="20765"/>
                  <a:pt x="4027" y="17093"/>
                </a:cubicBezTo>
                <a:cubicBezTo>
                  <a:pt x="6710" y="13421"/>
                  <a:pt x="9618" y="11040"/>
                  <a:pt x="12753" y="9950"/>
                </a:cubicBezTo>
                <a:cubicBezTo>
                  <a:pt x="14747" y="9287"/>
                  <a:pt x="19330" y="8955"/>
                  <a:pt x="26501" y="8955"/>
                </a:cubicBezTo>
                <a:lnTo>
                  <a:pt x="52360" y="8955"/>
                </a:lnTo>
                <a:cubicBezTo>
                  <a:pt x="55400" y="8955"/>
                  <a:pt x="57312" y="8837"/>
                  <a:pt x="58097" y="8600"/>
                </a:cubicBezTo>
                <a:cubicBezTo>
                  <a:pt x="58880" y="8363"/>
                  <a:pt x="59462" y="8007"/>
                  <a:pt x="59843" y="7534"/>
                </a:cubicBezTo>
                <a:cubicBezTo>
                  <a:pt x="60222" y="7060"/>
                  <a:pt x="60411" y="6515"/>
                  <a:pt x="60411" y="5899"/>
                </a:cubicBezTo>
                <a:cubicBezTo>
                  <a:pt x="60411" y="4667"/>
                  <a:pt x="59535" y="3411"/>
                  <a:pt x="57782" y="2132"/>
                </a:cubicBezTo>
                <a:lnTo>
                  <a:pt x="59487" y="0"/>
                </a:lnTo>
                <a:cubicBezTo>
                  <a:pt x="62994" y="2369"/>
                  <a:pt x="65540" y="4821"/>
                  <a:pt x="67128" y="7356"/>
                </a:cubicBezTo>
                <a:cubicBezTo>
                  <a:pt x="68715" y="9891"/>
                  <a:pt x="69509" y="12769"/>
                  <a:pt x="69509" y="15991"/>
                </a:cubicBezTo>
                <a:cubicBezTo>
                  <a:pt x="69509" y="19782"/>
                  <a:pt x="68614" y="22743"/>
                  <a:pt x="66826" y="24875"/>
                </a:cubicBezTo>
                <a:cubicBezTo>
                  <a:pt x="65037" y="27007"/>
                  <a:pt x="62330" y="28310"/>
                  <a:pt x="58706" y="28784"/>
                </a:cubicBezTo>
                <a:moveTo>
                  <a:pt x="53446" y="28784"/>
                </a:moveTo>
                <a:lnTo>
                  <a:pt x="31214" y="28784"/>
                </a:lnTo>
                <a:cubicBezTo>
                  <a:pt x="34594" y="34517"/>
                  <a:pt x="38213" y="38782"/>
                  <a:pt x="42070" y="41577"/>
                </a:cubicBezTo>
                <a:cubicBezTo>
                  <a:pt x="44641" y="43425"/>
                  <a:pt x="47236" y="44349"/>
                  <a:pt x="49855" y="44349"/>
                </a:cubicBezTo>
                <a:cubicBezTo>
                  <a:pt x="52045" y="44349"/>
                  <a:pt x="53973" y="43567"/>
                  <a:pt x="55641" y="42004"/>
                </a:cubicBezTo>
                <a:cubicBezTo>
                  <a:pt x="56926" y="40819"/>
                  <a:pt x="57568" y="39161"/>
                  <a:pt x="57568" y="37029"/>
                </a:cubicBezTo>
                <a:cubicBezTo>
                  <a:pt x="57568" y="34660"/>
                  <a:pt x="56194" y="31911"/>
                  <a:pt x="53446" y="287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t">
            <a:extLst xmlns:a="http://schemas.openxmlformats.org/drawingml/2006/main">
              <a:ext uri="{FF2B5EF4-FFF2-40B4-BE49-F238E27FC236}">
                <a16:creationId xmlns:a16="http://schemas.microsoft.com/office/drawing/2014/main" id="{14E08253-101D-4B74-99B9-B1425C8C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0" y="6766496"/>
            <a:ext cx="91967" cy="44349"/>
          </a:xfrm>
          <a:custGeom xmlns:a="http://schemas.openxmlformats.org/drawingml/2006/main">
            <a:pathLst>
              <a:path w="91967" h="44349">
                <a:moveTo>
                  <a:pt x="0" y="15778"/>
                </a:moveTo>
                <a:lnTo>
                  <a:pt x="24449" y="15778"/>
                </a:lnTo>
                <a:lnTo>
                  <a:pt x="24449" y="0"/>
                </a:lnTo>
                <a:lnTo>
                  <a:pt x="31414" y="0"/>
                </a:lnTo>
                <a:lnTo>
                  <a:pt x="31414" y="15778"/>
                </a:lnTo>
                <a:lnTo>
                  <a:pt x="72534" y="15778"/>
                </a:lnTo>
                <a:cubicBezTo>
                  <a:pt x="76382" y="15778"/>
                  <a:pt x="78864" y="15600"/>
                  <a:pt x="79981" y="15245"/>
                </a:cubicBezTo>
                <a:cubicBezTo>
                  <a:pt x="81097" y="14890"/>
                  <a:pt x="82000" y="14262"/>
                  <a:pt x="82690" y="13362"/>
                </a:cubicBezTo>
                <a:cubicBezTo>
                  <a:pt x="83379" y="12461"/>
                  <a:pt x="83723" y="11632"/>
                  <a:pt x="83723" y="10874"/>
                </a:cubicBezTo>
                <a:cubicBezTo>
                  <a:pt x="83723" y="7794"/>
                  <a:pt x="81354" y="4880"/>
                  <a:pt x="76616" y="2132"/>
                </a:cubicBezTo>
                <a:lnTo>
                  <a:pt x="78195" y="0"/>
                </a:lnTo>
                <a:cubicBezTo>
                  <a:pt x="87377" y="3838"/>
                  <a:pt x="91967" y="10069"/>
                  <a:pt x="91967" y="18692"/>
                </a:cubicBezTo>
                <a:cubicBezTo>
                  <a:pt x="91967" y="22909"/>
                  <a:pt x="90791" y="26474"/>
                  <a:pt x="88438" y="29388"/>
                </a:cubicBezTo>
                <a:cubicBezTo>
                  <a:pt x="86084" y="32302"/>
                  <a:pt x="83457" y="34162"/>
                  <a:pt x="80556" y="34968"/>
                </a:cubicBezTo>
                <a:cubicBezTo>
                  <a:pt x="78939" y="35441"/>
                  <a:pt x="74564" y="35678"/>
                  <a:pt x="67432" y="35678"/>
                </a:cubicBezTo>
                <a:lnTo>
                  <a:pt x="31414" y="35678"/>
                </a:lnTo>
                <a:lnTo>
                  <a:pt x="31414" y="44349"/>
                </a:lnTo>
                <a:lnTo>
                  <a:pt x="28920" y="44349"/>
                </a:lnTo>
                <a:cubicBezTo>
                  <a:pt x="24694" y="38379"/>
                  <a:pt x="20254" y="33297"/>
                  <a:pt x="15600" y="29104"/>
                </a:cubicBezTo>
                <a:cubicBezTo>
                  <a:pt x="10947" y="24911"/>
                  <a:pt x="5746" y="21251"/>
                  <a:pt x="0" y="18123"/>
                </a:cubicBezTo>
                <a:lnTo>
                  <a:pt x="0" y="15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i">
            <a:extLst xmlns:a="http://schemas.openxmlformats.org/drawingml/2006/main">
              <a:ext uri="{FF2B5EF4-FFF2-40B4-BE49-F238E27FC236}">
                <a16:creationId xmlns:a16="http://schemas.microsoft.com/office/drawing/2014/main" id="{993879B2-F2FC-4B44-BFB2-7AC54BC5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6" y="6726199"/>
            <a:ext cx="98506" cy="35891"/>
          </a:xfrm>
          <a:custGeom xmlns:a="http://schemas.openxmlformats.org/drawingml/2006/main">
            <a:pathLst>
              <a:path w="98506" h="35891">
                <a:moveTo>
                  <a:pt x="0" y="17981"/>
                </a:moveTo>
                <a:cubicBezTo>
                  <a:pt x="0" y="14901"/>
                  <a:pt x="1082" y="12295"/>
                  <a:pt x="3245" y="10163"/>
                </a:cubicBezTo>
                <a:cubicBezTo>
                  <a:pt x="5407" y="8031"/>
                  <a:pt x="8009" y="6965"/>
                  <a:pt x="11052" y="6965"/>
                </a:cubicBezTo>
                <a:cubicBezTo>
                  <a:pt x="14095" y="6965"/>
                  <a:pt x="16686" y="8043"/>
                  <a:pt x="18825" y="10199"/>
                </a:cubicBezTo>
                <a:cubicBezTo>
                  <a:pt x="20963" y="12355"/>
                  <a:pt x="22032" y="14949"/>
                  <a:pt x="22032" y="17981"/>
                </a:cubicBezTo>
                <a:cubicBezTo>
                  <a:pt x="22032" y="21014"/>
                  <a:pt x="20963" y="23596"/>
                  <a:pt x="18825" y="25728"/>
                </a:cubicBezTo>
                <a:cubicBezTo>
                  <a:pt x="16686" y="27860"/>
                  <a:pt x="14095" y="28926"/>
                  <a:pt x="11052" y="28926"/>
                </a:cubicBezTo>
                <a:cubicBezTo>
                  <a:pt x="8009" y="28926"/>
                  <a:pt x="5407" y="27860"/>
                  <a:pt x="3245" y="25728"/>
                </a:cubicBezTo>
                <a:cubicBezTo>
                  <a:pt x="1082" y="23596"/>
                  <a:pt x="0" y="21014"/>
                  <a:pt x="0" y="17981"/>
                </a:cubicBezTo>
                <a:moveTo>
                  <a:pt x="31982" y="8031"/>
                </a:moveTo>
                <a:lnTo>
                  <a:pt x="84718" y="8031"/>
                </a:lnTo>
                <a:cubicBezTo>
                  <a:pt x="89409" y="8031"/>
                  <a:pt x="92406" y="7486"/>
                  <a:pt x="93709" y="6397"/>
                </a:cubicBezTo>
                <a:cubicBezTo>
                  <a:pt x="95012" y="5307"/>
                  <a:pt x="95758" y="3175"/>
                  <a:pt x="95947" y="0"/>
                </a:cubicBezTo>
                <a:lnTo>
                  <a:pt x="98506" y="0"/>
                </a:lnTo>
                <a:lnTo>
                  <a:pt x="98506" y="35891"/>
                </a:lnTo>
                <a:lnTo>
                  <a:pt x="95947" y="35891"/>
                </a:lnTo>
                <a:cubicBezTo>
                  <a:pt x="95853" y="32954"/>
                  <a:pt x="95000" y="30774"/>
                  <a:pt x="93389" y="29353"/>
                </a:cubicBezTo>
                <a:cubicBezTo>
                  <a:pt x="92299" y="28405"/>
                  <a:pt x="89409" y="27931"/>
                  <a:pt x="84718" y="27931"/>
                </a:cubicBezTo>
                <a:lnTo>
                  <a:pt x="45913" y="27931"/>
                </a:lnTo>
                <a:cubicBezTo>
                  <a:pt x="41163" y="27931"/>
                  <a:pt x="38128" y="28476"/>
                  <a:pt x="36809" y="29566"/>
                </a:cubicBezTo>
                <a:cubicBezTo>
                  <a:pt x="35489" y="30656"/>
                  <a:pt x="34734" y="32764"/>
                  <a:pt x="34541" y="35891"/>
                </a:cubicBezTo>
                <a:lnTo>
                  <a:pt x="31982" y="35891"/>
                </a:lnTo>
                <a:lnTo>
                  <a:pt x="31982" y="8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n">
            <a:extLst xmlns:a="http://schemas.openxmlformats.org/drawingml/2006/main">
              <a:ext uri="{FF2B5EF4-FFF2-40B4-BE49-F238E27FC236}">
                <a16:creationId xmlns:a16="http://schemas.microsoft.com/office/drawing/2014/main" id="{20F635D3-F9CD-46AD-B658-2119BCC7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6648114"/>
            <a:ext cx="68514" cy="71712"/>
          </a:xfrm>
          <a:custGeom xmlns:a="http://schemas.openxmlformats.org/drawingml/2006/main">
            <a:pathLst>
              <a:path w="68514" h="71712">
                <a:moveTo>
                  <a:pt x="1990" y="44633"/>
                </a:moveTo>
                <a:lnTo>
                  <a:pt x="10661" y="44633"/>
                </a:lnTo>
                <a:cubicBezTo>
                  <a:pt x="6940" y="41222"/>
                  <a:pt x="4233" y="37953"/>
                  <a:pt x="2541" y="34825"/>
                </a:cubicBezTo>
                <a:cubicBezTo>
                  <a:pt x="847" y="31698"/>
                  <a:pt x="0" y="28334"/>
                  <a:pt x="0" y="24733"/>
                </a:cubicBezTo>
                <a:cubicBezTo>
                  <a:pt x="0" y="20421"/>
                  <a:pt x="1198" y="16844"/>
                  <a:pt x="3594" y="14001"/>
                </a:cubicBezTo>
                <a:cubicBezTo>
                  <a:pt x="5989" y="11158"/>
                  <a:pt x="8966" y="9263"/>
                  <a:pt x="12524" y="8315"/>
                </a:cubicBezTo>
                <a:cubicBezTo>
                  <a:pt x="15229" y="7557"/>
                  <a:pt x="20425" y="7178"/>
                  <a:pt x="28111" y="7178"/>
                </a:cubicBezTo>
                <a:lnTo>
                  <a:pt x="54015" y="7178"/>
                </a:lnTo>
                <a:cubicBezTo>
                  <a:pt x="59132" y="7178"/>
                  <a:pt x="62318" y="6716"/>
                  <a:pt x="63574" y="5792"/>
                </a:cubicBezTo>
                <a:cubicBezTo>
                  <a:pt x="64830" y="4868"/>
                  <a:pt x="65623" y="2938"/>
                  <a:pt x="65955" y="0"/>
                </a:cubicBezTo>
                <a:lnTo>
                  <a:pt x="68514" y="0"/>
                </a:lnTo>
                <a:lnTo>
                  <a:pt x="68514" y="33617"/>
                </a:lnTo>
                <a:lnTo>
                  <a:pt x="65955" y="33617"/>
                </a:lnTo>
                <a:cubicBezTo>
                  <a:pt x="65623" y="31106"/>
                  <a:pt x="64581" y="29305"/>
                  <a:pt x="62828" y="28216"/>
                </a:cubicBezTo>
                <a:cubicBezTo>
                  <a:pt x="61643" y="27458"/>
                  <a:pt x="58706" y="27079"/>
                  <a:pt x="54015" y="27079"/>
                </a:cubicBezTo>
                <a:lnTo>
                  <a:pt x="24449" y="27079"/>
                </a:lnTo>
                <a:cubicBezTo>
                  <a:pt x="19000" y="27079"/>
                  <a:pt x="15565" y="27292"/>
                  <a:pt x="14143" y="27718"/>
                </a:cubicBezTo>
                <a:cubicBezTo>
                  <a:pt x="12722" y="28145"/>
                  <a:pt x="11620" y="28867"/>
                  <a:pt x="10839" y="29886"/>
                </a:cubicBezTo>
                <a:cubicBezTo>
                  <a:pt x="10057" y="30905"/>
                  <a:pt x="9666" y="32030"/>
                  <a:pt x="9666" y="33262"/>
                </a:cubicBezTo>
                <a:cubicBezTo>
                  <a:pt x="9666" y="37337"/>
                  <a:pt x="12603" y="41127"/>
                  <a:pt x="18479" y="44633"/>
                </a:cubicBezTo>
                <a:lnTo>
                  <a:pt x="54015" y="44633"/>
                </a:lnTo>
                <a:cubicBezTo>
                  <a:pt x="58990" y="44633"/>
                  <a:pt x="62141" y="44171"/>
                  <a:pt x="63467" y="43247"/>
                </a:cubicBezTo>
                <a:cubicBezTo>
                  <a:pt x="64794" y="42324"/>
                  <a:pt x="65623" y="40606"/>
                  <a:pt x="65955" y="38095"/>
                </a:cubicBezTo>
                <a:lnTo>
                  <a:pt x="68514" y="38095"/>
                </a:lnTo>
                <a:lnTo>
                  <a:pt x="68514" y="71712"/>
                </a:lnTo>
                <a:lnTo>
                  <a:pt x="65955" y="71712"/>
                </a:lnTo>
                <a:cubicBezTo>
                  <a:pt x="65671" y="68916"/>
                  <a:pt x="64770" y="66926"/>
                  <a:pt x="63254" y="65742"/>
                </a:cubicBezTo>
                <a:cubicBezTo>
                  <a:pt x="62212" y="64936"/>
                  <a:pt x="59132" y="64534"/>
                  <a:pt x="54015" y="64534"/>
                </a:cubicBezTo>
                <a:lnTo>
                  <a:pt x="16489" y="64534"/>
                </a:lnTo>
                <a:cubicBezTo>
                  <a:pt x="11406" y="64534"/>
                  <a:pt x="8241" y="64996"/>
                  <a:pt x="6994" y="65919"/>
                </a:cubicBezTo>
                <a:cubicBezTo>
                  <a:pt x="5747" y="66843"/>
                  <a:pt x="4932" y="68774"/>
                  <a:pt x="4549" y="71712"/>
                </a:cubicBezTo>
                <a:lnTo>
                  <a:pt x="1990" y="71712"/>
                </a:lnTo>
                <a:lnTo>
                  <a:pt x="1990" y="44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g">
            <a:extLst xmlns:a="http://schemas.openxmlformats.org/drawingml/2006/main">
              <a:ext uri="{FF2B5EF4-FFF2-40B4-BE49-F238E27FC236}">
                <a16:creationId xmlns:a16="http://schemas.microsoft.com/office/drawing/2014/main" id="{6BBF3A4D-FB52-4835-B2A8-54C4BB8E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6573636"/>
            <a:ext cx="99928" cy="64676"/>
          </a:xfrm>
          <a:custGeom xmlns:a="http://schemas.openxmlformats.org/drawingml/2006/main">
            <a:pathLst>
              <a:path w="99928" h="64676">
                <a:moveTo>
                  <a:pt x="2843" y="22601"/>
                </a:moveTo>
                <a:lnTo>
                  <a:pt x="2843" y="213"/>
                </a:lnTo>
                <a:lnTo>
                  <a:pt x="10661" y="213"/>
                </a:lnTo>
                <a:lnTo>
                  <a:pt x="10661" y="12935"/>
                </a:lnTo>
                <a:cubicBezTo>
                  <a:pt x="12983" y="10613"/>
                  <a:pt x="15091" y="9002"/>
                  <a:pt x="16986" y="8102"/>
                </a:cubicBezTo>
                <a:cubicBezTo>
                  <a:pt x="19545" y="6965"/>
                  <a:pt x="22222" y="6396"/>
                  <a:pt x="25017" y="6396"/>
                </a:cubicBezTo>
                <a:cubicBezTo>
                  <a:pt x="29756" y="6396"/>
                  <a:pt x="33866" y="7711"/>
                  <a:pt x="37348" y="10341"/>
                </a:cubicBezTo>
                <a:cubicBezTo>
                  <a:pt x="40831" y="12971"/>
                  <a:pt x="43555" y="16548"/>
                  <a:pt x="45522" y="21073"/>
                </a:cubicBezTo>
                <a:cubicBezTo>
                  <a:pt x="47488" y="25598"/>
                  <a:pt x="48471" y="29613"/>
                  <a:pt x="48471" y="33120"/>
                </a:cubicBezTo>
                <a:cubicBezTo>
                  <a:pt x="48471" y="33404"/>
                  <a:pt x="48353" y="36247"/>
                  <a:pt x="48116" y="41648"/>
                </a:cubicBezTo>
                <a:cubicBezTo>
                  <a:pt x="48116" y="43780"/>
                  <a:pt x="48811" y="45569"/>
                  <a:pt x="50201" y="47014"/>
                </a:cubicBezTo>
                <a:cubicBezTo>
                  <a:pt x="51592" y="48459"/>
                  <a:pt x="53252" y="49182"/>
                  <a:pt x="55183" y="49182"/>
                </a:cubicBezTo>
                <a:cubicBezTo>
                  <a:pt x="56880" y="49182"/>
                  <a:pt x="58270" y="48530"/>
                  <a:pt x="59354" y="47227"/>
                </a:cubicBezTo>
                <a:cubicBezTo>
                  <a:pt x="60438" y="45924"/>
                  <a:pt x="60980" y="43804"/>
                  <a:pt x="60980" y="40867"/>
                </a:cubicBezTo>
                <a:lnTo>
                  <a:pt x="60838" y="28571"/>
                </a:lnTo>
                <a:cubicBezTo>
                  <a:pt x="60838" y="18621"/>
                  <a:pt x="61930" y="11774"/>
                  <a:pt x="64114" y="8031"/>
                </a:cubicBezTo>
                <a:cubicBezTo>
                  <a:pt x="67151" y="2677"/>
                  <a:pt x="71826" y="0"/>
                  <a:pt x="78139" y="0"/>
                </a:cubicBezTo>
                <a:cubicBezTo>
                  <a:pt x="82174" y="0"/>
                  <a:pt x="85841" y="1232"/>
                  <a:pt x="89140" y="3696"/>
                </a:cubicBezTo>
                <a:cubicBezTo>
                  <a:pt x="92439" y="6160"/>
                  <a:pt x="94872" y="9405"/>
                  <a:pt x="96438" y="13433"/>
                </a:cubicBezTo>
                <a:cubicBezTo>
                  <a:pt x="98764" y="19545"/>
                  <a:pt x="99928" y="26581"/>
                  <a:pt x="99928" y="34541"/>
                </a:cubicBezTo>
                <a:cubicBezTo>
                  <a:pt x="99928" y="40511"/>
                  <a:pt x="99347" y="45960"/>
                  <a:pt x="98186" y="50888"/>
                </a:cubicBezTo>
                <a:cubicBezTo>
                  <a:pt x="97025" y="55815"/>
                  <a:pt x="95414" y="59345"/>
                  <a:pt x="93351" y="61477"/>
                </a:cubicBezTo>
                <a:cubicBezTo>
                  <a:pt x="91290" y="63610"/>
                  <a:pt x="89122" y="64676"/>
                  <a:pt x="86846" y="64676"/>
                </a:cubicBezTo>
                <a:cubicBezTo>
                  <a:pt x="84666" y="64676"/>
                  <a:pt x="82711" y="63858"/>
                  <a:pt x="80980" y="62224"/>
                </a:cubicBezTo>
                <a:cubicBezTo>
                  <a:pt x="79251" y="60589"/>
                  <a:pt x="77794" y="57545"/>
                  <a:pt x="76609" y="53091"/>
                </a:cubicBezTo>
                <a:cubicBezTo>
                  <a:pt x="73577" y="59251"/>
                  <a:pt x="69361" y="62330"/>
                  <a:pt x="63961" y="62330"/>
                </a:cubicBezTo>
                <a:cubicBezTo>
                  <a:pt x="60691" y="62330"/>
                  <a:pt x="57517" y="61075"/>
                  <a:pt x="54439" y="58564"/>
                </a:cubicBezTo>
                <a:cubicBezTo>
                  <a:pt x="51359" y="56052"/>
                  <a:pt x="48682" y="52072"/>
                  <a:pt x="46408" y="46623"/>
                </a:cubicBezTo>
                <a:cubicBezTo>
                  <a:pt x="44083" y="52972"/>
                  <a:pt x="41023" y="57568"/>
                  <a:pt x="37226" y="60411"/>
                </a:cubicBezTo>
                <a:cubicBezTo>
                  <a:pt x="33430" y="63254"/>
                  <a:pt x="29040" y="64676"/>
                  <a:pt x="24058" y="64676"/>
                </a:cubicBezTo>
                <a:cubicBezTo>
                  <a:pt x="17558" y="64676"/>
                  <a:pt x="11923" y="62022"/>
                  <a:pt x="7154" y="56716"/>
                </a:cubicBezTo>
                <a:cubicBezTo>
                  <a:pt x="2385" y="51409"/>
                  <a:pt x="0" y="44586"/>
                  <a:pt x="0" y="36247"/>
                </a:cubicBezTo>
                <a:cubicBezTo>
                  <a:pt x="0" y="31840"/>
                  <a:pt x="948" y="27292"/>
                  <a:pt x="2843" y="22601"/>
                </a:cubicBezTo>
                <a:moveTo>
                  <a:pt x="4549" y="34896"/>
                </a:moveTo>
                <a:cubicBezTo>
                  <a:pt x="4549" y="37645"/>
                  <a:pt x="5932" y="39966"/>
                  <a:pt x="8700" y="41862"/>
                </a:cubicBezTo>
                <a:cubicBezTo>
                  <a:pt x="11466" y="43757"/>
                  <a:pt x="17200" y="44704"/>
                  <a:pt x="25904" y="44704"/>
                </a:cubicBezTo>
                <a:cubicBezTo>
                  <a:pt x="32950" y="44704"/>
                  <a:pt x="37786" y="43769"/>
                  <a:pt x="40411" y="41897"/>
                </a:cubicBezTo>
                <a:cubicBezTo>
                  <a:pt x="43036" y="40026"/>
                  <a:pt x="44349" y="37810"/>
                  <a:pt x="44349" y="35252"/>
                </a:cubicBezTo>
                <a:cubicBezTo>
                  <a:pt x="44349" y="32409"/>
                  <a:pt x="43048" y="30040"/>
                  <a:pt x="40447" y="28145"/>
                </a:cubicBezTo>
                <a:cubicBezTo>
                  <a:pt x="37845" y="26249"/>
                  <a:pt x="32784" y="25302"/>
                  <a:pt x="25264" y="25302"/>
                </a:cubicBezTo>
                <a:cubicBezTo>
                  <a:pt x="16799" y="25302"/>
                  <a:pt x="11029" y="26368"/>
                  <a:pt x="7953" y="28500"/>
                </a:cubicBezTo>
                <a:cubicBezTo>
                  <a:pt x="5684" y="30016"/>
                  <a:pt x="4549" y="32148"/>
                  <a:pt x="4549" y="34896"/>
                </a:cubicBezTo>
                <a:moveTo>
                  <a:pt x="78322" y="39090"/>
                </a:moveTo>
                <a:cubicBezTo>
                  <a:pt x="78322" y="43923"/>
                  <a:pt x="78723" y="47121"/>
                  <a:pt x="79525" y="48684"/>
                </a:cubicBezTo>
                <a:cubicBezTo>
                  <a:pt x="80987" y="51385"/>
                  <a:pt x="82968" y="52736"/>
                  <a:pt x="85469" y="52736"/>
                </a:cubicBezTo>
                <a:cubicBezTo>
                  <a:pt x="87875" y="52736"/>
                  <a:pt x="90057" y="51338"/>
                  <a:pt x="92014" y="48542"/>
                </a:cubicBezTo>
                <a:cubicBezTo>
                  <a:pt x="93973" y="45747"/>
                  <a:pt x="94952" y="40487"/>
                  <a:pt x="94952" y="32764"/>
                </a:cubicBezTo>
                <a:cubicBezTo>
                  <a:pt x="94952" y="26178"/>
                  <a:pt x="94080" y="21002"/>
                  <a:pt x="92334" y="17235"/>
                </a:cubicBezTo>
                <a:cubicBezTo>
                  <a:pt x="90588" y="13468"/>
                  <a:pt x="88135" y="11585"/>
                  <a:pt x="84974" y="11585"/>
                </a:cubicBezTo>
                <a:cubicBezTo>
                  <a:pt x="83795" y="11585"/>
                  <a:pt x="82804" y="11940"/>
                  <a:pt x="82002" y="12651"/>
                </a:cubicBezTo>
                <a:cubicBezTo>
                  <a:pt x="80586" y="13930"/>
                  <a:pt x="79619" y="15861"/>
                  <a:pt x="79099" y="18443"/>
                </a:cubicBezTo>
                <a:cubicBezTo>
                  <a:pt x="78581" y="21026"/>
                  <a:pt x="78322" y="27908"/>
                  <a:pt x="78322" y="390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T">
            <a:extLst xmlns:a="http://schemas.openxmlformats.org/drawingml/2006/main">
              <a:ext uri="{FF2B5EF4-FFF2-40B4-BE49-F238E27FC236}">
                <a16:creationId xmlns:a16="http://schemas.microsoft.com/office/drawing/2014/main" id="{19313CC9-F863-4129-863A-1B3161B0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8" y="6444684"/>
            <a:ext cx="96374" cy="86566"/>
          </a:xfrm>
          <a:custGeom xmlns:a="http://schemas.openxmlformats.org/drawingml/2006/main">
            <a:pathLst>
              <a:path w="96374" h="86566">
                <a:moveTo>
                  <a:pt x="0" y="0"/>
                </a:moveTo>
                <a:lnTo>
                  <a:pt x="26155" y="0"/>
                </a:lnTo>
                <a:lnTo>
                  <a:pt x="26155" y="2559"/>
                </a:lnTo>
                <a:cubicBezTo>
                  <a:pt x="20116" y="4075"/>
                  <a:pt x="15778" y="5757"/>
                  <a:pt x="13139" y="7605"/>
                </a:cubicBezTo>
                <a:cubicBezTo>
                  <a:pt x="10501" y="9453"/>
                  <a:pt x="8397" y="11988"/>
                  <a:pt x="6827" y="15209"/>
                </a:cubicBezTo>
                <a:cubicBezTo>
                  <a:pt x="5972" y="17010"/>
                  <a:pt x="5544" y="20161"/>
                  <a:pt x="5544" y="24662"/>
                </a:cubicBezTo>
                <a:lnTo>
                  <a:pt x="5544" y="31840"/>
                </a:lnTo>
                <a:lnTo>
                  <a:pt x="79885" y="31840"/>
                </a:lnTo>
                <a:cubicBezTo>
                  <a:pt x="84838" y="31840"/>
                  <a:pt x="87934" y="31568"/>
                  <a:pt x="89173" y="31023"/>
                </a:cubicBezTo>
                <a:cubicBezTo>
                  <a:pt x="90411" y="30478"/>
                  <a:pt x="91494" y="29412"/>
                  <a:pt x="92423" y="27825"/>
                </a:cubicBezTo>
                <a:cubicBezTo>
                  <a:pt x="93351" y="26238"/>
                  <a:pt x="93815" y="24070"/>
                  <a:pt x="93815" y="21322"/>
                </a:cubicBezTo>
                <a:lnTo>
                  <a:pt x="93815" y="18123"/>
                </a:lnTo>
                <a:lnTo>
                  <a:pt x="96374" y="18123"/>
                </a:lnTo>
                <a:lnTo>
                  <a:pt x="96374" y="68585"/>
                </a:lnTo>
                <a:lnTo>
                  <a:pt x="93815" y="68585"/>
                </a:lnTo>
                <a:lnTo>
                  <a:pt x="93815" y="65386"/>
                </a:lnTo>
                <a:cubicBezTo>
                  <a:pt x="93815" y="62591"/>
                  <a:pt x="93316" y="60340"/>
                  <a:pt x="92316" y="58635"/>
                </a:cubicBezTo>
                <a:cubicBezTo>
                  <a:pt x="91648" y="57403"/>
                  <a:pt x="90505" y="56431"/>
                  <a:pt x="88887" y="55721"/>
                </a:cubicBezTo>
                <a:cubicBezTo>
                  <a:pt x="87744" y="55199"/>
                  <a:pt x="84743" y="54939"/>
                  <a:pt x="79885" y="54939"/>
                </a:cubicBezTo>
                <a:lnTo>
                  <a:pt x="5544" y="54939"/>
                </a:lnTo>
                <a:lnTo>
                  <a:pt x="5544" y="61904"/>
                </a:lnTo>
                <a:cubicBezTo>
                  <a:pt x="5544" y="68395"/>
                  <a:pt x="6922" y="73110"/>
                  <a:pt x="9679" y="76047"/>
                </a:cubicBezTo>
                <a:cubicBezTo>
                  <a:pt x="13530" y="80169"/>
                  <a:pt x="19022" y="82775"/>
                  <a:pt x="26155" y="83865"/>
                </a:cubicBezTo>
                <a:lnTo>
                  <a:pt x="26155" y="86566"/>
                </a:lnTo>
                <a:lnTo>
                  <a:pt x="0" y="865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C">
            <a:extLst xmlns:a="http://schemas.openxmlformats.org/drawingml/2006/main">
              <a:ext uri="{FF2B5EF4-FFF2-40B4-BE49-F238E27FC236}">
                <a16:creationId xmlns:a16="http://schemas.microsoft.com/office/drawing/2014/main" id="{3CCEC34F-015F-4E76-B0D2-BC3E8B7F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6" y="6342268"/>
            <a:ext cx="100638" cy="91399"/>
          </a:xfrm>
          <a:custGeom xmlns:a="http://schemas.openxmlformats.org/drawingml/2006/main">
            <a:pathLst>
              <a:path w="100638" h="91399">
                <a:moveTo>
                  <a:pt x="0" y="0"/>
                </a:moveTo>
                <a:lnTo>
                  <a:pt x="33404" y="0"/>
                </a:lnTo>
                <a:lnTo>
                  <a:pt x="33404" y="2772"/>
                </a:lnTo>
                <a:cubicBezTo>
                  <a:pt x="24640" y="4857"/>
                  <a:pt x="17924" y="8742"/>
                  <a:pt x="13257" y="14428"/>
                </a:cubicBezTo>
                <a:cubicBezTo>
                  <a:pt x="8589" y="20113"/>
                  <a:pt x="6254" y="26557"/>
                  <a:pt x="6254" y="33759"/>
                </a:cubicBezTo>
                <a:cubicBezTo>
                  <a:pt x="6254" y="39777"/>
                  <a:pt x="7984" y="45297"/>
                  <a:pt x="11443" y="50319"/>
                </a:cubicBezTo>
                <a:cubicBezTo>
                  <a:pt x="14901" y="55342"/>
                  <a:pt x="19426" y="59014"/>
                  <a:pt x="25017" y="61335"/>
                </a:cubicBezTo>
                <a:cubicBezTo>
                  <a:pt x="32172" y="64320"/>
                  <a:pt x="40132" y="65813"/>
                  <a:pt x="48898" y="65813"/>
                </a:cubicBezTo>
                <a:cubicBezTo>
                  <a:pt x="57521" y="65813"/>
                  <a:pt x="65375" y="64723"/>
                  <a:pt x="72458" y="62544"/>
                </a:cubicBezTo>
                <a:cubicBezTo>
                  <a:pt x="79542" y="60364"/>
                  <a:pt x="84896" y="56953"/>
                  <a:pt x="88520" y="52309"/>
                </a:cubicBezTo>
                <a:cubicBezTo>
                  <a:pt x="92145" y="47666"/>
                  <a:pt x="93957" y="41648"/>
                  <a:pt x="93957" y="34257"/>
                </a:cubicBezTo>
                <a:cubicBezTo>
                  <a:pt x="93957" y="28192"/>
                  <a:pt x="92631" y="22637"/>
                  <a:pt x="89977" y="17590"/>
                </a:cubicBezTo>
                <a:cubicBezTo>
                  <a:pt x="87324" y="12544"/>
                  <a:pt x="82752" y="7226"/>
                  <a:pt x="76260" y="1635"/>
                </a:cubicBezTo>
                <a:lnTo>
                  <a:pt x="84576" y="1635"/>
                </a:lnTo>
                <a:cubicBezTo>
                  <a:pt x="90214" y="7036"/>
                  <a:pt x="94301" y="12663"/>
                  <a:pt x="96836" y="18514"/>
                </a:cubicBezTo>
                <a:cubicBezTo>
                  <a:pt x="99371" y="24366"/>
                  <a:pt x="100638" y="31201"/>
                  <a:pt x="100638" y="39019"/>
                </a:cubicBezTo>
                <a:cubicBezTo>
                  <a:pt x="100638" y="49300"/>
                  <a:pt x="98580" y="58433"/>
                  <a:pt x="94464" y="66417"/>
                </a:cubicBezTo>
                <a:cubicBezTo>
                  <a:pt x="90348" y="74401"/>
                  <a:pt x="84434" y="80560"/>
                  <a:pt x="76722" y="84896"/>
                </a:cubicBezTo>
                <a:cubicBezTo>
                  <a:pt x="69010" y="89231"/>
                  <a:pt x="60800" y="91399"/>
                  <a:pt x="52094" y="91399"/>
                </a:cubicBezTo>
                <a:cubicBezTo>
                  <a:pt x="42915" y="91399"/>
                  <a:pt x="34209" y="88994"/>
                  <a:pt x="25977" y="84185"/>
                </a:cubicBezTo>
                <a:cubicBezTo>
                  <a:pt x="17743" y="79376"/>
                  <a:pt x="11355" y="72885"/>
                  <a:pt x="6814" y="64711"/>
                </a:cubicBezTo>
                <a:cubicBezTo>
                  <a:pt x="2271" y="56538"/>
                  <a:pt x="0" y="47855"/>
                  <a:pt x="0" y="38663"/>
                </a:cubicBezTo>
                <a:cubicBezTo>
                  <a:pt x="0" y="31888"/>
                  <a:pt x="1469" y="24733"/>
                  <a:pt x="4406" y="17199"/>
                </a:cubicBezTo>
                <a:cubicBezTo>
                  <a:pt x="6112" y="12840"/>
                  <a:pt x="6965" y="10069"/>
                  <a:pt x="6965" y="8884"/>
                </a:cubicBezTo>
                <a:cubicBezTo>
                  <a:pt x="6965" y="7368"/>
                  <a:pt x="6408" y="6053"/>
                  <a:pt x="5295" y="4940"/>
                </a:cubicBezTo>
                <a:cubicBezTo>
                  <a:pt x="4181" y="3826"/>
                  <a:pt x="2416" y="3103"/>
                  <a:pt x="0" y="2772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P">
            <a:extLst xmlns:a="http://schemas.openxmlformats.org/drawingml/2006/main">
              <a:ext uri="{FF2B5EF4-FFF2-40B4-BE49-F238E27FC236}">
                <a16:creationId xmlns:a16="http://schemas.microsoft.com/office/drawing/2014/main" id="{022F6D15-8A77-48CF-B9A4-639AAF15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8" y="6249638"/>
            <a:ext cx="96374" cy="80809"/>
          </a:xfrm>
          <a:custGeom xmlns:a="http://schemas.openxmlformats.org/drawingml/2006/main">
            <a:pathLst>
              <a:path w="96374" h="80809">
                <a:moveTo>
                  <a:pt x="52736" y="45202"/>
                </a:moveTo>
                <a:lnTo>
                  <a:pt x="79459" y="45202"/>
                </a:lnTo>
                <a:cubicBezTo>
                  <a:pt x="84697" y="45202"/>
                  <a:pt x="87996" y="44882"/>
                  <a:pt x="89353" y="44242"/>
                </a:cubicBezTo>
                <a:cubicBezTo>
                  <a:pt x="90710" y="43603"/>
                  <a:pt x="91793" y="42466"/>
                  <a:pt x="92603" y="40831"/>
                </a:cubicBezTo>
                <a:cubicBezTo>
                  <a:pt x="93411" y="39196"/>
                  <a:pt x="93815" y="36199"/>
                  <a:pt x="93815" y="31840"/>
                </a:cubicBezTo>
                <a:lnTo>
                  <a:pt x="96374" y="31840"/>
                </a:lnTo>
                <a:lnTo>
                  <a:pt x="96374" y="80809"/>
                </a:lnTo>
                <a:lnTo>
                  <a:pt x="93815" y="80809"/>
                </a:lnTo>
                <a:cubicBezTo>
                  <a:pt x="93815" y="76355"/>
                  <a:pt x="93399" y="73335"/>
                  <a:pt x="92565" y="71747"/>
                </a:cubicBezTo>
                <a:cubicBezTo>
                  <a:pt x="91731" y="70160"/>
                  <a:pt x="90648" y="69047"/>
                  <a:pt x="89316" y="68407"/>
                </a:cubicBezTo>
                <a:cubicBezTo>
                  <a:pt x="87983" y="67767"/>
                  <a:pt x="84697" y="67448"/>
                  <a:pt x="79459" y="67448"/>
                </a:cubicBezTo>
                <a:lnTo>
                  <a:pt x="16915" y="67448"/>
                </a:lnTo>
                <a:cubicBezTo>
                  <a:pt x="11677" y="67448"/>
                  <a:pt x="8379" y="67767"/>
                  <a:pt x="7023" y="68407"/>
                </a:cubicBezTo>
                <a:cubicBezTo>
                  <a:pt x="5665" y="69047"/>
                  <a:pt x="4582" y="70172"/>
                  <a:pt x="3773" y="71783"/>
                </a:cubicBezTo>
                <a:cubicBezTo>
                  <a:pt x="2964" y="73394"/>
                  <a:pt x="2559" y="76403"/>
                  <a:pt x="2559" y="80809"/>
                </a:cubicBezTo>
                <a:lnTo>
                  <a:pt x="0" y="80809"/>
                </a:lnTo>
                <a:lnTo>
                  <a:pt x="0" y="38805"/>
                </a:lnTo>
                <a:cubicBezTo>
                  <a:pt x="0" y="24970"/>
                  <a:pt x="2464" y="15044"/>
                  <a:pt x="7392" y="9026"/>
                </a:cubicBezTo>
                <a:cubicBezTo>
                  <a:pt x="12319" y="3009"/>
                  <a:pt x="18479" y="0"/>
                  <a:pt x="25870" y="0"/>
                </a:cubicBezTo>
                <a:cubicBezTo>
                  <a:pt x="32125" y="0"/>
                  <a:pt x="37479" y="1943"/>
                  <a:pt x="41933" y="5828"/>
                </a:cubicBezTo>
                <a:cubicBezTo>
                  <a:pt x="46386" y="9713"/>
                  <a:pt x="49419" y="15067"/>
                  <a:pt x="51030" y="21890"/>
                </a:cubicBezTo>
                <a:cubicBezTo>
                  <a:pt x="52167" y="26486"/>
                  <a:pt x="52736" y="34257"/>
                  <a:pt x="52736" y="45202"/>
                </a:cubicBezTo>
                <a:moveTo>
                  <a:pt x="5544" y="45202"/>
                </a:moveTo>
                <a:lnTo>
                  <a:pt x="47192" y="45202"/>
                </a:lnTo>
                <a:cubicBezTo>
                  <a:pt x="47287" y="43638"/>
                  <a:pt x="47334" y="42454"/>
                  <a:pt x="47334" y="41648"/>
                </a:cubicBezTo>
                <a:cubicBezTo>
                  <a:pt x="47334" y="35868"/>
                  <a:pt x="45617" y="31414"/>
                  <a:pt x="42181" y="28287"/>
                </a:cubicBezTo>
                <a:cubicBezTo>
                  <a:pt x="38746" y="25160"/>
                  <a:pt x="33428" y="23596"/>
                  <a:pt x="26226" y="23596"/>
                </a:cubicBezTo>
                <a:cubicBezTo>
                  <a:pt x="19071" y="23596"/>
                  <a:pt x="13835" y="25160"/>
                  <a:pt x="10519" y="28287"/>
                </a:cubicBezTo>
                <a:cubicBezTo>
                  <a:pt x="7202" y="31414"/>
                  <a:pt x="5544" y="36081"/>
                  <a:pt x="5544" y="42288"/>
                </a:cubicBezTo>
                <a:lnTo>
                  <a:pt x="5544" y="452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C">
            <a:extLst xmlns:a="http://schemas.openxmlformats.org/drawingml/2006/main">
              <a:ext uri="{FF2B5EF4-FFF2-40B4-BE49-F238E27FC236}">
                <a16:creationId xmlns:a16="http://schemas.microsoft.com/office/drawing/2014/main" id="{9E6E9764-FE46-4A7D-9051-D141A744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6" y="6120062"/>
            <a:ext cx="100638" cy="91399"/>
          </a:xfrm>
          <a:custGeom xmlns:a="http://schemas.openxmlformats.org/drawingml/2006/main">
            <a:pathLst>
              <a:path w="100638" h="91399">
                <a:moveTo>
                  <a:pt x="0" y="0"/>
                </a:moveTo>
                <a:lnTo>
                  <a:pt x="33404" y="0"/>
                </a:lnTo>
                <a:lnTo>
                  <a:pt x="33404" y="2772"/>
                </a:lnTo>
                <a:cubicBezTo>
                  <a:pt x="24640" y="4857"/>
                  <a:pt x="17924" y="8742"/>
                  <a:pt x="13257" y="14428"/>
                </a:cubicBezTo>
                <a:cubicBezTo>
                  <a:pt x="8589" y="20113"/>
                  <a:pt x="6254" y="26557"/>
                  <a:pt x="6254" y="33759"/>
                </a:cubicBezTo>
                <a:cubicBezTo>
                  <a:pt x="6254" y="39777"/>
                  <a:pt x="7984" y="45297"/>
                  <a:pt x="11443" y="50319"/>
                </a:cubicBezTo>
                <a:cubicBezTo>
                  <a:pt x="14901" y="55342"/>
                  <a:pt x="19426" y="59014"/>
                  <a:pt x="25017" y="61335"/>
                </a:cubicBezTo>
                <a:cubicBezTo>
                  <a:pt x="32172" y="64320"/>
                  <a:pt x="40132" y="65813"/>
                  <a:pt x="48898" y="65813"/>
                </a:cubicBezTo>
                <a:cubicBezTo>
                  <a:pt x="57521" y="65813"/>
                  <a:pt x="65375" y="64723"/>
                  <a:pt x="72458" y="62544"/>
                </a:cubicBezTo>
                <a:cubicBezTo>
                  <a:pt x="79542" y="60364"/>
                  <a:pt x="84896" y="56953"/>
                  <a:pt x="88520" y="52309"/>
                </a:cubicBezTo>
                <a:cubicBezTo>
                  <a:pt x="92145" y="47666"/>
                  <a:pt x="93957" y="41648"/>
                  <a:pt x="93957" y="34257"/>
                </a:cubicBezTo>
                <a:cubicBezTo>
                  <a:pt x="93957" y="28192"/>
                  <a:pt x="92631" y="22637"/>
                  <a:pt x="89977" y="17590"/>
                </a:cubicBezTo>
                <a:cubicBezTo>
                  <a:pt x="87324" y="12544"/>
                  <a:pt x="82752" y="7226"/>
                  <a:pt x="76260" y="1635"/>
                </a:cubicBezTo>
                <a:lnTo>
                  <a:pt x="84576" y="1635"/>
                </a:lnTo>
                <a:cubicBezTo>
                  <a:pt x="90214" y="7036"/>
                  <a:pt x="94301" y="12663"/>
                  <a:pt x="96836" y="18514"/>
                </a:cubicBezTo>
                <a:cubicBezTo>
                  <a:pt x="99371" y="24366"/>
                  <a:pt x="100638" y="31201"/>
                  <a:pt x="100638" y="39019"/>
                </a:cubicBezTo>
                <a:cubicBezTo>
                  <a:pt x="100638" y="49300"/>
                  <a:pt x="98580" y="58433"/>
                  <a:pt x="94464" y="66417"/>
                </a:cubicBezTo>
                <a:cubicBezTo>
                  <a:pt x="90348" y="74401"/>
                  <a:pt x="84434" y="80560"/>
                  <a:pt x="76722" y="84896"/>
                </a:cubicBezTo>
                <a:cubicBezTo>
                  <a:pt x="69010" y="89231"/>
                  <a:pt x="60800" y="91399"/>
                  <a:pt x="52094" y="91399"/>
                </a:cubicBezTo>
                <a:cubicBezTo>
                  <a:pt x="42915" y="91399"/>
                  <a:pt x="34209" y="88994"/>
                  <a:pt x="25977" y="84185"/>
                </a:cubicBezTo>
                <a:cubicBezTo>
                  <a:pt x="17743" y="79376"/>
                  <a:pt x="11355" y="72885"/>
                  <a:pt x="6814" y="64711"/>
                </a:cubicBezTo>
                <a:cubicBezTo>
                  <a:pt x="2271" y="56538"/>
                  <a:pt x="0" y="47855"/>
                  <a:pt x="0" y="38663"/>
                </a:cubicBezTo>
                <a:cubicBezTo>
                  <a:pt x="0" y="31888"/>
                  <a:pt x="1469" y="24733"/>
                  <a:pt x="4406" y="17199"/>
                </a:cubicBezTo>
                <a:cubicBezTo>
                  <a:pt x="6112" y="12840"/>
                  <a:pt x="6965" y="10069"/>
                  <a:pt x="6965" y="8884"/>
                </a:cubicBezTo>
                <a:cubicBezTo>
                  <a:pt x="6965" y="7368"/>
                  <a:pt x="6408" y="6053"/>
                  <a:pt x="5295" y="4940"/>
                </a:cubicBezTo>
                <a:cubicBezTo>
                  <a:pt x="4181" y="3826"/>
                  <a:pt x="2416" y="3103"/>
                  <a:pt x="0" y="2772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o">
            <a:extLst xmlns:a="http://schemas.openxmlformats.org/drawingml/2006/main">
              <a:ext uri="{FF2B5EF4-FFF2-40B4-BE49-F238E27FC236}">
                <a16:creationId xmlns:a16="http://schemas.microsoft.com/office/drawing/2014/main" id="{4AD090BA-2494-463D-A53B-D60C5363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6044333"/>
            <a:ext cx="70504" cy="62330"/>
          </a:xfrm>
          <a:custGeom xmlns:a="http://schemas.openxmlformats.org/drawingml/2006/main">
            <a:pathLst>
              <a:path w="70504" h="62330">
                <a:moveTo>
                  <a:pt x="0" y="31343"/>
                </a:moveTo>
                <a:cubicBezTo>
                  <a:pt x="0" y="25562"/>
                  <a:pt x="1494" y="20185"/>
                  <a:pt x="4482" y="15209"/>
                </a:cubicBezTo>
                <a:cubicBezTo>
                  <a:pt x="7470" y="10234"/>
                  <a:pt x="11715" y="6456"/>
                  <a:pt x="17217" y="3873"/>
                </a:cubicBezTo>
                <a:cubicBezTo>
                  <a:pt x="22719" y="1291"/>
                  <a:pt x="28743" y="0"/>
                  <a:pt x="35287" y="0"/>
                </a:cubicBezTo>
                <a:cubicBezTo>
                  <a:pt x="44725" y="0"/>
                  <a:pt x="52622" y="2393"/>
                  <a:pt x="58979" y="7178"/>
                </a:cubicBezTo>
                <a:cubicBezTo>
                  <a:pt x="66662" y="12959"/>
                  <a:pt x="70504" y="20943"/>
                  <a:pt x="70504" y="31130"/>
                </a:cubicBezTo>
                <a:cubicBezTo>
                  <a:pt x="70504" y="41127"/>
                  <a:pt x="66994" y="48827"/>
                  <a:pt x="59974" y="54228"/>
                </a:cubicBezTo>
                <a:cubicBezTo>
                  <a:pt x="52954" y="59630"/>
                  <a:pt x="44820" y="62330"/>
                  <a:pt x="35572" y="62330"/>
                </a:cubicBezTo>
                <a:cubicBezTo>
                  <a:pt x="26039" y="62330"/>
                  <a:pt x="17727" y="59570"/>
                  <a:pt x="10636" y="54050"/>
                </a:cubicBezTo>
                <a:cubicBezTo>
                  <a:pt x="3545" y="48530"/>
                  <a:pt x="0" y="40961"/>
                  <a:pt x="0" y="31343"/>
                </a:cubicBezTo>
                <a:moveTo>
                  <a:pt x="4975" y="31059"/>
                </a:moveTo>
                <a:cubicBezTo>
                  <a:pt x="4975" y="33475"/>
                  <a:pt x="5889" y="35548"/>
                  <a:pt x="7716" y="37277"/>
                </a:cubicBezTo>
                <a:cubicBezTo>
                  <a:pt x="9541" y="39007"/>
                  <a:pt x="13146" y="40144"/>
                  <a:pt x="18530" y="40689"/>
                </a:cubicBezTo>
                <a:cubicBezTo>
                  <a:pt x="23914" y="41234"/>
                  <a:pt x="31397" y="41506"/>
                  <a:pt x="40980" y="41506"/>
                </a:cubicBezTo>
                <a:cubicBezTo>
                  <a:pt x="46056" y="41506"/>
                  <a:pt x="50800" y="41175"/>
                  <a:pt x="55212" y="40511"/>
                </a:cubicBezTo>
                <a:cubicBezTo>
                  <a:pt x="58579" y="39990"/>
                  <a:pt x="61141" y="38877"/>
                  <a:pt x="62897" y="37171"/>
                </a:cubicBezTo>
                <a:cubicBezTo>
                  <a:pt x="64651" y="35465"/>
                  <a:pt x="65529" y="33522"/>
                  <a:pt x="65529" y="31343"/>
                </a:cubicBezTo>
                <a:cubicBezTo>
                  <a:pt x="65529" y="29211"/>
                  <a:pt x="64936" y="27434"/>
                  <a:pt x="63750" y="26012"/>
                </a:cubicBezTo>
                <a:cubicBezTo>
                  <a:pt x="62137" y="24165"/>
                  <a:pt x="59884" y="22933"/>
                  <a:pt x="56989" y="22317"/>
                </a:cubicBezTo>
                <a:cubicBezTo>
                  <a:pt x="52483" y="21369"/>
                  <a:pt x="43376" y="20895"/>
                  <a:pt x="29666" y="20895"/>
                </a:cubicBezTo>
                <a:cubicBezTo>
                  <a:pt x="21602" y="20895"/>
                  <a:pt x="16065" y="21345"/>
                  <a:pt x="13053" y="22246"/>
                </a:cubicBezTo>
                <a:cubicBezTo>
                  <a:pt x="10040" y="23146"/>
                  <a:pt x="7845" y="24473"/>
                  <a:pt x="6470" y="26226"/>
                </a:cubicBezTo>
                <a:cubicBezTo>
                  <a:pt x="5473" y="27458"/>
                  <a:pt x="4975" y="29069"/>
                  <a:pt x="4975" y="310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n">
            <a:extLst xmlns:a="http://schemas.openxmlformats.org/drawingml/2006/main">
              <a:ext uri="{FF2B5EF4-FFF2-40B4-BE49-F238E27FC236}">
                <a16:creationId xmlns:a16="http://schemas.microsoft.com/office/drawing/2014/main" id="{12B6008F-65D1-4FD8-A438-10B6507C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5962458"/>
            <a:ext cx="68514" cy="71712"/>
          </a:xfrm>
          <a:custGeom xmlns:a="http://schemas.openxmlformats.org/drawingml/2006/main">
            <a:pathLst>
              <a:path w="68514" h="71712">
                <a:moveTo>
                  <a:pt x="1990" y="44633"/>
                </a:moveTo>
                <a:lnTo>
                  <a:pt x="10661" y="44633"/>
                </a:lnTo>
                <a:cubicBezTo>
                  <a:pt x="6940" y="41222"/>
                  <a:pt x="4233" y="37953"/>
                  <a:pt x="2541" y="34825"/>
                </a:cubicBezTo>
                <a:cubicBezTo>
                  <a:pt x="847" y="31698"/>
                  <a:pt x="0" y="28334"/>
                  <a:pt x="0" y="24733"/>
                </a:cubicBezTo>
                <a:cubicBezTo>
                  <a:pt x="0" y="20421"/>
                  <a:pt x="1198" y="16844"/>
                  <a:pt x="3594" y="14001"/>
                </a:cubicBezTo>
                <a:cubicBezTo>
                  <a:pt x="5989" y="11158"/>
                  <a:pt x="8966" y="9263"/>
                  <a:pt x="12524" y="8315"/>
                </a:cubicBezTo>
                <a:cubicBezTo>
                  <a:pt x="15229" y="7557"/>
                  <a:pt x="20425" y="7178"/>
                  <a:pt x="28111" y="7178"/>
                </a:cubicBezTo>
                <a:lnTo>
                  <a:pt x="54015" y="7178"/>
                </a:lnTo>
                <a:cubicBezTo>
                  <a:pt x="59132" y="7178"/>
                  <a:pt x="62318" y="6716"/>
                  <a:pt x="63574" y="5792"/>
                </a:cubicBezTo>
                <a:cubicBezTo>
                  <a:pt x="64830" y="4868"/>
                  <a:pt x="65623" y="2938"/>
                  <a:pt x="65955" y="0"/>
                </a:cubicBezTo>
                <a:lnTo>
                  <a:pt x="68514" y="0"/>
                </a:lnTo>
                <a:lnTo>
                  <a:pt x="68514" y="33617"/>
                </a:lnTo>
                <a:lnTo>
                  <a:pt x="65955" y="33617"/>
                </a:lnTo>
                <a:cubicBezTo>
                  <a:pt x="65623" y="31106"/>
                  <a:pt x="64581" y="29305"/>
                  <a:pt x="62828" y="28216"/>
                </a:cubicBezTo>
                <a:cubicBezTo>
                  <a:pt x="61643" y="27458"/>
                  <a:pt x="58706" y="27079"/>
                  <a:pt x="54015" y="27079"/>
                </a:cubicBezTo>
                <a:lnTo>
                  <a:pt x="24449" y="27079"/>
                </a:lnTo>
                <a:cubicBezTo>
                  <a:pt x="19000" y="27079"/>
                  <a:pt x="15565" y="27292"/>
                  <a:pt x="14143" y="27718"/>
                </a:cubicBezTo>
                <a:cubicBezTo>
                  <a:pt x="12722" y="28145"/>
                  <a:pt x="11620" y="28867"/>
                  <a:pt x="10839" y="29886"/>
                </a:cubicBezTo>
                <a:cubicBezTo>
                  <a:pt x="10057" y="30905"/>
                  <a:pt x="9666" y="32030"/>
                  <a:pt x="9666" y="33262"/>
                </a:cubicBezTo>
                <a:cubicBezTo>
                  <a:pt x="9666" y="37337"/>
                  <a:pt x="12603" y="41127"/>
                  <a:pt x="18479" y="44633"/>
                </a:cubicBezTo>
                <a:lnTo>
                  <a:pt x="54015" y="44633"/>
                </a:lnTo>
                <a:cubicBezTo>
                  <a:pt x="58990" y="44633"/>
                  <a:pt x="62141" y="44171"/>
                  <a:pt x="63467" y="43247"/>
                </a:cubicBezTo>
                <a:cubicBezTo>
                  <a:pt x="64794" y="42324"/>
                  <a:pt x="65623" y="40606"/>
                  <a:pt x="65955" y="38095"/>
                </a:cubicBezTo>
                <a:lnTo>
                  <a:pt x="68514" y="38095"/>
                </a:lnTo>
                <a:lnTo>
                  <a:pt x="68514" y="71712"/>
                </a:lnTo>
                <a:lnTo>
                  <a:pt x="65955" y="71712"/>
                </a:lnTo>
                <a:cubicBezTo>
                  <a:pt x="65671" y="68916"/>
                  <a:pt x="64770" y="66926"/>
                  <a:pt x="63254" y="65742"/>
                </a:cubicBezTo>
                <a:cubicBezTo>
                  <a:pt x="62212" y="64936"/>
                  <a:pt x="59132" y="64534"/>
                  <a:pt x="54015" y="64534"/>
                </a:cubicBezTo>
                <a:lnTo>
                  <a:pt x="16489" y="64534"/>
                </a:lnTo>
                <a:cubicBezTo>
                  <a:pt x="11406" y="64534"/>
                  <a:pt x="8241" y="64996"/>
                  <a:pt x="6994" y="65919"/>
                </a:cubicBezTo>
                <a:cubicBezTo>
                  <a:pt x="5747" y="66843"/>
                  <a:pt x="4932" y="68774"/>
                  <a:pt x="4549" y="71712"/>
                </a:cubicBezTo>
                <a:lnTo>
                  <a:pt x="1990" y="71712"/>
                </a:lnTo>
                <a:lnTo>
                  <a:pt x="1990" y="44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n">
            <a:extLst xmlns:a="http://schemas.openxmlformats.org/drawingml/2006/main">
              <a:ext uri="{FF2B5EF4-FFF2-40B4-BE49-F238E27FC236}">
                <a16:creationId xmlns:a16="http://schemas.microsoft.com/office/drawing/2014/main" id="{30D2D7FC-49A6-4E38-8EAE-F4D2E5F0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5881441"/>
            <a:ext cx="68514" cy="71712"/>
          </a:xfrm>
          <a:custGeom xmlns:a="http://schemas.openxmlformats.org/drawingml/2006/main">
            <a:pathLst>
              <a:path w="68514" h="71712">
                <a:moveTo>
                  <a:pt x="1990" y="44633"/>
                </a:moveTo>
                <a:lnTo>
                  <a:pt x="10661" y="44633"/>
                </a:lnTo>
                <a:cubicBezTo>
                  <a:pt x="6940" y="41222"/>
                  <a:pt x="4233" y="37953"/>
                  <a:pt x="2541" y="34825"/>
                </a:cubicBezTo>
                <a:cubicBezTo>
                  <a:pt x="847" y="31698"/>
                  <a:pt x="0" y="28334"/>
                  <a:pt x="0" y="24733"/>
                </a:cubicBezTo>
                <a:cubicBezTo>
                  <a:pt x="0" y="20421"/>
                  <a:pt x="1198" y="16844"/>
                  <a:pt x="3594" y="14001"/>
                </a:cubicBezTo>
                <a:cubicBezTo>
                  <a:pt x="5989" y="11158"/>
                  <a:pt x="8966" y="9263"/>
                  <a:pt x="12524" y="8315"/>
                </a:cubicBezTo>
                <a:cubicBezTo>
                  <a:pt x="15229" y="7557"/>
                  <a:pt x="20425" y="7178"/>
                  <a:pt x="28111" y="7178"/>
                </a:cubicBezTo>
                <a:lnTo>
                  <a:pt x="54015" y="7178"/>
                </a:lnTo>
                <a:cubicBezTo>
                  <a:pt x="59132" y="7178"/>
                  <a:pt x="62318" y="6716"/>
                  <a:pt x="63574" y="5792"/>
                </a:cubicBezTo>
                <a:cubicBezTo>
                  <a:pt x="64830" y="4868"/>
                  <a:pt x="65623" y="2938"/>
                  <a:pt x="65955" y="0"/>
                </a:cubicBezTo>
                <a:lnTo>
                  <a:pt x="68514" y="0"/>
                </a:lnTo>
                <a:lnTo>
                  <a:pt x="68514" y="33617"/>
                </a:lnTo>
                <a:lnTo>
                  <a:pt x="65955" y="33617"/>
                </a:lnTo>
                <a:cubicBezTo>
                  <a:pt x="65623" y="31106"/>
                  <a:pt x="64581" y="29305"/>
                  <a:pt x="62828" y="28216"/>
                </a:cubicBezTo>
                <a:cubicBezTo>
                  <a:pt x="61643" y="27458"/>
                  <a:pt x="58706" y="27079"/>
                  <a:pt x="54015" y="27079"/>
                </a:cubicBezTo>
                <a:lnTo>
                  <a:pt x="24449" y="27079"/>
                </a:lnTo>
                <a:cubicBezTo>
                  <a:pt x="19000" y="27079"/>
                  <a:pt x="15565" y="27292"/>
                  <a:pt x="14143" y="27718"/>
                </a:cubicBezTo>
                <a:cubicBezTo>
                  <a:pt x="12722" y="28145"/>
                  <a:pt x="11620" y="28867"/>
                  <a:pt x="10839" y="29886"/>
                </a:cubicBezTo>
                <a:cubicBezTo>
                  <a:pt x="10057" y="30905"/>
                  <a:pt x="9666" y="32030"/>
                  <a:pt x="9666" y="33262"/>
                </a:cubicBezTo>
                <a:cubicBezTo>
                  <a:pt x="9666" y="37337"/>
                  <a:pt x="12603" y="41127"/>
                  <a:pt x="18479" y="44633"/>
                </a:cubicBezTo>
                <a:lnTo>
                  <a:pt x="54015" y="44633"/>
                </a:lnTo>
                <a:cubicBezTo>
                  <a:pt x="58990" y="44633"/>
                  <a:pt x="62141" y="44171"/>
                  <a:pt x="63467" y="43247"/>
                </a:cubicBezTo>
                <a:cubicBezTo>
                  <a:pt x="64794" y="42324"/>
                  <a:pt x="65623" y="40606"/>
                  <a:pt x="65955" y="38095"/>
                </a:cubicBezTo>
                <a:lnTo>
                  <a:pt x="68514" y="38095"/>
                </a:lnTo>
                <a:lnTo>
                  <a:pt x="68514" y="71712"/>
                </a:lnTo>
                <a:lnTo>
                  <a:pt x="65955" y="71712"/>
                </a:lnTo>
                <a:cubicBezTo>
                  <a:pt x="65671" y="68916"/>
                  <a:pt x="64770" y="66926"/>
                  <a:pt x="63254" y="65742"/>
                </a:cubicBezTo>
                <a:cubicBezTo>
                  <a:pt x="62212" y="64936"/>
                  <a:pt x="59132" y="64534"/>
                  <a:pt x="54015" y="64534"/>
                </a:cubicBezTo>
                <a:lnTo>
                  <a:pt x="16489" y="64534"/>
                </a:lnTo>
                <a:cubicBezTo>
                  <a:pt x="11406" y="64534"/>
                  <a:pt x="8241" y="64996"/>
                  <a:pt x="6994" y="65919"/>
                </a:cubicBezTo>
                <a:cubicBezTo>
                  <a:pt x="5747" y="66843"/>
                  <a:pt x="4932" y="68774"/>
                  <a:pt x="4549" y="71712"/>
                </a:cubicBezTo>
                <a:lnTo>
                  <a:pt x="1990" y="71712"/>
                </a:lnTo>
                <a:lnTo>
                  <a:pt x="1990" y="44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e">
            <a:extLst xmlns:a="http://schemas.openxmlformats.org/drawingml/2006/main">
              <a:ext uri="{FF2B5EF4-FFF2-40B4-BE49-F238E27FC236}">
                <a16:creationId xmlns:a16="http://schemas.microsoft.com/office/drawing/2014/main" id="{CED12025-E8BA-4176-A9EC-686B395D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5815904"/>
            <a:ext cx="70504" cy="55578"/>
          </a:xfrm>
          <a:custGeom xmlns:a="http://schemas.openxmlformats.org/drawingml/2006/main">
            <a:pathLst>
              <a:path w="70504" h="55578">
                <a:moveTo>
                  <a:pt x="32835" y="0"/>
                </a:moveTo>
                <a:lnTo>
                  <a:pt x="32835" y="36460"/>
                </a:lnTo>
                <a:cubicBezTo>
                  <a:pt x="41672" y="36034"/>
                  <a:pt x="48656" y="33688"/>
                  <a:pt x="53786" y="29424"/>
                </a:cubicBezTo>
                <a:cubicBezTo>
                  <a:pt x="57729" y="26155"/>
                  <a:pt x="59701" y="22222"/>
                  <a:pt x="59701" y="17626"/>
                </a:cubicBezTo>
                <a:cubicBezTo>
                  <a:pt x="59701" y="14783"/>
                  <a:pt x="58907" y="12201"/>
                  <a:pt x="57320" y="9879"/>
                </a:cubicBezTo>
                <a:cubicBezTo>
                  <a:pt x="55732" y="7557"/>
                  <a:pt x="52878" y="5070"/>
                  <a:pt x="48756" y="2416"/>
                </a:cubicBezTo>
                <a:lnTo>
                  <a:pt x="50319" y="0"/>
                </a:lnTo>
                <a:cubicBezTo>
                  <a:pt x="57663" y="3601"/>
                  <a:pt x="62863" y="7581"/>
                  <a:pt x="65919" y="11940"/>
                </a:cubicBezTo>
                <a:cubicBezTo>
                  <a:pt x="68976" y="16299"/>
                  <a:pt x="70504" y="21345"/>
                  <a:pt x="70504" y="27079"/>
                </a:cubicBezTo>
                <a:cubicBezTo>
                  <a:pt x="70504" y="36934"/>
                  <a:pt x="66709" y="44396"/>
                  <a:pt x="59121" y="49466"/>
                </a:cubicBezTo>
                <a:cubicBezTo>
                  <a:pt x="53003" y="53541"/>
                  <a:pt x="45414" y="55578"/>
                  <a:pt x="36356" y="55578"/>
                </a:cubicBezTo>
                <a:cubicBezTo>
                  <a:pt x="25257" y="55578"/>
                  <a:pt x="16423" y="52582"/>
                  <a:pt x="9855" y="46588"/>
                </a:cubicBezTo>
                <a:cubicBezTo>
                  <a:pt x="3285" y="40594"/>
                  <a:pt x="0" y="33570"/>
                  <a:pt x="0" y="25515"/>
                </a:cubicBezTo>
                <a:cubicBezTo>
                  <a:pt x="0" y="18787"/>
                  <a:pt x="2760" y="12947"/>
                  <a:pt x="8280" y="7996"/>
                </a:cubicBezTo>
                <a:cubicBezTo>
                  <a:pt x="13800" y="3044"/>
                  <a:pt x="21985" y="379"/>
                  <a:pt x="32835" y="0"/>
                </a:cubicBezTo>
                <a:moveTo>
                  <a:pt x="28145" y="17484"/>
                </a:moveTo>
                <a:cubicBezTo>
                  <a:pt x="20516" y="17484"/>
                  <a:pt x="15281" y="17898"/>
                  <a:pt x="12438" y="18728"/>
                </a:cubicBezTo>
                <a:cubicBezTo>
                  <a:pt x="9595" y="19557"/>
                  <a:pt x="7439" y="20848"/>
                  <a:pt x="5970" y="22601"/>
                </a:cubicBezTo>
                <a:cubicBezTo>
                  <a:pt x="5117" y="23596"/>
                  <a:pt x="4691" y="24923"/>
                  <a:pt x="4691" y="26581"/>
                </a:cubicBezTo>
                <a:cubicBezTo>
                  <a:pt x="4691" y="29045"/>
                  <a:pt x="5899" y="31059"/>
                  <a:pt x="8315" y="32622"/>
                </a:cubicBezTo>
                <a:cubicBezTo>
                  <a:pt x="12532" y="35418"/>
                  <a:pt x="18313" y="36815"/>
                  <a:pt x="25657" y="36815"/>
                </a:cubicBezTo>
                <a:lnTo>
                  <a:pt x="28145" y="36815"/>
                </a:lnTo>
                <a:lnTo>
                  <a:pt x="28145" y="17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c">
            <a:extLst xmlns:a="http://schemas.openxmlformats.org/drawingml/2006/main">
              <a:ext uri="{FF2B5EF4-FFF2-40B4-BE49-F238E27FC236}">
                <a16:creationId xmlns:a16="http://schemas.microsoft.com/office/drawing/2014/main" id="{B3DF9F39-A97B-4B5D-9C83-00260B18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5751237"/>
            <a:ext cx="70504" cy="55792"/>
          </a:xfrm>
          <a:custGeom xmlns:a="http://schemas.openxmlformats.org/drawingml/2006/main">
            <a:pathLst>
              <a:path w="70504" h="55792">
                <a:moveTo>
                  <a:pt x="51330" y="2203"/>
                </a:moveTo>
                <a:lnTo>
                  <a:pt x="53033" y="0"/>
                </a:lnTo>
                <a:cubicBezTo>
                  <a:pt x="58928" y="3127"/>
                  <a:pt x="63314" y="7024"/>
                  <a:pt x="66190" y="11691"/>
                </a:cubicBezTo>
                <a:cubicBezTo>
                  <a:pt x="69066" y="16358"/>
                  <a:pt x="70504" y="21322"/>
                  <a:pt x="70504" y="26581"/>
                </a:cubicBezTo>
                <a:cubicBezTo>
                  <a:pt x="70504" y="35441"/>
                  <a:pt x="67160" y="42525"/>
                  <a:pt x="60474" y="47832"/>
                </a:cubicBezTo>
                <a:cubicBezTo>
                  <a:pt x="53785" y="53138"/>
                  <a:pt x="45746" y="55792"/>
                  <a:pt x="36356" y="55792"/>
                </a:cubicBezTo>
                <a:cubicBezTo>
                  <a:pt x="27295" y="55792"/>
                  <a:pt x="19327" y="53375"/>
                  <a:pt x="12451" y="48542"/>
                </a:cubicBezTo>
                <a:cubicBezTo>
                  <a:pt x="4150" y="42714"/>
                  <a:pt x="0" y="34683"/>
                  <a:pt x="0" y="24449"/>
                </a:cubicBezTo>
                <a:cubicBezTo>
                  <a:pt x="0" y="17579"/>
                  <a:pt x="1735" y="12118"/>
                  <a:pt x="5204" y="8067"/>
                </a:cubicBezTo>
                <a:cubicBezTo>
                  <a:pt x="8672" y="4016"/>
                  <a:pt x="12544" y="1990"/>
                  <a:pt x="16820" y="1990"/>
                </a:cubicBezTo>
                <a:cubicBezTo>
                  <a:pt x="19528" y="1990"/>
                  <a:pt x="21690" y="2807"/>
                  <a:pt x="23305" y="4442"/>
                </a:cubicBezTo>
                <a:cubicBezTo>
                  <a:pt x="24920" y="6077"/>
                  <a:pt x="25728" y="8221"/>
                  <a:pt x="25728" y="10874"/>
                </a:cubicBezTo>
                <a:cubicBezTo>
                  <a:pt x="25728" y="13670"/>
                  <a:pt x="24801" y="15979"/>
                  <a:pt x="22947" y="17804"/>
                </a:cubicBezTo>
                <a:cubicBezTo>
                  <a:pt x="21092" y="19628"/>
                  <a:pt x="17787" y="20753"/>
                  <a:pt x="13033" y="21180"/>
                </a:cubicBezTo>
                <a:cubicBezTo>
                  <a:pt x="10037" y="21464"/>
                  <a:pt x="7945" y="22151"/>
                  <a:pt x="6756" y="23241"/>
                </a:cubicBezTo>
                <a:cubicBezTo>
                  <a:pt x="5569" y="24330"/>
                  <a:pt x="4975" y="25610"/>
                  <a:pt x="4975" y="27079"/>
                </a:cubicBezTo>
                <a:cubicBezTo>
                  <a:pt x="4975" y="29353"/>
                  <a:pt x="6183" y="31295"/>
                  <a:pt x="8600" y="32906"/>
                </a:cubicBezTo>
                <a:cubicBezTo>
                  <a:pt x="12248" y="35370"/>
                  <a:pt x="17839" y="36602"/>
                  <a:pt x="25373" y="36602"/>
                </a:cubicBezTo>
                <a:cubicBezTo>
                  <a:pt x="31627" y="36602"/>
                  <a:pt x="37609" y="35607"/>
                  <a:pt x="43319" y="33617"/>
                </a:cubicBezTo>
                <a:cubicBezTo>
                  <a:pt x="49028" y="31627"/>
                  <a:pt x="53280" y="28903"/>
                  <a:pt x="56076" y="25444"/>
                </a:cubicBezTo>
                <a:cubicBezTo>
                  <a:pt x="58113" y="22838"/>
                  <a:pt x="59132" y="19758"/>
                  <a:pt x="59132" y="16204"/>
                </a:cubicBezTo>
                <a:cubicBezTo>
                  <a:pt x="59132" y="13883"/>
                  <a:pt x="58589" y="11680"/>
                  <a:pt x="57502" y="9595"/>
                </a:cubicBezTo>
                <a:cubicBezTo>
                  <a:pt x="56414" y="7510"/>
                  <a:pt x="54356" y="5046"/>
                  <a:pt x="51330" y="22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t">
            <a:extLst xmlns:a="http://schemas.openxmlformats.org/drawingml/2006/main">
              <a:ext uri="{FF2B5EF4-FFF2-40B4-BE49-F238E27FC236}">
                <a16:creationId xmlns:a16="http://schemas.microsoft.com/office/drawing/2014/main" id="{A08F3A61-E245-4EAA-B654-A04B641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0" y="5700983"/>
            <a:ext cx="91967" cy="44349"/>
          </a:xfrm>
          <a:custGeom xmlns:a="http://schemas.openxmlformats.org/drawingml/2006/main">
            <a:pathLst>
              <a:path w="91967" h="44349">
                <a:moveTo>
                  <a:pt x="0" y="15778"/>
                </a:moveTo>
                <a:lnTo>
                  <a:pt x="24449" y="15778"/>
                </a:lnTo>
                <a:lnTo>
                  <a:pt x="24449" y="0"/>
                </a:lnTo>
                <a:lnTo>
                  <a:pt x="31414" y="0"/>
                </a:lnTo>
                <a:lnTo>
                  <a:pt x="31414" y="15778"/>
                </a:lnTo>
                <a:lnTo>
                  <a:pt x="72534" y="15778"/>
                </a:lnTo>
                <a:cubicBezTo>
                  <a:pt x="76382" y="15778"/>
                  <a:pt x="78864" y="15600"/>
                  <a:pt x="79981" y="15245"/>
                </a:cubicBezTo>
                <a:cubicBezTo>
                  <a:pt x="81097" y="14890"/>
                  <a:pt x="82000" y="14262"/>
                  <a:pt x="82690" y="13362"/>
                </a:cubicBezTo>
                <a:cubicBezTo>
                  <a:pt x="83379" y="12461"/>
                  <a:pt x="83723" y="11632"/>
                  <a:pt x="83723" y="10874"/>
                </a:cubicBezTo>
                <a:cubicBezTo>
                  <a:pt x="83723" y="7794"/>
                  <a:pt x="81354" y="4880"/>
                  <a:pt x="76616" y="2132"/>
                </a:cubicBezTo>
                <a:lnTo>
                  <a:pt x="78195" y="0"/>
                </a:lnTo>
                <a:cubicBezTo>
                  <a:pt x="87377" y="3838"/>
                  <a:pt x="91967" y="10069"/>
                  <a:pt x="91967" y="18692"/>
                </a:cubicBezTo>
                <a:cubicBezTo>
                  <a:pt x="91967" y="22909"/>
                  <a:pt x="90791" y="26474"/>
                  <a:pt x="88438" y="29388"/>
                </a:cubicBezTo>
                <a:cubicBezTo>
                  <a:pt x="86084" y="32302"/>
                  <a:pt x="83457" y="34162"/>
                  <a:pt x="80556" y="34968"/>
                </a:cubicBezTo>
                <a:cubicBezTo>
                  <a:pt x="78939" y="35441"/>
                  <a:pt x="74564" y="35678"/>
                  <a:pt x="67432" y="35678"/>
                </a:cubicBezTo>
                <a:lnTo>
                  <a:pt x="31414" y="35678"/>
                </a:lnTo>
                <a:lnTo>
                  <a:pt x="31414" y="44349"/>
                </a:lnTo>
                <a:lnTo>
                  <a:pt x="28920" y="44349"/>
                </a:lnTo>
                <a:cubicBezTo>
                  <a:pt x="24694" y="38379"/>
                  <a:pt x="20254" y="33297"/>
                  <a:pt x="15600" y="29104"/>
                </a:cubicBezTo>
                <a:cubicBezTo>
                  <a:pt x="10947" y="24911"/>
                  <a:pt x="5746" y="21251"/>
                  <a:pt x="0" y="18123"/>
                </a:cubicBezTo>
                <a:lnTo>
                  <a:pt x="0" y="15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i">
            <a:extLst xmlns:a="http://schemas.openxmlformats.org/drawingml/2006/main">
              <a:ext uri="{FF2B5EF4-FFF2-40B4-BE49-F238E27FC236}">
                <a16:creationId xmlns:a16="http://schemas.microsoft.com/office/drawing/2014/main" id="{4E9F6433-5BE5-46C8-A440-995D6AB3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6" y="5660686"/>
            <a:ext cx="98506" cy="35891"/>
          </a:xfrm>
          <a:custGeom xmlns:a="http://schemas.openxmlformats.org/drawingml/2006/main">
            <a:pathLst>
              <a:path w="98506" h="35891">
                <a:moveTo>
                  <a:pt x="0" y="17981"/>
                </a:moveTo>
                <a:cubicBezTo>
                  <a:pt x="0" y="14901"/>
                  <a:pt x="1082" y="12295"/>
                  <a:pt x="3245" y="10163"/>
                </a:cubicBezTo>
                <a:cubicBezTo>
                  <a:pt x="5407" y="8031"/>
                  <a:pt x="8009" y="6965"/>
                  <a:pt x="11052" y="6965"/>
                </a:cubicBezTo>
                <a:cubicBezTo>
                  <a:pt x="14095" y="6965"/>
                  <a:pt x="16686" y="8043"/>
                  <a:pt x="18825" y="10199"/>
                </a:cubicBezTo>
                <a:cubicBezTo>
                  <a:pt x="20963" y="12355"/>
                  <a:pt x="22032" y="14949"/>
                  <a:pt x="22032" y="17981"/>
                </a:cubicBezTo>
                <a:cubicBezTo>
                  <a:pt x="22032" y="21014"/>
                  <a:pt x="20963" y="23596"/>
                  <a:pt x="18825" y="25728"/>
                </a:cubicBezTo>
                <a:cubicBezTo>
                  <a:pt x="16686" y="27860"/>
                  <a:pt x="14095" y="28926"/>
                  <a:pt x="11052" y="28926"/>
                </a:cubicBezTo>
                <a:cubicBezTo>
                  <a:pt x="8009" y="28926"/>
                  <a:pt x="5407" y="27860"/>
                  <a:pt x="3245" y="25728"/>
                </a:cubicBezTo>
                <a:cubicBezTo>
                  <a:pt x="1082" y="23596"/>
                  <a:pt x="0" y="21014"/>
                  <a:pt x="0" y="17981"/>
                </a:cubicBezTo>
                <a:moveTo>
                  <a:pt x="31982" y="8031"/>
                </a:moveTo>
                <a:lnTo>
                  <a:pt x="84718" y="8031"/>
                </a:lnTo>
                <a:cubicBezTo>
                  <a:pt x="89409" y="8031"/>
                  <a:pt x="92406" y="7486"/>
                  <a:pt x="93709" y="6397"/>
                </a:cubicBezTo>
                <a:cubicBezTo>
                  <a:pt x="95012" y="5307"/>
                  <a:pt x="95758" y="3175"/>
                  <a:pt x="95947" y="0"/>
                </a:cubicBezTo>
                <a:lnTo>
                  <a:pt x="98506" y="0"/>
                </a:lnTo>
                <a:lnTo>
                  <a:pt x="98506" y="35891"/>
                </a:lnTo>
                <a:lnTo>
                  <a:pt x="95947" y="35891"/>
                </a:lnTo>
                <a:cubicBezTo>
                  <a:pt x="95853" y="32954"/>
                  <a:pt x="95000" y="30774"/>
                  <a:pt x="93389" y="29353"/>
                </a:cubicBezTo>
                <a:cubicBezTo>
                  <a:pt x="92299" y="28405"/>
                  <a:pt x="89409" y="27931"/>
                  <a:pt x="84718" y="27931"/>
                </a:cubicBezTo>
                <a:lnTo>
                  <a:pt x="45913" y="27931"/>
                </a:lnTo>
                <a:cubicBezTo>
                  <a:pt x="41163" y="27931"/>
                  <a:pt x="38128" y="28476"/>
                  <a:pt x="36809" y="29566"/>
                </a:cubicBezTo>
                <a:cubicBezTo>
                  <a:pt x="35489" y="30656"/>
                  <a:pt x="34734" y="32764"/>
                  <a:pt x="34541" y="35891"/>
                </a:cubicBezTo>
                <a:lnTo>
                  <a:pt x="31982" y="35891"/>
                </a:lnTo>
                <a:lnTo>
                  <a:pt x="31982" y="8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o">
            <a:extLst xmlns:a="http://schemas.openxmlformats.org/drawingml/2006/main">
              <a:ext uri="{FF2B5EF4-FFF2-40B4-BE49-F238E27FC236}">
                <a16:creationId xmlns:a16="http://schemas.microsoft.com/office/drawing/2014/main" id="{9B1D943E-1424-42E5-9ED9-E401E8F0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5591698"/>
            <a:ext cx="70504" cy="62330"/>
          </a:xfrm>
          <a:custGeom xmlns:a="http://schemas.openxmlformats.org/drawingml/2006/main">
            <a:pathLst>
              <a:path w="70504" h="62330">
                <a:moveTo>
                  <a:pt x="0" y="31343"/>
                </a:moveTo>
                <a:cubicBezTo>
                  <a:pt x="0" y="25562"/>
                  <a:pt x="1494" y="20185"/>
                  <a:pt x="4482" y="15209"/>
                </a:cubicBezTo>
                <a:cubicBezTo>
                  <a:pt x="7470" y="10234"/>
                  <a:pt x="11715" y="6456"/>
                  <a:pt x="17217" y="3873"/>
                </a:cubicBezTo>
                <a:cubicBezTo>
                  <a:pt x="22719" y="1291"/>
                  <a:pt x="28743" y="0"/>
                  <a:pt x="35287" y="0"/>
                </a:cubicBezTo>
                <a:cubicBezTo>
                  <a:pt x="44725" y="0"/>
                  <a:pt x="52622" y="2393"/>
                  <a:pt x="58979" y="7178"/>
                </a:cubicBezTo>
                <a:cubicBezTo>
                  <a:pt x="66662" y="12959"/>
                  <a:pt x="70504" y="20943"/>
                  <a:pt x="70504" y="31130"/>
                </a:cubicBezTo>
                <a:cubicBezTo>
                  <a:pt x="70504" y="41127"/>
                  <a:pt x="66994" y="48827"/>
                  <a:pt x="59974" y="54228"/>
                </a:cubicBezTo>
                <a:cubicBezTo>
                  <a:pt x="52954" y="59630"/>
                  <a:pt x="44820" y="62330"/>
                  <a:pt x="35572" y="62330"/>
                </a:cubicBezTo>
                <a:cubicBezTo>
                  <a:pt x="26039" y="62330"/>
                  <a:pt x="17727" y="59570"/>
                  <a:pt x="10636" y="54050"/>
                </a:cubicBezTo>
                <a:cubicBezTo>
                  <a:pt x="3545" y="48530"/>
                  <a:pt x="0" y="40961"/>
                  <a:pt x="0" y="31343"/>
                </a:cubicBezTo>
                <a:moveTo>
                  <a:pt x="4975" y="31059"/>
                </a:moveTo>
                <a:cubicBezTo>
                  <a:pt x="4975" y="33475"/>
                  <a:pt x="5889" y="35548"/>
                  <a:pt x="7716" y="37277"/>
                </a:cubicBezTo>
                <a:cubicBezTo>
                  <a:pt x="9541" y="39007"/>
                  <a:pt x="13146" y="40144"/>
                  <a:pt x="18530" y="40689"/>
                </a:cubicBezTo>
                <a:cubicBezTo>
                  <a:pt x="23914" y="41234"/>
                  <a:pt x="31397" y="41506"/>
                  <a:pt x="40980" y="41506"/>
                </a:cubicBezTo>
                <a:cubicBezTo>
                  <a:pt x="46056" y="41506"/>
                  <a:pt x="50800" y="41175"/>
                  <a:pt x="55212" y="40511"/>
                </a:cubicBezTo>
                <a:cubicBezTo>
                  <a:pt x="58579" y="39990"/>
                  <a:pt x="61141" y="38877"/>
                  <a:pt x="62897" y="37171"/>
                </a:cubicBezTo>
                <a:cubicBezTo>
                  <a:pt x="64651" y="35465"/>
                  <a:pt x="65529" y="33522"/>
                  <a:pt x="65529" y="31343"/>
                </a:cubicBezTo>
                <a:cubicBezTo>
                  <a:pt x="65529" y="29211"/>
                  <a:pt x="64936" y="27434"/>
                  <a:pt x="63750" y="26012"/>
                </a:cubicBezTo>
                <a:cubicBezTo>
                  <a:pt x="62137" y="24165"/>
                  <a:pt x="59884" y="22933"/>
                  <a:pt x="56989" y="22317"/>
                </a:cubicBezTo>
                <a:cubicBezTo>
                  <a:pt x="52483" y="21369"/>
                  <a:pt x="43376" y="20895"/>
                  <a:pt x="29666" y="20895"/>
                </a:cubicBezTo>
                <a:cubicBezTo>
                  <a:pt x="21602" y="20895"/>
                  <a:pt x="16065" y="21345"/>
                  <a:pt x="13053" y="22246"/>
                </a:cubicBezTo>
                <a:cubicBezTo>
                  <a:pt x="10040" y="23146"/>
                  <a:pt x="7845" y="24473"/>
                  <a:pt x="6470" y="26226"/>
                </a:cubicBezTo>
                <a:cubicBezTo>
                  <a:pt x="5473" y="27458"/>
                  <a:pt x="4975" y="29069"/>
                  <a:pt x="4975" y="310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Text n">
            <a:extLst xmlns:a="http://schemas.openxmlformats.org/drawingml/2006/main">
              <a:ext uri="{FF2B5EF4-FFF2-40B4-BE49-F238E27FC236}">
                <a16:creationId xmlns:a16="http://schemas.microsoft.com/office/drawing/2014/main" id="{3E680698-7630-4AE2-B00A-B0A41C6F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5509822"/>
            <a:ext cx="68514" cy="71712"/>
          </a:xfrm>
          <a:custGeom xmlns:a="http://schemas.openxmlformats.org/drawingml/2006/main">
            <a:pathLst>
              <a:path w="68514" h="71712">
                <a:moveTo>
                  <a:pt x="1990" y="44633"/>
                </a:moveTo>
                <a:lnTo>
                  <a:pt x="10661" y="44633"/>
                </a:lnTo>
                <a:cubicBezTo>
                  <a:pt x="6940" y="41222"/>
                  <a:pt x="4233" y="37953"/>
                  <a:pt x="2541" y="34825"/>
                </a:cubicBezTo>
                <a:cubicBezTo>
                  <a:pt x="847" y="31698"/>
                  <a:pt x="0" y="28334"/>
                  <a:pt x="0" y="24733"/>
                </a:cubicBezTo>
                <a:cubicBezTo>
                  <a:pt x="0" y="20421"/>
                  <a:pt x="1198" y="16844"/>
                  <a:pt x="3594" y="14001"/>
                </a:cubicBezTo>
                <a:cubicBezTo>
                  <a:pt x="5989" y="11158"/>
                  <a:pt x="8966" y="9263"/>
                  <a:pt x="12524" y="8315"/>
                </a:cubicBezTo>
                <a:cubicBezTo>
                  <a:pt x="15229" y="7557"/>
                  <a:pt x="20425" y="7178"/>
                  <a:pt x="28111" y="7178"/>
                </a:cubicBezTo>
                <a:lnTo>
                  <a:pt x="54015" y="7178"/>
                </a:lnTo>
                <a:cubicBezTo>
                  <a:pt x="59132" y="7178"/>
                  <a:pt x="62318" y="6716"/>
                  <a:pt x="63574" y="5792"/>
                </a:cubicBezTo>
                <a:cubicBezTo>
                  <a:pt x="64830" y="4868"/>
                  <a:pt x="65623" y="2938"/>
                  <a:pt x="65955" y="0"/>
                </a:cubicBezTo>
                <a:lnTo>
                  <a:pt x="68514" y="0"/>
                </a:lnTo>
                <a:lnTo>
                  <a:pt x="68514" y="33617"/>
                </a:lnTo>
                <a:lnTo>
                  <a:pt x="65955" y="33617"/>
                </a:lnTo>
                <a:cubicBezTo>
                  <a:pt x="65623" y="31106"/>
                  <a:pt x="64581" y="29305"/>
                  <a:pt x="62828" y="28216"/>
                </a:cubicBezTo>
                <a:cubicBezTo>
                  <a:pt x="61643" y="27458"/>
                  <a:pt x="58706" y="27079"/>
                  <a:pt x="54015" y="27079"/>
                </a:cubicBezTo>
                <a:lnTo>
                  <a:pt x="24449" y="27079"/>
                </a:lnTo>
                <a:cubicBezTo>
                  <a:pt x="19000" y="27079"/>
                  <a:pt x="15565" y="27292"/>
                  <a:pt x="14143" y="27718"/>
                </a:cubicBezTo>
                <a:cubicBezTo>
                  <a:pt x="12722" y="28145"/>
                  <a:pt x="11620" y="28867"/>
                  <a:pt x="10839" y="29886"/>
                </a:cubicBezTo>
                <a:cubicBezTo>
                  <a:pt x="10057" y="30905"/>
                  <a:pt x="9666" y="32030"/>
                  <a:pt x="9666" y="33262"/>
                </a:cubicBezTo>
                <a:cubicBezTo>
                  <a:pt x="9666" y="37337"/>
                  <a:pt x="12603" y="41127"/>
                  <a:pt x="18479" y="44633"/>
                </a:cubicBezTo>
                <a:lnTo>
                  <a:pt x="54015" y="44633"/>
                </a:lnTo>
                <a:cubicBezTo>
                  <a:pt x="58990" y="44633"/>
                  <a:pt x="62141" y="44171"/>
                  <a:pt x="63467" y="43247"/>
                </a:cubicBezTo>
                <a:cubicBezTo>
                  <a:pt x="64794" y="42324"/>
                  <a:pt x="65623" y="40606"/>
                  <a:pt x="65955" y="38095"/>
                </a:cubicBezTo>
                <a:lnTo>
                  <a:pt x="68514" y="38095"/>
                </a:lnTo>
                <a:lnTo>
                  <a:pt x="68514" y="71712"/>
                </a:lnTo>
                <a:lnTo>
                  <a:pt x="65955" y="71712"/>
                </a:lnTo>
                <a:cubicBezTo>
                  <a:pt x="65671" y="68916"/>
                  <a:pt x="64770" y="66926"/>
                  <a:pt x="63254" y="65742"/>
                </a:cubicBezTo>
                <a:cubicBezTo>
                  <a:pt x="62212" y="64936"/>
                  <a:pt x="59132" y="64534"/>
                  <a:pt x="54015" y="64534"/>
                </a:cubicBezTo>
                <a:lnTo>
                  <a:pt x="16489" y="64534"/>
                </a:lnTo>
                <a:cubicBezTo>
                  <a:pt x="11406" y="64534"/>
                  <a:pt x="8241" y="64996"/>
                  <a:pt x="6994" y="65919"/>
                </a:cubicBezTo>
                <a:cubicBezTo>
                  <a:pt x="5747" y="66843"/>
                  <a:pt x="4932" y="68774"/>
                  <a:pt x="4549" y="71712"/>
                </a:cubicBezTo>
                <a:lnTo>
                  <a:pt x="1990" y="71712"/>
                </a:lnTo>
                <a:lnTo>
                  <a:pt x="1990" y="44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s">
            <a:extLst xmlns:a="http://schemas.openxmlformats.org/drawingml/2006/main">
              <a:ext uri="{FF2B5EF4-FFF2-40B4-BE49-F238E27FC236}">
                <a16:creationId xmlns:a16="http://schemas.microsoft.com/office/drawing/2014/main" id="{EA5956B9-CF1F-4205-83B6-EC132CE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" y="5454037"/>
            <a:ext cx="70504" cy="45699"/>
          </a:xfrm>
          <a:custGeom xmlns:a="http://schemas.openxmlformats.org/drawingml/2006/main">
            <a:pathLst>
              <a:path w="70504" h="45699">
                <a:moveTo>
                  <a:pt x="284" y="4549"/>
                </a:moveTo>
                <a:lnTo>
                  <a:pt x="23027" y="3483"/>
                </a:lnTo>
                <a:lnTo>
                  <a:pt x="23027" y="5899"/>
                </a:lnTo>
                <a:cubicBezTo>
                  <a:pt x="16244" y="8789"/>
                  <a:pt x="11611" y="11786"/>
                  <a:pt x="9128" y="14890"/>
                </a:cubicBezTo>
                <a:cubicBezTo>
                  <a:pt x="6644" y="17993"/>
                  <a:pt x="5401" y="21085"/>
                  <a:pt x="5401" y="24165"/>
                </a:cubicBezTo>
                <a:cubicBezTo>
                  <a:pt x="5401" y="26107"/>
                  <a:pt x="6053" y="27766"/>
                  <a:pt x="7356" y="29140"/>
                </a:cubicBezTo>
                <a:cubicBezTo>
                  <a:pt x="8659" y="30514"/>
                  <a:pt x="10163" y="31201"/>
                  <a:pt x="11869" y="31201"/>
                </a:cubicBezTo>
                <a:cubicBezTo>
                  <a:pt x="13148" y="31201"/>
                  <a:pt x="14380" y="30727"/>
                  <a:pt x="15565" y="29779"/>
                </a:cubicBezTo>
                <a:cubicBezTo>
                  <a:pt x="17507" y="28263"/>
                  <a:pt x="20836" y="24022"/>
                  <a:pt x="25550" y="17057"/>
                </a:cubicBezTo>
                <a:cubicBezTo>
                  <a:pt x="30265" y="10092"/>
                  <a:pt x="34269" y="5508"/>
                  <a:pt x="37562" y="3305"/>
                </a:cubicBezTo>
                <a:cubicBezTo>
                  <a:pt x="40855" y="1102"/>
                  <a:pt x="44539" y="0"/>
                  <a:pt x="48613" y="0"/>
                </a:cubicBezTo>
                <a:cubicBezTo>
                  <a:pt x="52309" y="0"/>
                  <a:pt x="55934" y="924"/>
                  <a:pt x="59487" y="2772"/>
                </a:cubicBezTo>
                <a:cubicBezTo>
                  <a:pt x="63041" y="4620"/>
                  <a:pt x="65765" y="7226"/>
                  <a:pt x="67661" y="10590"/>
                </a:cubicBezTo>
                <a:cubicBezTo>
                  <a:pt x="69556" y="13954"/>
                  <a:pt x="70504" y="17673"/>
                  <a:pt x="70504" y="21748"/>
                </a:cubicBezTo>
                <a:cubicBezTo>
                  <a:pt x="70504" y="24923"/>
                  <a:pt x="69490" y="29163"/>
                  <a:pt x="67463" y="34470"/>
                </a:cubicBezTo>
                <a:cubicBezTo>
                  <a:pt x="66932" y="35891"/>
                  <a:pt x="66666" y="36863"/>
                  <a:pt x="66666" y="37384"/>
                </a:cubicBezTo>
                <a:cubicBezTo>
                  <a:pt x="66666" y="38948"/>
                  <a:pt x="67850" y="40251"/>
                  <a:pt x="70219" y="41293"/>
                </a:cubicBezTo>
                <a:lnTo>
                  <a:pt x="70219" y="43638"/>
                </a:lnTo>
                <a:lnTo>
                  <a:pt x="46339" y="44775"/>
                </a:lnTo>
                <a:lnTo>
                  <a:pt x="46339" y="42359"/>
                </a:lnTo>
                <a:cubicBezTo>
                  <a:pt x="52593" y="40227"/>
                  <a:pt x="57284" y="37301"/>
                  <a:pt x="60411" y="33582"/>
                </a:cubicBezTo>
                <a:cubicBezTo>
                  <a:pt x="63539" y="29862"/>
                  <a:pt x="65102" y="26344"/>
                  <a:pt x="65102" y="23027"/>
                </a:cubicBezTo>
                <a:cubicBezTo>
                  <a:pt x="65102" y="20753"/>
                  <a:pt x="64403" y="18893"/>
                  <a:pt x="63006" y="17448"/>
                </a:cubicBezTo>
                <a:cubicBezTo>
                  <a:pt x="61608" y="16003"/>
                  <a:pt x="59914" y="15281"/>
                  <a:pt x="57924" y="15281"/>
                </a:cubicBezTo>
                <a:cubicBezTo>
                  <a:pt x="55650" y="15281"/>
                  <a:pt x="53683" y="15991"/>
                  <a:pt x="52025" y="17413"/>
                </a:cubicBezTo>
                <a:cubicBezTo>
                  <a:pt x="50367" y="18834"/>
                  <a:pt x="47855" y="22009"/>
                  <a:pt x="44491" y="26936"/>
                </a:cubicBezTo>
                <a:cubicBezTo>
                  <a:pt x="39469" y="34186"/>
                  <a:pt x="35631" y="38877"/>
                  <a:pt x="32978" y="41009"/>
                </a:cubicBezTo>
                <a:cubicBezTo>
                  <a:pt x="29092" y="44136"/>
                  <a:pt x="24804" y="45699"/>
                  <a:pt x="20113" y="45699"/>
                </a:cubicBezTo>
                <a:cubicBezTo>
                  <a:pt x="14996" y="45699"/>
                  <a:pt x="10365" y="43934"/>
                  <a:pt x="6219" y="40405"/>
                </a:cubicBezTo>
                <a:cubicBezTo>
                  <a:pt x="2073" y="36875"/>
                  <a:pt x="0" y="31769"/>
                  <a:pt x="0" y="25088"/>
                </a:cubicBezTo>
                <a:cubicBezTo>
                  <a:pt x="0" y="21488"/>
                  <a:pt x="911" y="18005"/>
                  <a:pt x="2732" y="14641"/>
                </a:cubicBezTo>
                <a:cubicBezTo>
                  <a:pt x="3469" y="13362"/>
                  <a:pt x="3838" y="12319"/>
                  <a:pt x="3838" y="11514"/>
                </a:cubicBezTo>
                <a:cubicBezTo>
                  <a:pt x="3838" y="10661"/>
                  <a:pt x="3660" y="9974"/>
                  <a:pt x="3305" y="9453"/>
                </a:cubicBezTo>
                <a:cubicBezTo>
                  <a:pt x="2949" y="8931"/>
                  <a:pt x="1943" y="8102"/>
                  <a:pt x="284" y="6965"/>
                </a:cubicBezTo>
                <a:lnTo>
                  <a:pt x="284" y="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3508F-3F61-47F2-B2B7-9E240578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9" y="2517330"/>
            <a:ext cx="257634" cy="3178941"/>
          </a:xfrm>
          <a:custGeom xmlns:a="http://schemas.openxmlformats.org/drawingml/2006/main">
            <a:pathLst>
              <a:path w="257634" h="3178941">
                <a:moveTo>
                  <a:pt x="257634" y="3178941"/>
                </a:moveTo>
                <a:cubicBezTo>
                  <a:pt x="186489" y="3178941"/>
                  <a:pt x="128817" y="3129379"/>
                  <a:pt x="128817" y="3068246"/>
                </a:cubicBezTo>
                <a:lnTo>
                  <a:pt x="128817" y="1700166"/>
                </a:lnTo>
                <a:cubicBezTo>
                  <a:pt x="128817" y="1639032"/>
                  <a:pt x="71144" y="1589470"/>
                  <a:pt x="0" y="1589470"/>
                </a:cubicBezTo>
                <a:cubicBezTo>
                  <a:pt x="71144" y="1589470"/>
                  <a:pt x="128817" y="1539909"/>
                  <a:pt x="128817" y="1478775"/>
                </a:cubicBezTo>
                <a:lnTo>
                  <a:pt x="128817" y="110695"/>
                </a:lnTo>
                <a:cubicBezTo>
                  <a:pt x="128817" y="49562"/>
                  <a:pt x="186489" y="0"/>
                  <a:pt x="257634" y="0"/>
                </a:cubicBezTo>
                <a:lnTo>
                  <a:pt x="257634" y="3178941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23767-F944-4CF5-8950-E2C6392B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9" y="2517330"/>
            <a:ext cx="257634" cy="3178941"/>
          </a:xfrm>
          <a:custGeom xmlns:a="http://schemas.openxmlformats.org/drawingml/2006/main">
            <a:pathLst>
              <a:path w="257634" h="3178941" fill="none">
                <a:moveTo>
                  <a:pt x="257634" y="3178941"/>
                </a:moveTo>
                <a:cubicBezTo>
                  <a:pt x="186489" y="3178941"/>
                  <a:pt x="128817" y="3129379"/>
                  <a:pt x="128817" y="3068246"/>
                </a:cubicBezTo>
                <a:lnTo>
                  <a:pt x="128817" y="1700166"/>
                </a:lnTo>
                <a:cubicBezTo>
                  <a:pt x="128817" y="1639032"/>
                  <a:pt x="71144" y="1589470"/>
                  <a:pt x="0" y="1589470"/>
                </a:cubicBezTo>
                <a:cubicBezTo>
                  <a:pt x="71144" y="1589470"/>
                  <a:pt x="128817" y="1539909"/>
                  <a:pt x="128817" y="1478775"/>
                </a:cubicBezTo>
                <a:lnTo>
                  <a:pt x="128817" y="110695"/>
                </a:lnTo>
                <a:cubicBezTo>
                  <a:pt x="128817" y="49562"/>
                  <a:pt x="186489" y="0"/>
                  <a:pt x="25763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D0EC6-B54E-4C24-B9F2-1049514C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66" y="842953"/>
            <a:ext cx="257634" cy="1621493"/>
          </a:xfrm>
          <a:custGeom xmlns:a="http://schemas.openxmlformats.org/drawingml/2006/main">
            <a:pathLst>
              <a:path w="257634" h="1621493">
                <a:moveTo>
                  <a:pt x="257634" y="1621493"/>
                </a:moveTo>
                <a:cubicBezTo>
                  <a:pt x="186489" y="1621493"/>
                  <a:pt x="128817" y="1571931"/>
                  <a:pt x="128817" y="1510798"/>
                </a:cubicBezTo>
                <a:lnTo>
                  <a:pt x="128817" y="921442"/>
                </a:lnTo>
                <a:cubicBezTo>
                  <a:pt x="128817" y="860308"/>
                  <a:pt x="71144" y="810746"/>
                  <a:pt x="0" y="810746"/>
                </a:cubicBezTo>
                <a:cubicBezTo>
                  <a:pt x="71144" y="810746"/>
                  <a:pt x="128817" y="761185"/>
                  <a:pt x="128817" y="700051"/>
                </a:cubicBezTo>
                <a:lnTo>
                  <a:pt x="128817" y="110695"/>
                </a:lnTo>
                <a:cubicBezTo>
                  <a:pt x="128817" y="49562"/>
                  <a:pt x="186489" y="0"/>
                  <a:pt x="257634" y="0"/>
                </a:cubicBezTo>
                <a:lnTo>
                  <a:pt x="257634" y="16214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1F08D-1C22-48B5-8606-6344EE94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66" y="842952"/>
            <a:ext cx="257634" cy="1621493"/>
          </a:xfrm>
          <a:custGeom xmlns:a="http://schemas.openxmlformats.org/drawingml/2006/main">
            <a:pathLst>
              <a:path w="257634" h="1621493" fill="none">
                <a:moveTo>
                  <a:pt x="257634" y="1621493"/>
                </a:moveTo>
                <a:cubicBezTo>
                  <a:pt x="186489" y="1621493"/>
                  <a:pt x="128817" y="1571931"/>
                  <a:pt x="128817" y="1510798"/>
                </a:cubicBezTo>
                <a:lnTo>
                  <a:pt x="128817" y="921442"/>
                </a:lnTo>
                <a:cubicBezTo>
                  <a:pt x="128817" y="860308"/>
                  <a:pt x="71144" y="810746"/>
                  <a:pt x="0" y="810746"/>
                </a:cubicBezTo>
                <a:cubicBezTo>
                  <a:pt x="71144" y="810746"/>
                  <a:pt x="128817" y="761185"/>
                  <a:pt x="128817" y="700051"/>
                </a:cubicBezTo>
                <a:lnTo>
                  <a:pt x="128817" y="110695"/>
                </a:lnTo>
                <a:cubicBezTo>
                  <a:pt x="128817" y="49562"/>
                  <a:pt x="186489" y="0"/>
                  <a:pt x="25763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97DB7-C03D-468B-94DD-5B0411DD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47" y="5736542"/>
            <a:ext cx="257634" cy="1511355"/>
          </a:xfrm>
          <a:custGeom xmlns:a="http://schemas.openxmlformats.org/drawingml/2006/main">
            <a:pathLst>
              <a:path w="257634" h="1511355">
                <a:moveTo>
                  <a:pt x="257634" y="1511355"/>
                </a:moveTo>
                <a:cubicBezTo>
                  <a:pt x="186489" y="1511355"/>
                  <a:pt x="128817" y="1461794"/>
                  <a:pt x="128817" y="1400660"/>
                </a:cubicBezTo>
                <a:lnTo>
                  <a:pt x="128817" y="866373"/>
                </a:lnTo>
                <a:cubicBezTo>
                  <a:pt x="128817" y="805240"/>
                  <a:pt x="71144" y="755678"/>
                  <a:pt x="0" y="755678"/>
                </a:cubicBezTo>
                <a:cubicBezTo>
                  <a:pt x="71144" y="755678"/>
                  <a:pt x="128817" y="706116"/>
                  <a:pt x="128817" y="644982"/>
                </a:cubicBezTo>
                <a:lnTo>
                  <a:pt x="128817" y="110695"/>
                </a:lnTo>
                <a:cubicBezTo>
                  <a:pt x="128817" y="49562"/>
                  <a:pt x="186489" y="0"/>
                  <a:pt x="257634" y="0"/>
                </a:cubicBezTo>
                <a:lnTo>
                  <a:pt x="257634" y="15113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93FBD-CAF4-459D-A3D0-86976AD5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47" y="5736542"/>
            <a:ext cx="257634" cy="1511355"/>
          </a:xfrm>
          <a:custGeom xmlns:a="http://schemas.openxmlformats.org/drawingml/2006/main">
            <a:pathLst>
              <a:path w="257634" h="1511355" fill="none">
                <a:moveTo>
                  <a:pt x="257634" y="1511355"/>
                </a:moveTo>
                <a:cubicBezTo>
                  <a:pt x="186489" y="1511355"/>
                  <a:pt x="128817" y="1461794"/>
                  <a:pt x="128817" y="1400660"/>
                </a:cubicBezTo>
                <a:lnTo>
                  <a:pt x="128817" y="866373"/>
                </a:lnTo>
                <a:cubicBezTo>
                  <a:pt x="128817" y="805240"/>
                  <a:pt x="71144" y="755678"/>
                  <a:pt x="0" y="755678"/>
                </a:cubicBezTo>
                <a:cubicBezTo>
                  <a:pt x="71144" y="755678"/>
                  <a:pt x="128817" y="706116"/>
                  <a:pt x="128817" y="644982"/>
                </a:cubicBezTo>
                <a:lnTo>
                  <a:pt x="128817" y="110695"/>
                </a:lnTo>
                <a:cubicBezTo>
                  <a:pt x="128817" y="49562"/>
                  <a:pt x="186489" y="0"/>
                  <a:pt x="25763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086" cap="flat">
            <a:solidFill>
              <a:srgbClr val="000000"/>
            </a:solidFill>
            <a:miter/>
          </a:ln>
        </p:spPr>
      </p:sp>
      <p:sp>
        <p:nvSpPr>
          <p:cNvPr id="271" name="Text Discard">
            <a:extLst xmlns:a="http://schemas.openxmlformats.org/drawingml/2006/main">
              <a:ext uri="{FF2B5EF4-FFF2-40B4-BE49-F238E27FC236}">
                <a16:creationId xmlns:a16="http://schemas.microsoft.com/office/drawing/2014/main" id="{3BAE9849-3935-4703-9FCC-7EBFB770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31" y="1952974"/>
            <a:ext cx="450503" cy="103055"/>
          </a:xfrm>
          <a:custGeom xmlns:a="http://schemas.openxmlformats.org/drawingml/2006/main">
            <a:pathLst>
              <a:path w="450503" h="103055">
                <a:moveTo>
                  <a:pt x="0" y="101065"/>
                </a:moveTo>
                <a:lnTo>
                  <a:pt x="0" y="98435"/>
                </a:lnTo>
                <a:lnTo>
                  <a:pt x="3625" y="98435"/>
                </a:lnTo>
                <a:cubicBezTo>
                  <a:pt x="7699" y="98435"/>
                  <a:pt x="10590" y="97132"/>
                  <a:pt x="12295" y="94526"/>
                </a:cubicBezTo>
                <a:cubicBezTo>
                  <a:pt x="13338" y="92962"/>
                  <a:pt x="13859" y="89456"/>
                  <a:pt x="13859" y="84007"/>
                </a:cubicBezTo>
                <a:lnTo>
                  <a:pt x="13859" y="21748"/>
                </a:lnTo>
                <a:cubicBezTo>
                  <a:pt x="13859" y="15731"/>
                  <a:pt x="13196" y="11964"/>
                  <a:pt x="11869" y="10448"/>
                </a:cubicBezTo>
                <a:cubicBezTo>
                  <a:pt x="10021" y="8363"/>
                  <a:pt x="7273" y="7320"/>
                  <a:pt x="3625" y="7320"/>
                </a:cubicBezTo>
                <a:lnTo>
                  <a:pt x="0" y="7320"/>
                </a:lnTo>
                <a:lnTo>
                  <a:pt x="0" y="4691"/>
                </a:lnTo>
                <a:lnTo>
                  <a:pt x="39232" y="4691"/>
                </a:lnTo>
                <a:cubicBezTo>
                  <a:pt x="53636" y="4691"/>
                  <a:pt x="64593" y="6325"/>
                  <a:pt x="72103" y="9595"/>
                </a:cubicBezTo>
                <a:cubicBezTo>
                  <a:pt x="79613" y="12864"/>
                  <a:pt x="85654" y="18313"/>
                  <a:pt x="90226" y="25941"/>
                </a:cubicBezTo>
                <a:cubicBezTo>
                  <a:pt x="94799" y="33570"/>
                  <a:pt x="97085" y="42383"/>
                  <a:pt x="97085" y="52380"/>
                </a:cubicBezTo>
                <a:cubicBezTo>
                  <a:pt x="97085" y="65789"/>
                  <a:pt x="93010" y="76995"/>
                  <a:pt x="84860" y="85997"/>
                </a:cubicBezTo>
                <a:cubicBezTo>
                  <a:pt x="75716" y="96042"/>
                  <a:pt x="61785" y="101065"/>
                  <a:pt x="43070" y="101065"/>
                </a:cubicBezTo>
                <a:lnTo>
                  <a:pt x="0" y="101065"/>
                </a:lnTo>
                <a:moveTo>
                  <a:pt x="27505" y="94171"/>
                </a:moveTo>
                <a:cubicBezTo>
                  <a:pt x="33522" y="95450"/>
                  <a:pt x="38569" y="96090"/>
                  <a:pt x="42643" y="96090"/>
                </a:cubicBezTo>
                <a:cubicBezTo>
                  <a:pt x="53636" y="96090"/>
                  <a:pt x="62757" y="92228"/>
                  <a:pt x="70006" y="84505"/>
                </a:cubicBezTo>
                <a:cubicBezTo>
                  <a:pt x="77256" y="76782"/>
                  <a:pt x="80880" y="66310"/>
                  <a:pt x="80880" y="53091"/>
                </a:cubicBezTo>
                <a:cubicBezTo>
                  <a:pt x="80880" y="39777"/>
                  <a:pt x="77256" y="29282"/>
                  <a:pt x="70006" y="21606"/>
                </a:cubicBezTo>
                <a:cubicBezTo>
                  <a:pt x="62757" y="13930"/>
                  <a:pt x="53446" y="10092"/>
                  <a:pt x="42075" y="10092"/>
                </a:cubicBezTo>
                <a:cubicBezTo>
                  <a:pt x="37810" y="10092"/>
                  <a:pt x="32954" y="10779"/>
                  <a:pt x="27505" y="12153"/>
                </a:cubicBezTo>
                <a:lnTo>
                  <a:pt x="27505" y="94171"/>
                </a:lnTo>
                <a:close/>
                <a:moveTo>
                  <a:pt x="123902" y="0"/>
                </a:moveTo>
                <a:cubicBezTo>
                  <a:pt x="125892" y="0"/>
                  <a:pt x="127586" y="703"/>
                  <a:pt x="128983" y="2108"/>
                </a:cubicBezTo>
                <a:cubicBezTo>
                  <a:pt x="130381" y="3511"/>
                  <a:pt x="131080" y="5213"/>
                  <a:pt x="131080" y="7214"/>
                </a:cubicBezTo>
                <a:cubicBezTo>
                  <a:pt x="131080" y="9214"/>
                  <a:pt x="130381" y="10929"/>
                  <a:pt x="128983" y="12358"/>
                </a:cubicBezTo>
                <a:cubicBezTo>
                  <a:pt x="127586" y="13785"/>
                  <a:pt x="125892" y="14499"/>
                  <a:pt x="123902" y="14499"/>
                </a:cubicBezTo>
                <a:cubicBezTo>
                  <a:pt x="121912" y="14499"/>
                  <a:pt x="120206" y="13785"/>
                  <a:pt x="118784" y="12358"/>
                </a:cubicBezTo>
                <a:cubicBezTo>
                  <a:pt x="117363" y="10929"/>
                  <a:pt x="116652" y="9214"/>
                  <a:pt x="116652" y="7214"/>
                </a:cubicBezTo>
                <a:cubicBezTo>
                  <a:pt x="116652" y="5213"/>
                  <a:pt x="117351" y="3511"/>
                  <a:pt x="118749" y="2108"/>
                </a:cubicBezTo>
                <a:cubicBezTo>
                  <a:pt x="120147" y="703"/>
                  <a:pt x="121864" y="0"/>
                  <a:pt x="123902" y="0"/>
                </a:cubicBezTo>
                <a:moveTo>
                  <a:pt x="129801" y="34115"/>
                </a:moveTo>
                <a:lnTo>
                  <a:pt x="129801" y="86308"/>
                </a:lnTo>
                <a:cubicBezTo>
                  <a:pt x="129801" y="90374"/>
                  <a:pt x="130097" y="93081"/>
                  <a:pt x="130689" y="94428"/>
                </a:cubicBezTo>
                <a:cubicBezTo>
                  <a:pt x="131281" y="95776"/>
                  <a:pt x="132158" y="96780"/>
                  <a:pt x="133319" y="97442"/>
                </a:cubicBezTo>
                <a:cubicBezTo>
                  <a:pt x="134480" y="98104"/>
                  <a:pt x="136600" y="98435"/>
                  <a:pt x="139680" y="98435"/>
                </a:cubicBezTo>
                <a:lnTo>
                  <a:pt x="139680" y="101065"/>
                </a:lnTo>
                <a:lnTo>
                  <a:pt x="108053" y="101065"/>
                </a:lnTo>
                <a:lnTo>
                  <a:pt x="108053" y="98435"/>
                </a:lnTo>
                <a:cubicBezTo>
                  <a:pt x="111227" y="98435"/>
                  <a:pt x="113359" y="98128"/>
                  <a:pt x="114449" y="97513"/>
                </a:cubicBezTo>
                <a:cubicBezTo>
                  <a:pt x="115539" y="96899"/>
                  <a:pt x="116404" y="95882"/>
                  <a:pt x="117043" y="94464"/>
                </a:cubicBezTo>
                <a:cubicBezTo>
                  <a:pt x="117683" y="93045"/>
                  <a:pt x="118003" y="90327"/>
                  <a:pt x="118003" y="86308"/>
                </a:cubicBezTo>
                <a:lnTo>
                  <a:pt x="118003" y="61275"/>
                </a:lnTo>
                <a:cubicBezTo>
                  <a:pt x="118003" y="54230"/>
                  <a:pt x="117789" y="49668"/>
                  <a:pt x="117363" y="47590"/>
                </a:cubicBezTo>
                <a:cubicBezTo>
                  <a:pt x="117031" y="46076"/>
                  <a:pt x="116510" y="45024"/>
                  <a:pt x="115799" y="44433"/>
                </a:cubicBezTo>
                <a:cubicBezTo>
                  <a:pt x="115089" y="43843"/>
                  <a:pt x="114117" y="43547"/>
                  <a:pt x="112885" y="43547"/>
                </a:cubicBezTo>
                <a:cubicBezTo>
                  <a:pt x="111559" y="43547"/>
                  <a:pt x="109948" y="43902"/>
                  <a:pt x="108053" y="44611"/>
                </a:cubicBezTo>
                <a:lnTo>
                  <a:pt x="107058" y="42057"/>
                </a:lnTo>
                <a:lnTo>
                  <a:pt x="126673" y="34115"/>
                </a:lnTo>
                <a:lnTo>
                  <a:pt x="129801" y="34115"/>
                </a:lnTo>
                <a:close/>
                <a:moveTo>
                  <a:pt x="189692" y="34115"/>
                </a:moveTo>
                <a:lnTo>
                  <a:pt x="189692" y="56147"/>
                </a:lnTo>
                <a:lnTo>
                  <a:pt x="187346" y="56147"/>
                </a:lnTo>
                <a:cubicBezTo>
                  <a:pt x="185546" y="49237"/>
                  <a:pt x="183236" y="44536"/>
                  <a:pt x="180417" y="42046"/>
                </a:cubicBezTo>
                <a:cubicBezTo>
                  <a:pt x="177598" y="39554"/>
                  <a:pt x="174008" y="38308"/>
                  <a:pt x="169649" y="38308"/>
                </a:cubicBezTo>
                <a:cubicBezTo>
                  <a:pt x="166333" y="38308"/>
                  <a:pt x="163656" y="39184"/>
                  <a:pt x="161618" y="40935"/>
                </a:cubicBezTo>
                <a:cubicBezTo>
                  <a:pt x="159581" y="42686"/>
                  <a:pt x="158562" y="44626"/>
                  <a:pt x="158562" y="46757"/>
                </a:cubicBezTo>
                <a:cubicBezTo>
                  <a:pt x="158562" y="49407"/>
                  <a:pt x="159320" y="51678"/>
                  <a:pt x="160836" y="53571"/>
                </a:cubicBezTo>
                <a:cubicBezTo>
                  <a:pt x="162305" y="55512"/>
                  <a:pt x="165290" y="57571"/>
                  <a:pt x="169792" y="59747"/>
                </a:cubicBezTo>
                <a:lnTo>
                  <a:pt x="180168" y="64789"/>
                </a:lnTo>
                <a:cubicBezTo>
                  <a:pt x="189786" y="69474"/>
                  <a:pt x="194596" y="75650"/>
                  <a:pt x="194596" y="83319"/>
                </a:cubicBezTo>
                <a:cubicBezTo>
                  <a:pt x="194596" y="89234"/>
                  <a:pt x="192357" y="94003"/>
                  <a:pt x="187879" y="97624"/>
                </a:cubicBezTo>
                <a:cubicBezTo>
                  <a:pt x="183402" y="101245"/>
                  <a:pt x="178391" y="103055"/>
                  <a:pt x="172848" y="103055"/>
                </a:cubicBezTo>
                <a:cubicBezTo>
                  <a:pt x="168868" y="103055"/>
                  <a:pt x="164319" y="102344"/>
                  <a:pt x="159202" y="100923"/>
                </a:cubicBezTo>
                <a:cubicBezTo>
                  <a:pt x="157638" y="100449"/>
                  <a:pt x="156359" y="100212"/>
                  <a:pt x="155364" y="100212"/>
                </a:cubicBezTo>
                <a:cubicBezTo>
                  <a:pt x="154274" y="100212"/>
                  <a:pt x="153421" y="100828"/>
                  <a:pt x="152805" y="102060"/>
                </a:cubicBezTo>
                <a:lnTo>
                  <a:pt x="150460" y="102060"/>
                </a:lnTo>
                <a:lnTo>
                  <a:pt x="150460" y="78748"/>
                </a:lnTo>
                <a:lnTo>
                  <a:pt x="152805" y="78748"/>
                </a:lnTo>
                <a:cubicBezTo>
                  <a:pt x="154132" y="85405"/>
                  <a:pt x="156667" y="90422"/>
                  <a:pt x="160410" y="93798"/>
                </a:cubicBezTo>
                <a:cubicBezTo>
                  <a:pt x="164153" y="97173"/>
                  <a:pt x="168346" y="98861"/>
                  <a:pt x="172990" y="98861"/>
                </a:cubicBezTo>
                <a:cubicBezTo>
                  <a:pt x="176259" y="98861"/>
                  <a:pt x="178924" y="97903"/>
                  <a:pt x="180985" y="95987"/>
                </a:cubicBezTo>
                <a:cubicBezTo>
                  <a:pt x="183046" y="94070"/>
                  <a:pt x="184077" y="91762"/>
                  <a:pt x="184077" y="89065"/>
                </a:cubicBezTo>
                <a:cubicBezTo>
                  <a:pt x="184077" y="85798"/>
                  <a:pt x="182928" y="83053"/>
                  <a:pt x="180630" y="80829"/>
                </a:cubicBezTo>
                <a:cubicBezTo>
                  <a:pt x="178332" y="78605"/>
                  <a:pt x="173748" y="75790"/>
                  <a:pt x="166878" y="72383"/>
                </a:cubicBezTo>
                <a:cubicBezTo>
                  <a:pt x="160007" y="68974"/>
                  <a:pt x="155506" y="65897"/>
                  <a:pt x="153374" y="63152"/>
                </a:cubicBezTo>
                <a:cubicBezTo>
                  <a:pt x="151242" y="60454"/>
                  <a:pt x="150176" y="57047"/>
                  <a:pt x="150176" y="52929"/>
                </a:cubicBezTo>
                <a:cubicBezTo>
                  <a:pt x="150176" y="47581"/>
                  <a:pt x="152012" y="43108"/>
                  <a:pt x="155684" y="39512"/>
                </a:cubicBezTo>
                <a:cubicBezTo>
                  <a:pt x="159356" y="35914"/>
                  <a:pt x="164106" y="34115"/>
                  <a:pt x="169934" y="34115"/>
                </a:cubicBezTo>
                <a:cubicBezTo>
                  <a:pt x="172492" y="34115"/>
                  <a:pt x="175596" y="34660"/>
                  <a:pt x="179244" y="35749"/>
                </a:cubicBezTo>
                <a:cubicBezTo>
                  <a:pt x="181661" y="36460"/>
                  <a:pt x="183272" y="36815"/>
                  <a:pt x="184077" y="36815"/>
                </a:cubicBezTo>
                <a:cubicBezTo>
                  <a:pt x="184835" y="36815"/>
                  <a:pt x="185427" y="36650"/>
                  <a:pt x="185854" y="36318"/>
                </a:cubicBezTo>
                <a:cubicBezTo>
                  <a:pt x="186280" y="35986"/>
                  <a:pt x="186778" y="35252"/>
                  <a:pt x="187346" y="34115"/>
                </a:cubicBezTo>
                <a:lnTo>
                  <a:pt x="189692" y="34115"/>
                </a:lnTo>
                <a:close/>
                <a:moveTo>
                  <a:pt x="259678" y="76332"/>
                </a:moveTo>
                <a:cubicBezTo>
                  <a:pt x="257925" y="84908"/>
                  <a:pt x="254490" y="91505"/>
                  <a:pt x="249373" y="96125"/>
                </a:cubicBezTo>
                <a:cubicBezTo>
                  <a:pt x="244255" y="100745"/>
                  <a:pt x="238593" y="103055"/>
                  <a:pt x="232386" y="103055"/>
                </a:cubicBezTo>
                <a:cubicBezTo>
                  <a:pt x="224995" y="103055"/>
                  <a:pt x="218551" y="99955"/>
                  <a:pt x="213055" y="93755"/>
                </a:cubicBezTo>
                <a:cubicBezTo>
                  <a:pt x="207558" y="87554"/>
                  <a:pt x="204810" y="79176"/>
                  <a:pt x="204810" y="68620"/>
                </a:cubicBezTo>
                <a:cubicBezTo>
                  <a:pt x="204810" y="58396"/>
                  <a:pt x="207855" y="50090"/>
                  <a:pt x="213943" y="43701"/>
                </a:cubicBezTo>
                <a:cubicBezTo>
                  <a:pt x="220032" y="37310"/>
                  <a:pt x="227340" y="34115"/>
                  <a:pt x="235869" y="34115"/>
                </a:cubicBezTo>
                <a:cubicBezTo>
                  <a:pt x="242265" y="34115"/>
                  <a:pt x="247525" y="35803"/>
                  <a:pt x="251647" y="39181"/>
                </a:cubicBezTo>
                <a:cubicBezTo>
                  <a:pt x="255769" y="42557"/>
                  <a:pt x="257830" y="46063"/>
                  <a:pt x="257830" y="49699"/>
                </a:cubicBezTo>
                <a:cubicBezTo>
                  <a:pt x="257830" y="51494"/>
                  <a:pt x="257250" y="52947"/>
                  <a:pt x="256089" y="54057"/>
                </a:cubicBezTo>
                <a:cubicBezTo>
                  <a:pt x="254928" y="55166"/>
                  <a:pt x="253305" y="55721"/>
                  <a:pt x="251221" y="55721"/>
                </a:cubicBezTo>
                <a:cubicBezTo>
                  <a:pt x="248425" y="55721"/>
                  <a:pt x="246317" y="54820"/>
                  <a:pt x="244895" y="53020"/>
                </a:cubicBezTo>
                <a:cubicBezTo>
                  <a:pt x="244090" y="52025"/>
                  <a:pt x="243557" y="50130"/>
                  <a:pt x="243296" y="47334"/>
                </a:cubicBezTo>
                <a:cubicBezTo>
                  <a:pt x="243035" y="44539"/>
                  <a:pt x="242076" y="42406"/>
                  <a:pt x="240418" y="40938"/>
                </a:cubicBezTo>
                <a:cubicBezTo>
                  <a:pt x="238759" y="39516"/>
                  <a:pt x="236461" y="38805"/>
                  <a:pt x="233524" y="38805"/>
                </a:cubicBezTo>
                <a:cubicBezTo>
                  <a:pt x="228785" y="38805"/>
                  <a:pt x="224971" y="40559"/>
                  <a:pt x="222081" y="44065"/>
                </a:cubicBezTo>
                <a:cubicBezTo>
                  <a:pt x="218243" y="48708"/>
                  <a:pt x="216324" y="54844"/>
                  <a:pt x="216324" y="62472"/>
                </a:cubicBezTo>
                <a:cubicBezTo>
                  <a:pt x="216324" y="70243"/>
                  <a:pt x="218231" y="77102"/>
                  <a:pt x="222045" y="83048"/>
                </a:cubicBezTo>
                <a:cubicBezTo>
                  <a:pt x="225860" y="88994"/>
                  <a:pt x="231012" y="91967"/>
                  <a:pt x="237504" y="91967"/>
                </a:cubicBezTo>
                <a:cubicBezTo>
                  <a:pt x="242147" y="91967"/>
                  <a:pt x="246317" y="90380"/>
                  <a:pt x="250012" y="87206"/>
                </a:cubicBezTo>
                <a:cubicBezTo>
                  <a:pt x="252618" y="85026"/>
                  <a:pt x="255153" y="81070"/>
                  <a:pt x="257617" y="75337"/>
                </a:cubicBezTo>
                <a:lnTo>
                  <a:pt x="259678" y="76332"/>
                </a:lnTo>
                <a:close/>
                <a:moveTo>
                  <a:pt x="305795" y="91683"/>
                </a:moveTo>
                <a:cubicBezTo>
                  <a:pt x="299114" y="96848"/>
                  <a:pt x="294921" y="99833"/>
                  <a:pt x="293215" y="100638"/>
                </a:cubicBezTo>
                <a:cubicBezTo>
                  <a:pt x="290657" y="101870"/>
                  <a:pt x="287932" y="102486"/>
                  <a:pt x="285042" y="102486"/>
                </a:cubicBezTo>
                <a:cubicBezTo>
                  <a:pt x="280541" y="102486"/>
                  <a:pt x="276833" y="100946"/>
                  <a:pt x="273919" y="97866"/>
                </a:cubicBezTo>
                <a:cubicBezTo>
                  <a:pt x="271005" y="94787"/>
                  <a:pt x="269548" y="90736"/>
                  <a:pt x="269548" y="85713"/>
                </a:cubicBezTo>
                <a:cubicBezTo>
                  <a:pt x="269548" y="82539"/>
                  <a:pt x="270259" y="79790"/>
                  <a:pt x="271681" y="77469"/>
                </a:cubicBezTo>
                <a:cubicBezTo>
                  <a:pt x="273623" y="74247"/>
                  <a:pt x="276999" y="71214"/>
                  <a:pt x="281808" y="68371"/>
                </a:cubicBezTo>
                <a:cubicBezTo>
                  <a:pt x="286618" y="65529"/>
                  <a:pt x="294613" y="62070"/>
                  <a:pt x="305795" y="57995"/>
                </a:cubicBezTo>
                <a:lnTo>
                  <a:pt x="305795" y="55436"/>
                </a:lnTo>
                <a:cubicBezTo>
                  <a:pt x="305795" y="48945"/>
                  <a:pt x="304765" y="44491"/>
                  <a:pt x="302704" y="42075"/>
                </a:cubicBezTo>
                <a:cubicBezTo>
                  <a:pt x="300643" y="39658"/>
                  <a:pt x="297646" y="38450"/>
                  <a:pt x="293713" y="38450"/>
                </a:cubicBezTo>
                <a:cubicBezTo>
                  <a:pt x="290728" y="38450"/>
                  <a:pt x="288359" y="39253"/>
                  <a:pt x="286606" y="40858"/>
                </a:cubicBezTo>
                <a:cubicBezTo>
                  <a:pt x="284805" y="42463"/>
                  <a:pt x="283905" y="44304"/>
                  <a:pt x="283905" y="46381"/>
                </a:cubicBezTo>
                <a:lnTo>
                  <a:pt x="284047" y="50488"/>
                </a:lnTo>
                <a:cubicBezTo>
                  <a:pt x="284047" y="52659"/>
                  <a:pt x="283490" y="54334"/>
                  <a:pt x="282377" y="55514"/>
                </a:cubicBezTo>
                <a:cubicBezTo>
                  <a:pt x="281264" y="56694"/>
                  <a:pt x="279807" y="57284"/>
                  <a:pt x="278006" y="57284"/>
                </a:cubicBezTo>
                <a:cubicBezTo>
                  <a:pt x="276253" y="57284"/>
                  <a:pt x="274820" y="56670"/>
                  <a:pt x="273706" y="55443"/>
                </a:cubicBezTo>
                <a:cubicBezTo>
                  <a:pt x="272593" y="54214"/>
                  <a:pt x="272036" y="52536"/>
                  <a:pt x="272036" y="50410"/>
                </a:cubicBezTo>
                <a:cubicBezTo>
                  <a:pt x="272036" y="46349"/>
                  <a:pt x="274121" y="42617"/>
                  <a:pt x="278290" y="39216"/>
                </a:cubicBezTo>
                <a:cubicBezTo>
                  <a:pt x="282460" y="35815"/>
                  <a:pt x="288312" y="34115"/>
                  <a:pt x="295845" y="34115"/>
                </a:cubicBezTo>
                <a:cubicBezTo>
                  <a:pt x="301626" y="34115"/>
                  <a:pt x="306364" y="35085"/>
                  <a:pt x="310060" y="37024"/>
                </a:cubicBezTo>
                <a:cubicBezTo>
                  <a:pt x="312855" y="38492"/>
                  <a:pt x="314916" y="40787"/>
                  <a:pt x="316243" y="43912"/>
                </a:cubicBezTo>
                <a:cubicBezTo>
                  <a:pt x="317096" y="45946"/>
                  <a:pt x="317522" y="50110"/>
                  <a:pt x="317522" y="56405"/>
                </a:cubicBezTo>
                <a:lnTo>
                  <a:pt x="317522" y="78482"/>
                </a:lnTo>
                <a:cubicBezTo>
                  <a:pt x="317522" y="84681"/>
                  <a:pt x="317641" y="88479"/>
                  <a:pt x="317878" y="89875"/>
                </a:cubicBezTo>
                <a:cubicBezTo>
                  <a:pt x="318114" y="91272"/>
                  <a:pt x="318505" y="92207"/>
                  <a:pt x="319050" y="92680"/>
                </a:cubicBezTo>
                <a:cubicBezTo>
                  <a:pt x="319595" y="93153"/>
                  <a:pt x="320223" y="93389"/>
                  <a:pt x="320934" y="93389"/>
                </a:cubicBezTo>
                <a:cubicBezTo>
                  <a:pt x="321692" y="93389"/>
                  <a:pt x="322355" y="93223"/>
                  <a:pt x="322924" y="92891"/>
                </a:cubicBezTo>
                <a:cubicBezTo>
                  <a:pt x="323919" y="92275"/>
                  <a:pt x="325838" y="90546"/>
                  <a:pt x="328681" y="87703"/>
                </a:cubicBezTo>
                <a:lnTo>
                  <a:pt x="328681" y="91683"/>
                </a:lnTo>
                <a:cubicBezTo>
                  <a:pt x="323374" y="98790"/>
                  <a:pt x="318304" y="102344"/>
                  <a:pt x="313471" y="102344"/>
                </a:cubicBezTo>
                <a:cubicBezTo>
                  <a:pt x="311149" y="102344"/>
                  <a:pt x="309301" y="101539"/>
                  <a:pt x="307927" y="99928"/>
                </a:cubicBezTo>
                <a:cubicBezTo>
                  <a:pt x="306553" y="98317"/>
                  <a:pt x="305843" y="95568"/>
                  <a:pt x="305795" y="91683"/>
                </a:cubicBezTo>
                <a:moveTo>
                  <a:pt x="305795" y="87023"/>
                </a:moveTo>
                <a:lnTo>
                  <a:pt x="305795" y="62330"/>
                </a:lnTo>
                <a:cubicBezTo>
                  <a:pt x="298641" y="65160"/>
                  <a:pt x="294021" y="67165"/>
                  <a:pt x="291936" y="68345"/>
                </a:cubicBezTo>
                <a:cubicBezTo>
                  <a:pt x="288193" y="70421"/>
                  <a:pt x="285516" y="72591"/>
                  <a:pt x="283905" y="74855"/>
                </a:cubicBezTo>
                <a:cubicBezTo>
                  <a:pt x="282294" y="77119"/>
                  <a:pt x="281489" y="79595"/>
                  <a:pt x="281489" y="82284"/>
                </a:cubicBezTo>
                <a:cubicBezTo>
                  <a:pt x="281489" y="85681"/>
                  <a:pt x="282507" y="88499"/>
                  <a:pt x="284545" y="90739"/>
                </a:cubicBezTo>
                <a:cubicBezTo>
                  <a:pt x="286582" y="92979"/>
                  <a:pt x="288927" y="94100"/>
                  <a:pt x="291581" y="94100"/>
                </a:cubicBezTo>
                <a:cubicBezTo>
                  <a:pt x="295182" y="94100"/>
                  <a:pt x="299920" y="91741"/>
                  <a:pt x="305795" y="87023"/>
                </a:cubicBezTo>
                <a:close/>
                <a:moveTo>
                  <a:pt x="352496" y="34115"/>
                </a:moveTo>
                <a:lnTo>
                  <a:pt x="352496" y="48756"/>
                </a:lnTo>
                <a:cubicBezTo>
                  <a:pt x="357944" y="38995"/>
                  <a:pt x="363535" y="34115"/>
                  <a:pt x="369269" y="34115"/>
                </a:cubicBezTo>
                <a:cubicBezTo>
                  <a:pt x="371875" y="34115"/>
                  <a:pt x="374030" y="34908"/>
                  <a:pt x="375736" y="36496"/>
                </a:cubicBezTo>
                <a:cubicBezTo>
                  <a:pt x="377442" y="38083"/>
                  <a:pt x="378295" y="39919"/>
                  <a:pt x="378295" y="42004"/>
                </a:cubicBezTo>
                <a:cubicBezTo>
                  <a:pt x="378295" y="43852"/>
                  <a:pt x="377679" y="45415"/>
                  <a:pt x="376447" y="46694"/>
                </a:cubicBezTo>
                <a:cubicBezTo>
                  <a:pt x="375215" y="47974"/>
                  <a:pt x="373746" y="48613"/>
                  <a:pt x="372040" y="48613"/>
                </a:cubicBezTo>
                <a:cubicBezTo>
                  <a:pt x="370382" y="48613"/>
                  <a:pt x="368522" y="47796"/>
                  <a:pt x="366461" y="46161"/>
                </a:cubicBezTo>
                <a:cubicBezTo>
                  <a:pt x="364400" y="44527"/>
                  <a:pt x="362872" y="43709"/>
                  <a:pt x="361877" y="43709"/>
                </a:cubicBezTo>
                <a:cubicBezTo>
                  <a:pt x="361024" y="43709"/>
                  <a:pt x="360100" y="44182"/>
                  <a:pt x="359105" y="45126"/>
                </a:cubicBezTo>
                <a:cubicBezTo>
                  <a:pt x="356973" y="47065"/>
                  <a:pt x="354770" y="50255"/>
                  <a:pt x="352496" y="54697"/>
                </a:cubicBezTo>
                <a:lnTo>
                  <a:pt x="352496" y="85817"/>
                </a:lnTo>
                <a:cubicBezTo>
                  <a:pt x="352496" y="89408"/>
                  <a:pt x="352946" y="92125"/>
                  <a:pt x="353846" y="93969"/>
                </a:cubicBezTo>
                <a:cubicBezTo>
                  <a:pt x="354462" y="95245"/>
                  <a:pt x="355552" y="96309"/>
                  <a:pt x="357115" y="97160"/>
                </a:cubicBezTo>
                <a:cubicBezTo>
                  <a:pt x="358679" y="98010"/>
                  <a:pt x="360929" y="98435"/>
                  <a:pt x="363867" y="98435"/>
                </a:cubicBezTo>
                <a:lnTo>
                  <a:pt x="363867" y="101065"/>
                </a:lnTo>
                <a:lnTo>
                  <a:pt x="330534" y="101065"/>
                </a:lnTo>
                <a:lnTo>
                  <a:pt x="330534" y="98435"/>
                </a:lnTo>
                <a:cubicBezTo>
                  <a:pt x="333851" y="98435"/>
                  <a:pt x="336315" y="97915"/>
                  <a:pt x="337926" y="96876"/>
                </a:cubicBezTo>
                <a:cubicBezTo>
                  <a:pt x="339110" y="96119"/>
                  <a:pt x="339939" y="94913"/>
                  <a:pt x="340413" y="93258"/>
                </a:cubicBezTo>
                <a:cubicBezTo>
                  <a:pt x="340650" y="92454"/>
                  <a:pt x="340769" y="90161"/>
                  <a:pt x="340769" y="86379"/>
                </a:cubicBezTo>
                <a:lnTo>
                  <a:pt x="340769" y="61204"/>
                </a:lnTo>
                <a:cubicBezTo>
                  <a:pt x="340769" y="53640"/>
                  <a:pt x="340615" y="49137"/>
                  <a:pt x="340307" y="47696"/>
                </a:cubicBezTo>
                <a:cubicBezTo>
                  <a:pt x="339999" y="46254"/>
                  <a:pt x="339430" y="45202"/>
                  <a:pt x="338601" y="44540"/>
                </a:cubicBezTo>
                <a:cubicBezTo>
                  <a:pt x="337772" y="43878"/>
                  <a:pt x="336741" y="43547"/>
                  <a:pt x="335509" y="43547"/>
                </a:cubicBezTo>
                <a:cubicBezTo>
                  <a:pt x="334040" y="43547"/>
                  <a:pt x="332382" y="43902"/>
                  <a:pt x="330534" y="44611"/>
                </a:cubicBezTo>
                <a:lnTo>
                  <a:pt x="329824" y="42057"/>
                </a:lnTo>
                <a:lnTo>
                  <a:pt x="349511" y="34115"/>
                </a:lnTo>
                <a:lnTo>
                  <a:pt x="352496" y="34115"/>
                </a:lnTo>
                <a:close/>
                <a:moveTo>
                  <a:pt x="427902" y="93744"/>
                </a:moveTo>
                <a:cubicBezTo>
                  <a:pt x="424727" y="97061"/>
                  <a:pt x="421624" y="99442"/>
                  <a:pt x="418591" y="100887"/>
                </a:cubicBezTo>
                <a:cubicBezTo>
                  <a:pt x="415559" y="102332"/>
                  <a:pt x="412290" y="103055"/>
                  <a:pt x="408783" y="103055"/>
                </a:cubicBezTo>
                <a:cubicBezTo>
                  <a:pt x="401676" y="103055"/>
                  <a:pt x="395469" y="100088"/>
                  <a:pt x="390163" y="94155"/>
                </a:cubicBezTo>
                <a:cubicBezTo>
                  <a:pt x="384856" y="88221"/>
                  <a:pt x="382202" y="80595"/>
                  <a:pt x="382202" y="71279"/>
                </a:cubicBezTo>
                <a:cubicBezTo>
                  <a:pt x="382202" y="61964"/>
                  <a:pt x="385140" y="53441"/>
                  <a:pt x="391015" y="45711"/>
                </a:cubicBezTo>
                <a:cubicBezTo>
                  <a:pt x="396891" y="37980"/>
                  <a:pt x="404448" y="34115"/>
                  <a:pt x="413687" y="34115"/>
                </a:cubicBezTo>
                <a:cubicBezTo>
                  <a:pt x="419421" y="34115"/>
                  <a:pt x="424159" y="35939"/>
                  <a:pt x="427902" y="39587"/>
                </a:cubicBezTo>
                <a:lnTo>
                  <a:pt x="427902" y="27549"/>
                </a:lnTo>
                <a:cubicBezTo>
                  <a:pt x="427902" y="20079"/>
                  <a:pt x="427724" y="15488"/>
                  <a:pt x="427369" y="13775"/>
                </a:cubicBezTo>
                <a:cubicBezTo>
                  <a:pt x="427013" y="12062"/>
                  <a:pt x="426457" y="10896"/>
                  <a:pt x="425699" y="10279"/>
                </a:cubicBezTo>
                <a:cubicBezTo>
                  <a:pt x="424941" y="9660"/>
                  <a:pt x="423993" y="9350"/>
                  <a:pt x="422856" y="9350"/>
                </a:cubicBezTo>
                <a:cubicBezTo>
                  <a:pt x="421624" y="9350"/>
                  <a:pt x="419989" y="9731"/>
                  <a:pt x="417952" y="10492"/>
                </a:cubicBezTo>
                <a:lnTo>
                  <a:pt x="417028" y="7993"/>
                </a:lnTo>
                <a:lnTo>
                  <a:pt x="436431" y="0"/>
                </a:lnTo>
                <a:lnTo>
                  <a:pt x="439629" y="0"/>
                </a:lnTo>
                <a:lnTo>
                  <a:pt x="439629" y="75265"/>
                </a:lnTo>
                <a:cubicBezTo>
                  <a:pt x="439629" y="82894"/>
                  <a:pt x="439806" y="87549"/>
                  <a:pt x="440162" y="89231"/>
                </a:cubicBezTo>
                <a:cubicBezTo>
                  <a:pt x="440517" y="90913"/>
                  <a:pt x="441086" y="92086"/>
                  <a:pt x="441868" y="92749"/>
                </a:cubicBezTo>
                <a:cubicBezTo>
                  <a:pt x="442649" y="93413"/>
                  <a:pt x="443561" y="93744"/>
                  <a:pt x="444604" y="93744"/>
                </a:cubicBezTo>
                <a:cubicBezTo>
                  <a:pt x="445883" y="93744"/>
                  <a:pt x="447589" y="93342"/>
                  <a:pt x="449721" y="92536"/>
                </a:cubicBezTo>
                <a:lnTo>
                  <a:pt x="450503" y="95024"/>
                </a:lnTo>
                <a:lnTo>
                  <a:pt x="431171" y="103055"/>
                </a:lnTo>
                <a:lnTo>
                  <a:pt x="427902" y="103055"/>
                </a:lnTo>
                <a:lnTo>
                  <a:pt x="427902" y="93744"/>
                </a:lnTo>
                <a:moveTo>
                  <a:pt x="427902" y="88785"/>
                </a:moveTo>
                <a:lnTo>
                  <a:pt x="427902" y="55323"/>
                </a:lnTo>
                <a:cubicBezTo>
                  <a:pt x="427618" y="52109"/>
                  <a:pt x="426765" y="49178"/>
                  <a:pt x="425343" y="46532"/>
                </a:cubicBezTo>
                <a:cubicBezTo>
                  <a:pt x="423922" y="43885"/>
                  <a:pt x="422038" y="41888"/>
                  <a:pt x="419693" y="40542"/>
                </a:cubicBezTo>
                <a:cubicBezTo>
                  <a:pt x="417348" y="39195"/>
                  <a:pt x="415062" y="38521"/>
                  <a:pt x="412835" y="38521"/>
                </a:cubicBezTo>
                <a:cubicBezTo>
                  <a:pt x="408665" y="38521"/>
                  <a:pt x="404946" y="40388"/>
                  <a:pt x="401676" y="44123"/>
                </a:cubicBezTo>
                <a:cubicBezTo>
                  <a:pt x="397365" y="49037"/>
                  <a:pt x="395209" y="56220"/>
                  <a:pt x="395209" y="65673"/>
                </a:cubicBezTo>
                <a:cubicBezTo>
                  <a:pt x="395209" y="75220"/>
                  <a:pt x="397293" y="82535"/>
                  <a:pt x="401463" y="87617"/>
                </a:cubicBezTo>
                <a:cubicBezTo>
                  <a:pt x="405633" y="92697"/>
                  <a:pt x="410276" y="95237"/>
                  <a:pt x="415393" y="95237"/>
                </a:cubicBezTo>
                <a:cubicBezTo>
                  <a:pt x="419705" y="95237"/>
                  <a:pt x="423874" y="93086"/>
                  <a:pt x="427902" y="88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Discard">
            <a:extLst xmlns:a="http://schemas.openxmlformats.org/drawingml/2006/main">
              <a:ext uri="{FF2B5EF4-FFF2-40B4-BE49-F238E27FC236}">
                <a16:creationId xmlns:a16="http://schemas.microsoft.com/office/drawing/2014/main" id="{6FA60A0A-2EAF-4FE5-9144-B796A751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34" y="2172618"/>
            <a:ext cx="450503" cy="103055"/>
          </a:xfrm>
          <a:custGeom xmlns:a="http://schemas.openxmlformats.org/drawingml/2006/main">
            <a:pathLst>
              <a:path w="450503" h="103055">
                <a:moveTo>
                  <a:pt x="0" y="101065"/>
                </a:moveTo>
                <a:lnTo>
                  <a:pt x="0" y="98435"/>
                </a:lnTo>
                <a:lnTo>
                  <a:pt x="3625" y="98435"/>
                </a:lnTo>
                <a:cubicBezTo>
                  <a:pt x="7699" y="98435"/>
                  <a:pt x="10590" y="97132"/>
                  <a:pt x="12295" y="94526"/>
                </a:cubicBezTo>
                <a:cubicBezTo>
                  <a:pt x="13338" y="92962"/>
                  <a:pt x="13859" y="89456"/>
                  <a:pt x="13859" y="84007"/>
                </a:cubicBezTo>
                <a:lnTo>
                  <a:pt x="13859" y="21748"/>
                </a:lnTo>
                <a:cubicBezTo>
                  <a:pt x="13859" y="15731"/>
                  <a:pt x="13196" y="11964"/>
                  <a:pt x="11869" y="10448"/>
                </a:cubicBezTo>
                <a:cubicBezTo>
                  <a:pt x="10021" y="8363"/>
                  <a:pt x="7273" y="7320"/>
                  <a:pt x="3625" y="7320"/>
                </a:cubicBezTo>
                <a:lnTo>
                  <a:pt x="0" y="7320"/>
                </a:lnTo>
                <a:lnTo>
                  <a:pt x="0" y="4691"/>
                </a:lnTo>
                <a:lnTo>
                  <a:pt x="39232" y="4691"/>
                </a:lnTo>
                <a:cubicBezTo>
                  <a:pt x="53636" y="4691"/>
                  <a:pt x="64593" y="6325"/>
                  <a:pt x="72103" y="9595"/>
                </a:cubicBezTo>
                <a:cubicBezTo>
                  <a:pt x="79613" y="12864"/>
                  <a:pt x="85654" y="18313"/>
                  <a:pt x="90226" y="25941"/>
                </a:cubicBezTo>
                <a:cubicBezTo>
                  <a:pt x="94799" y="33570"/>
                  <a:pt x="97085" y="42383"/>
                  <a:pt x="97085" y="52380"/>
                </a:cubicBezTo>
                <a:cubicBezTo>
                  <a:pt x="97085" y="65789"/>
                  <a:pt x="93010" y="76995"/>
                  <a:pt x="84860" y="85997"/>
                </a:cubicBezTo>
                <a:cubicBezTo>
                  <a:pt x="75716" y="96042"/>
                  <a:pt x="61785" y="101065"/>
                  <a:pt x="43070" y="101065"/>
                </a:cubicBezTo>
                <a:lnTo>
                  <a:pt x="0" y="101065"/>
                </a:lnTo>
                <a:moveTo>
                  <a:pt x="27505" y="94171"/>
                </a:moveTo>
                <a:cubicBezTo>
                  <a:pt x="33522" y="95450"/>
                  <a:pt x="38569" y="96090"/>
                  <a:pt x="42643" y="96090"/>
                </a:cubicBezTo>
                <a:cubicBezTo>
                  <a:pt x="53636" y="96090"/>
                  <a:pt x="62757" y="92228"/>
                  <a:pt x="70006" y="84505"/>
                </a:cubicBezTo>
                <a:cubicBezTo>
                  <a:pt x="77256" y="76782"/>
                  <a:pt x="80880" y="66310"/>
                  <a:pt x="80880" y="53091"/>
                </a:cubicBezTo>
                <a:cubicBezTo>
                  <a:pt x="80880" y="39777"/>
                  <a:pt x="77256" y="29282"/>
                  <a:pt x="70006" y="21606"/>
                </a:cubicBezTo>
                <a:cubicBezTo>
                  <a:pt x="62757" y="13930"/>
                  <a:pt x="53446" y="10092"/>
                  <a:pt x="42075" y="10092"/>
                </a:cubicBezTo>
                <a:cubicBezTo>
                  <a:pt x="37810" y="10092"/>
                  <a:pt x="32954" y="10779"/>
                  <a:pt x="27505" y="12153"/>
                </a:cubicBezTo>
                <a:lnTo>
                  <a:pt x="27505" y="94171"/>
                </a:lnTo>
                <a:close/>
                <a:moveTo>
                  <a:pt x="123902" y="0"/>
                </a:moveTo>
                <a:cubicBezTo>
                  <a:pt x="125892" y="0"/>
                  <a:pt x="127585" y="703"/>
                  <a:pt x="128983" y="2108"/>
                </a:cubicBezTo>
                <a:cubicBezTo>
                  <a:pt x="130381" y="3511"/>
                  <a:pt x="131080" y="5213"/>
                  <a:pt x="131080" y="7214"/>
                </a:cubicBezTo>
                <a:cubicBezTo>
                  <a:pt x="131080" y="9214"/>
                  <a:pt x="130381" y="10929"/>
                  <a:pt x="128983" y="12358"/>
                </a:cubicBezTo>
                <a:cubicBezTo>
                  <a:pt x="127585" y="13785"/>
                  <a:pt x="125892" y="14499"/>
                  <a:pt x="123902" y="14499"/>
                </a:cubicBezTo>
                <a:cubicBezTo>
                  <a:pt x="121912" y="14499"/>
                  <a:pt x="120206" y="13785"/>
                  <a:pt x="118784" y="12358"/>
                </a:cubicBezTo>
                <a:cubicBezTo>
                  <a:pt x="117363" y="10929"/>
                  <a:pt x="116652" y="9214"/>
                  <a:pt x="116652" y="7214"/>
                </a:cubicBezTo>
                <a:cubicBezTo>
                  <a:pt x="116652" y="5213"/>
                  <a:pt x="117351" y="3511"/>
                  <a:pt x="118749" y="2108"/>
                </a:cubicBezTo>
                <a:cubicBezTo>
                  <a:pt x="120147" y="703"/>
                  <a:pt x="121864" y="0"/>
                  <a:pt x="123902" y="0"/>
                </a:cubicBezTo>
                <a:moveTo>
                  <a:pt x="129801" y="34115"/>
                </a:moveTo>
                <a:lnTo>
                  <a:pt x="129801" y="86308"/>
                </a:lnTo>
                <a:cubicBezTo>
                  <a:pt x="129801" y="90374"/>
                  <a:pt x="130097" y="93081"/>
                  <a:pt x="130689" y="94428"/>
                </a:cubicBezTo>
                <a:cubicBezTo>
                  <a:pt x="131281" y="95776"/>
                  <a:pt x="132158" y="96780"/>
                  <a:pt x="133319" y="97442"/>
                </a:cubicBezTo>
                <a:cubicBezTo>
                  <a:pt x="134479" y="98104"/>
                  <a:pt x="136600" y="98435"/>
                  <a:pt x="139680" y="98435"/>
                </a:cubicBezTo>
                <a:lnTo>
                  <a:pt x="139680" y="101065"/>
                </a:lnTo>
                <a:lnTo>
                  <a:pt x="108052" y="101065"/>
                </a:lnTo>
                <a:lnTo>
                  <a:pt x="108052" y="98435"/>
                </a:lnTo>
                <a:cubicBezTo>
                  <a:pt x="111227" y="98435"/>
                  <a:pt x="113359" y="98128"/>
                  <a:pt x="114449" y="97513"/>
                </a:cubicBezTo>
                <a:cubicBezTo>
                  <a:pt x="115539" y="96899"/>
                  <a:pt x="116403" y="95882"/>
                  <a:pt x="117043" y="94464"/>
                </a:cubicBezTo>
                <a:cubicBezTo>
                  <a:pt x="117683" y="93045"/>
                  <a:pt x="118003" y="90327"/>
                  <a:pt x="118003" y="86308"/>
                </a:cubicBezTo>
                <a:lnTo>
                  <a:pt x="118003" y="61275"/>
                </a:lnTo>
                <a:cubicBezTo>
                  <a:pt x="118003" y="54230"/>
                  <a:pt x="117789" y="49668"/>
                  <a:pt x="117363" y="47590"/>
                </a:cubicBezTo>
                <a:cubicBezTo>
                  <a:pt x="117031" y="46076"/>
                  <a:pt x="116510" y="45024"/>
                  <a:pt x="115799" y="44433"/>
                </a:cubicBezTo>
                <a:cubicBezTo>
                  <a:pt x="115089" y="43843"/>
                  <a:pt x="114117" y="43547"/>
                  <a:pt x="112885" y="43547"/>
                </a:cubicBezTo>
                <a:cubicBezTo>
                  <a:pt x="111559" y="43547"/>
                  <a:pt x="109948" y="43902"/>
                  <a:pt x="108052" y="44611"/>
                </a:cubicBezTo>
                <a:lnTo>
                  <a:pt x="107057" y="42057"/>
                </a:lnTo>
                <a:lnTo>
                  <a:pt x="126673" y="34115"/>
                </a:lnTo>
                <a:lnTo>
                  <a:pt x="129801" y="34115"/>
                </a:lnTo>
                <a:close/>
                <a:moveTo>
                  <a:pt x="189692" y="34115"/>
                </a:moveTo>
                <a:lnTo>
                  <a:pt x="189692" y="56147"/>
                </a:lnTo>
                <a:lnTo>
                  <a:pt x="187346" y="56147"/>
                </a:lnTo>
                <a:cubicBezTo>
                  <a:pt x="185546" y="49237"/>
                  <a:pt x="183236" y="44536"/>
                  <a:pt x="180417" y="42046"/>
                </a:cubicBezTo>
                <a:cubicBezTo>
                  <a:pt x="177598" y="39554"/>
                  <a:pt x="174009" y="38308"/>
                  <a:pt x="169649" y="38308"/>
                </a:cubicBezTo>
                <a:cubicBezTo>
                  <a:pt x="166333" y="38308"/>
                  <a:pt x="163656" y="39184"/>
                  <a:pt x="161618" y="40935"/>
                </a:cubicBezTo>
                <a:cubicBezTo>
                  <a:pt x="159581" y="42686"/>
                  <a:pt x="158562" y="44626"/>
                  <a:pt x="158562" y="46757"/>
                </a:cubicBezTo>
                <a:cubicBezTo>
                  <a:pt x="158562" y="49407"/>
                  <a:pt x="159320" y="51678"/>
                  <a:pt x="160837" y="53571"/>
                </a:cubicBezTo>
                <a:cubicBezTo>
                  <a:pt x="162305" y="55512"/>
                  <a:pt x="165290" y="57571"/>
                  <a:pt x="169792" y="59747"/>
                </a:cubicBezTo>
                <a:lnTo>
                  <a:pt x="180168" y="64789"/>
                </a:lnTo>
                <a:cubicBezTo>
                  <a:pt x="189787" y="69474"/>
                  <a:pt x="194596" y="75650"/>
                  <a:pt x="194596" y="83319"/>
                </a:cubicBezTo>
                <a:cubicBezTo>
                  <a:pt x="194596" y="89234"/>
                  <a:pt x="192357" y="94003"/>
                  <a:pt x="187880" y="97624"/>
                </a:cubicBezTo>
                <a:cubicBezTo>
                  <a:pt x="183402" y="101245"/>
                  <a:pt x="178391" y="103055"/>
                  <a:pt x="172848" y="103055"/>
                </a:cubicBezTo>
                <a:cubicBezTo>
                  <a:pt x="168868" y="103055"/>
                  <a:pt x="164319" y="102344"/>
                  <a:pt x="159202" y="100923"/>
                </a:cubicBezTo>
                <a:cubicBezTo>
                  <a:pt x="157638" y="100449"/>
                  <a:pt x="156359" y="100212"/>
                  <a:pt x="155364" y="100212"/>
                </a:cubicBezTo>
                <a:cubicBezTo>
                  <a:pt x="154274" y="100212"/>
                  <a:pt x="153421" y="100828"/>
                  <a:pt x="152805" y="102060"/>
                </a:cubicBezTo>
                <a:lnTo>
                  <a:pt x="150460" y="102060"/>
                </a:lnTo>
                <a:lnTo>
                  <a:pt x="150460" y="78748"/>
                </a:lnTo>
                <a:lnTo>
                  <a:pt x="152805" y="78748"/>
                </a:lnTo>
                <a:cubicBezTo>
                  <a:pt x="154132" y="85405"/>
                  <a:pt x="156667" y="90422"/>
                  <a:pt x="160410" y="93798"/>
                </a:cubicBezTo>
                <a:cubicBezTo>
                  <a:pt x="164153" y="97173"/>
                  <a:pt x="168346" y="98861"/>
                  <a:pt x="172990" y="98861"/>
                </a:cubicBezTo>
                <a:cubicBezTo>
                  <a:pt x="176259" y="98861"/>
                  <a:pt x="178924" y="97903"/>
                  <a:pt x="180985" y="95987"/>
                </a:cubicBezTo>
                <a:cubicBezTo>
                  <a:pt x="183047" y="94070"/>
                  <a:pt x="184077" y="91762"/>
                  <a:pt x="184077" y="89065"/>
                </a:cubicBezTo>
                <a:cubicBezTo>
                  <a:pt x="184077" y="85798"/>
                  <a:pt x="182928" y="83053"/>
                  <a:pt x="180630" y="80829"/>
                </a:cubicBezTo>
                <a:cubicBezTo>
                  <a:pt x="178332" y="78605"/>
                  <a:pt x="173748" y="75790"/>
                  <a:pt x="166878" y="72383"/>
                </a:cubicBezTo>
                <a:cubicBezTo>
                  <a:pt x="160007" y="68974"/>
                  <a:pt x="155506" y="65897"/>
                  <a:pt x="153374" y="63152"/>
                </a:cubicBezTo>
                <a:cubicBezTo>
                  <a:pt x="151242" y="60454"/>
                  <a:pt x="150176" y="57047"/>
                  <a:pt x="150176" y="52929"/>
                </a:cubicBezTo>
                <a:cubicBezTo>
                  <a:pt x="150176" y="47581"/>
                  <a:pt x="152012" y="43108"/>
                  <a:pt x="155684" y="39512"/>
                </a:cubicBezTo>
                <a:cubicBezTo>
                  <a:pt x="159356" y="35914"/>
                  <a:pt x="164106" y="34115"/>
                  <a:pt x="169934" y="34115"/>
                </a:cubicBezTo>
                <a:cubicBezTo>
                  <a:pt x="172492" y="34115"/>
                  <a:pt x="175596" y="34660"/>
                  <a:pt x="179244" y="35749"/>
                </a:cubicBezTo>
                <a:cubicBezTo>
                  <a:pt x="181661" y="36460"/>
                  <a:pt x="183272" y="36815"/>
                  <a:pt x="184077" y="36815"/>
                </a:cubicBezTo>
                <a:cubicBezTo>
                  <a:pt x="184835" y="36815"/>
                  <a:pt x="185428" y="36650"/>
                  <a:pt x="185854" y="36318"/>
                </a:cubicBezTo>
                <a:cubicBezTo>
                  <a:pt x="186280" y="35986"/>
                  <a:pt x="186778" y="35252"/>
                  <a:pt x="187346" y="34115"/>
                </a:cubicBezTo>
                <a:lnTo>
                  <a:pt x="189692" y="34115"/>
                </a:lnTo>
                <a:close/>
                <a:moveTo>
                  <a:pt x="259678" y="76332"/>
                </a:moveTo>
                <a:cubicBezTo>
                  <a:pt x="257925" y="84908"/>
                  <a:pt x="254490" y="91505"/>
                  <a:pt x="249373" y="96125"/>
                </a:cubicBezTo>
                <a:cubicBezTo>
                  <a:pt x="244255" y="100745"/>
                  <a:pt x="238593" y="103055"/>
                  <a:pt x="232386" y="103055"/>
                </a:cubicBezTo>
                <a:cubicBezTo>
                  <a:pt x="224995" y="103055"/>
                  <a:pt x="218551" y="99955"/>
                  <a:pt x="213055" y="93755"/>
                </a:cubicBezTo>
                <a:cubicBezTo>
                  <a:pt x="207558" y="87554"/>
                  <a:pt x="204810" y="79176"/>
                  <a:pt x="204810" y="68620"/>
                </a:cubicBezTo>
                <a:cubicBezTo>
                  <a:pt x="204810" y="58396"/>
                  <a:pt x="207855" y="50090"/>
                  <a:pt x="213943" y="43701"/>
                </a:cubicBezTo>
                <a:cubicBezTo>
                  <a:pt x="220032" y="37310"/>
                  <a:pt x="227340" y="34115"/>
                  <a:pt x="235869" y="34115"/>
                </a:cubicBezTo>
                <a:cubicBezTo>
                  <a:pt x="242265" y="34115"/>
                  <a:pt x="247525" y="35803"/>
                  <a:pt x="251647" y="39181"/>
                </a:cubicBezTo>
                <a:cubicBezTo>
                  <a:pt x="255769" y="42557"/>
                  <a:pt x="257830" y="46063"/>
                  <a:pt x="257830" y="49699"/>
                </a:cubicBezTo>
                <a:cubicBezTo>
                  <a:pt x="257830" y="51494"/>
                  <a:pt x="257250" y="52947"/>
                  <a:pt x="256089" y="54057"/>
                </a:cubicBezTo>
                <a:cubicBezTo>
                  <a:pt x="254928" y="55166"/>
                  <a:pt x="253305" y="55721"/>
                  <a:pt x="251220" y="55721"/>
                </a:cubicBezTo>
                <a:cubicBezTo>
                  <a:pt x="248425" y="55721"/>
                  <a:pt x="246316" y="54820"/>
                  <a:pt x="244895" y="53020"/>
                </a:cubicBezTo>
                <a:cubicBezTo>
                  <a:pt x="244089" y="52025"/>
                  <a:pt x="243556" y="50130"/>
                  <a:pt x="243296" y="47334"/>
                </a:cubicBezTo>
                <a:cubicBezTo>
                  <a:pt x="243035" y="44539"/>
                  <a:pt x="242076" y="42406"/>
                  <a:pt x="240417" y="40938"/>
                </a:cubicBezTo>
                <a:cubicBezTo>
                  <a:pt x="238759" y="39516"/>
                  <a:pt x="236461" y="38805"/>
                  <a:pt x="233523" y="38805"/>
                </a:cubicBezTo>
                <a:cubicBezTo>
                  <a:pt x="228785" y="38805"/>
                  <a:pt x="224971" y="40559"/>
                  <a:pt x="222081" y="44065"/>
                </a:cubicBezTo>
                <a:cubicBezTo>
                  <a:pt x="218243" y="48708"/>
                  <a:pt x="216324" y="54844"/>
                  <a:pt x="216324" y="62472"/>
                </a:cubicBezTo>
                <a:cubicBezTo>
                  <a:pt x="216324" y="70243"/>
                  <a:pt x="218231" y="77102"/>
                  <a:pt x="222045" y="83048"/>
                </a:cubicBezTo>
                <a:cubicBezTo>
                  <a:pt x="225859" y="88994"/>
                  <a:pt x="231012" y="91967"/>
                  <a:pt x="237503" y="91967"/>
                </a:cubicBezTo>
                <a:cubicBezTo>
                  <a:pt x="242147" y="91967"/>
                  <a:pt x="246316" y="90380"/>
                  <a:pt x="250012" y="87206"/>
                </a:cubicBezTo>
                <a:cubicBezTo>
                  <a:pt x="252618" y="85026"/>
                  <a:pt x="255153" y="81070"/>
                  <a:pt x="257617" y="75337"/>
                </a:cubicBezTo>
                <a:lnTo>
                  <a:pt x="259678" y="76332"/>
                </a:lnTo>
                <a:close/>
                <a:moveTo>
                  <a:pt x="305795" y="91683"/>
                </a:moveTo>
                <a:cubicBezTo>
                  <a:pt x="299115" y="96848"/>
                  <a:pt x="294921" y="99833"/>
                  <a:pt x="293216" y="100638"/>
                </a:cubicBezTo>
                <a:cubicBezTo>
                  <a:pt x="290657" y="101870"/>
                  <a:pt x="287933" y="102486"/>
                  <a:pt x="285042" y="102486"/>
                </a:cubicBezTo>
                <a:cubicBezTo>
                  <a:pt x="280541" y="102486"/>
                  <a:pt x="276833" y="100946"/>
                  <a:pt x="273919" y="97866"/>
                </a:cubicBezTo>
                <a:cubicBezTo>
                  <a:pt x="271006" y="94787"/>
                  <a:pt x="269549" y="90736"/>
                  <a:pt x="269549" y="85713"/>
                </a:cubicBezTo>
                <a:cubicBezTo>
                  <a:pt x="269549" y="82539"/>
                  <a:pt x="270259" y="79790"/>
                  <a:pt x="271681" y="77469"/>
                </a:cubicBezTo>
                <a:cubicBezTo>
                  <a:pt x="273623" y="74247"/>
                  <a:pt x="276999" y="71214"/>
                  <a:pt x="281808" y="68371"/>
                </a:cubicBezTo>
                <a:cubicBezTo>
                  <a:pt x="286618" y="65529"/>
                  <a:pt x="294613" y="62070"/>
                  <a:pt x="305795" y="57995"/>
                </a:cubicBezTo>
                <a:lnTo>
                  <a:pt x="305795" y="55436"/>
                </a:lnTo>
                <a:cubicBezTo>
                  <a:pt x="305795" y="48945"/>
                  <a:pt x="304765" y="44491"/>
                  <a:pt x="302704" y="42075"/>
                </a:cubicBezTo>
                <a:cubicBezTo>
                  <a:pt x="300643" y="39658"/>
                  <a:pt x="297646" y="38450"/>
                  <a:pt x="293713" y="38450"/>
                </a:cubicBezTo>
                <a:cubicBezTo>
                  <a:pt x="290728" y="38450"/>
                  <a:pt x="288359" y="39253"/>
                  <a:pt x="286606" y="40858"/>
                </a:cubicBezTo>
                <a:cubicBezTo>
                  <a:pt x="284805" y="42463"/>
                  <a:pt x="283905" y="44304"/>
                  <a:pt x="283905" y="46381"/>
                </a:cubicBezTo>
                <a:lnTo>
                  <a:pt x="284047" y="50488"/>
                </a:lnTo>
                <a:cubicBezTo>
                  <a:pt x="284047" y="52659"/>
                  <a:pt x="283491" y="54334"/>
                  <a:pt x="282377" y="55514"/>
                </a:cubicBezTo>
                <a:cubicBezTo>
                  <a:pt x="281264" y="56694"/>
                  <a:pt x="279807" y="57284"/>
                  <a:pt x="278006" y="57284"/>
                </a:cubicBezTo>
                <a:cubicBezTo>
                  <a:pt x="276253" y="57284"/>
                  <a:pt x="274820" y="56670"/>
                  <a:pt x="273706" y="55443"/>
                </a:cubicBezTo>
                <a:cubicBezTo>
                  <a:pt x="272593" y="54214"/>
                  <a:pt x="272036" y="52536"/>
                  <a:pt x="272036" y="50410"/>
                </a:cubicBezTo>
                <a:cubicBezTo>
                  <a:pt x="272036" y="46349"/>
                  <a:pt x="274121" y="42617"/>
                  <a:pt x="278290" y="39216"/>
                </a:cubicBezTo>
                <a:cubicBezTo>
                  <a:pt x="282460" y="35815"/>
                  <a:pt x="288312" y="34115"/>
                  <a:pt x="295845" y="34115"/>
                </a:cubicBezTo>
                <a:cubicBezTo>
                  <a:pt x="301626" y="34115"/>
                  <a:pt x="306364" y="35085"/>
                  <a:pt x="310060" y="37024"/>
                </a:cubicBezTo>
                <a:cubicBezTo>
                  <a:pt x="312855" y="38492"/>
                  <a:pt x="314916" y="40787"/>
                  <a:pt x="316243" y="43912"/>
                </a:cubicBezTo>
                <a:cubicBezTo>
                  <a:pt x="317096" y="45946"/>
                  <a:pt x="317522" y="50110"/>
                  <a:pt x="317522" y="56405"/>
                </a:cubicBezTo>
                <a:lnTo>
                  <a:pt x="317522" y="78482"/>
                </a:lnTo>
                <a:cubicBezTo>
                  <a:pt x="317522" y="84681"/>
                  <a:pt x="317641" y="88479"/>
                  <a:pt x="317878" y="89875"/>
                </a:cubicBezTo>
                <a:cubicBezTo>
                  <a:pt x="318115" y="91272"/>
                  <a:pt x="318505" y="92207"/>
                  <a:pt x="319050" y="92680"/>
                </a:cubicBezTo>
                <a:cubicBezTo>
                  <a:pt x="319595" y="93153"/>
                  <a:pt x="320223" y="93389"/>
                  <a:pt x="320934" y="93389"/>
                </a:cubicBezTo>
                <a:cubicBezTo>
                  <a:pt x="321692" y="93389"/>
                  <a:pt x="322355" y="93223"/>
                  <a:pt x="322924" y="92891"/>
                </a:cubicBezTo>
                <a:cubicBezTo>
                  <a:pt x="323919" y="92275"/>
                  <a:pt x="325838" y="90546"/>
                  <a:pt x="328681" y="87703"/>
                </a:cubicBezTo>
                <a:lnTo>
                  <a:pt x="328681" y="91683"/>
                </a:lnTo>
                <a:cubicBezTo>
                  <a:pt x="323374" y="98790"/>
                  <a:pt x="318304" y="102344"/>
                  <a:pt x="313471" y="102344"/>
                </a:cubicBezTo>
                <a:cubicBezTo>
                  <a:pt x="311149" y="102344"/>
                  <a:pt x="309302" y="101539"/>
                  <a:pt x="307928" y="99928"/>
                </a:cubicBezTo>
                <a:cubicBezTo>
                  <a:pt x="306553" y="98317"/>
                  <a:pt x="305843" y="95568"/>
                  <a:pt x="305795" y="91683"/>
                </a:cubicBezTo>
                <a:moveTo>
                  <a:pt x="305795" y="87023"/>
                </a:moveTo>
                <a:lnTo>
                  <a:pt x="305795" y="62330"/>
                </a:lnTo>
                <a:cubicBezTo>
                  <a:pt x="298641" y="65160"/>
                  <a:pt x="294021" y="67165"/>
                  <a:pt x="291936" y="68345"/>
                </a:cubicBezTo>
                <a:cubicBezTo>
                  <a:pt x="288193" y="70421"/>
                  <a:pt x="285516" y="72591"/>
                  <a:pt x="283905" y="74855"/>
                </a:cubicBezTo>
                <a:cubicBezTo>
                  <a:pt x="282294" y="77119"/>
                  <a:pt x="281489" y="79595"/>
                  <a:pt x="281489" y="82284"/>
                </a:cubicBezTo>
                <a:cubicBezTo>
                  <a:pt x="281489" y="85681"/>
                  <a:pt x="282507" y="88499"/>
                  <a:pt x="284545" y="90739"/>
                </a:cubicBezTo>
                <a:cubicBezTo>
                  <a:pt x="286582" y="92979"/>
                  <a:pt x="288928" y="94100"/>
                  <a:pt x="291581" y="94100"/>
                </a:cubicBezTo>
                <a:cubicBezTo>
                  <a:pt x="295182" y="94100"/>
                  <a:pt x="299920" y="91741"/>
                  <a:pt x="305795" y="87023"/>
                </a:cubicBezTo>
                <a:close/>
                <a:moveTo>
                  <a:pt x="352495" y="34115"/>
                </a:moveTo>
                <a:lnTo>
                  <a:pt x="352495" y="48756"/>
                </a:lnTo>
                <a:cubicBezTo>
                  <a:pt x="357944" y="38995"/>
                  <a:pt x="363535" y="34115"/>
                  <a:pt x="369269" y="34115"/>
                </a:cubicBezTo>
                <a:cubicBezTo>
                  <a:pt x="371874" y="34115"/>
                  <a:pt x="374030" y="34908"/>
                  <a:pt x="375736" y="36496"/>
                </a:cubicBezTo>
                <a:cubicBezTo>
                  <a:pt x="377442" y="38083"/>
                  <a:pt x="378295" y="39919"/>
                  <a:pt x="378295" y="42004"/>
                </a:cubicBezTo>
                <a:cubicBezTo>
                  <a:pt x="378295" y="43852"/>
                  <a:pt x="377679" y="45415"/>
                  <a:pt x="376447" y="46694"/>
                </a:cubicBezTo>
                <a:cubicBezTo>
                  <a:pt x="375215" y="47974"/>
                  <a:pt x="373746" y="48613"/>
                  <a:pt x="372040" y="48613"/>
                </a:cubicBezTo>
                <a:cubicBezTo>
                  <a:pt x="370382" y="48613"/>
                  <a:pt x="368522" y="47796"/>
                  <a:pt x="366461" y="46161"/>
                </a:cubicBezTo>
                <a:cubicBezTo>
                  <a:pt x="364400" y="44527"/>
                  <a:pt x="362872" y="43709"/>
                  <a:pt x="361877" y="43709"/>
                </a:cubicBezTo>
                <a:cubicBezTo>
                  <a:pt x="361024" y="43709"/>
                  <a:pt x="360100" y="44182"/>
                  <a:pt x="359105" y="45126"/>
                </a:cubicBezTo>
                <a:cubicBezTo>
                  <a:pt x="356973" y="47065"/>
                  <a:pt x="354770" y="50255"/>
                  <a:pt x="352495" y="54697"/>
                </a:cubicBezTo>
                <a:lnTo>
                  <a:pt x="352495" y="85817"/>
                </a:lnTo>
                <a:cubicBezTo>
                  <a:pt x="352495" y="89408"/>
                  <a:pt x="352946" y="92125"/>
                  <a:pt x="353846" y="93969"/>
                </a:cubicBezTo>
                <a:cubicBezTo>
                  <a:pt x="354462" y="95245"/>
                  <a:pt x="355552" y="96309"/>
                  <a:pt x="357115" y="97160"/>
                </a:cubicBezTo>
                <a:cubicBezTo>
                  <a:pt x="358679" y="98010"/>
                  <a:pt x="360929" y="98435"/>
                  <a:pt x="363867" y="98435"/>
                </a:cubicBezTo>
                <a:lnTo>
                  <a:pt x="363867" y="101065"/>
                </a:lnTo>
                <a:lnTo>
                  <a:pt x="330534" y="101065"/>
                </a:lnTo>
                <a:lnTo>
                  <a:pt x="330534" y="98435"/>
                </a:lnTo>
                <a:cubicBezTo>
                  <a:pt x="333851" y="98435"/>
                  <a:pt x="336315" y="97915"/>
                  <a:pt x="337926" y="96876"/>
                </a:cubicBezTo>
                <a:cubicBezTo>
                  <a:pt x="339110" y="96119"/>
                  <a:pt x="339939" y="94913"/>
                  <a:pt x="340413" y="93258"/>
                </a:cubicBezTo>
                <a:cubicBezTo>
                  <a:pt x="340650" y="92454"/>
                  <a:pt x="340769" y="90161"/>
                  <a:pt x="340769" y="86379"/>
                </a:cubicBezTo>
                <a:lnTo>
                  <a:pt x="340769" y="61204"/>
                </a:lnTo>
                <a:cubicBezTo>
                  <a:pt x="340769" y="53640"/>
                  <a:pt x="340615" y="49137"/>
                  <a:pt x="340307" y="47696"/>
                </a:cubicBezTo>
                <a:cubicBezTo>
                  <a:pt x="339999" y="46254"/>
                  <a:pt x="339430" y="45202"/>
                  <a:pt x="338601" y="44540"/>
                </a:cubicBezTo>
                <a:cubicBezTo>
                  <a:pt x="337772" y="43878"/>
                  <a:pt x="336741" y="43547"/>
                  <a:pt x="335509" y="43547"/>
                </a:cubicBezTo>
                <a:cubicBezTo>
                  <a:pt x="334040" y="43547"/>
                  <a:pt x="332382" y="43902"/>
                  <a:pt x="330534" y="44611"/>
                </a:cubicBezTo>
                <a:lnTo>
                  <a:pt x="329823" y="42057"/>
                </a:lnTo>
                <a:lnTo>
                  <a:pt x="349510" y="34115"/>
                </a:lnTo>
                <a:lnTo>
                  <a:pt x="352495" y="34115"/>
                </a:lnTo>
                <a:close/>
                <a:moveTo>
                  <a:pt x="427902" y="93744"/>
                </a:moveTo>
                <a:cubicBezTo>
                  <a:pt x="424727" y="97061"/>
                  <a:pt x="421624" y="99442"/>
                  <a:pt x="418591" y="100887"/>
                </a:cubicBezTo>
                <a:cubicBezTo>
                  <a:pt x="415559" y="102332"/>
                  <a:pt x="412290" y="103055"/>
                  <a:pt x="408784" y="103055"/>
                </a:cubicBezTo>
                <a:cubicBezTo>
                  <a:pt x="401676" y="103055"/>
                  <a:pt x="395469" y="100088"/>
                  <a:pt x="390163" y="94155"/>
                </a:cubicBezTo>
                <a:cubicBezTo>
                  <a:pt x="384856" y="88221"/>
                  <a:pt x="382203" y="80595"/>
                  <a:pt x="382203" y="71279"/>
                </a:cubicBezTo>
                <a:cubicBezTo>
                  <a:pt x="382203" y="61964"/>
                  <a:pt x="385140" y="53441"/>
                  <a:pt x="391015" y="45711"/>
                </a:cubicBezTo>
                <a:cubicBezTo>
                  <a:pt x="396891" y="37980"/>
                  <a:pt x="404448" y="34115"/>
                  <a:pt x="413688" y="34115"/>
                </a:cubicBezTo>
                <a:cubicBezTo>
                  <a:pt x="419421" y="34115"/>
                  <a:pt x="424159" y="35939"/>
                  <a:pt x="427902" y="39587"/>
                </a:cubicBezTo>
                <a:lnTo>
                  <a:pt x="427902" y="27549"/>
                </a:lnTo>
                <a:cubicBezTo>
                  <a:pt x="427902" y="20079"/>
                  <a:pt x="427724" y="15488"/>
                  <a:pt x="427369" y="13775"/>
                </a:cubicBezTo>
                <a:cubicBezTo>
                  <a:pt x="427014" y="12062"/>
                  <a:pt x="426457" y="10896"/>
                  <a:pt x="425699" y="10279"/>
                </a:cubicBezTo>
                <a:cubicBezTo>
                  <a:pt x="424941" y="9660"/>
                  <a:pt x="423993" y="9350"/>
                  <a:pt x="422856" y="9350"/>
                </a:cubicBezTo>
                <a:cubicBezTo>
                  <a:pt x="421624" y="9350"/>
                  <a:pt x="419989" y="9731"/>
                  <a:pt x="417952" y="10492"/>
                </a:cubicBezTo>
                <a:lnTo>
                  <a:pt x="417028" y="7993"/>
                </a:lnTo>
                <a:lnTo>
                  <a:pt x="436431" y="0"/>
                </a:lnTo>
                <a:lnTo>
                  <a:pt x="439629" y="0"/>
                </a:lnTo>
                <a:lnTo>
                  <a:pt x="439629" y="75265"/>
                </a:lnTo>
                <a:cubicBezTo>
                  <a:pt x="439629" y="82894"/>
                  <a:pt x="439807" y="87549"/>
                  <a:pt x="440162" y="89231"/>
                </a:cubicBezTo>
                <a:cubicBezTo>
                  <a:pt x="440517" y="90913"/>
                  <a:pt x="441086" y="92086"/>
                  <a:pt x="441868" y="92749"/>
                </a:cubicBezTo>
                <a:cubicBezTo>
                  <a:pt x="442649" y="93413"/>
                  <a:pt x="443562" y="93744"/>
                  <a:pt x="444604" y="93744"/>
                </a:cubicBezTo>
                <a:cubicBezTo>
                  <a:pt x="445883" y="93744"/>
                  <a:pt x="447589" y="93342"/>
                  <a:pt x="449721" y="92536"/>
                </a:cubicBezTo>
                <a:lnTo>
                  <a:pt x="450503" y="95024"/>
                </a:lnTo>
                <a:lnTo>
                  <a:pt x="431171" y="103055"/>
                </a:lnTo>
                <a:lnTo>
                  <a:pt x="427902" y="103055"/>
                </a:lnTo>
                <a:lnTo>
                  <a:pt x="427902" y="93744"/>
                </a:lnTo>
                <a:moveTo>
                  <a:pt x="427902" y="88785"/>
                </a:moveTo>
                <a:lnTo>
                  <a:pt x="427902" y="55323"/>
                </a:lnTo>
                <a:cubicBezTo>
                  <a:pt x="427618" y="52109"/>
                  <a:pt x="426765" y="49178"/>
                  <a:pt x="425343" y="46532"/>
                </a:cubicBezTo>
                <a:cubicBezTo>
                  <a:pt x="423922" y="43885"/>
                  <a:pt x="422038" y="41888"/>
                  <a:pt x="419693" y="40542"/>
                </a:cubicBezTo>
                <a:cubicBezTo>
                  <a:pt x="417348" y="39195"/>
                  <a:pt x="415062" y="38521"/>
                  <a:pt x="412835" y="38521"/>
                </a:cubicBezTo>
                <a:cubicBezTo>
                  <a:pt x="408665" y="38521"/>
                  <a:pt x="404946" y="40388"/>
                  <a:pt x="401676" y="44123"/>
                </a:cubicBezTo>
                <a:cubicBezTo>
                  <a:pt x="397365" y="49037"/>
                  <a:pt x="395209" y="56220"/>
                  <a:pt x="395209" y="65673"/>
                </a:cubicBezTo>
                <a:cubicBezTo>
                  <a:pt x="395209" y="75220"/>
                  <a:pt x="397294" y="82535"/>
                  <a:pt x="401463" y="87617"/>
                </a:cubicBezTo>
                <a:cubicBezTo>
                  <a:pt x="405633" y="92697"/>
                  <a:pt x="410276" y="95237"/>
                  <a:pt x="415393" y="95237"/>
                </a:cubicBezTo>
                <a:cubicBezTo>
                  <a:pt x="419705" y="95237"/>
                  <a:pt x="423875" y="93086"/>
                  <a:pt x="427902" y="88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cd6f29d5b4c02"/>
          <a:stretch xmlns:a="http://schemas.openxmlformats.org/drawingml/2006/main"/>
        </p:blipFill>
        <p:spPr>
          <a:xfrm xmlns:a="http://schemas.openxmlformats.org/drawingml/2006/main">
            <a:off x="250022" y="6435938"/>
            <a:ext cx="673438" cy="673438"/>
          </a:xfrm>
          <a:prstGeom xmlns:a="http://schemas.openxmlformats.org/drawingml/2006/main" prst="rect">
            <a:avLst/>
          </a:prstGeom>
        </p:spPr>
      </p:pic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692B5-8510-49E1-AE0E-0BFB13D8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827" y="2450861"/>
            <a:ext cx="1731557" cy="10"/>
          </a:xfrm>
          <a:custGeom xmlns:a="http://schemas.openxmlformats.org/drawingml/2006/main">
            <a:pathLst>
              <a:path w="1731557" h="1" fill="none">
                <a:moveTo>
                  <a:pt x="173155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1557B-1884-4804-BCB9-DEF0B4B6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045" y="2410425"/>
            <a:ext cx="80864" cy="80864"/>
          </a:xfrm>
          <a:custGeom xmlns:a="http://schemas.openxmlformats.org/drawingml/2006/main">
            <a:pathLst>
              <a:path w="80864" h="80864">
                <a:moveTo>
                  <a:pt x="80864" y="0"/>
                </a:moveTo>
                <a:lnTo>
                  <a:pt x="80864" y="80864"/>
                </a:lnTo>
                <a:lnTo>
                  <a:pt x="0" y="40432"/>
                </a:lnTo>
                <a:lnTo>
                  <a:pt x="808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D04BC-62A3-4C26-BDAA-99B0E0A7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921" y="2702186"/>
            <a:ext cx="1857779" cy="10"/>
          </a:xfrm>
          <a:custGeom xmlns:a="http://schemas.openxmlformats.org/drawingml/2006/main">
            <a:pathLst>
              <a:path w="1857779" h="1" fill="none">
                <a:moveTo>
                  <a:pt x="0" y="0"/>
                </a:moveTo>
                <a:lnTo>
                  <a:pt x="18577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919B4-75E8-4D78-874F-1D6C33AC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2661750"/>
            <a:ext cx="80864" cy="80864"/>
          </a:xfrm>
          <a:custGeom xmlns:a="http://schemas.openxmlformats.org/drawingml/2006/main">
            <a:pathLst>
              <a:path w="80864" h="80864">
                <a:moveTo>
                  <a:pt x="0" y="0"/>
                </a:moveTo>
                <a:lnTo>
                  <a:pt x="80864" y="40432"/>
                </a:lnTo>
                <a:lnTo>
                  <a:pt x="0" y="808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CF3DF-D43B-40E1-A996-CC2079DB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60" y="6869452"/>
            <a:ext cx="3701220" cy="3429"/>
          </a:xfrm>
          <a:custGeom xmlns:a="http://schemas.openxmlformats.org/drawingml/2006/main">
            <a:pathLst>
              <a:path w="3701220" h="3429" fill="none">
                <a:moveTo>
                  <a:pt x="3701220" y="0"/>
                </a:moveTo>
                <a:lnTo>
                  <a:pt x="0" y="3429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1FB853-B247-4F36-92CE-8AEABE8A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580" y="6832441"/>
            <a:ext cx="80905" cy="80864"/>
          </a:xfrm>
          <a:custGeom xmlns:a="http://schemas.openxmlformats.org/drawingml/2006/main">
            <a:pathLst>
              <a:path w="80905" h="80864">
                <a:moveTo>
                  <a:pt x="80824" y="0"/>
                </a:moveTo>
                <a:lnTo>
                  <a:pt x="80905" y="80864"/>
                </a:lnTo>
                <a:lnTo>
                  <a:pt x="0" y="40513"/>
                </a:lnTo>
                <a:lnTo>
                  <a:pt x="8082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C0068-5D22-4364-B8BA-C7D40629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489" y="2227674"/>
            <a:ext cx="1731557" cy="10"/>
          </a:xfrm>
          <a:custGeom xmlns:a="http://schemas.openxmlformats.org/drawingml/2006/main">
            <a:pathLst>
              <a:path w="1731557" h="1" fill="none">
                <a:moveTo>
                  <a:pt x="173155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AEE2E-4190-4A1D-9979-8FBD7EB3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706" y="2187239"/>
            <a:ext cx="80864" cy="80864"/>
          </a:xfrm>
          <a:custGeom xmlns:a="http://schemas.openxmlformats.org/drawingml/2006/main">
            <a:pathLst>
              <a:path w="80864" h="80864">
                <a:moveTo>
                  <a:pt x="80864" y="0"/>
                </a:moveTo>
                <a:lnTo>
                  <a:pt x="80864" y="80864"/>
                </a:lnTo>
                <a:lnTo>
                  <a:pt x="0" y="40432"/>
                </a:lnTo>
                <a:lnTo>
                  <a:pt x="808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B773E-C702-4E73-9EDB-FBF6D6A6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856" y="2023410"/>
            <a:ext cx="1731557" cy="10"/>
          </a:xfrm>
          <a:custGeom xmlns:a="http://schemas.openxmlformats.org/drawingml/2006/main">
            <a:pathLst>
              <a:path w="1731557" h="1" fill="none">
                <a:moveTo>
                  <a:pt x="173155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50AE8-EEF9-43B2-8BF6-F6A94AE0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075" y="1982974"/>
            <a:ext cx="80864" cy="80864"/>
          </a:xfrm>
          <a:custGeom xmlns:a="http://schemas.openxmlformats.org/drawingml/2006/main">
            <a:pathLst>
              <a:path w="80864" h="80864">
                <a:moveTo>
                  <a:pt x="80864" y="0"/>
                </a:moveTo>
                <a:lnTo>
                  <a:pt x="80864" y="80864"/>
                </a:lnTo>
                <a:lnTo>
                  <a:pt x="0" y="40432"/>
                </a:lnTo>
                <a:lnTo>
                  <a:pt x="808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87861-6196-468D-8AF1-44CA2C41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489" y="1792462"/>
            <a:ext cx="1731557" cy="10"/>
          </a:xfrm>
          <a:custGeom xmlns:a="http://schemas.openxmlformats.org/drawingml/2006/main">
            <a:pathLst>
              <a:path w="1731557" h="1" fill="none">
                <a:moveTo>
                  <a:pt x="173155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19487-D855-4E42-91B8-A05C97F5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706" y="1752026"/>
            <a:ext cx="80864" cy="80864"/>
          </a:xfrm>
          <a:custGeom xmlns:a="http://schemas.openxmlformats.org/drawingml/2006/main">
            <a:pathLst>
              <a:path w="80864" h="80864">
                <a:moveTo>
                  <a:pt x="80864" y="0"/>
                </a:moveTo>
                <a:lnTo>
                  <a:pt x="80864" y="80864"/>
                </a:lnTo>
                <a:lnTo>
                  <a:pt x="0" y="40432"/>
                </a:lnTo>
                <a:lnTo>
                  <a:pt x="808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70BB3C-3FE4-4B21-986D-5598BA08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069" y="2958849"/>
            <a:ext cx="1857779" cy="10"/>
          </a:xfrm>
          <a:custGeom xmlns:a="http://schemas.openxmlformats.org/drawingml/2006/main">
            <a:pathLst>
              <a:path w="1857779" h="1" fill="none">
                <a:moveTo>
                  <a:pt x="0" y="0"/>
                </a:moveTo>
                <a:lnTo>
                  <a:pt x="18577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85CDD-77B2-4CC5-A836-8BD5BFF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765" y="2918414"/>
            <a:ext cx="80864" cy="80864"/>
          </a:xfrm>
          <a:custGeom xmlns:a="http://schemas.openxmlformats.org/drawingml/2006/main">
            <a:pathLst>
              <a:path w="80864" h="80864">
                <a:moveTo>
                  <a:pt x="0" y="0"/>
                </a:moveTo>
                <a:lnTo>
                  <a:pt x="80864" y="40432"/>
                </a:lnTo>
                <a:lnTo>
                  <a:pt x="0" y="808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3FA8E-9D27-46BD-8022-354542EE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436" y="3172332"/>
            <a:ext cx="1857779" cy="10"/>
          </a:xfrm>
          <a:custGeom xmlns:a="http://schemas.openxmlformats.org/drawingml/2006/main">
            <a:pathLst>
              <a:path w="1857779" h="1" fill="none">
                <a:moveTo>
                  <a:pt x="0" y="0"/>
                </a:moveTo>
                <a:lnTo>
                  <a:pt x="18577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030AA-4ACA-4822-82FF-BA4D5E80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130" y="3131897"/>
            <a:ext cx="80864" cy="80864"/>
          </a:xfrm>
          <a:custGeom xmlns:a="http://schemas.openxmlformats.org/drawingml/2006/main">
            <a:pathLst>
              <a:path w="80864" h="80864">
                <a:moveTo>
                  <a:pt x="0" y="0"/>
                </a:moveTo>
                <a:lnTo>
                  <a:pt x="80864" y="40432"/>
                </a:lnTo>
                <a:lnTo>
                  <a:pt x="0" y="808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915F9-825B-4ACC-8664-2159C713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803" y="3407647"/>
            <a:ext cx="1857779" cy="10"/>
          </a:xfrm>
          <a:custGeom xmlns:a="http://schemas.openxmlformats.org/drawingml/2006/main">
            <a:pathLst>
              <a:path w="1857779" h="1" fill="none">
                <a:moveTo>
                  <a:pt x="0" y="0"/>
                </a:moveTo>
                <a:lnTo>
                  <a:pt x="18577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208AA-ADE3-4E00-93A3-75E526A6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98" y="3367211"/>
            <a:ext cx="80864" cy="80864"/>
          </a:xfrm>
          <a:custGeom xmlns:a="http://schemas.openxmlformats.org/drawingml/2006/main">
            <a:pathLst>
              <a:path w="80864" h="80864">
                <a:moveTo>
                  <a:pt x="0" y="0"/>
                </a:moveTo>
                <a:lnTo>
                  <a:pt x="80864" y="40432"/>
                </a:lnTo>
                <a:lnTo>
                  <a:pt x="0" y="808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1BD1B-8BA4-4549-B73F-60877CF1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644" y="3586438"/>
            <a:ext cx="656457" cy="132456"/>
          </a:xfrm>
          <a:custGeom xmlns:a="http://schemas.openxmlformats.org/drawingml/2006/main">
            <a:pathLst>
              <a:path w="656457" h="132456">
                <a:moveTo>
                  <a:pt x="0" y="0"/>
                </a:moveTo>
                <a:lnTo>
                  <a:pt x="656457" y="0"/>
                </a:lnTo>
                <a:lnTo>
                  <a:pt x="656457" y="132456"/>
                </a:lnTo>
                <a:lnTo>
                  <a:pt x="0" y="1324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Text RST">
            <a:extLst xmlns:a="http://schemas.openxmlformats.org/drawingml/2006/main">
              <a:ext uri="{FF2B5EF4-FFF2-40B4-BE49-F238E27FC236}">
                <a16:creationId xmlns:a16="http://schemas.microsoft.com/office/drawing/2014/main" id="{3783DADF-3E20-433C-9B75-B7951FDD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148" y="3617381"/>
            <a:ext cx="213808" cy="78162"/>
          </a:xfrm>
          <a:custGeom xmlns:a="http://schemas.openxmlformats.org/drawingml/2006/main">
            <a:pathLst>
              <a:path w="213808" h="78162">
                <a:moveTo>
                  <a:pt x="27931" y="42393"/>
                </a:moveTo>
                <a:lnTo>
                  <a:pt x="27931" y="63479"/>
                </a:lnTo>
                <a:cubicBezTo>
                  <a:pt x="27931" y="67507"/>
                  <a:pt x="28179" y="70042"/>
                  <a:pt x="28676" y="71087"/>
                </a:cubicBezTo>
                <a:cubicBezTo>
                  <a:pt x="29173" y="72130"/>
                  <a:pt x="30047" y="72963"/>
                  <a:pt x="31298" y="73586"/>
                </a:cubicBezTo>
                <a:cubicBezTo>
                  <a:pt x="32549" y="74208"/>
                  <a:pt x="34886" y="74519"/>
                  <a:pt x="38308" y="74519"/>
                </a:cubicBezTo>
                <a:lnTo>
                  <a:pt x="38308" y="76506"/>
                </a:lnTo>
                <a:lnTo>
                  <a:pt x="0" y="76506"/>
                </a:lnTo>
                <a:lnTo>
                  <a:pt x="0" y="74519"/>
                </a:lnTo>
                <a:cubicBezTo>
                  <a:pt x="3459" y="74519"/>
                  <a:pt x="5805" y="74199"/>
                  <a:pt x="7038" y="73558"/>
                </a:cubicBezTo>
                <a:cubicBezTo>
                  <a:pt x="8271" y="72918"/>
                  <a:pt x="9136" y="72085"/>
                  <a:pt x="9632" y="71059"/>
                </a:cubicBezTo>
                <a:cubicBezTo>
                  <a:pt x="10129" y="70033"/>
                  <a:pt x="10377" y="67507"/>
                  <a:pt x="10377" y="63479"/>
                </a:cubicBezTo>
                <a:lnTo>
                  <a:pt x="10377" y="14683"/>
                </a:lnTo>
                <a:cubicBezTo>
                  <a:pt x="10377" y="10656"/>
                  <a:pt x="10129" y="8121"/>
                  <a:pt x="9632" y="7078"/>
                </a:cubicBezTo>
                <a:cubicBezTo>
                  <a:pt x="9136" y="6033"/>
                  <a:pt x="8262" y="5200"/>
                  <a:pt x="7010" y="4578"/>
                </a:cubicBezTo>
                <a:cubicBezTo>
                  <a:pt x="5759" y="3955"/>
                  <a:pt x="3422" y="3643"/>
                  <a:pt x="0" y="3643"/>
                </a:cubicBezTo>
                <a:lnTo>
                  <a:pt x="0" y="1656"/>
                </a:lnTo>
                <a:lnTo>
                  <a:pt x="34776" y="1656"/>
                </a:lnTo>
                <a:cubicBezTo>
                  <a:pt x="43828" y="1656"/>
                  <a:pt x="50452" y="2281"/>
                  <a:pt x="54647" y="3531"/>
                </a:cubicBezTo>
                <a:cubicBezTo>
                  <a:pt x="58843" y="4781"/>
                  <a:pt x="62265" y="7088"/>
                  <a:pt x="64915" y="10452"/>
                </a:cubicBezTo>
                <a:cubicBezTo>
                  <a:pt x="67564" y="13815"/>
                  <a:pt x="68889" y="17758"/>
                  <a:pt x="68889" y="22280"/>
                </a:cubicBezTo>
                <a:cubicBezTo>
                  <a:pt x="68889" y="27795"/>
                  <a:pt x="66902" y="32354"/>
                  <a:pt x="62927" y="35957"/>
                </a:cubicBezTo>
                <a:cubicBezTo>
                  <a:pt x="60388" y="38237"/>
                  <a:pt x="56837" y="39946"/>
                  <a:pt x="52274" y="41086"/>
                </a:cubicBezTo>
                <a:lnTo>
                  <a:pt x="70269" y="66484"/>
                </a:lnTo>
                <a:cubicBezTo>
                  <a:pt x="72624" y="69727"/>
                  <a:pt x="74298" y="71749"/>
                  <a:pt x="75292" y="72551"/>
                </a:cubicBezTo>
                <a:cubicBezTo>
                  <a:pt x="76801" y="73680"/>
                  <a:pt x="78549" y="74300"/>
                  <a:pt x="80536" y="74409"/>
                </a:cubicBezTo>
                <a:lnTo>
                  <a:pt x="80536" y="76506"/>
                </a:lnTo>
                <a:lnTo>
                  <a:pt x="56966" y="76506"/>
                </a:lnTo>
                <a:lnTo>
                  <a:pt x="32844" y="42393"/>
                </a:lnTo>
                <a:lnTo>
                  <a:pt x="27931" y="42393"/>
                </a:lnTo>
                <a:moveTo>
                  <a:pt x="27931" y="5851"/>
                </a:moveTo>
                <a:lnTo>
                  <a:pt x="27931" y="38419"/>
                </a:lnTo>
                <a:lnTo>
                  <a:pt x="31077" y="38419"/>
                </a:lnTo>
                <a:cubicBezTo>
                  <a:pt x="36192" y="38419"/>
                  <a:pt x="40020" y="37953"/>
                  <a:pt x="42559" y="37022"/>
                </a:cubicBezTo>
                <a:cubicBezTo>
                  <a:pt x="45098" y="36089"/>
                  <a:pt x="47094" y="34408"/>
                  <a:pt x="48548" y="31978"/>
                </a:cubicBezTo>
                <a:cubicBezTo>
                  <a:pt x="50001" y="29547"/>
                  <a:pt x="50728" y="26376"/>
                  <a:pt x="50728" y="22464"/>
                </a:cubicBezTo>
                <a:cubicBezTo>
                  <a:pt x="50728" y="16798"/>
                  <a:pt x="49394" y="12613"/>
                  <a:pt x="46726" y="9908"/>
                </a:cubicBezTo>
                <a:cubicBezTo>
                  <a:pt x="44058" y="7204"/>
                  <a:pt x="39762" y="5851"/>
                  <a:pt x="33837" y="5851"/>
                </a:cubicBezTo>
                <a:lnTo>
                  <a:pt x="27931" y="5851"/>
                </a:lnTo>
                <a:close/>
                <a:moveTo>
                  <a:pt x="132512" y="0"/>
                </a:moveTo>
                <a:lnTo>
                  <a:pt x="133119" y="24950"/>
                </a:lnTo>
                <a:lnTo>
                  <a:pt x="130856" y="24950"/>
                </a:lnTo>
                <a:cubicBezTo>
                  <a:pt x="129789" y="18710"/>
                  <a:pt x="127167" y="13691"/>
                  <a:pt x="122990" y="9893"/>
                </a:cubicBezTo>
                <a:cubicBezTo>
                  <a:pt x="118813" y="6094"/>
                  <a:pt x="114296" y="4195"/>
                  <a:pt x="109439" y="4195"/>
                </a:cubicBezTo>
                <a:cubicBezTo>
                  <a:pt x="105685" y="4195"/>
                  <a:pt x="102713" y="5195"/>
                  <a:pt x="100524" y="7195"/>
                </a:cubicBezTo>
                <a:cubicBezTo>
                  <a:pt x="98334" y="9194"/>
                  <a:pt x="97239" y="11495"/>
                  <a:pt x="97239" y="14100"/>
                </a:cubicBezTo>
                <a:cubicBezTo>
                  <a:pt x="97239" y="15750"/>
                  <a:pt x="97626" y="17218"/>
                  <a:pt x="98399" y="18502"/>
                </a:cubicBezTo>
                <a:cubicBezTo>
                  <a:pt x="99466" y="20226"/>
                  <a:pt x="101177" y="21931"/>
                  <a:pt x="103532" y="23618"/>
                </a:cubicBezTo>
                <a:cubicBezTo>
                  <a:pt x="105262" y="24829"/>
                  <a:pt x="109255" y="26976"/>
                  <a:pt x="115510" y="30058"/>
                </a:cubicBezTo>
                <a:cubicBezTo>
                  <a:pt x="124269" y="34350"/>
                  <a:pt x="130175" y="38404"/>
                  <a:pt x="133229" y="42221"/>
                </a:cubicBezTo>
                <a:cubicBezTo>
                  <a:pt x="136247" y="46036"/>
                  <a:pt x="137756" y="50403"/>
                  <a:pt x="137756" y="55320"/>
                </a:cubicBezTo>
                <a:cubicBezTo>
                  <a:pt x="137756" y="61558"/>
                  <a:pt x="135318" y="66924"/>
                  <a:pt x="130442" y="71419"/>
                </a:cubicBezTo>
                <a:cubicBezTo>
                  <a:pt x="125566" y="75915"/>
                  <a:pt x="119374" y="78162"/>
                  <a:pt x="111867" y="78162"/>
                </a:cubicBezTo>
                <a:cubicBezTo>
                  <a:pt x="109512" y="78162"/>
                  <a:pt x="107286" y="77923"/>
                  <a:pt x="105188" y="77445"/>
                </a:cubicBezTo>
                <a:cubicBezTo>
                  <a:pt x="103091" y="76966"/>
                  <a:pt x="100459" y="76065"/>
                  <a:pt x="97295" y="74740"/>
                </a:cubicBezTo>
                <a:cubicBezTo>
                  <a:pt x="95528" y="74004"/>
                  <a:pt x="94075" y="73636"/>
                  <a:pt x="92934" y="73636"/>
                </a:cubicBezTo>
                <a:cubicBezTo>
                  <a:pt x="91977" y="73636"/>
                  <a:pt x="90965" y="74009"/>
                  <a:pt x="89898" y="74754"/>
                </a:cubicBezTo>
                <a:cubicBezTo>
                  <a:pt x="88831" y="75499"/>
                  <a:pt x="87966" y="76635"/>
                  <a:pt x="87304" y="78162"/>
                </a:cubicBezTo>
                <a:lnTo>
                  <a:pt x="85261" y="78162"/>
                </a:lnTo>
                <a:lnTo>
                  <a:pt x="85261" y="49900"/>
                </a:lnTo>
                <a:lnTo>
                  <a:pt x="87304" y="49900"/>
                </a:lnTo>
                <a:cubicBezTo>
                  <a:pt x="88923" y="57831"/>
                  <a:pt x="92042" y="63880"/>
                  <a:pt x="96660" y="68047"/>
                </a:cubicBezTo>
                <a:cubicBezTo>
                  <a:pt x="101278" y="72215"/>
                  <a:pt x="106255" y="74298"/>
                  <a:pt x="111591" y="74298"/>
                </a:cubicBezTo>
                <a:cubicBezTo>
                  <a:pt x="115713" y="74298"/>
                  <a:pt x="118997" y="73179"/>
                  <a:pt x="121444" y="70942"/>
                </a:cubicBezTo>
                <a:cubicBezTo>
                  <a:pt x="123892" y="68704"/>
                  <a:pt x="125115" y="66099"/>
                  <a:pt x="125115" y="63127"/>
                </a:cubicBezTo>
                <a:cubicBezTo>
                  <a:pt x="125115" y="61367"/>
                  <a:pt x="124646" y="59661"/>
                  <a:pt x="123708" y="58011"/>
                </a:cubicBezTo>
                <a:cubicBezTo>
                  <a:pt x="122769" y="56360"/>
                  <a:pt x="121343" y="54791"/>
                  <a:pt x="119430" y="53305"/>
                </a:cubicBezTo>
                <a:cubicBezTo>
                  <a:pt x="117516" y="51820"/>
                  <a:pt x="114130" y="49885"/>
                  <a:pt x="109273" y="47501"/>
                </a:cubicBezTo>
                <a:cubicBezTo>
                  <a:pt x="102465" y="44162"/>
                  <a:pt x="97571" y="41317"/>
                  <a:pt x="94590" y="38966"/>
                </a:cubicBezTo>
                <a:cubicBezTo>
                  <a:pt x="91609" y="36614"/>
                  <a:pt x="89318" y="33987"/>
                  <a:pt x="87718" y="31084"/>
                </a:cubicBezTo>
                <a:cubicBezTo>
                  <a:pt x="86117" y="28182"/>
                  <a:pt x="85316" y="24985"/>
                  <a:pt x="85316" y="21495"/>
                </a:cubicBezTo>
                <a:cubicBezTo>
                  <a:pt x="85316" y="15543"/>
                  <a:pt x="87506" y="10472"/>
                  <a:pt x="91885" y="6284"/>
                </a:cubicBezTo>
                <a:cubicBezTo>
                  <a:pt x="96264" y="2095"/>
                  <a:pt x="101784" y="0"/>
                  <a:pt x="108445" y="0"/>
                </a:cubicBezTo>
                <a:cubicBezTo>
                  <a:pt x="110874" y="0"/>
                  <a:pt x="113229" y="298"/>
                  <a:pt x="115510" y="894"/>
                </a:cubicBezTo>
                <a:cubicBezTo>
                  <a:pt x="117240" y="1340"/>
                  <a:pt x="119347" y="2167"/>
                  <a:pt x="121831" y="3376"/>
                </a:cubicBezTo>
                <a:cubicBezTo>
                  <a:pt x="124315" y="4584"/>
                  <a:pt x="126054" y="5189"/>
                  <a:pt x="127047" y="5189"/>
                </a:cubicBezTo>
                <a:cubicBezTo>
                  <a:pt x="128004" y="5189"/>
                  <a:pt x="128758" y="4891"/>
                  <a:pt x="129310" y="4297"/>
                </a:cubicBezTo>
                <a:cubicBezTo>
                  <a:pt x="129862" y="3701"/>
                  <a:pt x="130378" y="2269"/>
                  <a:pt x="130856" y="0"/>
                </a:cubicBezTo>
                <a:lnTo>
                  <a:pt x="132512" y="0"/>
                </a:lnTo>
                <a:close/>
                <a:moveTo>
                  <a:pt x="213808" y="1656"/>
                </a:moveTo>
                <a:lnTo>
                  <a:pt x="213808" y="21969"/>
                </a:lnTo>
                <a:lnTo>
                  <a:pt x="211821" y="21969"/>
                </a:lnTo>
                <a:cubicBezTo>
                  <a:pt x="210644" y="17280"/>
                  <a:pt x="209337" y="13910"/>
                  <a:pt x="207902" y="11861"/>
                </a:cubicBezTo>
                <a:cubicBezTo>
                  <a:pt x="206467" y="9812"/>
                  <a:pt x="204498" y="8178"/>
                  <a:pt x="201996" y="6959"/>
                </a:cubicBezTo>
                <a:cubicBezTo>
                  <a:pt x="200597" y="6294"/>
                  <a:pt x="198150" y="5962"/>
                  <a:pt x="194654" y="5962"/>
                </a:cubicBezTo>
                <a:lnTo>
                  <a:pt x="189079" y="5962"/>
                </a:lnTo>
                <a:lnTo>
                  <a:pt x="189079" y="63700"/>
                </a:lnTo>
                <a:cubicBezTo>
                  <a:pt x="189079" y="67547"/>
                  <a:pt x="189291" y="69951"/>
                  <a:pt x="189714" y="70914"/>
                </a:cubicBezTo>
                <a:cubicBezTo>
                  <a:pt x="190137" y="71875"/>
                  <a:pt x="190965" y="72717"/>
                  <a:pt x="192198" y="73438"/>
                </a:cubicBezTo>
                <a:cubicBezTo>
                  <a:pt x="193431" y="74159"/>
                  <a:pt x="195114" y="74519"/>
                  <a:pt x="197249" y="74519"/>
                </a:cubicBezTo>
                <a:lnTo>
                  <a:pt x="199733" y="74519"/>
                </a:lnTo>
                <a:lnTo>
                  <a:pt x="199733" y="76506"/>
                </a:lnTo>
                <a:lnTo>
                  <a:pt x="160541" y="76506"/>
                </a:lnTo>
                <a:lnTo>
                  <a:pt x="160541" y="74519"/>
                </a:lnTo>
                <a:lnTo>
                  <a:pt x="163025" y="74519"/>
                </a:lnTo>
                <a:cubicBezTo>
                  <a:pt x="165196" y="74519"/>
                  <a:pt x="166944" y="74131"/>
                  <a:pt x="168269" y="73355"/>
                </a:cubicBezTo>
                <a:cubicBezTo>
                  <a:pt x="169226" y="72836"/>
                  <a:pt x="169980" y="71948"/>
                  <a:pt x="170532" y="70691"/>
                </a:cubicBezTo>
                <a:cubicBezTo>
                  <a:pt x="170937" y="69804"/>
                  <a:pt x="171139" y="67473"/>
                  <a:pt x="171139" y="63700"/>
                </a:cubicBezTo>
                <a:lnTo>
                  <a:pt x="171139" y="5962"/>
                </a:lnTo>
                <a:lnTo>
                  <a:pt x="165730" y="5962"/>
                </a:lnTo>
                <a:cubicBezTo>
                  <a:pt x="160688" y="5962"/>
                  <a:pt x="157027" y="7032"/>
                  <a:pt x="154745" y="9173"/>
                </a:cubicBezTo>
                <a:cubicBezTo>
                  <a:pt x="151543" y="12165"/>
                  <a:pt x="149520" y="16430"/>
                  <a:pt x="148673" y="21969"/>
                </a:cubicBezTo>
                <a:lnTo>
                  <a:pt x="146576" y="21969"/>
                </a:lnTo>
                <a:lnTo>
                  <a:pt x="146576" y="1656"/>
                </a:lnTo>
                <a:lnTo>
                  <a:pt x="213808" y="16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C5432-E5E0-4071-A9B3-A12BB010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307" y="4252599"/>
            <a:ext cx="656457" cy="131971"/>
          </a:xfrm>
          <a:custGeom xmlns:a="http://schemas.openxmlformats.org/drawingml/2006/main">
            <a:pathLst>
              <a:path w="656457" h="131971">
                <a:moveTo>
                  <a:pt x="0" y="0"/>
                </a:moveTo>
                <a:lnTo>
                  <a:pt x="656457" y="0"/>
                </a:lnTo>
                <a:lnTo>
                  <a:pt x="656457" y="131971"/>
                </a:lnTo>
                <a:lnTo>
                  <a:pt x="0" y="1319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Text RST">
            <a:extLst xmlns:a="http://schemas.openxmlformats.org/drawingml/2006/main">
              <a:ext uri="{FF2B5EF4-FFF2-40B4-BE49-F238E27FC236}">
                <a16:creationId xmlns:a16="http://schemas.microsoft.com/office/drawing/2014/main" id="{CE0E3CA9-2EBC-4111-BEE9-61743B1C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964" y="4283307"/>
            <a:ext cx="213809" cy="78162"/>
          </a:xfrm>
          <a:custGeom xmlns:a="http://schemas.openxmlformats.org/drawingml/2006/main">
            <a:pathLst>
              <a:path w="213809" h="78162">
                <a:moveTo>
                  <a:pt x="27931" y="42393"/>
                </a:moveTo>
                <a:lnTo>
                  <a:pt x="27931" y="63479"/>
                </a:lnTo>
                <a:cubicBezTo>
                  <a:pt x="27931" y="67507"/>
                  <a:pt x="28179" y="70042"/>
                  <a:pt x="28676" y="71087"/>
                </a:cubicBezTo>
                <a:cubicBezTo>
                  <a:pt x="29173" y="72130"/>
                  <a:pt x="30047" y="72963"/>
                  <a:pt x="31298" y="73586"/>
                </a:cubicBezTo>
                <a:cubicBezTo>
                  <a:pt x="32549" y="74208"/>
                  <a:pt x="34886" y="74519"/>
                  <a:pt x="38308" y="74519"/>
                </a:cubicBezTo>
                <a:lnTo>
                  <a:pt x="38308" y="76506"/>
                </a:lnTo>
                <a:lnTo>
                  <a:pt x="0" y="76506"/>
                </a:lnTo>
                <a:lnTo>
                  <a:pt x="0" y="74519"/>
                </a:lnTo>
                <a:cubicBezTo>
                  <a:pt x="3459" y="74519"/>
                  <a:pt x="5805" y="74199"/>
                  <a:pt x="7038" y="73558"/>
                </a:cubicBezTo>
                <a:cubicBezTo>
                  <a:pt x="8271" y="72918"/>
                  <a:pt x="9136" y="72085"/>
                  <a:pt x="9632" y="71059"/>
                </a:cubicBezTo>
                <a:cubicBezTo>
                  <a:pt x="10129" y="70033"/>
                  <a:pt x="10377" y="67507"/>
                  <a:pt x="10377" y="63479"/>
                </a:cubicBezTo>
                <a:lnTo>
                  <a:pt x="10377" y="14683"/>
                </a:lnTo>
                <a:cubicBezTo>
                  <a:pt x="10377" y="10656"/>
                  <a:pt x="10129" y="8121"/>
                  <a:pt x="9632" y="7078"/>
                </a:cubicBezTo>
                <a:cubicBezTo>
                  <a:pt x="9136" y="6033"/>
                  <a:pt x="8262" y="5200"/>
                  <a:pt x="7010" y="4578"/>
                </a:cubicBezTo>
                <a:cubicBezTo>
                  <a:pt x="5759" y="3955"/>
                  <a:pt x="3422" y="3643"/>
                  <a:pt x="0" y="3643"/>
                </a:cubicBezTo>
                <a:lnTo>
                  <a:pt x="0" y="1656"/>
                </a:lnTo>
                <a:lnTo>
                  <a:pt x="34776" y="1656"/>
                </a:lnTo>
                <a:cubicBezTo>
                  <a:pt x="43828" y="1656"/>
                  <a:pt x="50452" y="2281"/>
                  <a:pt x="54647" y="3531"/>
                </a:cubicBezTo>
                <a:cubicBezTo>
                  <a:pt x="58843" y="4781"/>
                  <a:pt x="62265" y="7088"/>
                  <a:pt x="64915" y="10452"/>
                </a:cubicBezTo>
                <a:cubicBezTo>
                  <a:pt x="67564" y="13815"/>
                  <a:pt x="68889" y="17758"/>
                  <a:pt x="68889" y="22280"/>
                </a:cubicBezTo>
                <a:cubicBezTo>
                  <a:pt x="68889" y="27795"/>
                  <a:pt x="66902" y="32354"/>
                  <a:pt x="62927" y="35957"/>
                </a:cubicBezTo>
                <a:cubicBezTo>
                  <a:pt x="60388" y="38237"/>
                  <a:pt x="56837" y="39946"/>
                  <a:pt x="52274" y="41086"/>
                </a:cubicBezTo>
                <a:lnTo>
                  <a:pt x="70269" y="66484"/>
                </a:lnTo>
                <a:cubicBezTo>
                  <a:pt x="72624" y="69727"/>
                  <a:pt x="74298" y="71749"/>
                  <a:pt x="75292" y="72551"/>
                </a:cubicBezTo>
                <a:cubicBezTo>
                  <a:pt x="76801" y="73680"/>
                  <a:pt x="78549" y="74300"/>
                  <a:pt x="80536" y="74409"/>
                </a:cubicBezTo>
                <a:lnTo>
                  <a:pt x="80536" y="76506"/>
                </a:lnTo>
                <a:lnTo>
                  <a:pt x="56966" y="76506"/>
                </a:lnTo>
                <a:lnTo>
                  <a:pt x="32844" y="42393"/>
                </a:lnTo>
                <a:lnTo>
                  <a:pt x="27931" y="42393"/>
                </a:lnTo>
                <a:moveTo>
                  <a:pt x="27931" y="5851"/>
                </a:moveTo>
                <a:lnTo>
                  <a:pt x="27931" y="38419"/>
                </a:lnTo>
                <a:lnTo>
                  <a:pt x="31077" y="38419"/>
                </a:lnTo>
                <a:cubicBezTo>
                  <a:pt x="36192" y="38419"/>
                  <a:pt x="40020" y="37953"/>
                  <a:pt x="42559" y="37022"/>
                </a:cubicBezTo>
                <a:cubicBezTo>
                  <a:pt x="45098" y="36089"/>
                  <a:pt x="47094" y="34408"/>
                  <a:pt x="48548" y="31978"/>
                </a:cubicBezTo>
                <a:cubicBezTo>
                  <a:pt x="50001" y="29547"/>
                  <a:pt x="50728" y="26376"/>
                  <a:pt x="50728" y="22464"/>
                </a:cubicBezTo>
                <a:cubicBezTo>
                  <a:pt x="50728" y="16798"/>
                  <a:pt x="49394" y="12613"/>
                  <a:pt x="46726" y="9908"/>
                </a:cubicBezTo>
                <a:cubicBezTo>
                  <a:pt x="44058" y="7204"/>
                  <a:pt x="39762" y="5851"/>
                  <a:pt x="33837" y="5851"/>
                </a:cubicBezTo>
                <a:lnTo>
                  <a:pt x="27931" y="5851"/>
                </a:lnTo>
                <a:close/>
                <a:moveTo>
                  <a:pt x="132512" y="0"/>
                </a:moveTo>
                <a:lnTo>
                  <a:pt x="133119" y="24950"/>
                </a:lnTo>
                <a:lnTo>
                  <a:pt x="130856" y="24950"/>
                </a:lnTo>
                <a:cubicBezTo>
                  <a:pt x="129789" y="18710"/>
                  <a:pt x="127167" y="13691"/>
                  <a:pt x="122990" y="9893"/>
                </a:cubicBezTo>
                <a:cubicBezTo>
                  <a:pt x="118814" y="6094"/>
                  <a:pt x="114296" y="4195"/>
                  <a:pt x="109439" y="4195"/>
                </a:cubicBezTo>
                <a:cubicBezTo>
                  <a:pt x="105685" y="4195"/>
                  <a:pt x="102714" y="5195"/>
                  <a:pt x="100524" y="7195"/>
                </a:cubicBezTo>
                <a:cubicBezTo>
                  <a:pt x="98335" y="9194"/>
                  <a:pt x="97240" y="11495"/>
                  <a:pt x="97240" y="14100"/>
                </a:cubicBezTo>
                <a:cubicBezTo>
                  <a:pt x="97240" y="15750"/>
                  <a:pt x="97626" y="17218"/>
                  <a:pt x="98399" y="18502"/>
                </a:cubicBezTo>
                <a:cubicBezTo>
                  <a:pt x="99466" y="20226"/>
                  <a:pt x="101177" y="21931"/>
                  <a:pt x="103532" y="23618"/>
                </a:cubicBezTo>
                <a:cubicBezTo>
                  <a:pt x="105262" y="24829"/>
                  <a:pt x="109255" y="26976"/>
                  <a:pt x="115511" y="30058"/>
                </a:cubicBezTo>
                <a:cubicBezTo>
                  <a:pt x="124269" y="34350"/>
                  <a:pt x="130175" y="38404"/>
                  <a:pt x="133230" y="42221"/>
                </a:cubicBezTo>
                <a:cubicBezTo>
                  <a:pt x="136247" y="46036"/>
                  <a:pt x="137756" y="50403"/>
                  <a:pt x="137756" y="55320"/>
                </a:cubicBezTo>
                <a:cubicBezTo>
                  <a:pt x="137756" y="61558"/>
                  <a:pt x="135318" y="66924"/>
                  <a:pt x="130442" y="71419"/>
                </a:cubicBezTo>
                <a:cubicBezTo>
                  <a:pt x="125566" y="75915"/>
                  <a:pt x="119375" y="78162"/>
                  <a:pt x="111868" y="78162"/>
                </a:cubicBezTo>
                <a:cubicBezTo>
                  <a:pt x="109512" y="78162"/>
                  <a:pt x="107286" y="77923"/>
                  <a:pt x="105188" y="77445"/>
                </a:cubicBezTo>
                <a:cubicBezTo>
                  <a:pt x="103091" y="76966"/>
                  <a:pt x="100460" y="76065"/>
                  <a:pt x="97295" y="74740"/>
                </a:cubicBezTo>
                <a:cubicBezTo>
                  <a:pt x="95529" y="74004"/>
                  <a:pt x="94075" y="73636"/>
                  <a:pt x="92934" y="73636"/>
                </a:cubicBezTo>
                <a:cubicBezTo>
                  <a:pt x="91977" y="73636"/>
                  <a:pt x="90965" y="74009"/>
                  <a:pt x="89898" y="74754"/>
                </a:cubicBezTo>
                <a:cubicBezTo>
                  <a:pt x="88831" y="75499"/>
                  <a:pt x="87966" y="76635"/>
                  <a:pt x="87304" y="78162"/>
                </a:cubicBezTo>
                <a:lnTo>
                  <a:pt x="85261" y="78162"/>
                </a:lnTo>
                <a:lnTo>
                  <a:pt x="85261" y="49900"/>
                </a:lnTo>
                <a:lnTo>
                  <a:pt x="87304" y="49900"/>
                </a:lnTo>
                <a:cubicBezTo>
                  <a:pt x="88923" y="57831"/>
                  <a:pt x="92042" y="63880"/>
                  <a:pt x="96660" y="68047"/>
                </a:cubicBezTo>
                <a:cubicBezTo>
                  <a:pt x="101278" y="72215"/>
                  <a:pt x="106256" y="74298"/>
                  <a:pt x="111592" y="74298"/>
                </a:cubicBezTo>
                <a:cubicBezTo>
                  <a:pt x="115713" y="74298"/>
                  <a:pt x="118998" y="73179"/>
                  <a:pt x="121445" y="70942"/>
                </a:cubicBezTo>
                <a:cubicBezTo>
                  <a:pt x="123892" y="68704"/>
                  <a:pt x="125115" y="66099"/>
                  <a:pt x="125115" y="63127"/>
                </a:cubicBezTo>
                <a:cubicBezTo>
                  <a:pt x="125115" y="61367"/>
                  <a:pt x="124646" y="59661"/>
                  <a:pt x="123708" y="58011"/>
                </a:cubicBezTo>
                <a:cubicBezTo>
                  <a:pt x="122769" y="56360"/>
                  <a:pt x="121343" y="54791"/>
                  <a:pt x="119430" y="53305"/>
                </a:cubicBezTo>
                <a:cubicBezTo>
                  <a:pt x="117516" y="51820"/>
                  <a:pt x="114131" y="49885"/>
                  <a:pt x="109273" y="47501"/>
                </a:cubicBezTo>
                <a:cubicBezTo>
                  <a:pt x="102465" y="44162"/>
                  <a:pt x="97571" y="41317"/>
                  <a:pt x="94590" y="38966"/>
                </a:cubicBezTo>
                <a:cubicBezTo>
                  <a:pt x="91609" y="36614"/>
                  <a:pt x="89319" y="33987"/>
                  <a:pt x="87718" y="31084"/>
                </a:cubicBezTo>
                <a:cubicBezTo>
                  <a:pt x="86117" y="28182"/>
                  <a:pt x="85317" y="24985"/>
                  <a:pt x="85317" y="21495"/>
                </a:cubicBezTo>
                <a:cubicBezTo>
                  <a:pt x="85317" y="15543"/>
                  <a:pt x="87506" y="10472"/>
                  <a:pt x="91885" y="6284"/>
                </a:cubicBezTo>
                <a:cubicBezTo>
                  <a:pt x="96265" y="2095"/>
                  <a:pt x="101784" y="0"/>
                  <a:pt x="108445" y="0"/>
                </a:cubicBezTo>
                <a:cubicBezTo>
                  <a:pt x="110874" y="0"/>
                  <a:pt x="113229" y="298"/>
                  <a:pt x="115511" y="894"/>
                </a:cubicBezTo>
                <a:cubicBezTo>
                  <a:pt x="117240" y="1340"/>
                  <a:pt x="119347" y="2167"/>
                  <a:pt x="121831" y="3376"/>
                </a:cubicBezTo>
                <a:cubicBezTo>
                  <a:pt x="124315" y="4584"/>
                  <a:pt x="126054" y="5189"/>
                  <a:pt x="127047" y="5189"/>
                </a:cubicBezTo>
                <a:cubicBezTo>
                  <a:pt x="128004" y="5189"/>
                  <a:pt x="128759" y="4891"/>
                  <a:pt x="129311" y="4297"/>
                </a:cubicBezTo>
                <a:cubicBezTo>
                  <a:pt x="129863" y="3701"/>
                  <a:pt x="130378" y="2269"/>
                  <a:pt x="130856" y="0"/>
                </a:cubicBezTo>
                <a:lnTo>
                  <a:pt x="132512" y="0"/>
                </a:lnTo>
                <a:close/>
                <a:moveTo>
                  <a:pt x="213809" y="1656"/>
                </a:moveTo>
                <a:lnTo>
                  <a:pt x="213809" y="21969"/>
                </a:lnTo>
                <a:lnTo>
                  <a:pt x="211822" y="21969"/>
                </a:lnTo>
                <a:cubicBezTo>
                  <a:pt x="210644" y="17280"/>
                  <a:pt x="209338" y="13910"/>
                  <a:pt x="207902" y="11861"/>
                </a:cubicBezTo>
                <a:cubicBezTo>
                  <a:pt x="206467" y="9812"/>
                  <a:pt x="204498" y="8178"/>
                  <a:pt x="201996" y="6959"/>
                </a:cubicBezTo>
                <a:cubicBezTo>
                  <a:pt x="200598" y="6294"/>
                  <a:pt x="198150" y="5962"/>
                  <a:pt x="194655" y="5962"/>
                </a:cubicBezTo>
                <a:lnTo>
                  <a:pt x="189079" y="5962"/>
                </a:lnTo>
                <a:lnTo>
                  <a:pt x="189079" y="63700"/>
                </a:lnTo>
                <a:cubicBezTo>
                  <a:pt x="189079" y="67547"/>
                  <a:pt x="189291" y="69951"/>
                  <a:pt x="189714" y="70914"/>
                </a:cubicBezTo>
                <a:cubicBezTo>
                  <a:pt x="190137" y="71875"/>
                  <a:pt x="190965" y="72717"/>
                  <a:pt x="192198" y="73438"/>
                </a:cubicBezTo>
                <a:cubicBezTo>
                  <a:pt x="193431" y="74159"/>
                  <a:pt x="195115" y="74519"/>
                  <a:pt x="197249" y="74519"/>
                </a:cubicBezTo>
                <a:lnTo>
                  <a:pt x="199733" y="74519"/>
                </a:lnTo>
                <a:lnTo>
                  <a:pt x="199733" y="76506"/>
                </a:lnTo>
                <a:lnTo>
                  <a:pt x="160541" y="76506"/>
                </a:lnTo>
                <a:lnTo>
                  <a:pt x="160541" y="74519"/>
                </a:lnTo>
                <a:lnTo>
                  <a:pt x="163025" y="74519"/>
                </a:lnTo>
                <a:cubicBezTo>
                  <a:pt x="165196" y="74519"/>
                  <a:pt x="166944" y="74131"/>
                  <a:pt x="168269" y="73355"/>
                </a:cubicBezTo>
                <a:cubicBezTo>
                  <a:pt x="169226" y="72836"/>
                  <a:pt x="169980" y="71948"/>
                  <a:pt x="170532" y="70691"/>
                </a:cubicBezTo>
                <a:cubicBezTo>
                  <a:pt x="170937" y="69804"/>
                  <a:pt x="171140" y="67473"/>
                  <a:pt x="171140" y="63700"/>
                </a:cubicBezTo>
                <a:lnTo>
                  <a:pt x="171140" y="5962"/>
                </a:lnTo>
                <a:lnTo>
                  <a:pt x="165730" y="5962"/>
                </a:lnTo>
                <a:cubicBezTo>
                  <a:pt x="160688" y="5962"/>
                  <a:pt x="157027" y="7032"/>
                  <a:pt x="154745" y="9173"/>
                </a:cubicBezTo>
                <a:cubicBezTo>
                  <a:pt x="151544" y="12165"/>
                  <a:pt x="149520" y="16430"/>
                  <a:pt x="148673" y="21969"/>
                </a:cubicBezTo>
                <a:lnTo>
                  <a:pt x="146576" y="21969"/>
                </a:lnTo>
                <a:lnTo>
                  <a:pt x="146576" y="1656"/>
                </a:lnTo>
                <a:lnTo>
                  <a:pt x="213809" y="16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EA5FC-EFE7-430E-8AF8-14D1DC39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158" y="6507260"/>
            <a:ext cx="656457" cy="131971"/>
          </a:xfrm>
          <a:custGeom xmlns:a="http://schemas.openxmlformats.org/drawingml/2006/main">
            <a:pathLst>
              <a:path w="656457" h="131971">
                <a:moveTo>
                  <a:pt x="0" y="0"/>
                </a:moveTo>
                <a:lnTo>
                  <a:pt x="656457" y="0"/>
                </a:lnTo>
                <a:lnTo>
                  <a:pt x="656457" y="131971"/>
                </a:lnTo>
                <a:lnTo>
                  <a:pt x="0" y="1319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Text RST">
            <a:extLst xmlns:a="http://schemas.openxmlformats.org/drawingml/2006/main">
              <a:ext uri="{FF2B5EF4-FFF2-40B4-BE49-F238E27FC236}">
                <a16:creationId xmlns:a16="http://schemas.microsoft.com/office/drawing/2014/main" id="{4C5DAF37-9CB7-4765-B52A-C6D4B2C7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864" y="6537889"/>
            <a:ext cx="213809" cy="78162"/>
          </a:xfrm>
          <a:custGeom xmlns:a="http://schemas.openxmlformats.org/drawingml/2006/main">
            <a:pathLst>
              <a:path w="213809" h="78162">
                <a:moveTo>
                  <a:pt x="27931" y="42393"/>
                </a:moveTo>
                <a:lnTo>
                  <a:pt x="27931" y="63479"/>
                </a:lnTo>
                <a:cubicBezTo>
                  <a:pt x="27931" y="67507"/>
                  <a:pt x="28179" y="70042"/>
                  <a:pt x="28676" y="71087"/>
                </a:cubicBezTo>
                <a:cubicBezTo>
                  <a:pt x="29173" y="72130"/>
                  <a:pt x="30047" y="72963"/>
                  <a:pt x="31298" y="73586"/>
                </a:cubicBezTo>
                <a:cubicBezTo>
                  <a:pt x="32549" y="74208"/>
                  <a:pt x="34886" y="74519"/>
                  <a:pt x="38308" y="74519"/>
                </a:cubicBezTo>
                <a:lnTo>
                  <a:pt x="38308" y="76506"/>
                </a:lnTo>
                <a:lnTo>
                  <a:pt x="0" y="76506"/>
                </a:lnTo>
                <a:lnTo>
                  <a:pt x="0" y="74519"/>
                </a:lnTo>
                <a:cubicBezTo>
                  <a:pt x="3459" y="74519"/>
                  <a:pt x="5805" y="74199"/>
                  <a:pt x="7038" y="73558"/>
                </a:cubicBezTo>
                <a:cubicBezTo>
                  <a:pt x="8271" y="72918"/>
                  <a:pt x="9136" y="72085"/>
                  <a:pt x="9632" y="71059"/>
                </a:cubicBezTo>
                <a:cubicBezTo>
                  <a:pt x="10129" y="70033"/>
                  <a:pt x="10377" y="67507"/>
                  <a:pt x="10377" y="63479"/>
                </a:cubicBezTo>
                <a:lnTo>
                  <a:pt x="10377" y="14683"/>
                </a:lnTo>
                <a:cubicBezTo>
                  <a:pt x="10377" y="10656"/>
                  <a:pt x="10129" y="8121"/>
                  <a:pt x="9632" y="7078"/>
                </a:cubicBezTo>
                <a:cubicBezTo>
                  <a:pt x="9136" y="6033"/>
                  <a:pt x="8262" y="5200"/>
                  <a:pt x="7010" y="4578"/>
                </a:cubicBezTo>
                <a:cubicBezTo>
                  <a:pt x="5759" y="3955"/>
                  <a:pt x="3422" y="3643"/>
                  <a:pt x="0" y="3643"/>
                </a:cubicBezTo>
                <a:lnTo>
                  <a:pt x="0" y="1656"/>
                </a:lnTo>
                <a:lnTo>
                  <a:pt x="34776" y="1656"/>
                </a:lnTo>
                <a:cubicBezTo>
                  <a:pt x="43828" y="1656"/>
                  <a:pt x="50452" y="2281"/>
                  <a:pt x="54647" y="3531"/>
                </a:cubicBezTo>
                <a:cubicBezTo>
                  <a:pt x="58843" y="4781"/>
                  <a:pt x="62265" y="7088"/>
                  <a:pt x="64915" y="10452"/>
                </a:cubicBezTo>
                <a:cubicBezTo>
                  <a:pt x="67564" y="13815"/>
                  <a:pt x="68889" y="17758"/>
                  <a:pt x="68889" y="22280"/>
                </a:cubicBezTo>
                <a:cubicBezTo>
                  <a:pt x="68889" y="27795"/>
                  <a:pt x="66902" y="32354"/>
                  <a:pt x="62927" y="35957"/>
                </a:cubicBezTo>
                <a:cubicBezTo>
                  <a:pt x="60388" y="38237"/>
                  <a:pt x="56837" y="39946"/>
                  <a:pt x="52274" y="41086"/>
                </a:cubicBezTo>
                <a:lnTo>
                  <a:pt x="70269" y="66484"/>
                </a:lnTo>
                <a:cubicBezTo>
                  <a:pt x="72624" y="69727"/>
                  <a:pt x="74298" y="71749"/>
                  <a:pt x="75292" y="72551"/>
                </a:cubicBezTo>
                <a:cubicBezTo>
                  <a:pt x="76801" y="73680"/>
                  <a:pt x="78549" y="74300"/>
                  <a:pt x="80536" y="74409"/>
                </a:cubicBezTo>
                <a:lnTo>
                  <a:pt x="80536" y="76506"/>
                </a:lnTo>
                <a:lnTo>
                  <a:pt x="56966" y="76506"/>
                </a:lnTo>
                <a:lnTo>
                  <a:pt x="32844" y="42393"/>
                </a:lnTo>
                <a:lnTo>
                  <a:pt x="27931" y="42393"/>
                </a:lnTo>
                <a:moveTo>
                  <a:pt x="27931" y="5851"/>
                </a:moveTo>
                <a:lnTo>
                  <a:pt x="27931" y="38419"/>
                </a:lnTo>
                <a:lnTo>
                  <a:pt x="31077" y="38419"/>
                </a:lnTo>
                <a:cubicBezTo>
                  <a:pt x="36192" y="38419"/>
                  <a:pt x="40020" y="37953"/>
                  <a:pt x="42559" y="37022"/>
                </a:cubicBezTo>
                <a:cubicBezTo>
                  <a:pt x="45098" y="36089"/>
                  <a:pt x="47094" y="34408"/>
                  <a:pt x="48548" y="31978"/>
                </a:cubicBezTo>
                <a:cubicBezTo>
                  <a:pt x="50001" y="29547"/>
                  <a:pt x="50728" y="26376"/>
                  <a:pt x="50728" y="22464"/>
                </a:cubicBezTo>
                <a:cubicBezTo>
                  <a:pt x="50728" y="16798"/>
                  <a:pt x="49394" y="12613"/>
                  <a:pt x="46726" y="9908"/>
                </a:cubicBezTo>
                <a:cubicBezTo>
                  <a:pt x="44058" y="7204"/>
                  <a:pt x="39762" y="5851"/>
                  <a:pt x="33837" y="5851"/>
                </a:cubicBezTo>
                <a:lnTo>
                  <a:pt x="27931" y="5851"/>
                </a:lnTo>
                <a:close/>
                <a:moveTo>
                  <a:pt x="132512" y="0"/>
                </a:moveTo>
                <a:lnTo>
                  <a:pt x="133119" y="24950"/>
                </a:lnTo>
                <a:lnTo>
                  <a:pt x="130856" y="24950"/>
                </a:lnTo>
                <a:cubicBezTo>
                  <a:pt x="129789" y="18710"/>
                  <a:pt x="127167" y="13691"/>
                  <a:pt x="122990" y="9893"/>
                </a:cubicBezTo>
                <a:cubicBezTo>
                  <a:pt x="118814" y="6094"/>
                  <a:pt x="114296" y="4195"/>
                  <a:pt x="109439" y="4195"/>
                </a:cubicBezTo>
                <a:cubicBezTo>
                  <a:pt x="105685" y="4195"/>
                  <a:pt x="102714" y="5195"/>
                  <a:pt x="100524" y="7195"/>
                </a:cubicBezTo>
                <a:cubicBezTo>
                  <a:pt x="98335" y="9194"/>
                  <a:pt x="97240" y="11495"/>
                  <a:pt x="97240" y="14100"/>
                </a:cubicBezTo>
                <a:cubicBezTo>
                  <a:pt x="97240" y="15750"/>
                  <a:pt x="97626" y="17218"/>
                  <a:pt x="98399" y="18502"/>
                </a:cubicBezTo>
                <a:cubicBezTo>
                  <a:pt x="99466" y="20226"/>
                  <a:pt x="101177" y="21931"/>
                  <a:pt x="103532" y="23618"/>
                </a:cubicBezTo>
                <a:cubicBezTo>
                  <a:pt x="105262" y="24829"/>
                  <a:pt x="109255" y="26976"/>
                  <a:pt x="115511" y="30058"/>
                </a:cubicBezTo>
                <a:cubicBezTo>
                  <a:pt x="124269" y="34350"/>
                  <a:pt x="130175" y="38404"/>
                  <a:pt x="133230" y="42221"/>
                </a:cubicBezTo>
                <a:cubicBezTo>
                  <a:pt x="136247" y="46036"/>
                  <a:pt x="137756" y="50403"/>
                  <a:pt x="137756" y="55320"/>
                </a:cubicBezTo>
                <a:cubicBezTo>
                  <a:pt x="137756" y="61558"/>
                  <a:pt x="135318" y="66924"/>
                  <a:pt x="130442" y="71419"/>
                </a:cubicBezTo>
                <a:cubicBezTo>
                  <a:pt x="125566" y="75915"/>
                  <a:pt x="119375" y="78162"/>
                  <a:pt x="111868" y="78162"/>
                </a:cubicBezTo>
                <a:cubicBezTo>
                  <a:pt x="109512" y="78162"/>
                  <a:pt x="107286" y="77923"/>
                  <a:pt x="105188" y="77445"/>
                </a:cubicBezTo>
                <a:cubicBezTo>
                  <a:pt x="103091" y="76966"/>
                  <a:pt x="100460" y="76065"/>
                  <a:pt x="97295" y="74740"/>
                </a:cubicBezTo>
                <a:cubicBezTo>
                  <a:pt x="95529" y="74004"/>
                  <a:pt x="94075" y="73636"/>
                  <a:pt x="92934" y="73636"/>
                </a:cubicBezTo>
                <a:cubicBezTo>
                  <a:pt x="91977" y="73636"/>
                  <a:pt x="90965" y="74009"/>
                  <a:pt x="89898" y="74754"/>
                </a:cubicBezTo>
                <a:cubicBezTo>
                  <a:pt x="88831" y="75499"/>
                  <a:pt x="87966" y="76635"/>
                  <a:pt x="87304" y="78162"/>
                </a:cubicBezTo>
                <a:lnTo>
                  <a:pt x="85261" y="78162"/>
                </a:lnTo>
                <a:lnTo>
                  <a:pt x="85261" y="49900"/>
                </a:lnTo>
                <a:lnTo>
                  <a:pt x="87304" y="49900"/>
                </a:lnTo>
                <a:cubicBezTo>
                  <a:pt x="88923" y="57831"/>
                  <a:pt x="92042" y="63880"/>
                  <a:pt x="96660" y="68047"/>
                </a:cubicBezTo>
                <a:cubicBezTo>
                  <a:pt x="101278" y="72215"/>
                  <a:pt x="106256" y="74298"/>
                  <a:pt x="111592" y="74298"/>
                </a:cubicBezTo>
                <a:cubicBezTo>
                  <a:pt x="115713" y="74298"/>
                  <a:pt x="118998" y="73179"/>
                  <a:pt x="121445" y="70942"/>
                </a:cubicBezTo>
                <a:cubicBezTo>
                  <a:pt x="123892" y="68704"/>
                  <a:pt x="125115" y="66099"/>
                  <a:pt x="125115" y="63127"/>
                </a:cubicBezTo>
                <a:cubicBezTo>
                  <a:pt x="125115" y="61367"/>
                  <a:pt x="124646" y="59661"/>
                  <a:pt x="123708" y="58011"/>
                </a:cubicBezTo>
                <a:cubicBezTo>
                  <a:pt x="122769" y="56360"/>
                  <a:pt x="121343" y="54791"/>
                  <a:pt x="119430" y="53305"/>
                </a:cubicBezTo>
                <a:cubicBezTo>
                  <a:pt x="117516" y="51820"/>
                  <a:pt x="114131" y="49885"/>
                  <a:pt x="109273" y="47501"/>
                </a:cubicBezTo>
                <a:cubicBezTo>
                  <a:pt x="102465" y="44162"/>
                  <a:pt x="97571" y="41317"/>
                  <a:pt x="94590" y="38966"/>
                </a:cubicBezTo>
                <a:cubicBezTo>
                  <a:pt x="91609" y="36614"/>
                  <a:pt x="89319" y="33987"/>
                  <a:pt x="87718" y="31084"/>
                </a:cubicBezTo>
                <a:cubicBezTo>
                  <a:pt x="86117" y="28182"/>
                  <a:pt x="85317" y="24985"/>
                  <a:pt x="85317" y="21495"/>
                </a:cubicBezTo>
                <a:cubicBezTo>
                  <a:pt x="85317" y="15543"/>
                  <a:pt x="87506" y="10472"/>
                  <a:pt x="91885" y="6284"/>
                </a:cubicBezTo>
                <a:cubicBezTo>
                  <a:pt x="96265" y="2095"/>
                  <a:pt x="101784" y="0"/>
                  <a:pt x="108445" y="0"/>
                </a:cubicBezTo>
                <a:cubicBezTo>
                  <a:pt x="110874" y="0"/>
                  <a:pt x="113229" y="298"/>
                  <a:pt x="115511" y="894"/>
                </a:cubicBezTo>
                <a:cubicBezTo>
                  <a:pt x="117240" y="1340"/>
                  <a:pt x="119347" y="2167"/>
                  <a:pt x="121831" y="3376"/>
                </a:cubicBezTo>
                <a:cubicBezTo>
                  <a:pt x="124315" y="4584"/>
                  <a:pt x="126054" y="5189"/>
                  <a:pt x="127047" y="5189"/>
                </a:cubicBezTo>
                <a:cubicBezTo>
                  <a:pt x="128004" y="5189"/>
                  <a:pt x="128759" y="4891"/>
                  <a:pt x="129311" y="4297"/>
                </a:cubicBezTo>
                <a:cubicBezTo>
                  <a:pt x="129863" y="3701"/>
                  <a:pt x="130378" y="2269"/>
                  <a:pt x="130856" y="0"/>
                </a:cubicBezTo>
                <a:lnTo>
                  <a:pt x="132512" y="0"/>
                </a:lnTo>
                <a:close/>
                <a:moveTo>
                  <a:pt x="213809" y="1656"/>
                </a:moveTo>
                <a:lnTo>
                  <a:pt x="213809" y="21969"/>
                </a:lnTo>
                <a:lnTo>
                  <a:pt x="211822" y="21969"/>
                </a:lnTo>
                <a:cubicBezTo>
                  <a:pt x="210644" y="17280"/>
                  <a:pt x="209338" y="13910"/>
                  <a:pt x="207902" y="11861"/>
                </a:cubicBezTo>
                <a:cubicBezTo>
                  <a:pt x="206467" y="9812"/>
                  <a:pt x="204498" y="8178"/>
                  <a:pt x="201996" y="6959"/>
                </a:cubicBezTo>
                <a:cubicBezTo>
                  <a:pt x="200598" y="6294"/>
                  <a:pt x="198150" y="5962"/>
                  <a:pt x="194655" y="5962"/>
                </a:cubicBezTo>
                <a:lnTo>
                  <a:pt x="189079" y="5962"/>
                </a:lnTo>
                <a:lnTo>
                  <a:pt x="189079" y="63700"/>
                </a:lnTo>
                <a:cubicBezTo>
                  <a:pt x="189079" y="67547"/>
                  <a:pt x="189291" y="69951"/>
                  <a:pt x="189714" y="70914"/>
                </a:cubicBezTo>
                <a:cubicBezTo>
                  <a:pt x="190137" y="71875"/>
                  <a:pt x="190965" y="72717"/>
                  <a:pt x="192198" y="73438"/>
                </a:cubicBezTo>
                <a:cubicBezTo>
                  <a:pt x="193431" y="74159"/>
                  <a:pt x="195115" y="74519"/>
                  <a:pt x="197249" y="74519"/>
                </a:cubicBezTo>
                <a:lnTo>
                  <a:pt x="199733" y="74519"/>
                </a:lnTo>
                <a:lnTo>
                  <a:pt x="199733" y="76506"/>
                </a:lnTo>
                <a:lnTo>
                  <a:pt x="160541" y="76506"/>
                </a:lnTo>
                <a:lnTo>
                  <a:pt x="160541" y="74519"/>
                </a:lnTo>
                <a:lnTo>
                  <a:pt x="163025" y="74519"/>
                </a:lnTo>
                <a:cubicBezTo>
                  <a:pt x="165196" y="74519"/>
                  <a:pt x="166944" y="74131"/>
                  <a:pt x="168269" y="73355"/>
                </a:cubicBezTo>
                <a:cubicBezTo>
                  <a:pt x="169226" y="72836"/>
                  <a:pt x="169980" y="71948"/>
                  <a:pt x="170532" y="70691"/>
                </a:cubicBezTo>
                <a:cubicBezTo>
                  <a:pt x="170937" y="69804"/>
                  <a:pt x="171140" y="67473"/>
                  <a:pt x="171140" y="63700"/>
                </a:cubicBezTo>
                <a:lnTo>
                  <a:pt x="171140" y="5962"/>
                </a:lnTo>
                <a:lnTo>
                  <a:pt x="165730" y="5962"/>
                </a:lnTo>
                <a:cubicBezTo>
                  <a:pt x="160688" y="5962"/>
                  <a:pt x="157027" y="7032"/>
                  <a:pt x="154745" y="9173"/>
                </a:cubicBezTo>
                <a:cubicBezTo>
                  <a:pt x="151544" y="12165"/>
                  <a:pt x="149520" y="16430"/>
                  <a:pt x="148673" y="21969"/>
                </a:cubicBezTo>
                <a:lnTo>
                  <a:pt x="146576" y="21969"/>
                </a:lnTo>
                <a:lnTo>
                  <a:pt x="146576" y="1656"/>
                </a:lnTo>
                <a:lnTo>
                  <a:pt x="213809" y="16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B40DE-B3C6-4F34-BB8A-D8B4EA99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673" y="6719772"/>
            <a:ext cx="656457" cy="131971"/>
          </a:xfrm>
          <a:custGeom xmlns:a="http://schemas.openxmlformats.org/drawingml/2006/main">
            <a:pathLst>
              <a:path w="656457" h="131971">
                <a:moveTo>
                  <a:pt x="0" y="0"/>
                </a:moveTo>
                <a:lnTo>
                  <a:pt x="656457" y="0"/>
                </a:lnTo>
                <a:lnTo>
                  <a:pt x="656457" y="131971"/>
                </a:lnTo>
                <a:lnTo>
                  <a:pt x="0" y="1319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Text RST">
            <a:extLst xmlns:a="http://schemas.openxmlformats.org/drawingml/2006/main">
              <a:ext uri="{FF2B5EF4-FFF2-40B4-BE49-F238E27FC236}">
                <a16:creationId xmlns:a16="http://schemas.microsoft.com/office/drawing/2014/main" id="{E8158F49-C777-4A19-9D14-FADADE94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23" y="6750467"/>
            <a:ext cx="213808" cy="78162"/>
          </a:xfrm>
          <a:custGeom xmlns:a="http://schemas.openxmlformats.org/drawingml/2006/main">
            <a:pathLst>
              <a:path w="213808" h="78162">
                <a:moveTo>
                  <a:pt x="27931" y="42393"/>
                </a:moveTo>
                <a:lnTo>
                  <a:pt x="27931" y="63479"/>
                </a:lnTo>
                <a:cubicBezTo>
                  <a:pt x="27931" y="67507"/>
                  <a:pt x="28179" y="70042"/>
                  <a:pt x="28676" y="71087"/>
                </a:cubicBezTo>
                <a:cubicBezTo>
                  <a:pt x="29173" y="72130"/>
                  <a:pt x="30047" y="72963"/>
                  <a:pt x="31298" y="73586"/>
                </a:cubicBezTo>
                <a:cubicBezTo>
                  <a:pt x="32549" y="74208"/>
                  <a:pt x="34886" y="74519"/>
                  <a:pt x="38308" y="74519"/>
                </a:cubicBezTo>
                <a:lnTo>
                  <a:pt x="38308" y="76506"/>
                </a:lnTo>
                <a:lnTo>
                  <a:pt x="0" y="76506"/>
                </a:lnTo>
                <a:lnTo>
                  <a:pt x="0" y="74519"/>
                </a:lnTo>
                <a:cubicBezTo>
                  <a:pt x="3459" y="74519"/>
                  <a:pt x="5805" y="74199"/>
                  <a:pt x="7038" y="73558"/>
                </a:cubicBezTo>
                <a:cubicBezTo>
                  <a:pt x="8271" y="72918"/>
                  <a:pt x="9136" y="72085"/>
                  <a:pt x="9632" y="71059"/>
                </a:cubicBezTo>
                <a:cubicBezTo>
                  <a:pt x="10129" y="70033"/>
                  <a:pt x="10377" y="67507"/>
                  <a:pt x="10377" y="63479"/>
                </a:cubicBezTo>
                <a:lnTo>
                  <a:pt x="10377" y="14683"/>
                </a:lnTo>
                <a:cubicBezTo>
                  <a:pt x="10377" y="10656"/>
                  <a:pt x="10129" y="8121"/>
                  <a:pt x="9632" y="7078"/>
                </a:cubicBezTo>
                <a:cubicBezTo>
                  <a:pt x="9136" y="6033"/>
                  <a:pt x="8262" y="5200"/>
                  <a:pt x="7010" y="4578"/>
                </a:cubicBezTo>
                <a:cubicBezTo>
                  <a:pt x="5759" y="3955"/>
                  <a:pt x="3422" y="3643"/>
                  <a:pt x="0" y="3643"/>
                </a:cubicBezTo>
                <a:lnTo>
                  <a:pt x="0" y="1656"/>
                </a:lnTo>
                <a:lnTo>
                  <a:pt x="34776" y="1656"/>
                </a:lnTo>
                <a:cubicBezTo>
                  <a:pt x="43828" y="1656"/>
                  <a:pt x="50452" y="2281"/>
                  <a:pt x="54647" y="3531"/>
                </a:cubicBezTo>
                <a:cubicBezTo>
                  <a:pt x="58843" y="4781"/>
                  <a:pt x="62265" y="7088"/>
                  <a:pt x="64915" y="10452"/>
                </a:cubicBezTo>
                <a:cubicBezTo>
                  <a:pt x="67564" y="13815"/>
                  <a:pt x="68889" y="17758"/>
                  <a:pt x="68889" y="22280"/>
                </a:cubicBezTo>
                <a:cubicBezTo>
                  <a:pt x="68889" y="27795"/>
                  <a:pt x="66902" y="32354"/>
                  <a:pt x="62927" y="35957"/>
                </a:cubicBezTo>
                <a:cubicBezTo>
                  <a:pt x="60388" y="38237"/>
                  <a:pt x="56837" y="39946"/>
                  <a:pt x="52274" y="41086"/>
                </a:cubicBezTo>
                <a:lnTo>
                  <a:pt x="70269" y="66484"/>
                </a:lnTo>
                <a:cubicBezTo>
                  <a:pt x="72624" y="69727"/>
                  <a:pt x="74298" y="71749"/>
                  <a:pt x="75292" y="72551"/>
                </a:cubicBezTo>
                <a:cubicBezTo>
                  <a:pt x="76801" y="73680"/>
                  <a:pt x="78549" y="74300"/>
                  <a:pt x="80536" y="74409"/>
                </a:cubicBezTo>
                <a:lnTo>
                  <a:pt x="80536" y="76506"/>
                </a:lnTo>
                <a:lnTo>
                  <a:pt x="56966" y="76506"/>
                </a:lnTo>
                <a:lnTo>
                  <a:pt x="32844" y="42393"/>
                </a:lnTo>
                <a:lnTo>
                  <a:pt x="27931" y="42393"/>
                </a:lnTo>
                <a:moveTo>
                  <a:pt x="27931" y="5851"/>
                </a:moveTo>
                <a:lnTo>
                  <a:pt x="27931" y="38419"/>
                </a:lnTo>
                <a:lnTo>
                  <a:pt x="31077" y="38419"/>
                </a:lnTo>
                <a:cubicBezTo>
                  <a:pt x="36192" y="38419"/>
                  <a:pt x="40020" y="37953"/>
                  <a:pt x="42559" y="37022"/>
                </a:cubicBezTo>
                <a:cubicBezTo>
                  <a:pt x="45098" y="36089"/>
                  <a:pt x="47094" y="34408"/>
                  <a:pt x="48548" y="31978"/>
                </a:cubicBezTo>
                <a:cubicBezTo>
                  <a:pt x="50001" y="29547"/>
                  <a:pt x="50728" y="26376"/>
                  <a:pt x="50728" y="22464"/>
                </a:cubicBezTo>
                <a:cubicBezTo>
                  <a:pt x="50728" y="16798"/>
                  <a:pt x="49394" y="12613"/>
                  <a:pt x="46726" y="9908"/>
                </a:cubicBezTo>
                <a:cubicBezTo>
                  <a:pt x="44058" y="7204"/>
                  <a:pt x="39762" y="5851"/>
                  <a:pt x="33837" y="5851"/>
                </a:cubicBezTo>
                <a:lnTo>
                  <a:pt x="27931" y="5851"/>
                </a:lnTo>
                <a:close/>
                <a:moveTo>
                  <a:pt x="132512" y="0"/>
                </a:moveTo>
                <a:lnTo>
                  <a:pt x="133119" y="24950"/>
                </a:lnTo>
                <a:lnTo>
                  <a:pt x="130856" y="24950"/>
                </a:lnTo>
                <a:cubicBezTo>
                  <a:pt x="129789" y="18710"/>
                  <a:pt x="127167" y="13691"/>
                  <a:pt x="122990" y="9893"/>
                </a:cubicBezTo>
                <a:cubicBezTo>
                  <a:pt x="118813" y="6094"/>
                  <a:pt x="114296" y="4195"/>
                  <a:pt x="109439" y="4195"/>
                </a:cubicBezTo>
                <a:cubicBezTo>
                  <a:pt x="105685" y="4195"/>
                  <a:pt x="102713" y="5195"/>
                  <a:pt x="100524" y="7195"/>
                </a:cubicBezTo>
                <a:cubicBezTo>
                  <a:pt x="98334" y="9194"/>
                  <a:pt x="97239" y="11495"/>
                  <a:pt x="97239" y="14100"/>
                </a:cubicBezTo>
                <a:cubicBezTo>
                  <a:pt x="97239" y="15750"/>
                  <a:pt x="97626" y="17218"/>
                  <a:pt x="98399" y="18502"/>
                </a:cubicBezTo>
                <a:cubicBezTo>
                  <a:pt x="99466" y="20226"/>
                  <a:pt x="101177" y="21931"/>
                  <a:pt x="103532" y="23618"/>
                </a:cubicBezTo>
                <a:cubicBezTo>
                  <a:pt x="105262" y="24829"/>
                  <a:pt x="109255" y="26976"/>
                  <a:pt x="115510" y="30058"/>
                </a:cubicBezTo>
                <a:cubicBezTo>
                  <a:pt x="124269" y="34350"/>
                  <a:pt x="130175" y="38404"/>
                  <a:pt x="133229" y="42221"/>
                </a:cubicBezTo>
                <a:cubicBezTo>
                  <a:pt x="136247" y="46036"/>
                  <a:pt x="137756" y="50403"/>
                  <a:pt x="137756" y="55320"/>
                </a:cubicBezTo>
                <a:cubicBezTo>
                  <a:pt x="137756" y="61558"/>
                  <a:pt x="135318" y="66924"/>
                  <a:pt x="130442" y="71419"/>
                </a:cubicBezTo>
                <a:cubicBezTo>
                  <a:pt x="125566" y="75915"/>
                  <a:pt x="119374" y="78162"/>
                  <a:pt x="111867" y="78162"/>
                </a:cubicBezTo>
                <a:cubicBezTo>
                  <a:pt x="109512" y="78162"/>
                  <a:pt x="107286" y="77923"/>
                  <a:pt x="105188" y="77445"/>
                </a:cubicBezTo>
                <a:cubicBezTo>
                  <a:pt x="103091" y="76966"/>
                  <a:pt x="100459" y="76065"/>
                  <a:pt x="97295" y="74740"/>
                </a:cubicBezTo>
                <a:cubicBezTo>
                  <a:pt x="95528" y="74004"/>
                  <a:pt x="94075" y="73636"/>
                  <a:pt x="92934" y="73636"/>
                </a:cubicBezTo>
                <a:cubicBezTo>
                  <a:pt x="91977" y="73636"/>
                  <a:pt x="90965" y="74009"/>
                  <a:pt x="89898" y="74754"/>
                </a:cubicBezTo>
                <a:cubicBezTo>
                  <a:pt x="88831" y="75499"/>
                  <a:pt x="87966" y="76635"/>
                  <a:pt x="87304" y="78162"/>
                </a:cubicBezTo>
                <a:lnTo>
                  <a:pt x="85261" y="78162"/>
                </a:lnTo>
                <a:lnTo>
                  <a:pt x="85261" y="49900"/>
                </a:lnTo>
                <a:lnTo>
                  <a:pt x="87304" y="49900"/>
                </a:lnTo>
                <a:cubicBezTo>
                  <a:pt x="88923" y="57831"/>
                  <a:pt x="92042" y="63880"/>
                  <a:pt x="96660" y="68047"/>
                </a:cubicBezTo>
                <a:cubicBezTo>
                  <a:pt x="101278" y="72215"/>
                  <a:pt x="106255" y="74298"/>
                  <a:pt x="111591" y="74298"/>
                </a:cubicBezTo>
                <a:cubicBezTo>
                  <a:pt x="115713" y="74298"/>
                  <a:pt x="118997" y="73179"/>
                  <a:pt x="121444" y="70942"/>
                </a:cubicBezTo>
                <a:cubicBezTo>
                  <a:pt x="123892" y="68704"/>
                  <a:pt x="125115" y="66099"/>
                  <a:pt x="125115" y="63127"/>
                </a:cubicBezTo>
                <a:cubicBezTo>
                  <a:pt x="125115" y="61367"/>
                  <a:pt x="124646" y="59661"/>
                  <a:pt x="123708" y="58011"/>
                </a:cubicBezTo>
                <a:cubicBezTo>
                  <a:pt x="122769" y="56360"/>
                  <a:pt x="121343" y="54791"/>
                  <a:pt x="119430" y="53305"/>
                </a:cubicBezTo>
                <a:cubicBezTo>
                  <a:pt x="117516" y="51820"/>
                  <a:pt x="114130" y="49885"/>
                  <a:pt x="109273" y="47501"/>
                </a:cubicBezTo>
                <a:cubicBezTo>
                  <a:pt x="102465" y="44162"/>
                  <a:pt x="97571" y="41317"/>
                  <a:pt x="94590" y="38966"/>
                </a:cubicBezTo>
                <a:cubicBezTo>
                  <a:pt x="91609" y="36614"/>
                  <a:pt x="89318" y="33987"/>
                  <a:pt x="87718" y="31084"/>
                </a:cubicBezTo>
                <a:cubicBezTo>
                  <a:pt x="86117" y="28182"/>
                  <a:pt x="85316" y="24985"/>
                  <a:pt x="85316" y="21495"/>
                </a:cubicBezTo>
                <a:cubicBezTo>
                  <a:pt x="85316" y="15543"/>
                  <a:pt x="87506" y="10472"/>
                  <a:pt x="91885" y="6284"/>
                </a:cubicBezTo>
                <a:cubicBezTo>
                  <a:pt x="96264" y="2095"/>
                  <a:pt x="101784" y="0"/>
                  <a:pt x="108445" y="0"/>
                </a:cubicBezTo>
                <a:cubicBezTo>
                  <a:pt x="110874" y="0"/>
                  <a:pt x="113229" y="298"/>
                  <a:pt x="115510" y="894"/>
                </a:cubicBezTo>
                <a:cubicBezTo>
                  <a:pt x="117240" y="1340"/>
                  <a:pt x="119347" y="2167"/>
                  <a:pt x="121831" y="3376"/>
                </a:cubicBezTo>
                <a:cubicBezTo>
                  <a:pt x="124315" y="4584"/>
                  <a:pt x="126054" y="5189"/>
                  <a:pt x="127047" y="5189"/>
                </a:cubicBezTo>
                <a:cubicBezTo>
                  <a:pt x="128004" y="5189"/>
                  <a:pt x="128758" y="4891"/>
                  <a:pt x="129310" y="4297"/>
                </a:cubicBezTo>
                <a:cubicBezTo>
                  <a:pt x="129862" y="3701"/>
                  <a:pt x="130378" y="2269"/>
                  <a:pt x="130856" y="0"/>
                </a:cubicBezTo>
                <a:lnTo>
                  <a:pt x="132512" y="0"/>
                </a:lnTo>
                <a:close/>
                <a:moveTo>
                  <a:pt x="213808" y="1656"/>
                </a:moveTo>
                <a:lnTo>
                  <a:pt x="213808" y="21969"/>
                </a:lnTo>
                <a:lnTo>
                  <a:pt x="211821" y="21969"/>
                </a:lnTo>
                <a:cubicBezTo>
                  <a:pt x="210644" y="17280"/>
                  <a:pt x="209337" y="13910"/>
                  <a:pt x="207902" y="11861"/>
                </a:cubicBezTo>
                <a:cubicBezTo>
                  <a:pt x="206467" y="9812"/>
                  <a:pt x="204498" y="8178"/>
                  <a:pt x="201996" y="6959"/>
                </a:cubicBezTo>
                <a:cubicBezTo>
                  <a:pt x="200597" y="6294"/>
                  <a:pt x="198150" y="5962"/>
                  <a:pt x="194654" y="5962"/>
                </a:cubicBezTo>
                <a:lnTo>
                  <a:pt x="189079" y="5962"/>
                </a:lnTo>
                <a:lnTo>
                  <a:pt x="189079" y="63700"/>
                </a:lnTo>
                <a:cubicBezTo>
                  <a:pt x="189079" y="67547"/>
                  <a:pt x="189291" y="69951"/>
                  <a:pt x="189714" y="70914"/>
                </a:cubicBezTo>
                <a:cubicBezTo>
                  <a:pt x="190137" y="71875"/>
                  <a:pt x="190965" y="72717"/>
                  <a:pt x="192198" y="73438"/>
                </a:cubicBezTo>
                <a:cubicBezTo>
                  <a:pt x="193431" y="74159"/>
                  <a:pt x="195114" y="74519"/>
                  <a:pt x="197249" y="74519"/>
                </a:cubicBezTo>
                <a:lnTo>
                  <a:pt x="199733" y="74519"/>
                </a:lnTo>
                <a:lnTo>
                  <a:pt x="199733" y="76506"/>
                </a:lnTo>
                <a:lnTo>
                  <a:pt x="160541" y="76506"/>
                </a:lnTo>
                <a:lnTo>
                  <a:pt x="160541" y="74519"/>
                </a:lnTo>
                <a:lnTo>
                  <a:pt x="163025" y="74519"/>
                </a:lnTo>
                <a:cubicBezTo>
                  <a:pt x="165196" y="74519"/>
                  <a:pt x="166944" y="74131"/>
                  <a:pt x="168269" y="73355"/>
                </a:cubicBezTo>
                <a:cubicBezTo>
                  <a:pt x="169226" y="72836"/>
                  <a:pt x="169980" y="71948"/>
                  <a:pt x="170532" y="70691"/>
                </a:cubicBezTo>
                <a:cubicBezTo>
                  <a:pt x="170937" y="69804"/>
                  <a:pt x="171139" y="67473"/>
                  <a:pt x="171139" y="63700"/>
                </a:cubicBezTo>
                <a:lnTo>
                  <a:pt x="171139" y="5962"/>
                </a:lnTo>
                <a:lnTo>
                  <a:pt x="165730" y="5962"/>
                </a:lnTo>
                <a:cubicBezTo>
                  <a:pt x="160688" y="5962"/>
                  <a:pt x="157027" y="7032"/>
                  <a:pt x="154745" y="9173"/>
                </a:cubicBezTo>
                <a:cubicBezTo>
                  <a:pt x="151543" y="12165"/>
                  <a:pt x="149520" y="16430"/>
                  <a:pt x="148673" y="21969"/>
                </a:cubicBezTo>
                <a:lnTo>
                  <a:pt x="146576" y="21969"/>
                </a:lnTo>
                <a:lnTo>
                  <a:pt x="146576" y="1656"/>
                </a:lnTo>
                <a:lnTo>
                  <a:pt x="213808" y="16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817B6-DF75-411D-A041-B329610A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457" y="3975854"/>
            <a:ext cx="3690125" cy="2701"/>
          </a:xfrm>
          <a:custGeom xmlns:a="http://schemas.openxmlformats.org/drawingml/2006/main">
            <a:pathLst>
              <a:path w="3690125" h="2701" fill="none">
                <a:moveTo>
                  <a:pt x="3690125" y="27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1C4EA-FDCB-426B-A72C-23CBF5B1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680" y="3935431"/>
            <a:ext cx="80897" cy="80864"/>
          </a:xfrm>
          <a:custGeom xmlns:a="http://schemas.openxmlformats.org/drawingml/2006/main">
            <a:pathLst>
              <a:path w="80897" h="80864">
                <a:moveTo>
                  <a:pt x="80832" y="80864"/>
                </a:moveTo>
                <a:lnTo>
                  <a:pt x="0" y="40368"/>
                </a:lnTo>
                <a:lnTo>
                  <a:pt x="80897" y="0"/>
                </a:lnTo>
                <a:lnTo>
                  <a:pt x="80832" y="80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85DE9-67D4-4AA9-ACB2-99581D89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309" y="4193218"/>
            <a:ext cx="3690125" cy="2701"/>
          </a:xfrm>
          <a:custGeom xmlns:a="http://schemas.openxmlformats.org/drawingml/2006/main">
            <a:pathLst>
              <a:path w="3690125" h="2701" fill="none">
                <a:moveTo>
                  <a:pt x="3690125" y="27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F5037-92F8-456B-90CD-DD7D754B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532" y="4152795"/>
            <a:ext cx="80897" cy="80864"/>
          </a:xfrm>
          <a:custGeom xmlns:a="http://schemas.openxmlformats.org/drawingml/2006/main">
            <a:pathLst>
              <a:path w="80897" h="80864">
                <a:moveTo>
                  <a:pt x="80832" y="80864"/>
                </a:moveTo>
                <a:lnTo>
                  <a:pt x="0" y="40368"/>
                </a:lnTo>
                <a:lnTo>
                  <a:pt x="80897" y="0"/>
                </a:lnTo>
                <a:lnTo>
                  <a:pt x="80832" y="80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1EECF-E99D-4931-AB60-5FE3BEA5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942" y="4401848"/>
            <a:ext cx="3690125" cy="2701"/>
          </a:xfrm>
          <a:custGeom xmlns:a="http://schemas.openxmlformats.org/drawingml/2006/main">
            <a:pathLst>
              <a:path w="3690125" h="2701" fill="none">
                <a:moveTo>
                  <a:pt x="3690125" y="27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83A74A-9953-4DAC-9F93-2A5797B8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165" y="4361425"/>
            <a:ext cx="80897" cy="80864"/>
          </a:xfrm>
          <a:custGeom xmlns:a="http://schemas.openxmlformats.org/drawingml/2006/main">
            <a:pathLst>
              <a:path w="80897" h="80864">
                <a:moveTo>
                  <a:pt x="80832" y="80864"/>
                </a:moveTo>
                <a:lnTo>
                  <a:pt x="0" y="40368"/>
                </a:lnTo>
                <a:lnTo>
                  <a:pt x="80897" y="0"/>
                </a:lnTo>
                <a:lnTo>
                  <a:pt x="80832" y="80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887E1-4DE5-4D74-AD79-4AE8C421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343" y="5213511"/>
            <a:ext cx="3707859" cy="10529"/>
          </a:xfrm>
          <a:custGeom xmlns:a="http://schemas.openxmlformats.org/drawingml/2006/main">
            <a:pathLst>
              <a:path w="3707859" h="10529" fill="none">
                <a:moveTo>
                  <a:pt x="0" y="0"/>
                </a:moveTo>
                <a:lnTo>
                  <a:pt x="3707859" y="10529"/>
                </a:lnTo>
              </a:path>
            </a:pathLst>
          </a:custGeom>
          <a:noFill xmlns:a="http://schemas.openxmlformats.org/drawingml/2006/main"/>
          <a:ln xmlns:a="http://schemas.openxmlformats.org/drawingml/2006/main" w="12130" cap="flat">
            <a:solidFill>
              <a:srgbClr val="000000"/>
            </a:solidFill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7C691-6674-4A51-B5AD-D18496EB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996" y="5183583"/>
            <a:ext cx="80986" cy="80864"/>
          </a:xfrm>
          <a:custGeom xmlns:a="http://schemas.openxmlformats.org/drawingml/2006/main">
            <a:pathLst>
              <a:path w="80986" h="80864">
                <a:moveTo>
                  <a:pt x="235" y="0"/>
                </a:moveTo>
                <a:lnTo>
                  <a:pt x="80986" y="40667"/>
                </a:lnTo>
                <a:lnTo>
                  <a:pt x="0" y="80864"/>
                </a:lnTo>
                <a:lnTo>
                  <a:pt x="2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4e5595464492a"/>
          <a:stretch xmlns:a="http://schemas.openxmlformats.org/drawingml/2006/main"/>
        </p:blipFill>
        <p:spPr>
          <a:xfrm xmlns:a="http://schemas.openxmlformats.org/drawingml/2006/main">
            <a:off x="2661641" y="359706"/>
            <a:ext cx="365345" cy="365345"/>
          </a:xfrm>
          <a:prstGeom xmlns:a="http://schemas.openxmlformats.org/drawingml/2006/main" prst="rect">
            <a:avLst/>
          </a:prstGeom>
        </p:spPr>
      </p:pic>
      <p:sp>
        <p:nvSpPr>
          <p:cNvPr id="309" name="Text PUSH/ACK">
            <a:extLst xmlns:a="http://schemas.openxmlformats.org/drawingml/2006/main">
              <a:ext uri="{FF2B5EF4-FFF2-40B4-BE49-F238E27FC236}">
                <a16:creationId xmlns:a16="http://schemas.microsoft.com/office/drawing/2014/main" id="{73364CEF-26A8-42D6-A1DD-C3982D11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50" y="2569237"/>
            <a:ext cx="599430" cy="85997"/>
          </a:xfrm>
          <a:custGeom xmlns:a="http://schemas.openxmlformats.org/drawingml/2006/main">
            <a:pathLst>
              <a:path w="599430" h="85997">
                <a:moveTo>
                  <a:pt x="22862" y="46552"/>
                </a:moveTo>
                <a:lnTo>
                  <a:pt x="22862" y="69986"/>
                </a:lnTo>
                <a:cubicBezTo>
                  <a:pt x="22862" y="75048"/>
                  <a:pt x="23414" y="78193"/>
                  <a:pt x="24520" y="79420"/>
                </a:cubicBezTo>
                <a:cubicBezTo>
                  <a:pt x="26020" y="81159"/>
                  <a:pt x="28291" y="82029"/>
                  <a:pt x="31331" y="82029"/>
                </a:cubicBezTo>
                <a:lnTo>
                  <a:pt x="34411" y="82029"/>
                </a:lnTo>
                <a:lnTo>
                  <a:pt x="34411" y="84221"/>
                </a:lnTo>
                <a:lnTo>
                  <a:pt x="0" y="84221"/>
                </a:lnTo>
                <a:lnTo>
                  <a:pt x="0" y="82029"/>
                </a:lnTo>
                <a:lnTo>
                  <a:pt x="3021" y="82029"/>
                </a:lnTo>
                <a:cubicBezTo>
                  <a:pt x="6416" y="82029"/>
                  <a:pt x="8845" y="80924"/>
                  <a:pt x="10305" y="78712"/>
                </a:cubicBezTo>
                <a:cubicBezTo>
                  <a:pt x="11095" y="77488"/>
                  <a:pt x="11490" y="74586"/>
                  <a:pt x="11490" y="70006"/>
                </a:cubicBezTo>
                <a:lnTo>
                  <a:pt x="11490" y="18123"/>
                </a:lnTo>
                <a:cubicBezTo>
                  <a:pt x="11490" y="13069"/>
                  <a:pt x="10957" y="9930"/>
                  <a:pt x="9891" y="8706"/>
                </a:cubicBezTo>
                <a:cubicBezTo>
                  <a:pt x="8351" y="6969"/>
                  <a:pt x="6061" y="6100"/>
                  <a:pt x="3021" y="6100"/>
                </a:cubicBezTo>
                <a:lnTo>
                  <a:pt x="0" y="6100"/>
                </a:lnTo>
                <a:lnTo>
                  <a:pt x="0" y="3909"/>
                </a:lnTo>
                <a:lnTo>
                  <a:pt x="29436" y="3909"/>
                </a:lnTo>
                <a:cubicBezTo>
                  <a:pt x="36622" y="3909"/>
                  <a:pt x="42288" y="4649"/>
                  <a:pt x="46434" y="6128"/>
                </a:cubicBezTo>
                <a:cubicBezTo>
                  <a:pt x="50580" y="7606"/>
                  <a:pt x="54074" y="10100"/>
                  <a:pt x="56917" y="13609"/>
                </a:cubicBezTo>
                <a:cubicBezTo>
                  <a:pt x="59760" y="17118"/>
                  <a:pt x="61181" y="21278"/>
                  <a:pt x="61181" y="26089"/>
                </a:cubicBezTo>
                <a:cubicBezTo>
                  <a:pt x="61181" y="32635"/>
                  <a:pt x="59020" y="37959"/>
                  <a:pt x="54696" y="42060"/>
                </a:cubicBezTo>
                <a:cubicBezTo>
                  <a:pt x="50372" y="46161"/>
                  <a:pt x="44262" y="48211"/>
                  <a:pt x="36365" y="48211"/>
                </a:cubicBezTo>
                <a:cubicBezTo>
                  <a:pt x="34431" y="48211"/>
                  <a:pt x="32338" y="48072"/>
                  <a:pt x="30087" y="47796"/>
                </a:cubicBezTo>
                <a:cubicBezTo>
                  <a:pt x="27837" y="47520"/>
                  <a:pt x="25428" y="47105"/>
                  <a:pt x="22862" y="46552"/>
                </a:cubicBezTo>
                <a:moveTo>
                  <a:pt x="22862" y="43117"/>
                </a:moveTo>
                <a:cubicBezTo>
                  <a:pt x="24954" y="43512"/>
                  <a:pt x="26810" y="43808"/>
                  <a:pt x="28429" y="44006"/>
                </a:cubicBezTo>
                <a:cubicBezTo>
                  <a:pt x="30048" y="44203"/>
                  <a:pt x="31430" y="44302"/>
                  <a:pt x="32575" y="44302"/>
                </a:cubicBezTo>
                <a:cubicBezTo>
                  <a:pt x="36681" y="44302"/>
                  <a:pt x="40225" y="42712"/>
                  <a:pt x="43206" y="39534"/>
                </a:cubicBezTo>
                <a:cubicBezTo>
                  <a:pt x="46187" y="36355"/>
                  <a:pt x="47678" y="32239"/>
                  <a:pt x="47678" y="27185"/>
                </a:cubicBezTo>
                <a:cubicBezTo>
                  <a:pt x="47678" y="23710"/>
                  <a:pt x="46967" y="20483"/>
                  <a:pt x="45545" y="17502"/>
                </a:cubicBezTo>
                <a:cubicBezTo>
                  <a:pt x="44124" y="14520"/>
                  <a:pt x="42110" y="12290"/>
                  <a:pt x="39504" y="10809"/>
                </a:cubicBezTo>
                <a:cubicBezTo>
                  <a:pt x="36898" y="9328"/>
                  <a:pt x="33937" y="8588"/>
                  <a:pt x="30620" y="8588"/>
                </a:cubicBezTo>
                <a:cubicBezTo>
                  <a:pt x="28607" y="8588"/>
                  <a:pt x="26020" y="8963"/>
                  <a:pt x="22862" y="9713"/>
                </a:cubicBezTo>
                <a:lnTo>
                  <a:pt x="22862" y="43117"/>
                </a:lnTo>
                <a:close/>
                <a:moveTo>
                  <a:pt x="123292" y="6100"/>
                </a:moveTo>
                <a:lnTo>
                  <a:pt x="123292" y="3909"/>
                </a:lnTo>
                <a:lnTo>
                  <a:pt x="151721" y="3909"/>
                </a:lnTo>
                <a:lnTo>
                  <a:pt x="151721" y="6100"/>
                </a:lnTo>
                <a:lnTo>
                  <a:pt x="148700" y="6100"/>
                </a:lnTo>
                <a:cubicBezTo>
                  <a:pt x="145541" y="6100"/>
                  <a:pt x="143113" y="7421"/>
                  <a:pt x="141415" y="10063"/>
                </a:cubicBezTo>
                <a:cubicBezTo>
                  <a:pt x="140586" y="11285"/>
                  <a:pt x="140172" y="14123"/>
                  <a:pt x="140172" y="18579"/>
                </a:cubicBezTo>
                <a:lnTo>
                  <a:pt x="140172" y="51105"/>
                </a:lnTo>
                <a:cubicBezTo>
                  <a:pt x="140172" y="59148"/>
                  <a:pt x="139372" y="65387"/>
                  <a:pt x="137773" y="69823"/>
                </a:cubicBezTo>
                <a:cubicBezTo>
                  <a:pt x="136174" y="74259"/>
                  <a:pt x="133035" y="78063"/>
                  <a:pt x="128356" y="81237"/>
                </a:cubicBezTo>
                <a:cubicBezTo>
                  <a:pt x="123677" y="84411"/>
                  <a:pt x="117310" y="85997"/>
                  <a:pt x="109255" y="85997"/>
                </a:cubicBezTo>
                <a:cubicBezTo>
                  <a:pt x="100490" y="85997"/>
                  <a:pt x="93836" y="84480"/>
                  <a:pt x="89296" y="81444"/>
                </a:cubicBezTo>
                <a:cubicBezTo>
                  <a:pt x="84755" y="78408"/>
                  <a:pt x="81537" y="74327"/>
                  <a:pt x="79642" y="69201"/>
                </a:cubicBezTo>
                <a:cubicBezTo>
                  <a:pt x="78378" y="65693"/>
                  <a:pt x="77746" y="59109"/>
                  <a:pt x="77746" y="49449"/>
                </a:cubicBezTo>
                <a:lnTo>
                  <a:pt x="77746" y="18105"/>
                </a:lnTo>
                <a:cubicBezTo>
                  <a:pt x="77746" y="13177"/>
                  <a:pt x="77065" y="9944"/>
                  <a:pt x="75703" y="8407"/>
                </a:cubicBezTo>
                <a:cubicBezTo>
                  <a:pt x="74341" y="6869"/>
                  <a:pt x="72140" y="6100"/>
                  <a:pt x="69099" y="6100"/>
                </a:cubicBezTo>
                <a:lnTo>
                  <a:pt x="66079" y="6100"/>
                </a:lnTo>
                <a:lnTo>
                  <a:pt x="66079" y="3909"/>
                </a:lnTo>
                <a:lnTo>
                  <a:pt x="100786" y="3909"/>
                </a:lnTo>
                <a:lnTo>
                  <a:pt x="100786" y="6100"/>
                </a:lnTo>
                <a:lnTo>
                  <a:pt x="97706" y="6100"/>
                </a:lnTo>
                <a:cubicBezTo>
                  <a:pt x="94389" y="6100"/>
                  <a:pt x="92020" y="7146"/>
                  <a:pt x="90599" y="9238"/>
                </a:cubicBezTo>
                <a:cubicBezTo>
                  <a:pt x="89612" y="10658"/>
                  <a:pt x="89118" y="13617"/>
                  <a:pt x="89118" y="18114"/>
                </a:cubicBezTo>
                <a:lnTo>
                  <a:pt x="89118" y="53089"/>
                </a:lnTo>
                <a:cubicBezTo>
                  <a:pt x="89118" y="56206"/>
                  <a:pt x="89404" y="59777"/>
                  <a:pt x="89977" y="63802"/>
                </a:cubicBezTo>
                <a:cubicBezTo>
                  <a:pt x="90549" y="67826"/>
                  <a:pt x="91586" y="70962"/>
                  <a:pt x="93086" y="73212"/>
                </a:cubicBezTo>
                <a:cubicBezTo>
                  <a:pt x="94587" y="75460"/>
                  <a:pt x="96748" y="77314"/>
                  <a:pt x="99572" y="78774"/>
                </a:cubicBezTo>
                <a:cubicBezTo>
                  <a:pt x="102395" y="80233"/>
                  <a:pt x="105859" y="80963"/>
                  <a:pt x="109966" y="80963"/>
                </a:cubicBezTo>
                <a:cubicBezTo>
                  <a:pt x="115217" y="80963"/>
                  <a:pt x="119916" y="79819"/>
                  <a:pt x="124062" y="77532"/>
                </a:cubicBezTo>
                <a:cubicBezTo>
                  <a:pt x="128208" y="75243"/>
                  <a:pt x="131041" y="72314"/>
                  <a:pt x="132561" y="68744"/>
                </a:cubicBezTo>
                <a:cubicBezTo>
                  <a:pt x="134081" y="65173"/>
                  <a:pt x="134841" y="59126"/>
                  <a:pt x="134841" y="50604"/>
                </a:cubicBezTo>
                <a:lnTo>
                  <a:pt x="134841" y="18114"/>
                </a:lnTo>
                <a:cubicBezTo>
                  <a:pt x="134841" y="13103"/>
                  <a:pt x="134288" y="9967"/>
                  <a:pt x="133183" y="8704"/>
                </a:cubicBezTo>
                <a:cubicBezTo>
                  <a:pt x="131643" y="6968"/>
                  <a:pt x="129353" y="6100"/>
                  <a:pt x="126312" y="6100"/>
                </a:cubicBezTo>
                <a:lnTo>
                  <a:pt x="123292" y="6100"/>
                </a:lnTo>
                <a:close/>
                <a:moveTo>
                  <a:pt x="208859" y="2132"/>
                </a:moveTo>
                <a:lnTo>
                  <a:pt x="208859" y="29850"/>
                </a:lnTo>
                <a:lnTo>
                  <a:pt x="206668" y="29850"/>
                </a:lnTo>
                <a:cubicBezTo>
                  <a:pt x="205957" y="24520"/>
                  <a:pt x="204684" y="20275"/>
                  <a:pt x="202848" y="17117"/>
                </a:cubicBezTo>
                <a:cubicBezTo>
                  <a:pt x="201012" y="13958"/>
                  <a:pt x="198396" y="11451"/>
                  <a:pt x="195000" y="9595"/>
                </a:cubicBezTo>
                <a:cubicBezTo>
                  <a:pt x="191604" y="7739"/>
                  <a:pt x="188090" y="6811"/>
                  <a:pt x="184458" y="6811"/>
                </a:cubicBezTo>
                <a:cubicBezTo>
                  <a:pt x="180351" y="6811"/>
                  <a:pt x="176956" y="8064"/>
                  <a:pt x="174271" y="10570"/>
                </a:cubicBezTo>
                <a:cubicBezTo>
                  <a:pt x="171586" y="13075"/>
                  <a:pt x="170243" y="15925"/>
                  <a:pt x="170243" y="19121"/>
                </a:cubicBezTo>
                <a:cubicBezTo>
                  <a:pt x="170243" y="21568"/>
                  <a:pt x="171092" y="23797"/>
                  <a:pt x="172790" y="25808"/>
                </a:cubicBezTo>
                <a:cubicBezTo>
                  <a:pt x="175238" y="28768"/>
                  <a:pt x="181062" y="32714"/>
                  <a:pt x="190262" y="37646"/>
                </a:cubicBezTo>
                <a:cubicBezTo>
                  <a:pt x="197764" y="41670"/>
                  <a:pt x="202887" y="44757"/>
                  <a:pt x="205631" y="46908"/>
                </a:cubicBezTo>
                <a:cubicBezTo>
                  <a:pt x="208375" y="49057"/>
                  <a:pt x="210488" y="51592"/>
                  <a:pt x="211969" y="54513"/>
                </a:cubicBezTo>
                <a:cubicBezTo>
                  <a:pt x="213449" y="57432"/>
                  <a:pt x="214190" y="60490"/>
                  <a:pt x="214190" y="63686"/>
                </a:cubicBezTo>
                <a:cubicBezTo>
                  <a:pt x="214190" y="69761"/>
                  <a:pt x="211830" y="74999"/>
                  <a:pt x="207112" y="79399"/>
                </a:cubicBezTo>
                <a:cubicBezTo>
                  <a:pt x="202394" y="83798"/>
                  <a:pt x="196323" y="85997"/>
                  <a:pt x="188900" y="85997"/>
                </a:cubicBezTo>
                <a:cubicBezTo>
                  <a:pt x="186570" y="85997"/>
                  <a:pt x="184379" y="85822"/>
                  <a:pt x="182326" y="85472"/>
                </a:cubicBezTo>
                <a:cubicBezTo>
                  <a:pt x="181101" y="85277"/>
                  <a:pt x="178565" y="84565"/>
                  <a:pt x="174715" y="83338"/>
                </a:cubicBezTo>
                <a:cubicBezTo>
                  <a:pt x="170865" y="82110"/>
                  <a:pt x="168427" y="81496"/>
                  <a:pt x="167400" y="81496"/>
                </a:cubicBezTo>
                <a:cubicBezTo>
                  <a:pt x="166413" y="81496"/>
                  <a:pt x="165633" y="81789"/>
                  <a:pt x="165061" y="82373"/>
                </a:cubicBezTo>
                <a:cubicBezTo>
                  <a:pt x="164488" y="82958"/>
                  <a:pt x="164064" y="84166"/>
                  <a:pt x="163787" y="85997"/>
                </a:cubicBezTo>
                <a:lnTo>
                  <a:pt x="161596" y="85997"/>
                </a:lnTo>
                <a:lnTo>
                  <a:pt x="161596" y="58516"/>
                </a:lnTo>
                <a:lnTo>
                  <a:pt x="163787" y="58516"/>
                </a:lnTo>
                <a:cubicBezTo>
                  <a:pt x="164814" y="64281"/>
                  <a:pt x="166196" y="68595"/>
                  <a:pt x="167933" y="71457"/>
                </a:cubicBezTo>
                <a:cubicBezTo>
                  <a:pt x="169671" y="74320"/>
                  <a:pt x="172326" y="76699"/>
                  <a:pt x="175899" y="78594"/>
                </a:cubicBezTo>
                <a:cubicBezTo>
                  <a:pt x="179473" y="80489"/>
                  <a:pt x="183392" y="81437"/>
                  <a:pt x="187656" y="81437"/>
                </a:cubicBezTo>
                <a:cubicBezTo>
                  <a:pt x="192591" y="81437"/>
                  <a:pt x="196491" y="80135"/>
                  <a:pt x="199353" y="77532"/>
                </a:cubicBezTo>
                <a:cubicBezTo>
                  <a:pt x="202216" y="74927"/>
                  <a:pt x="203647" y="71849"/>
                  <a:pt x="203647" y="68298"/>
                </a:cubicBezTo>
                <a:cubicBezTo>
                  <a:pt x="203647" y="66325"/>
                  <a:pt x="203104" y="64333"/>
                  <a:pt x="202018" y="62321"/>
                </a:cubicBezTo>
                <a:cubicBezTo>
                  <a:pt x="200933" y="60309"/>
                  <a:pt x="199245" y="58435"/>
                  <a:pt x="196955" y="56699"/>
                </a:cubicBezTo>
                <a:cubicBezTo>
                  <a:pt x="195415" y="55515"/>
                  <a:pt x="191210" y="53000"/>
                  <a:pt x="184339" y="49153"/>
                </a:cubicBezTo>
                <a:cubicBezTo>
                  <a:pt x="177469" y="45305"/>
                  <a:pt x="172583" y="42238"/>
                  <a:pt x="169681" y="39950"/>
                </a:cubicBezTo>
                <a:cubicBezTo>
                  <a:pt x="166778" y="37661"/>
                  <a:pt x="164577" y="35136"/>
                  <a:pt x="163077" y="32375"/>
                </a:cubicBezTo>
                <a:cubicBezTo>
                  <a:pt x="161576" y="29612"/>
                  <a:pt x="160826" y="26574"/>
                  <a:pt x="160826" y="23259"/>
                </a:cubicBezTo>
                <a:cubicBezTo>
                  <a:pt x="160826" y="17500"/>
                  <a:pt x="163037" y="12539"/>
                  <a:pt x="167460" y="8377"/>
                </a:cubicBezTo>
                <a:cubicBezTo>
                  <a:pt x="171882" y="4214"/>
                  <a:pt x="177508" y="2132"/>
                  <a:pt x="184339" y="2132"/>
                </a:cubicBezTo>
                <a:cubicBezTo>
                  <a:pt x="188604" y="2132"/>
                  <a:pt x="193125" y="3179"/>
                  <a:pt x="197902" y="5271"/>
                </a:cubicBezTo>
                <a:cubicBezTo>
                  <a:pt x="200113" y="6258"/>
                  <a:pt x="201673" y="6752"/>
                  <a:pt x="202581" y="6752"/>
                </a:cubicBezTo>
                <a:cubicBezTo>
                  <a:pt x="203608" y="6752"/>
                  <a:pt x="204447" y="6446"/>
                  <a:pt x="205098" y="5834"/>
                </a:cubicBezTo>
                <a:cubicBezTo>
                  <a:pt x="205750" y="5222"/>
                  <a:pt x="206273" y="3988"/>
                  <a:pt x="206668" y="2132"/>
                </a:cubicBezTo>
                <a:lnTo>
                  <a:pt x="208859" y="2132"/>
                </a:lnTo>
                <a:close/>
                <a:moveTo>
                  <a:pt x="245620" y="41103"/>
                </a:moveTo>
                <a:lnTo>
                  <a:pt x="282933" y="41103"/>
                </a:lnTo>
                <a:lnTo>
                  <a:pt x="282933" y="18162"/>
                </a:lnTo>
                <a:cubicBezTo>
                  <a:pt x="282933" y="14063"/>
                  <a:pt x="282677" y="11363"/>
                  <a:pt x="282163" y="10061"/>
                </a:cubicBezTo>
                <a:cubicBezTo>
                  <a:pt x="281768" y="9077"/>
                  <a:pt x="280939" y="8229"/>
                  <a:pt x="279676" y="7520"/>
                </a:cubicBezTo>
                <a:cubicBezTo>
                  <a:pt x="277978" y="6574"/>
                  <a:pt x="276181" y="6100"/>
                  <a:pt x="274286" y="6100"/>
                </a:cubicBezTo>
                <a:lnTo>
                  <a:pt x="271443" y="6100"/>
                </a:lnTo>
                <a:lnTo>
                  <a:pt x="271443" y="3909"/>
                </a:lnTo>
                <a:lnTo>
                  <a:pt x="305795" y="3909"/>
                </a:lnTo>
                <a:lnTo>
                  <a:pt x="305795" y="6100"/>
                </a:lnTo>
                <a:lnTo>
                  <a:pt x="302952" y="6100"/>
                </a:lnTo>
                <a:cubicBezTo>
                  <a:pt x="301057" y="6100"/>
                  <a:pt x="299260" y="6554"/>
                  <a:pt x="297562" y="7463"/>
                </a:cubicBezTo>
                <a:cubicBezTo>
                  <a:pt x="296299" y="8094"/>
                  <a:pt x="295440" y="9052"/>
                  <a:pt x="294986" y="10335"/>
                </a:cubicBezTo>
                <a:cubicBezTo>
                  <a:pt x="294532" y="11618"/>
                  <a:pt x="294305" y="14234"/>
                  <a:pt x="294305" y="18183"/>
                </a:cubicBezTo>
                <a:lnTo>
                  <a:pt x="294305" y="70006"/>
                </a:lnTo>
                <a:cubicBezTo>
                  <a:pt x="294305" y="74073"/>
                  <a:pt x="294561" y="76758"/>
                  <a:pt x="295075" y="78061"/>
                </a:cubicBezTo>
                <a:cubicBezTo>
                  <a:pt x="295470" y="79048"/>
                  <a:pt x="296279" y="79897"/>
                  <a:pt x="297503" y="80608"/>
                </a:cubicBezTo>
                <a:cubicBezTo>
                  <a:pt x="299240" y="81555"/>
                  <a:pt x="301057" y="82029"/>
                  <a:pt x="302952" y="82029"/>
                </a:cubicBezTo>
                <a:lnTo>
                  <a:pt x="305795" y="82029"/>
                </a:lnTo>
                <a:lnTo>
                  <a:pt x="305795" y="84221"/>
                </a:lnTo>
                <a:lnTo>
                  <a:pt x="271443" y="84221"/>
                </a:lnTo>
                <a:lnTo>
                  <a:pt x="271443" y="82029"/>
                </a:lnTo>
                <a:lnTo>
                  <a:pt x="274286" y="82029"/>
                </a:lnTo>
                <a:cubicBezTo>
                  <a:pt x="277563" y="82029"/>
                  <a:pt x="279952" y="81060"/>
                  <a:pt x="281453" y="79122"/>
                </a:cubicBezTo>
                <a:cubicBezTo>
                  <a:pt x="282440" y="77857"/>
                  <a:pt x="282933" y="74812"/>
                  <a:pt x="282933" y="69986"/>
                </a:cubicBezTo>
                <a:lnTo>
                  <a:pt x="282933" y="45486"/>
                </a:lnTo>
                <a:lnTo>
                  <a:pt x="245620" y="45486"/>
                </a:lnTo>
                <a:lnTo>
                  <a:pt x="245620" y="69986"/>
                </a:lnTo>
                <a:cubicBezTo>
                  <a:pt x="245620" y="74060"/>
                  <a:pt x="245877" y="76750"/>
                  <a:pt x="246390" y="78055"/>
                </a:cubicBezTo>
                <a:cubicBezTo>
                  <a:pt x="246785" y="79044"/>
                  <a:pt x="247614" y="79894"/>
                  <a:pt x="248878" y="80606"/>
                </a:cubicBezTo>
                <a:cubicBezTo>
                  <a:pt x="250576" y="81555"/>
                  <a:pt x="252372" y="82029"/>
                  <a:pt x="254267" y="82029"/>
                </a:cubicBezTo>
                <a:lnTo>
                  <a:pt x="257170" y="82029"/>
                </a:lnTo>
                <a:lnTo>
                  <a:pt x="257170" y="84221"/>
                </a:lnTo>
                <a:lnTo>
                  <a:pt x="222759" y="84221"/>
                </a:lnTo>
                <a:lnTo>
                  <a:pt x="222759" y="82029"/>
                </a:lnTo>
                <a:lnTo>
                  <a:pt x="225602" y="82029"/>
                </a:lnTo>
                <a:cubicBezTo>
                  <a:pt x="228918" y="82029"/>
                  <a:pt x="231327" y="81062"/>
                  <a:pt x="232827" y="79127"/>
                </a:cubicBezTo>
                <a:cubicBezTo>
                  <a:pt x="233775" y="77864"/>
                  <a:pt x="234249" y="74823"/>
                  <a:pt x="234249" y="70006"/>
                </a:cubicBezTo>
                <a:lnTo>
                  <a:pt x="234249" y="18183"/>
                </a:lnTo>
                <a:cubicBezTo>
                  <a:pt x="234249" y="14076"/>
                  <a:pt x="233992" y="11372"/>
                  <a:pt x="233479" y="10069"/>
                </a:cubicBezTo>
                <a:cubicBezTo>
                  <a:pt x="233084" y="9081"/>
                  <a:pt x="232275" y="8233"/>
                  <a:pt x="231051" y="7522"/>
                </a:cubicBezTo>
                <a:cubicBezTo>
                  <a:pt x="229313" y="6574"/>
                  <a:pt x="227497" y="6100"/>
                  <a:pt x="225602" y="6100"/>
                </a:cubicBezTo>
                <a:lnTo>
                  <a:pt x="222759" y="6100"/>
                </a:lnTo>
                <a:lnTo>
                  <a:pt x="222759" y="3909"/>
                </a:lnTo>
                <a:lnTo>
                  <a:pt x="257170" y="3909"/>
                </a:lnTo>
                <a:lnTo>
                  <a:pt x="257170" y="6100"/>
                </a:lnTo>
                <a:lnTo>
                  <a:pt x="254267" y="6100"/>
                </a:lnTo>
                <a:cubicBezTo>
                  <a:pt x="252372" y="6100"/>
                  <a:pt x="250576" y="6554"/>
                  <a:pt x="248878" y="7461"/>
                </a:cubicBezTo>
                <a:cubicBezTo>
                  <a:pt x="247654" y="8091"/>
                  <a:pt x="246805" y="9047"/>
                  <a:pt x="246331" y="10328"/>
                </a:cubicBezTo>
                <a:cubicBezTo>
                  <a:pt x="245857" y="11608"/>
                  <a:pt x="245620" y="14220"/>
                  <a:pt x="245620" y="18162"/>
                </a:cubicBezTo>
                <a:lnTo>
                  <a:pt x="245620" y="41103"/>
                </a:lnTo>
                <a:close/>
                <a:moveTo>
                  <a:pt x="342501" y="0"/>
                </a:moveTo>
                <a:lnTo>
                  <a:pt x="313421" y="85879"/>
                </a:lnTo>
                <a:lnTo>
                  <a:pt x="308682" y="85879"/>
                </a:lnTo>
                <a:lnTo>
                  <a:pt x="337763" y="0"/>
                </a:lnTo>
                <a:lnTo>
                  <a:pt x="342501" y="0"/>
                </a:lnTo>
                <a:close/>
                <a:moveTo>
                  <a:pt x="397478" y="57332"/>
                </a:moveTo>
                <a:lnTo>
                  <a:pt x="366384" y="57332"/>
                </a:lnTo>
                <a:lnTo>
                  <a:pt x="360935" y="70006"/>
                </a:lnTo>
                <a:cubicBezTo>
                  <a:pt x="359593" y="73125"/>
                  <a:pt x="358921" y="75455"/>
                  <a:pt x="358921" y="76995"/>
                </a:cubicBezTo>
                <a:cubicBezTo>
                  <a:pt x="358921" y="78219"/>
                  <a:pt x="359504" y="79295"/>
                  <a:pt x="360668" y="80223"/>
                </a:cubicBezTo>
                <a:cubicBezTo>
                  <a:pt x="361833" y="81151"/>
                  <a:pt x="364350" y="81753"/>
                  <a:pt x="368220" y="82029"/>
                </a:cubicBezTo>
                <a:lnTo>
                  <a:pt x="368220" y="84221"/>
                </a:lnTo>
                <a:lnTo>
                  <a:pt x="342930" y="84221"/>
                </a:lnTo>
                <a:lnTo>
                  <a:pt x="342930" y="82029"/>
                </a:lnTo>
                <a:cubicBezTo>
                  <a:pt x="346286" y="81437"/>
                  <a:pt x="348458" y="80668"/>
                  <a:pt x="349445" y="79721"/>
                </a:cubicBezTo>
                <a:cubicBezTo>
                  <a:pt x="351459" y="77827"/>
                  <a:pt x="353690" y="73981"/>
                  <a:pt x="356138" y="68181"/>
                </a:cubicBezTo>
                <a:lnTo>
                  <a:pt x="384389" y="2132"/>
                </a:lnTo>
                <a:lnTo>
                  <a:pt x="386462" y="2132"/>
                </a:lnTo>
                <a:lnTo>
                  <a:pt x="414417" y="68890"/>
                </a:lnTo>
                <a:cubicBezTo>
                  <a:pt x="416667" y="74256"/>
                  <a:pt x="418711" y="77738"/>
                  <a:pt x="420547" y="79336"/>
                </a:cubicBezTo>
                <a:cubicBezTo>
                  <a:pt x="422383" y="80934"/>
                  <a:pt x="424939" y="81832"/>
                  <a:pt x="428217" y="82029"/>
                </a:cubicBezTo>
                <a:lnTo>
                  <a:pt x="428217" y="84221"/>
                </a:lnTo>
                <a:lnTo>
                  <a:pt x="396530" y="84221"/>
                </a:lnTo>
                <a:lnTo>
                  <a:pt x="396530" y="82029"/>
                </a:lnTo>
                <a:cubicBezTo>
                  <a:pt x="399729" y="81871"/>
                  <a:pt x="401890" y="81338"/>
                  <a:pt x="403016" y="80430"/>
                </a:cubicBezTo>
                <a:cubicBezTo>
                  <a:pt x="404141" y="79522"/>
                  <a:pt x="404704" y="78416"/>
                  <a:pt x="404704" y="77113"/>
                </a:cubicBezTo>
                <a:cubicBezTo>
                  <a:pt x="404704" y="75376"/>
                  <a:pt x="403914" y="72632"/>
                  <a:pt x="402335" y="68881"/>
                </a:cubicBezTo>
                <a:lnTo>
                  <a:pt x="397478" y="57332"/>
                </a:lnTo>
                <a:moveTo>
                  <a:pt x="395820" y="52949"/>
                </a:moveTo>
                <a:lnTo>
                  <a:pt x="382197" y="20539"/>
                </a:lnTo>
                <a:lnTo>
                  <a:pt x="368220" y="52949"/>
                </a:lnTo>
                <a:lnTo>
                  <a:pt x="395820" y="52949"/>
                </a:lnTo>
                <a:close/>
                <a:moveTo>
                  <a:pt x="502828" y="2132"/>
                </a:moveTo>
                <a:lnTo>
                  <a:pt x="504664" y="29377"/>
                </a:lnTo>
                <a:lnTo>
                  <a:pt x="502828" y="29377"/>
                </a:lnTo>
                <a:cubicBezTo>
                  <a:pt x="500380" y="21182"/>
                  <a:pt x="496885" y="15284"/>
                  <a:pt x="492345" y="11682"/>
                </a:cubicBezTo>
                <a:cubicBezTo>
                  <a:pt x="487804" y="8080"/>
                  <a:pt x="482355" y="6278"/>
                  <a:pt x="475998" y="6278"/>
                </a:cubicBezTo>
                <a:cubicBezTo>
                  <a:pt x="470668" y="6278"/>
                  <a:pt x="465851" y="7632"/>
                  <a:pt x="461547" y="10339"/>
                </a:cubicBezTo>
                <a:cubicBezTo>
                  <a:pt x="457243" y="13045"/>
                  <a:pt x="453857" y="17361"/>
                  <a:pt x="451389" y="23289"/>
                </a:cubicBezTo>
                <a:cubicBezTo>
                  <a:pt x="448922" y="29217"/>
                  <a:pt x="447688" y="36587"/>
                  <a:pt x="447688" y="45399"/>
                </a:cubicBezTo>
                <a:cubicBezTo>
                  <a:pt x="447688" y="52669"/>
                  <a:pt x="448852" y="58972"/>
                  <a:pt x="451182" y="64307"/>
                </a:cubicBezTo>
                <a:cubicBezTo>
                  <a:pt x="453512" y="69642"/>
                  <a:pt x="457016" y="73731"/>
                  <a:pt x="461695" y="76577"/>
                </a:cubicBezTo>
                <a:cubicBezTo>
                  <a:pt x="466374" y="79422"/>
                  <a:pt x="471714" y="80845"/>
                  <a:pt x="477716" y="80845"/>
                </a:cubicBezTo>
                <a:cubicBezTo>
                  <a:pt x="482928" y="80845"/>
                  <a:pt x="487528" y="79729"/>
                  <a:pt x="491515" y="77498"/>
                </a:cubicBezTo>
                <a:cubicBezTo>
                  <a:pt x="495503" y="75267"/>
                  <a:pt x="499886" y="70835"/>
                  <a:pt x="504664" y="64202"/>
                </a:cubicBezTo>
                <a:lnTo>
                  <a:pt x="506500" y="65383"/>
                </a:lnTo>
                <a:cubicBezTo>
                  <a:pt x="502472" y="72511"/>
                  <a:pt x="497774" y="77729"/>
                  <a:pt x="492404" y="81037"/>
                </a:cubicBezTo>
                <a:cubicBezTo>
                  <a:pt x="487034" y="84344"/>
                  <a:pt x="480657" y="85997"/>
                  <a:pt x="473274" y="85997"/>
                </a:cubicBezTo>
                <a:cubicBezTo>
                  <a:pt x="459967" y="85997"/>
                  <a:pt x="449662" y="81069"/>
                  <a:pt x="442357" y="71211"/>
                </a:cubicBezTo>
                <a:cubicBezTo>
                  <a:pt x="436908" y="63878"/>
                  <a:pt x="434184" y="55243"/>
                  <a:pt x="434184" y="45307"/>
                </a:cubicBezTo>
                <a:cubicBezTo>
                  <a:pt x="434184" y="37302"/>
                  <a:pt x="435980" y="29949"/>
                  <a:pt x="439574" y="23247"/>
                </a:cubicBezTo>
                <a:cubicBezTo>
                  <a:pt x="443167" y="16544"/>
                  <a:pt x="448112" y="11349"/>
                  <a:pt x="454410" y="7662"/>
                </a:cubicBezTo>
                <a:cubicBezTo>
                  <a:pt x="460708" y="3976"/>
                  <a:pt x="467588" y="2132"/>
                  <a:pt x="475050" y="2132"/>
                </a:cubicBezTo>
                <a:cubicBezTo>
                  <a:pt x="480855" y="2132"/>
                  <a:pt x="486580" y="3554"/>
                  <a:pt x="492226" y="6396"/>
                </a:cubicBezTo>
                <a:cubicBezTo>
                  <a:pt x="493885" y="7265"/>
                  <a:pt x="495069" y="7699"/>
                  <a:pt x="495780" y="7699"/>
                </a:cubicBezTo>
                <a:cubicBezTo>
                  <a:pt x="496846" y="7699"/>
                  <a:pt x="497774" y="7324"/>
                  <a:pt x="498563" y="6574"/>
                </a:cubicBezTo>
                <a:cubicBezTo>
                  <a:pt x="499590" y="5508"/>
                  <a:pt x="500321" y="4027"/>
                  <a:pt x="500755" y="2132"/>
                </a:cubicBezTo>
                <a:lnTo>
                  <a:pt x="502828" y="2132"/>
                </a:lnTo>
                <a:close/>
                <a:moveTo>
                  <a:pt x="547074" y="39682"/>
                </a:moveTo>
                <a:lnTo>
                  <a:pt x="576687" y="69118"/>
                </a:lnTo>
                <a:cubicBezTo>
                  <a:pt x="581544" y="73974"/>
                  <a:pt x="585689" y="77281"/>
                  <a:pt x="589125" y="79038"/>
                </a:cubicBezTo>
                <a:cubicBezTo>
                  <a:pt x="592560" y="80795"/>
                  <a:pt x="595995" y="81792"/>
                  <a:pt x="599430" y="82029"/>
                </a:cubicBezTo>
                <a:lnTo>
                  <a:pt x="599430" y="84221"/>
                </a:lnTo>
                <a:lnTo>
                  <a:pt x="561229" y="84221"/>
                </a:lnTo>
                <a:lnTo>
                  <a:pt x="561229" y="82029"/>
                </a:lnTo>
                <a:cubicBezTo>
                  <a:pt x="563519" y="82029"/>
                  <a:pt x="565167" y="81644"/>
                  <a:pt x="566174" y="80874"/>
                </a:cubicBezTo>
                <a:cubicBezTo>
                  <a:pt x="567181" y="80104"/>
                  <a:pt x="567684" y="79246"/>
                  <a:pt x="567684" y="78298"/>
                </a:cubicBezTo>
                <a:cubicBezTo>
                  <a:pt x="567684" y="77350"/>
                  <a:pt x="567497" y="76501"/>
                  <a:pt x="567122" y="75751"/>
                </a:cubicBezTo>
                <a:cubicBezTo>
                  <a:pt x="566747" y="75001"/>
                  <a:pt x="565513" y="73599"/>
                  <a:pt x="563420" y="71546"/>
                </a:cubicBezTo>
                <a:lnTo>
                  <a:pt x="535702" y="44124"/>
                </a:lnTo>
                <a:lnTo>
                  <a:pt x="535702" y="70006"/>
                </a:lnTo>
                <a:cubicBezTo>
                  <a:pt x="535702" y="74073"/>
                  <a:pt x="535959" y="76758"/>
                  <a:pt x="536472" y="78061"/>
                </a:cubicBezTo>
                <a:cubicBezTo>
                  <a:pt x="536867" y="79048"/>
                  <a:pt x="537696" y="79897"/>
                  <a:pt x="538959" y="80608"/>
                </a:cubicBezTo>
                <a:cubicBezTo>
                  <a:pt x="540657" y="81555"/>
                  <a:pt x="542454" y="82029"/>
                  <a:pt x="544349" y="82029"/>
                </a:cubicBezTo>
                <a:lnTo>
                  <a:pt x="547074" y="82029"/>
                </a:lnTo>
                <a:lnTo>
                  <a:pt x="547074" y="84221"/>
                </a:lnTo>
                <a:lnTo>
                  <a:pt x="512840" y="84221"/>
                </a:lnTo>
                <a:lnTo>
                  <a:pt x="512840" y="82029"/>
                </a:lnTo>
                <a:lnTo>
                  <a:pt x="515683" y="82029"/>
                </a:lnTo>
                <a:cubicBezTo>
                  <a:pt x="519000" y="82029"/>
                  <a:pt x="521409" y="81062"/>
                  <a:pt x="522909" y="79127"/>
                </a:cubicBezTo>
                <a:cubicBezTo>
                  <a:pt x="523857" y="77864"/>
                  <a:pt x="524330" y="74823"/>
                  <a:pt x="524330" y="70006"/>
                </a:cubicBezTo>
                <a:lnTo>
                  <a:pt x="524330" y="18123"/>
                </a:lnTo>
                <a:cubicBezTo>
                  <a:pt x="524330" y="14057"/>
                  <a:pt x="524074" y="11352"/>
                  <a:pt x="523560" y="10009"/>
                </a:cubicBezTo>
                <a:cubicBezTo>
                  <a:pt x="523166" y="9062"/>
                  <a:pt x="522356" y="8233"/>
                  <a:pt x="521132" y="7522"/>
                </a:cubicBezTo>
                <a:cubicBezTo>
                  <a:pt x="519395" y="6574"/>
                  <a:pt x="517579" y="6100"/>
                  <a:pt x="515683" y="6100"/>
                </a:cubicBezTo>
                <a:lnTo>
                  <a:pt x="512840" y="6100"/>
                </a:lnTo>
                <a:lnTo>
                  <a:pt x="512840" y="3909"/>
                </a:lnTo>
                <a:lnTo>
                  <a:pt x="547074" y="3909"/>
                </a:lnTo>
                <a:lnTo>
                  <a:pt x="547074" y="6100"/>
                </a:lnTo>
                <a:lnTo>
                  <a:pt x="544349" y="6100"/>
                </a:lnTo>
                <a:cubicBezTo>
                  <a:pt x="542493" y="6100"/>
                  <a:pt x="540697" y="6554"/>
                  <a:pt x="538959" y="7463"/>
                </a:cubicBezTo>
                <a:cubicBezTo>
                  <a:pt x="537735" y="8094"/>
                  <a:pt x="536886" y="9042"/>
                  <a:pt x="536413" y="10305"/>
                </a:cubicBezTo>
                <a:cubicBezTo>
                  <a:pt x="535939" y="11569"/>
                  <a:pt x="535702" y="14175"/>
                  <a:pt x="535702" y="18123"/>
                </a:cubicBezTo>
                <a:lnTo>
                  <a:pt x="535702" y="42703"/>
                </a:lnTo>
                <a:cubicBezTo>
                  <a:pt x="536492" y="41952"/>
                  <a:pt x="539196" y="39445"/>
                  <a:pt x="543816" y="35181"/>
                </a:cubicBezTo>
                <a:cubicBezTo>
                  <a:pt x="555543" y="24441"/>
                  <a:pt x="562630" y="17274"/>
                  <a:pt x="565078" y="13681"/>
                </a:cubicBezTo>
                <a:cubicBezTo>
                  <a:pt x="566145" y="12102"/>
                  <a:pt x="566678" y="10720"/>
                  <a:pt x="566678" y="9536"/>
                </a:cubicBezTo>
                <a:cubicBezTo>
                  <a:pt x="566678" y="8627"/>
                  <a:pt x="566263" y="7828"/>
                  <a:pt x="565434" y="7137"/>
                </a:cubicBezTo>
                <a:cubicBezTo>
                  <a:pt x="564605" y="6446"/>
                  <a:pt x="563203" y="6100"/>
                  <a:pt x="561229" y="6100"/>
                </a:cubicBezTo>
                <a:lnTo>
                  <a:pt x="559393" y="6100"/>
                </a:lnTo>
                <a:lnTo>
                  <a:pt x="559393" y="3909"/>
                </a:lnTo>
                <a:lnTo>
                  <a:pt x="588888" y="3909"/>
                </a:lnTo>
                <a:lnTo>
                  <a:pt x="588888" y="6100"/>
                </a:lnTo>
                <a:cubicBezTo>
                  <a:pt x="587150" y="6140"/>
                  <a:pt x="585571" y="6377"/>
                  <a:pt x="584150" y="6811"/>
                </a:cubicBezTo>
                <a:cubicBezTo>
                  <a:pt x="582728" y="7245"/>
                  <a:pt x="580991" y="8084"/>
                  <a:pt x="578938" y="9328"/>
                </a:cubicBezTo>
                <a:cubicBezTo>
                  <a:pt x="576884" y="10572"/>
                  <a:pt x="574357" y="12576"/>
                  <a:pt x="571357" y="15340"/>
                </a:cubicBezTo>
                <a:cubicBezTo>
                  <a:pt x="570488" y="16129"/>
                  <a:pt x="566480" y="20177"/>
                  <a:pt x="559333" y="27481"/>
                </a:cubicBezTo>
                <a:lnTo>
                  <a:pt x="547074" y="396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Text PUSH/ACK">
            <a:extLst xmlns:a="http://schemas.openxmlformats.org/drawingml/2006/main">
              <a:ext uri="{FF2B5EF4-FFF2-40B4-BE49-F238E27FC236}">
                <a16:creationId xmlns:a16="http://schemas.microsoft.com/office/drawing/2014/main" id="{29F686B4-4A62-4E64-8A91-2D6CE0EF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822" y="2817410"/>
            <a:ext cx="599431" cy="85997"/>
          </a:xfrm>
          <a:custGeom xmlns:a="http://schemas.openxmlformats.org/drawingml/2006/main">
            <a:pathLst>
              <a:path w="599431" h="85997">
                <a:moveTo>
                  <a:pt x="22862" y="46552"/>
                </a:moveTo>
                <a:lnTo>
                  <a:pt x="22862" y="69986"/>
                </a:lnTo>
                <a:cubicBezTo>
                  <a:pt x="22862" y="75048"/>
                  <a:pt x="23414" y="78193"/>
                  <a:pt x="24520" y="79420"/>
                </a:cubicBezTo>
                <a:cubicBezTo>
                  <a:pt x="26020" y="81159"/>
                  <a:pt x="28291" y="82029"/>
                  <a:pt x="31331" y="82029"/>
                </a:cubicBezTo>
                <a:lnTo>
                  <a:pt x="34411" y="82029"/>
                </a:lnTo>
                <a:lnTo>
                  <a:pt x="34411" y="84221"/>
                </a:lnTo>
                <a:lnTo>
                  <a:pt x="0" y="84221"/>
                </a:lnTo>
                <a:lnTo>
                  <a:pt x="0" y="82029"/>
                </a:lnTo>
                <a:lnTo>
                  <a:pt x="3021" y="82029"/>
                </a:lnTo>
                <a:cubicBezTo>
                  <a:pt x="6416" y="82029"/>
                  <a:pt x="8845" y="80924"/>
                  <a:pt x="10305" y="78712"/>
                </a:cubicBezTo>
                <a:cubicBezTo>
                  <a:pt x="11095" y="77488"/>
                  <a:pt x="11490" y="74586"/>
                  <a:pt x="11490" y="70006"/>
                </a:cubicBezTo>
                <a:lnTo>
                  <a:pt x="11490" y="18123"/>
                </a:lnTo>
                <a:cubicBezTo>
                  <a:pt x="11490" y="13069"/>
                  <a:pt x="10957" y="9930"/>
                  <a:pt x="9891" y="8706"/>
                </a:cubicBezTo>
                <a:cubicBezTo>
                  <a:pt x="8351" y="6969"/>
                  <a:pt x="6061" y="6100"/>
                  <a:pt x="3021" y="6100"/>
                </a:cubicBezTo>
                <a:lnTo>
                  <a:pt x="0" y="6100"/>
                </a:lnTo>
                <a:lnTo>
                  <a:pt x="0" y="3909"/>
                </a:lnTo>
                <a:lnTo>
                  <a:pt x="29436" y="3909"/>
                </a:lnTo>
                <a:cubicBezTo>
                  <a:pt x="36622" y="3909"/>
                  <a:pt x="42288" y="4649"/>
                  <a:pt x="46434" y="6128"/>
                </a:cubicBezTo>
                <a:cubicBezTo>
                  <a:pt x="50580" y="7606"/>
                  <a:pt x="54074" y="10100"/>
                  <a:pt x="56917" y="13609"/>
                </a:cubicBezTo>
                <a:cubicBezTo>
                  <a:pt x="59760" y="17118"/>
                  <a:pt x="61181" y="21278"/>
                  <a:pt x="61181" y="26089"/>
                </a:cubicBezTo>
                <a:cubicBezTo>
                  <a:pt x="61181" y="32635"/>
                  <a:pt x="59020" y="37959"/>
                  <a:pt x="54696" y="42060"/>
                </a:cubicBezTo>
                <a:cubicBezTo>
                  <a:pt x="50372" y="46161"/>
                  <a:pt x="44262" y="48211"/>
                  <a:pt x="36365" y="48211"/>
                </a:cubicBezTo>
                <a:cubicBezTo>
                  <a:pt x="34431" y="48211"/>
                  <a:pt x="32338" y="48072"/>
                  <a:pt x="30087" y="47796"/>
                </a:cubicBezTo>
                <a:cubicBezTo>
                  <a:pt x="27837" y="47520"/>
                  <a:pt x="25428" y="47105"/>
                  <a:pt x="22862" y="46552"/>
                </a:cubicBezTo>
                <a:moveTo>
                  <a:pt x="22862" y="43117"/>
                </a:moveTo>
                <a:cubicBezTo>
                  <a:pt x="24954" y="43512"/>
                  <a:pt x="26810" y="43808"/>
                  <a:pt x="28429" y="44006"/>
                </a:cubicBezTo>
                <a:cubicBezTo>
                  <a:pt x="30048" y="44203"/>
                  <a:pt x="31430" y="44302"/>
                  <a:pt x="32575" y="44302"/>
                </a:cubicBezTo>
                <a:cubicBezTo>
                  <a:pt x="36681" y="44302"/>
                  <a:pt x="40225" y="42712"/>
                  <a:pt x="43206" y="39534"/>
                </a:cubicBezTo>
                <a:cubicBezTo>
                  <a:pt x="46187" y="36355"/>
                  <a:pt x="47678" y="32239"/>
                  <a:pt x="47678" y="27185"/>
                </a:cubicBezTo>
                <a:cubicBezTo>
                  <a:pt x="47678" y="23710"/>
                  <a:pt x="46967" y="20483"/>
                  <a:pt x="45545" y="17502"/>
                </a:cubicBezTo>
                <a:cubicBezTo>
                  <a:pt x="44124" y="14520"/>
                  <a:pt x="42110" y="12290"/>
                  <a:pt x="39504" y="10809"/>
                </a:cubicBezTo>
                <a:cubicBezTo>
                  <a:pt x="36898" y="9328"/>
                  <a:pt x="33937" y="8588"/>
                  <a:pt x="30620" y="8588"/>
                </a:cubicBezTo>
                <a:cubicBezTo>
                  <a:pt x="28607" y="8588"/>
                  <a:pt x="26020" y="8963"/>
                  <a:pt x="22862" y="9713"/>
                </a:cubicBezTo>
                <a:lnTo>
                  <a:pt x="22862" y="43117"/>
                </a:lnTo>
                <a:close/>
                <a:moveTo>
                  <a:pt x="123292" y="6100"/>
                </a:moveTo>
                <a:lnTo>
                  <a:pt x="123292" y="3909"/>
                </a:lnTo>
                <a:lnTo>
                  <a:pt x="151721" y="3909"/>
                </a:lnTo>
                <a:lnTo>
                  <a:pt x="151721" y="6100"/>
                </a:lnTo>
                <a:lnTo>
                  <a:pt x="148700" y="6100"/>
                </a:lnTo>
                <a:cubicBezTo>
                  <a:pt x="145541" y="6100"/>
                  <a:pt x="143113" y="7421"/>
                  <a:pt x="141415" y="10063"/>
                </a:cubicBezTo>
                <a:cubicBezTo>
                  <a:pt x="140586" y="11285"/>
                  <a:pt x="140172" y="14123"/>
                  <a:pt x="140172" y="18579"/>
                </a:cubicBezTo>
                <a:lnTo>
                  <a:pt x="140172" y="51105"/>
                </a:lnTo>
                <a:cubicBezTo>
                  <a:pt x="140172" y="59148"/>
                  <a:pt x="139372" y="65387"/>
                  <a:pt x="137773" y="69823"/>
                </a:cubicBezTo>
                <a:cubicBezTo>
                  <a:pt x="136174" y="74259"/>
                  <a:pt x="133035" y="78063"/>
                  <a:pt x="128356" y="81237"/>
                </a:cubicBezTo>
                <a:cubicBezTo>
                  <a:pt x="123677" y="84411"/>
                  <a:pt x="117310" y="85997"/>
                  <a:pt x="109255" y="85997"/>
                </a:cubicBezTo>
                <a:cubicBezTo>
                  <a:pt x="100490" y="85997"/>
                  <a:pt x="93836" y="84480"/>
                  <a:pt x="89296" y="81444"/>
                </a:cubicBezTo>
                <a:cubicBezTo>
                  <a:pt x="84755" y="78408"/>
                  <a:pt x="81537" y="74327"/>
                  <a:pt x="79642" y="69201"/>
                </a:cubicBezTo>
                <a:cubicBezTo>
                  <a:pt x="78378" y="65693"/>
                  <a:pt x="77746" y="59109"/>
                  <a:pt x="77746" y="49449"/>
                </a:cubicBezTo>
                <a:lnTo>
                  <a:pt x="77746" y="18105"/>
                </a:lnTo>
                <a:cubicBezTo>
                  <a:pt x="77746" y="13177"/>
                  <a:pt x="77065" y="9944"/>
                  <a:pt x="75703" y="8407"/>
                </a:cubicBezTo>
                <a:cubicBezTo>
                  <a:pt x="74341" y="6869"/>
                  <a:pt x="72140" y="6100"/>
                  <a:pt x="69099" y="6100"/>
                </a:cubicBezTo>
                <a:lnTo>
                  <a:pt x="66079" y="6100"/>
                </a:lnTo>
                <a:lnTo>
                  <a:pt x="66079" y="3909"/>
                </a:lnTo>
                <a:lnTo>
                  <a:pt x="100786" y="3909"/>
                </a:lnTo>
                <a:lnTo>
                  <a:pt x="100786" y="6100"/>
                </a:lnTo>
                <a:lnTo>
                  <a:pt x="97706" y="6100"/>
                </a:lnTo>
                <a:cubicBezTo>
                  <a:pt x="94389" y="6100"/>
                  <a:pt x="92020" y="7146"/>
                  <a:pt x="90599" y="9238"/>
                </a:cubicBezTo>
                <a:cubicBezTo>
                  <a:pt x="89612" y="10658"/>
                  <a:pt x="89118" y="13617"/>
                  <a:pt x="89118" y="18114"/>
                </a:cubicBezTo>
                <a:lnTo>
                  <a:pt x="89118" y="53089"/>
                </a:lnTo>
                <a:cubicBezTo>
                  <a:pt x="89118" y="56206"/>
                  <a:pt x="89404" y="59777"/>
                  <a:pt x="89977" y="63802"/>
                </a:cubicBezTo>
                <a:cubicBezTo>
                  <a:pt x="90549" y="67826"/>
                  <a:pt x="91586" y="70962"/>
                  <a:pt x="93086" y="73212"/>
                </a:cubicBezTo>
                <a:cubicBezTo>
                  <a:pt x="94587" y="75460"/>
                  <a:pt x="96748" y="77314"/>
                  <a:pt x="99572" y="78774"/>
                </a:cubicBezTo>
                <a:cubicBezTo>
                  <a:pt x="102395" y="80233"/>
                  <a:pt x="105859" y="80963"/>
                  <a:pt x="109966" y="80963"/>
                </a:cubicBezTo>
                <a:cubicBezTo>
                  <a:pt x="115217" y="80963"/>
                  <a:pt x="119916" y="79819"/>
                  <a:pt x="124062" y="77532"/>
                </a:cubicBezTo>
                <a:cubicBezTo>
                  <a:pt x="128208" y="75243"/>
                  <a:pt x="131041" y="72314"/>
                  <a:pt x="132561" y="68744"/>
                </a:cubicBezTo>
                <a:cubicBezTo>
                  <a:pt x="134081" y="65173"/>
                  <a:pt x="134841" y="59126"/>
                  <a:pt x="134841" y="50604"/>
                </a:cubicBezTo>
                <a:lnTo>
                  <a:pt x="134841" y="18114"/>
                </a:lnTo>
                <a:cubicBezTo>
                  <a:pt x="134841" y="13103"/>
                  <a:pt x="134288" y="9967"/>
                  <a:pt x="133183" y="8704"/>
                </a:cubicBezTo>
                <a:cubicBezTo>
                  <a:pt x="131643" y="6968"/>
                  <a:pt x="129353" y="6100"/>
                  <a:pt x="126312" y="6100"/>
                </a:cubicBezTo>
                <a:lnTo>
                  <a:pt x="123292" y="6100"/>
                </a:lnTo>
                <a:close/>
                <a:moveTo>
                  <a:pt x="208860" y="2132"/>
                </a:moveTo>
                <a:lnTo>
                  <a:pt x="208860" y="29850"/>
                </a:lnTo>
                <a:lnTo>
                  <a:pt x="206669" y="29850"/>
                </a:lnTo>
                <a:cubicBezTo>
                  <a:pt x="205958" y="24520"/>
                  <a:pt x="204685" y="20275"/>
                  <a:pt x="202849" y="17117"/>
                </a:cubicBezTo>
                <a:cubicBezTo>
                  <a:pt x="201013" y="13958"/>
                  <a:pt x="198397" y="11451"/>
                  <a:pt x="195001" y="9595"/>
                </a:cubicBezTo>
                <a:cubicBezTo>
                  <a:pt x="191606" y="7739"/>
                  <a:pt x="188091" y="6811"/>
                  <a:pt x="184459" y="6811"/>
                </a:cubicBezTo>
                <a:cubicBezTo>
                  <a:pt x="180352" y="6811"/>
                  <a:pt x="176957" y="8064"/>
                  <a:pt x="174272" y="10570"/>
                </a:cubicBezTo>
                <a:cubicBezTo>
                  <a:pt x="171587" y="13075"/>
                  <a:pt x="170244" y="15925"/>
                  <a:pt x="170244" y="19121"/>
                </a:cubicBezTo>
                <a:cubicBezTo>
                  <a:pt x="170244" y="21568"/>
                  <a:pt x="171093" y="23797"/>
                  <a:pt x="172791" y="25808"/>
                </a:cubicBezTo>
                <a:cubicBezTo>
                  <a:pt x="175239" y="28768"/>
                  <a:pt x="181063" y="32714"/>
                  <a:pt x="190263" y="37646"/>
                </a:cubicBezTo>
                <a:cubicBezTo>
                  <a:pt x="197765" y="41670"/>
                  <a:pt x="202888" y="44757"/>
                  <a:pt x="205632" y="46908"/>
                </a:cubicBezTo>
                <a:cubicBezTo>
                  <a:pt x="208377" y="49057"/>
                  <a:pt x="210489" y="51592"/>
                  <a:pt x="211970" y="54513"/>
                </a:cubicBezTo>
                <a:cubicBezTo>
                  <a:pt x="213450" y="57432"/>
                  <a:pt x="214191" y="60490"/>
                  <a:pt x="214191" y="63686"/>
                </a:cubicBezTo>
                <a:cubicBezTo>
                  <a:pt x="214191" y="69761"/>
                  <a:pt x="211831" y="74999"/>
                  <a:pt x="207113" y="79399"/>
                </a:cubicBezTo>
                <a:cubicBezTo>
                  <a:pt x="202395" y="83798"/>
                  <a:pt x="196324" y="85997"/>
                  <a:pt x="188901" y="85997"/>
                </a:cubicBezTo>
                <a:cubicBezTo>
                  <a:pt x="186571" y="85997"/>
                  <a:pt x="184380" y="85822"/>
                  <a:pt x="182327" y="85472"/>
                </a:cubicBezTo>
                <a:cubicBezTo>
                  <a:pt x="181103" y="85277"/>
                  <a:pt x="178566" y="84565"/>
                  <a:pt x="174716" y="83338"/>
                </a:cubicBezTo>
                <a:cubicBezTo>
                  <a:pt x="170866" y="82110"/>
                  <a:pt x="168428" y="81496"/>
                  <a:pt x="167401" y="81496"/>
                </a:cubicBezTo>
                <a:cubicBezTo>
                  <a:pt x="166414" y="81496"/>
                  <a:pt x="165635" y="81789"/>
                  <a:pt x="165062" y="82373"/>
                </a:cubicBezTo>
                <a:cubicBezTo>
                  <a:pt x="164489" y="82958"/>
                  <a:pt x="164065" y="84166"/>
                  <a:pt x="163789" y="85997"/>
                </a:cubicBezTo>
                <a:lnTo>
                  <a:pt x="161597" y="85997"/>
                </a:lnTo>
                <a:lnTo>
                  <a:pt x="161597" y="58516"/>
                </a:lnTo>
                <a:lnTo>
                  <a:pt x="163789" y="58516"/>
                </a:lnTo>
                <a:cubicBezTo>
                  <a:pt x="164815" y="64281"/>
                  <a:pt x="166197" y="68595"/>
                  <a:pt x="167935" y="71457"/>
                </a:cubicBezTo>
                <a:cubicBezTo>
                  <a:pt x="169672" y="74320"/>
                  <a:pt x="172327" y="76699"/>
                  <a:pt x="175901" y="78594"/>
                </a:cubicBezTo>
                <a:cubicBezTo>
                  <a:pt x="179474" y="80489"/>
                  <a:pt x="183393" y="81437"/>
                  <a:pt x="187657" y="81437"/>
                </a:cubicBezTo>
                <a:cubicBezTo>
                  <a:pt x="192593" y="81437"/>
                  <a:pt x="196492" y="80135"/>
                  <a:pt x="199354" y="77532"/>
                </a:cubicBezTo>
                <a:cubicBezTo>
                  <a:pt x="202217" y="74927"/>
                  <a:pt x="203648" y="71849"/>
                  <a:pt x="203648" y="68298"/>
                </a:cubicBezTo>
                <a:cubicBezTo>
                  <a:pt x="203648" y="66325"/>
                  <a:pt x="203105" y="64333"/>
                  <a:pt x="202020" y="62321"/>
                </a:cubicBezTo>
                <a:cubicBezTo>
                  <a:pt x="200934" y="60309"/>
                  <a:pt x="199246" y="58435"/>
                  <a:pt x="196956" y="56699"/>
                </a:cubicBezTo>
                <a:cubicBezTo>
                  <a:pt x="195416" y="55515"/>
                  <a:pt x="191211" y="53000"/>
                  <a:pt x="184340" y="49153"/>
                </a:cubicBezTo>
                <a:cubicBezTo>
                  <a:pt x="177470" y="45305"/>
                  <a:pt x="172584" y="42238"/>
                  <a:pt x="169682" y="39950"/>
                </a:cubicBezTo>
                <a:cubicBezTo>
                  <a:pt x="166780" y="37661"/>
                  <a:pt x="164578" y="35136"/>
                  <a:pt x="163078" y="32375"/>
                </a:cubicBezTo>
                <a:cubicBezTo>
                  <a:pt x="161578" y="29612"/>
                  <a:pt x="160827" y="26574"/>
                  <a:pt x="160827" y="23259"/>
                </a:cubicBezTo>
                <a:cubicBezTo>
                  <a:pt x="160827" y="17500"/>
                  <a:pt x="163038" y="12539"/>
                  <a:pt x="167461" y="8377"/>
                </a:cubicBezTo>
                <a:cubicBezTo>
                  <a:pt x="171883" y="4214"/>
                  <a:pt x="177510" y="2132"/>
                  <a:pt x="184340" y="2132"/>
                </a:cubicBezTo>
                <a:cubicBezTo>
                  <a:pt x="188605" y="2132"/>
                  <a:pt x="193126" y="3179"/>
                  <a:pt x="197903" y="5271"/>
                </a:cubicBezTo>
                <a:cubicBezTo>
                  <a:pt x="200114" y="6258"/>
                  <a:pt x="201674" y="6752"/>
                  <a:pt x="202582" y="6752"/>
                </a:cubicBezTo>
                <a:cubicBezTo>
                  <a:pt x="203609" y="6752"/>
                  <a:pt x="204448" y="6446"/>
                  <a:pt x="205099" y="5834"/>
                </a:cubicBezTo>
                <a:cubicBezTo>
                  <a:pt x="205751" y="5222"/>
                  <a:pt x="206274" y="3988"/>
                  <a:pt x="206669" y="2132"/>
                </a:cubicBezTo>
                <a:lnTo>
                  <a:pt x="208860" y="2132"/>
                </a:lnTo>
                <a:close/>
                <a:moveTo>
                  <a:pt x="245621" y="41103"/>
                </a:moveTo>
                <a:lnTo>
                  <a:pt x="282934" y="41103"/>
                </a:lnTo>
                <a:lnTo>
                  <a:pt x="282934" y="18162"/>
                </a:lnTo>
                <a:cubicBezTo>
                  <a:pt x="282934" y="14063"/>
                  <a:pt x="282677" y="11363"/>
                  <a:pt x="282164" y="10061"/>
                </a:cubicBezTo>
                <a:cubicBezTo>
                  <a:pt x="281769" y="9077"/>
                  <a:pt x="280940" y="8229"/>
                  <a:pt x="279676" y="7520"/>
                </a:cubicBezTo>
                <a:cubicBezTo>
                  <a:pt x="277978" y="6574"/>
                  <a:pt x="276182" y="6100"/>
                  <a:pt x="274286" y="6100"/>
                </a:cubicBezTo>
                <a:lnTo>
                  <a:pt x="271444" y="6100"/>
                </a:lnTo>
                <a:lnTo>
                  <a:pt x="271444" y="3909"/>
                </a:lnTo>
                <a:lnTo>
                  <a:pt x="305795" y="3909"/>
                </a:lnTo>
                <a:lnTo>
                  <a:pt x="305795" y="6100"/>
                </a:lnTo>
                <a:lnTo>
                  <a:pt x="302952" y="6100"/>
                </a:lnTo>
                <a:cubicBezTo>
                  <a:pt x="301057" y="6100"/>
                  <a:pt x="299260" y="6554"/>
                  <a:pt x="297563" y="7463"/>
                </a:cubicBezTo>
                <a:cubicBezTo>
                  <a:pt x="296299" y="8094"/>
                  <a:pt x="295440" y="9052"/>
                  <a:pt x="294986" y="10335"/>
                </a:cubicBezTo>
                <a:cubicBezTo>
                  <a:pt x="294532" y="11618"/>
                  <a:pt x="294305" y="14234"/>
                  <a:pt x="294305" y="18183"/>
                </a:cubicBezTo>
                <a:lnTo>
                  <a:pt x="294305" y="70006"/>
                </a:lnTo>
                <a:cubicBezTo>
                  <a:pt x="294305" y="74073"/>
                  <a:pt x="294562" y="76758"/>
                  <a:pt x="295075" y="78061"/>
                </a:cubicBezTo>
                <a:cubicBezTo>
                  <a:pt x="295470" y="79048"/>
                  <a:pt x="296279" y="79897"/>
                  <a:pt x="297503" y="80608"/>
                </a:cubicBezTo>
                <a:cubicBezTo>
                  <a:pt x="299241" y="81555"/>
                  <a:pt x="301057" y="82029"/>
                  <a:pt x="302952" y="82029"/>
                </a:cubicBezTo>
                <a:lnTo>
                  <a:pt x="305795" y="82029"/>
                </a:lnTo>
                <a:lnTo>
                  <a:pt x="305795" y="84221"/>
                </a:lnTo>
                <a:lnTo>
                  <a:pt x="271444" y="84221"/>
                </a:lnTo>
                <a:lnTo>
                  <a:pt x="271444" y="82029"/>
                </a:lnTo>
                <a:lnTo>
                  <a:pt x="274286" y="82029"/>
                </a:lnTo>
                <a:cubicBezTo>
                  <a:pt x="277564" y="82029"/>
                  <a:pt x="279952" y="81060"/>
                  <a:pt x="281453" y="79122"/>
                </a:cubicBezTo>
                <a:cubicBezTo>
                  <a:pt x="282440" y="77857"/>
                  <a:pt x="282934" y="74812"/>
                  <a:pt x="282934" y="69986"/>
                </a:cubicBezTo>
                <a:lnTo>
                  <a:pt x="282934" y="45486"/>
                </a:lnTo>
                <a:lnTo>
                  <a:pt x="245621" y="45486"/>
                </a:lnTo>
                <a:lnTo>
                  <a:pt x="245621" y="69986"/>
                </a:lnTo>
                <a:cubicBezTo>
                  <a:pt x="245621" y="74060"/>
                  <a:pt x="245877" y="76750"/>
                  <a:pt x="246391" y="78055"/>
                </a:cubicBezTo>
                <a:cubicBezTo>
                  <a:pt x="246785" y="79044"/>
                  <a:pt x="247615" y="79894"/>
                  <a:pt x="248878" y="80606"/>
                </a:cubicBezTo>
                <a:cubicBezTo>
                  <a:pt x="250576" y="81555"/>
                  <a:pt x="252372" y="82029"/>
                  <a:pt x="254268" y="82029"/>
                </a:cubicBezTo>
                <a:lnTo>
                  <a:pt x="257170" y="82029"/>
                </a:lnTo>
                <a:lnTo>
                  <a:pt x="257170" y="84221"/>
                </a:lnTo>
                <a:lnTo>
                  <a:pt x="222759" y="84221"/>
                </a:lnTo>
                <a:lnTo>
                  <a:pt x="222759" y="82029"/>
                </a:lnTo>
                <a:lnTo>
                  <a:pt x="225602" y="82029"/>
                </a:lnTo>
                <a:cubicBezTo>
                  <a:pt x="228919" y="82029"/>
                  <a:pt x="231327" y="81062"/>
                  <a:pt x="232828" y="79127"/>
                </a:cubicBezTo>
                <a:cubicBezTo>
                  <a:pt x="233775" y="77864"/>
                  <a:pt x="234249" y="74823"/>
                  <a:pt x="234249" y="70006"/>
                </a:cubicBezTo>
                <a:lnTo>
                  <a:pt x="234249" y="18183"/>
                </a:lnTo>
                <a:cubicBezTo>
                  <a:pt x="234249" y="14076"/>
                  <a:pt x="233992" y="11372"/>
                  <a:pt x="233479" y="10069"/>
                </a:cubicBezTo>
                <a:cubicBezTo>
                  <a:pt x="233084" y="9081"/>
                  <a:pt x="232275" y="8233"/>
                  <a:pt x="231051" y="7522"/>
                </a:cubicBezTo>
                <a:cubicBezTo>
                  <a:pt x="229313" y="6574"/>
                  <a:pt x="227497" y="6100"/>
                  <a:pt x="225602" y="6100"/>
                </a:cubicBezTo>
                <a:lnTo>
                  <a:pt x="222759" y="6100"/>
                </a:lnTo>
                <a:lnTo>
                  <a:pt x="222759" y="3909"/>
                </a:lnTo>
                <a:lnTo>
                  <a:pt x="257170" y="3909"/>
                </a:lnTo>
                <a:lnTo>
                  <a:pt x="257170" y="6100"/>
                </a:lnTo>
                <a:lnTo>
                  <a:pt x="254268" y="6100"/>
                </a:lnTo>
                <a:cubicBezTo>
                  <a:pt x="252372" y="6100"/>
                  <a:pt x="250576" y="6554"/>
                  <a:pt x="248878" y="7461"/>
                </a:cubicBezTo>
                <a:cubicBezTo>
                  <a:pt x="247654" y="8091"/>
                  <a:pt x="246805" y="9047"/>
                  <a:pt x="246331" y="10328"/>
                </a:cubicBezTo>
                <a:cubicBezTo>
                  <a:pt x="245858" y="11608"/>
                  <a:pt x="245621" y="14220"/>
                  <a:pt x="245621" y="18162"/>
                </a:cubicBezTo>
                <a:lnTo>
                  <a:pt x="245621" y="41103"/>
                </a:lnTo>
                <a:close/>
                <a:moveTo>
                  <a:pt x="342501" y="0"/>
                </a:moveTo>
                <a:lnTo>
                  <a:pt x="313421" y="85879"/>
                </a:lnTo>
                <a:lnTo>
                  <a:pt x="308683" y="85879"/>
                </a:lnTo>
                <a:lnTo>
                  <a:pt x="337763" y="0"/>
                </a:lnTo>
                <a:lnTo>
                  <a:pt x="342501" y="0"/>
                </a:lnTo>
                <a:close/>
                <a:moveTo>
                  <a:pt x="397478" y="57332"/>
                </a:moveTo>
                <a:lnTo>
                  <a:pt x="366384" y="57332"/>
                </a:lnTo>
                <a:lnTo>
                  <a:pt x="360935" y="70006"/>
                </a:lnTo>
                <a:cubicBezTo>
                  <a:pt x="359593" y="73125"/>
                  <a:pt x="358922" y="75455"/>
                  <a:pt x="358922" y="76995"/>
                </a:cubicBezTo>
                <a:cubicBezTo>
                  <a:pt x="358922" y="78219"/>
                  <a:pt x="359504" y="79295"/>
                  <a:pt x="360669" y="80223"/>
                </a:cubicBezTo>
                <a:cubicBezTo>
                  <a:pt x="361834" y="81151"/>
                  <a:pt x="364351" y="81753"/>
                  <a:pt x="368220" y="82029"/>
                </a:cubicBezTo>
                <a:lnTo>
                  <a:pt x="368220" y="84221"/>
                </a:lnTo>
                <a:lnTo>
                  <a:pt x="342930" y="84221"/>
                </a:lnTo>
                <a:lnTo>
                  <a:pt x="342930" y="82029"/>
                </a:lnTo>
                <a:cubicBezTo>
                  <a:pt x="346287" y="81437"/>
                  <a:pt x="348458" y="80668"/>
                  <a:pt x="349445" y="79721"/>
                </a:cubicBezTo>
                <a:cubicBezTo>
                  <a:pt x="351459" y="77827"/>
                  <a:pt x="353690" y="73981"/>
                  <a:pt x="356138" y="68181"/>
                </a:cubicBezTo>
                <a:lnTo>
                  <a:pt x="384389" y="2132"/>
                </a:lnTo>
                <a:lnTo>
                  <a:pt x="386462" y="2132"/>
                </a:lnTo>
                <a:lnTo>
                  <a:pt x="414417" y="68890"/>
                </a:lnTo>
                <a:cubicBezTo>
                  <a:pt x="416668" y="74256"/>
                  <a:pt x="418711" y="77738"/>
                  <a:pt x="420547" y="79336"/>
                </a:cubicBezTo>
                <a:cubicBezTo>
                  <a:pt x="422383" y="80934"/>
                  <a:pt x="424940" y="81832"/>
                  <a:pt x="428217" y="82029"/>
                </a:cubicBezTo>
                <a:lnTo>
                  <a:pt x="428217" y="84221"/>
                </a:lnTo>
                <a:lnTo>
                  <a:pt x="396531" y="84221"/>
                </a:lnTo>
                <a:lnTo>
                  <a:pt x="396531" y="82029"/>
                </a:lnTo>
                <a:cubicBezTo>
                  <a:pt x="399729" y="81871"/>
                  <a:pt x="401891" y="81338"/>
                  <a:pt x="403016" y="80430"/>
                </a:cubicBezTo>
                <a:cubicBezTo>
                  <a:pt x="404141" y="79522"/>
                  <a:pt x="404704" y="78416"/>
                  <a:pt x="404704" y="77113"/>
                </a:cubicBezTo>
                <a:cubicBezTo>
                  <a:pt x="404704" y="75376"/>
                  <a:pt x="403914" y="72632"/>
                  <a:pt x="402335" y="68881"/>
                </a:cubicBezTo>
                <a:lnTo>
                  <a:pt x="397478" y="57332"/>
                </a:lnTo>
                <a:moveTo>
                  <a:pt x="395820" y="52949"/>
                </a:moveTo>
                <a:lnTo>
                  <a:pt x="382198" y="20539"/>
                </a:lnTo>
                <a:lnTo>
                  <a:pt x="368220" y="52949"/>
                </a:lnTo>
                <a:lnTo>
                  <a:pt x="395820" y="52949"/>
                </a:lnTo>
                <a:close/>
                <a:moveTo>
                  <a:pt x="502828" y="2132"/>
                </a:moveTo>
                <a:lnTo>
                  <a:pt x="504664" y="29377"/>
                </a:lnTo>
                <a:lnTo>
                  <a:pt x="502828" y="29377"/>
                </a:lnTo>
                <a:cubicBezTo>
                  <a:pt x="500380" y="21182"/>
                  <a:pt x="496886" y="15284"/>
                  <a:pt x="492345" y="11682"/>
                </a:cubicBezTo>
                <a:cubicBezTo>
                  <a:pt x="487804" y="8080"/>
                  <a:pt x="482355" y="6278"/>
                  <a:pt x="475998" y="6278"/>
                </a:cubicBezTo>
                <a:cubicBezTo>
                  <a:pt x="470668" y="6278"/>
                  <a:pt x="465851" y="7632"/>
                  <a:pt x="461547" y="10339"/>
                </a:cubicBezTo>
                <a:cubicBezTo>
                  <a:pt x="457243" y="13045"/>
                  <a:pt x="453857" y="17361"/>
                  <a:pt x="451390" y="23289"/>
                </a:cubicBezTo>
                <a:cubicBezTo>
                  <a:pt x="448922" y="29217"/>
                  <a:pt x="447688" y="36587"/>
                  <a:pt x="447688" y="45399"/>
                </a:cubicBezTo>
                <a:cubicBezTo>
                  <a:pt x="447688" y="52669"/>
                  <a:pt x="448853" y="58972"/>
                  <a:pt x="451182" y="64307"/>
                </a:cubicBezTo>
                <a:cubicBezTo>
                  <a:pt x="453512" y="69642"/>
                  <a:pt x="457016" y="73731"/>
                  <a:pt x="461695" y="76577"/>
                </a:cubicBezTo>
                <a:cubicBezTo>
                  <a:pt x="466374" y="79422"/>
                  <a:pt x="471714" y="80845"/>
                  <a:pt x="477716" y="80845"/>
                </a:cubicBezTo>
                <a:cubicBezTo>
                  <a:pt x="482928" y="80845"/>
                  <a:pt x="487528" y="79729"/>
                  <a:pt x="491516" y="77498"/>
                </a:cubicBezTo>
                <a:cubicBezTo>
                  <a:pt x="495504" y="75267"/>
                  <a:pt x="499887" y="70835"/>
                  <a:pt x="504664" y="64202"/>
                </a:cubicBezTo>
                <a:lnTo>
                  <a:pt x="506500" y="65383"/>
                </a:lnTo>
                <a:cubicBezTo>
                  <a:pt x="502473" y="72511"/>
                  <a:pt x="497774" y="77729"/>
                  <a:pt x="492404" y="81037"/>
                </a:cubicBezTo>
                <a:cubicBezTo>
                  <a:pt x="487034" y="84344"/>
                  <a:pt x="480658" y="85997"/>
                  <a:pt x="473274" y="85997"/>
                </a:cubicBezTo>
                <a:cubicBezTo>
                  <a:pt x="459968" y="85997"/>
                  <a:pt x="449662" y="81069"/>
                  <a:pt x="442357" y="71211"/>
                </a:cubicBezTo>
                <a:cubicBezTo>
                  <a:pt x="436909" y="63878"/>
                  <a:pt x="434184" y="55243"/>
                  <a:pt x="434184" y="45307"/>
                </a:cubicBezTo>
                <a:cubicBezTo>
                  <a:pt x="434184" y="37302"/>
                  <a:pt x="435981" y="29949"/>
                  <a:pt x="439574" y="23247"/>
                </a:cubicBezTo>
                <a:cubicBezTo>
                  <a:pt x="443167" y="16544"/>
                  <a:pt x="448112" y="11349"/>
                  <a:pt x="454410" y="7662"/>
                </a:cubicBezTo>
                <a:cubicBezTo>
                  <a:pt x="460708" y="3976"/>
                  <a:pt x="467588" y="2132"/>
                  <a:pt x="475051" y="2132"/>
                </a:cubicBezTo>
                <a:cubicBezTo>
                  <a:pt x="480855" y="2132"/>
                  <a:pt x="486580" y="3554"/>
                  <a:pt x="492227" y="6396"/>
                </a:cubicBezTo>
                <a:cubicBezTo>
                  <a:pt x="493885" y="7265"/>
                  <a:pt x="495069" y="7699"/>
                  <a:pt x="495780" y="7699"/>
                </a:cubicBezTo>
                <a:cubicBezTo>
                  <a:pt x="496846" y="7699"/>
                  <a:pt x="497774" y="7324"/>
                  <a:pt x="498564" y="6574"/>
                </a:cubicBezTo>
                <a:cubicBezTo>
                  <a:pt x="499590" y="5508"/>
                  <a:pt x="500321" y="4027"/>
                  <a:pt x="500755" y="2132"/>
                </a:cubicBezTo>
                <a:lnTo>
                  <a:pt x="502828" y="2132"/>
                </a:lnTo>
                <a:close/>
                <a:moveTo>
                  <a:pt x="547075" y="39682"/>
                </a:moveTo>
                <a:lnTo>
                  <a:pt x="576688" y="69118"/>
                </a:lnTo>
                <a:cubicBezTo>
                  <a:pt x="581545" y="73974"/>
                  <a:pt x="585691" y="77281"/>
                  <a:pt x="589126" y="79038"/>
                </a:cubicBezTo>
                <a:cubicBezTo>
                  <a:pt x="592561" y="80795"/>
                  <a:pt x="595996" y="81792"/>
                  <a:pt x="599431" y="82029"/>
                </a:cubicBezTo>
                <a:lnTo>
                  <a:pt x="599431" y="84221"/>
                </a:lnTo>
                <a:lnTo>
                  <a:pt x="561230" y="84221"/>
                </a:lnTo>
                <a:lnTo>
                  <a:pt x="561230" y="82029"/>
                </a:lnTo>
                <a:cubicBezTo>
                  <a:pt x="563520" y="82029"/>
                  <a:pt x="565168" y="81644"/>
                  <a:pt x="566175" y="80874"/>
                </a:cubicBezTo>
                <a:cubicBezTo>
                  <a:pt x="567182" y="80104"/>
                  <a:pt x="567686" y="79246"/>
                  <a:pt x="567686" y="78298"/>
                </a:cubicBezTo>
                <a:cubicBezTo>
                  <a:pt x="567686" y="77350"/>
                  <a:pt x="567498" y="76501"/>
                  <a:pt x="567123" y="75751"/>
                </a:cubicBezTo>
                <a:cubicBezTo>
                  <a:pt x="566748" y="75001"/>
                  <a:pt x="565514" y="73599"/>
                  <a:pt x="563421" y="71546"/>
                </a:cubicBezTo>
                <a:lnTo>
                  <a:pt x="535703" y="44124"/>
                </a:lnTo>
                <a:lnTo>
                  <a:pt x="535703" y="70006"/>
                </a:lnTo>
                <a:cubicBezTo>
                  <a:pt x="535703" y="74073"/>
                  <a:pt x="535960" y="76758"/>
                  <a:pt x="536473" y="78061"/>
                </a:cubicBezTo>
                <a:cubicBezTo>
                  <a:pt x="536868" y="79048"/>
                  <a:pt x="537697" y="79897"/>
                  <a:pt x="538961" y="80608"/>
                </a:cubicBezTo>
                <a:cubicBezTo>
                  <a:pt x="540658" y="81555"/>
                  <a:pt x="542455" y="82029"/>
                  <a:pt x="544350" y="82029"/>
                </a:cubicBezTo>
                <a:lnTo>
                  <a:pt x="547075" y="82029"/>
                </a:lnTo>
                <a:lnTo>
                  <a:pt x="547075" y="84221"/>
                </a:lnTo>
                <a:lnTo>
                  <a:pt x="512842" y="84221"/>
                </a:lnTo>
                <a:lnTo>
                  <a:pt x="512842" y="82029"/>
                </a:lnTo>
                <a:lnTo>
                  <a:pt x="515684" y="82029"/>
                </a:lnTo>
                <a:cubicBezTo>
                  <a:pt x="519001" y="82029"/>
                  <a:pt x="521410" y="81062"/>
                  <a:pt x="522910" y="79127"/>
                </a:cubicBezTo>
                <a:cubicBezTo>
                  <a:pt x="523858" y="77864"/>
                  <a:pt x="524332" y="74823"/>
                  <a:pt x="524332" y="70006"/>
                </a:cubicBezTo>
                <a:lnTo>
                  <a:pt x="524332" y="18123"/>
                </a:lnTo>
                <a:cubicBezTo>
                  <a:pt x="524332" y="14057"/>
                  <a:pt x="524075" y="11352"/>
                  <a:pt x="523562" y="10009"/>
                </a:cubicBezTo>
                <a:cubicBezTo>
                  <a:pt x="523167" y="9062"/>
                  <a:pt x="522357" y="8233"/>
                  <a:pt x="521133" y="7522"/>
                </a:cubicBezTo>
                <a:cubicBezTo>
                  <a:pt x="519396" y="6574"/>
                  <a:pt x="517580" y="6100"/>
                  <a:pt x="515684" y="6100"/>
                </a:cubicBezTo>
                <a:lnTo>
                  <a:pt x="512842" y="6100"/>
                </a:lnTo>
                <a:lnTo>
                  <a:pt x="512842" y="3909"/>
                </a:lnTo>
                <a:lnTo>
                  <a:pt x="547075" y="3909"/>
                </a:lnTo>
                <a:lnTo>
                  <a:pt x="547075" y="6100"/>
                </a:lnTo>
                <a:lnTo>
                  <a:pt x="544350" y="6100"/>
                </a:lnTo>
                <a:cubicBezTo>
                  <a:pt x="542494" y="6100"/>
                  <a:pt x="540698" y="6554"/>
                  <a:pt x="538961" y="7463"/>
                </a:cubicBezTo>
                <a:cubicBezTo>
                  <a:pt x="537737" y="8094"/>
                  <a:pt x="536888" y="9042"/>
                  <a:pt x="536414" y="10305"/>
                </a:cubicBezTo>
                <a:cubicBezTo>
                  <a:pt x="535940" y="11569"/>
                  <a:pt x="535703" y="14175"/>
                  <a:pt x="535703" y="18123"/>
                </a:cubicBezTo>
                <a:lnTo>
                  <a:pt x="535703" y="42703"/>
                </a:lnTo>
                <a:cubicBezTo>
                  <a:pt x="536493" y="41952"/>
                  <a:pt x="539197" y="39445"/>
                  <a:pt x="543817" y="35181"/>
                </a:cubicBezTo>
                <a:cubicBezTo>
                  <a:pt x="555544" y="24441"/>
                  <a:pt x="562632" y="17274"/>
                  <a:pt x="565080" y="13681"/>
                </a:cubicBezTo>
                <a:cubicBezTo>
                  <a:pt x="566146" y="12102"/>
                  <a:pt x="566679" y="10720"/>
                  <a:pt x="566679" y="9536"/>
                </a:cubicBezTo>
                <a:cubicBezTo>
                  <a:pt x="566679" y="8627"/>
                  <a:pt x="566264" y="7828"/>
                  <a:pt x="565435" y="7137"/>
                </a:cubicBezTo>
                <a:cubicBezTo>
                  <a:pt x="564606" y="6446"/>
                  <a:pt x="563204" y="6100"/>
                  <a:pt x="561230" y="6100"/>
                </a:cubicBezTo>
                <a:lnTo>
                  <a:pt x="559394" y="6100"/>
                </a:lnTo>
                <a:lnTo>
                  <a:pt x="559394" y="3909"/>
                </a:lnTo>
                <a:lnTo>
                  <a:pt x="588889" y="3909"/>
                </a:lnTo>
                <a:lnTo>
                  <a:pt x="588889" y="6100"/>
                </a:lnTo>
                <a:cubicBezTo>
                  <a:pt x="587151" y="6140"/>
                  <a:pt x="585572" y="6377"/>
                  <a:pt x="584151" y="6811"/>
                </a:cubicBezTo>
                <a:cubicBezTo>
                  <a:pt x="582729" y="7245"/>
                  <a:pt x="580992" y="8084"/>
                  <a:pt x="578939" y="9328"/>
                </a:cubicBezTo>
                <a:cubicBezTo>
                  <a:pt x="576885" y="10572"/>
                  <a:pt x="574358" y="12576"/>
                  <a:pt x="571358" y="15340"/>
                </a:cubicBezTo>
                <a:cubicBezTo>
                  <a:pt x="570489" y="16129"/>
                  <a:pt x="566481" y="20177"/>
                  <a:pt x="559335" y="27481"/>
                </a:cubicBezTo>
                <a:lnTo>
                  <a:pt x="547075" y="396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Text PUSH/ACK">
            <a:extLst xmlns:a="http://schemas.openxmlformats.org/drawingml/2006/main">
              <a:ext uri="{FF2B5EF4-FFF2-40B4-BE49-F238E27FC236}">
                <a16:creationId xmlns:a16="http://schemas.microsoft.com/office/drawing/2014/main" id="{A1AA06EA-129A-47AE-B760-AD147B6C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94" y="3043385"/>
            <a:ext cx="599430" cy="85997"/>
          </a:xfrm>
          <a:custGeom xmlns:a="http://schemas.openxmlformats.org/drawingml/2006/main">
            <a:pathLst>
              <a:path w="599430" h="85997">
                <a:moveTo>
                  <a:pt x="22862" y="46552"/>
                </a:moveTo>
                <a:lnTo>
                  <a:pt x="22862" y="69986"/>
                </a:lnTo>
                <a:cubicBezTo>
                  <a:pt x="22862" y="75048"/>
                  <a:pt x="23414" y="78193"/>
                  <a:pt x="24520" y="79420"/>
                </a:cubicBezTo>
                <a:cubicBezTo>
                  <a:pt x="26020" y="81159"/>
                  <a:pt x="28291" y="82029"/>
                  <a:pt x="31331" y="82029"/>
                </a:cubicBezTo>
                <a:lnTo>
                  <a:pt x="34411" y="82029"/>
                </a:lnTo>
                <a:lnTo>
                  <a:pt x="34411" y="84221"/>
                </a:lnTo>
                <a:lnTo>
                  <a:pt x="0" y="84221"/>
                </a:lnTo>
                <a:lnTo>
                  <a:pt x="0" y="82029"/>
                </a:lnTo>
                <a:lnTo>
                  <a:pt x="3021" y="82029"/>
                </a:lnTo>
                <a:cubicBezTo>
                  <a:pt x="6416" y="82029"/>
                  <a:pt x="8845" y="80924"/>
                  <a:pt x="10305" y="78712"/>
                </a:cubicBezTo>
                <a:cubicBezTo>
                  <a:pt x="11095" y="77488"/>
                  <a:pt x="11490" y="74586"/>
                  <a:pt x="11490" y="70006"/>
                </a:cubicBezTo>
                <a:lnTo>
                  <a:pt x="11490" y="18123"/>
                </a:lnTo>
                <a:cubicBezTo>
                  <a:pt x="11490" y="13069"/>
                  <a:pt x="10957" y="9930"/>
                  <a:pt x="9891" y="8706"/>
                </a:cubicBezTo>
                <a:cubicBezTo>
                  <a:pt x="8351" y="6969"/>
                  <a:pt x="6061" y="6100"/>
                  <a:pt x="3021" y="6100"/>
                </a:cubicBezTo>
                <a:lnTo>
                  <a:pt x="0" y="6100"/>
                </a:lnTo>
                <a:lnTo>
                  <a:pt x="0" y="3909"/>
                </a:lnTo>
                <a:lnTo>
                  <a:pt x="29436" y="3909"/>
                </a:lnTo>
                <a:cubicBezTo>
                  <a:pt x="36622" y="3909"/>
                  <a:pt x="42288" y="4649"/>
                  <a:pt x="46434" y="6128"/>
                </a:cubicBezTo>
                <a:cubicBezTo>
                  <a:pt x="50580" y="7606"/>
                  <a:pt x="54074" y="10100"/>
                  <a:pt x="56917" y="13609"/>
                </a:cubicBezTo>
                <a:cubicBezTo>
                  <a:pt x="59760" y="17118"/>
                  <a:pt x="61181" y="21278"/>
                  <a:pt x="61181" y="26089"/>
                </a:cubicBezTo>
                <a:cubicBezTo>
                  <a:pt x="61181" y="32635"/>
                  <a:pt x="59020" y="37959"/>
                  <a:pt x="54696" y="42060"/>
                </a:cubicBezTo>
                <a:cubicBezTo>
                  <a:pt x="50372" y="46161"/>
                  <a:pt x="44262" y="48211"/>
                  <a:pt x="36365" y="48211"/>
                </a:cubicBezTo>
                <a:cubicBezTo>
                  <a:pt x="34431" y="48211"/>
                  <a:pt x="32338" y="48072"/>
                  <a:pt x="30087" y="47796"/>
                </a:cubicBezTo>
                <a:cubicBezTo>
                  <a:pt x="27837" y="47520"/>
                  <a:pt x="25428" y="47105"/>
                  <a:pt x="22862" y="46552"/>
                </a:cubicBezTo>
                <a:moveTo>
                  <a:pt x="22862" y="43117"/>
                </a:moveTo>
                <a:cubicBezTo>
                  <a:pt x="24954" y="43512"/>
                  <a:pt x="26810" y="43808"/>
                  <a:pt x="28429" y="44006"/>
                </a:cubicBezTo>
                <a:cubicBezTo>
                  <a:pt x="30048" y="44203"/>
                  <a:pt x="31430" y="44302"/>
                  <a:pt x="32575" y="44302"/>
                </a:cubicBezTo>
                <a:cubicBezTo>
                  <a:pt x="36681" y="44302"/>
                  <a:pt x="40225" y="42712"/>
                  <a:pt x="43206" y="39534"/>
                </a:cubicBezTo>
                <a:cubicBezTo>
                  <a:pt x="46187" y="36355"/>
                  <a:pt x="47678" y="32239"/>
                  <a:pt x="47678" y="27185"/>
                </a:cubicBezTo>
                <a:cubicBezTo>
                  <a:pt x="47678" y="23710"/>
                  <a:pt x="46967" y="20483"/>
                  <a:pt x="45545" y="17502"/>
                </a:cubicBezTo>
                <a:cubicBezTo>
                  <a:pt x="44124" y="14520"/>
                  <a:pt x="42110" y="12290"/>
                  <a:pt x="39504" y="10809"/>
                </a:cubicBezTo>
                <a:cubicBezTo>
                  <a:pt x="36898" y="9328"/>
                  <a:pt x="33937" y="8588"/>
                  <a:pt x="30620" y="8588"/>
                </a:cubicBezTo>
                <a:cubicBezTo>
                  <a:pt x="28607" y="8588"/>
                  <a:pt x="26020" y="8963"/>
                  <a:pt x="22862" y="9713"/>
                </a:cubicBezTo>
                <a:lnTo>
                  <a:pt x="22862" y="43117"/>
                </a:lnTo>
                <a:close/>
                <a:moveTo>
                  <a:pt x="123291" y="6100"/>
                </a:moveTo>
                <a:lnTo>
                  <a:pt x="123291" y="3909"/>
                </a:lnTo>
                <a:lnTo>
                  <a:pt x="151720" y="3909"/>
                </a:lnTo>
                <a:lnTo>
                  <a:pt x="151720" y="6100"/>
                </a:lnTo>
                <a:lnTo>
                  <a:pt x="148699" y="6100"/>
                </a:lnTo>
                <a:cubicBezTo>
                  <a:pt x="145541" y="6100"/>
                  <a:pt x="143112" y="7421"/>
                  <a:pt x="141414" y="10063"/>
                </a:cubicBezTo>
                <a:cubicBezTo>
                  <a:pt x="140585" y="11285"/>
                  <a:pt x="140171" y="14123"/>
                  <a:pt x="140171" y="18579"/>
                </a:cubicBezTo>
                <a:lnTo>
                  <a:pt x="140171" y="51105"/>
                </a:lnTo>
                <a:cubicBezTo>
                  <a:pt x="140171" y="59148"/>
                  <a:pt x="139371" y="65387"/>
                  <a:pt x="137772" y="69823"/>
                </a:cubicBezTo>
                <a:cubicBezTo>
                  <a:pt x="136173" y="74259"/>
                  <a:pt x="133034" y="78063"/>
                  <a:pt x="128355" y="81237"/>
                </a:cubicBezTo>
                <a:cubicBezTo>
                  <a:pt x="123676" y="84411"/>
                  <a:pt x="117309" y="85997"/>
                  <a:pt x="109254" y="85997"/>
                </a:cubicBezTo>
                <a:cubicBezTo>
                  <a:pt x="100489" y="85997"/>
                  <a:pt x="93836" y="84480"/>
                  <a:pt x="89295" y="81444"/>
                </a:cubicBezTo>
                <a:cubicBezTo>
                  <a:pt x="84754" y="78408"/>
                  <a:pt x="81536" y="74327"/>
                  <a:pt x="79641" y="69201"/>
                </a:cubicBezTo>
                <a:cubicBezTo>
                  <a:pt x="78377" y="65693"/>
                  <a:pt x="77746" y="59109"/>
                  <a:pt x="77746" y="49449"/>
                </a:cubicBezTo>
                <a:lnTo>
                  <a:pt x="77746" y="18105"/>
                </a:lnTo>
                <a:cubicBezTo>
                  <a:pt x="77746" y="13177"/>
                  <a:pt x="77065" y="9944"/>
                  <a:pt x="75702" y="8407"/>
                </a:cubicBezTo>
                <a:cubicBezTo>
                  <a:pt x="74340" y="6869"/>
                  <a:pt x="72139" y="6100"/>
                  <a:pt x="69098" y="6100"/>
                </a:cubicBezTo>
                <a:lnTo>
                  <a:pt x="66078" y="6100"/>
                </a:lnTo>
                <a:lnTo>
                  <a:pt x="66078" y="3909"/>
                </a:lnTo>
                <a:lnTo>
                  <a:pt x="100785" y="3909"/>
                </a:lnTo>
                <a:lnTo>
                  <a:pt x="100785" y="6100"/>
                </a:lnTo>
                <a:lnTo>
                  <a:pt x="97705" y="6100"/>
                </a:lnTo>
                <a:cubicBezTo>
                  <a:pt x="94388" y="6100"/>
                  <a:pt x="92019" y="7146"/>
                  <a:pt x="90598" y="9238"/>
                </a:cubicBezTo>
                <a:cubicBezTo>
                  <a:pt x="89611" y="10658"/>
                  <a:pt x="89117" y="13617"/>
                  <a:pt x="89117" y="18114"/>
                </a:cubicBezTo>
                <a:lnTo>
                  <a:pt x="89117" y="53089"/>
                </a:lnTo>
                <a:cubicBezTo>
                  <a:pt x="89117" y="56206"/>
                  <a:pt x="89403" y="59777"/>
                  <a:pt x="89976" y="63802"/>
                </a:cubicBezTo>
                <a:cubicBezTo>
                  <a:pt x="90548" y="67826"/>
                  <a:pt x="91585" y="70962"/>
                  <a:pt x="93085" y="73212"/>
                </a:cubicBezTo>
                <a:cubicBezTo>
                  <a:pt x="94586" y="75460"/>
                  <a:pt x="96748" y="77314"/>
                  <a:pt x="99571" y="78774"/>
                </a:cubicBezTo>
                <a:cubicBezTo>
                  <a:pt x="102394" y="80233"/>
                  <a:pt x="105859" y="80963"/>
                  <a:pt x="109965" y="80963"/>
                </a:cubicBezTo>
                <a:cubicBezTo>
                  <a:pt x="115216" y="80963"/>
                  <a:pt x="119915" y="79819"/>
                  <a:pt x="124061" y="77532"/>
                </a:cubicBezTo>
                <a:cubicBezTo>
                  <a:pt x="128207" y="75243"/>
                  <a:pt x="131040" y="72314"/>
                  <a:pt x="132560" y="68744"/>
                </a:cubicBezTo>
                <a:cubicBezTo>
                  <a:pt x="134080" y="65173"/>
                  <a:pt x="134840" y="59126"/>
                  <a:pt x="134840" y="50604"/>
                </a:cubicBezTo>
                <a:lnTo>
                  <a:pt x="134840" y="18114"/>
                </a:lnTo>
                <a:cubicBezTo>
                  <a:pt x="134840" y="13103"/>
                  <a:pt x="134288" y="9967"/>
                  <a:pt x="133182" y="8704"/>
                </a:cubicBezTo>
                <a:cubicBezTo>
                  <a:pt x="131642" y="6968"/>
                  <a:pt x="129352" y="6100"/>
                  <a:pt x="126312" y="6100"/>
                </a:cubicBezTo>
                <a:lnTo>
                  <a:pt x="123291" y="6100"/>
                </a:lnTo>
                <a:close/>
                <a:moveTo>
                  <a:pt x="208859" y="2132"/>
                </a:moveTo>
                <a:lnTo>
                  <a:pt x="208859" y="29850"/>
                </a:lnTo>
                <a:lnTo>
                  <a:pt x="206668" y="29850"/>
                </a:lnTo>
                <a:cubicBezTo>
                  <a:pt x="205957" y="24520"/>
                  <a:pt x="204684" y="20275"/>
                  <a:pt x="202848" y="17117"/>
                </a:cubicBezTo>
                <a:cubicBezTo>
                  <a:pt x="201012" y="13958"/>
                  <a:pt x="198396" y="11451"/>
                  <a:pt x="195000" y="9595"/>
                </a:cubicBezTo>
                <a:cubicBezTo>
                  <a:pt x="191604" y="7739"/>
                  <a:pt x="188090" y="6811"/>
                  <a:pt x="184458" y="6811"/>
                </a:cubicBezTo>
                <a:cubicBezTo>
                  <a:pt x="180351" y="6811"/>
                  <a:pt x="176956" y="8064"/>
                  <a:pt x="174271" y="10570"/>
                </a:cubicBezTo>
                <a:cubicBezTo>
                  <a:pt x="171586" y="13075"/>
                  <a:pt x="170243" y="15925"/>
                  <a:pt x="170243" y="19121"/>
                </a:cubicBezTo>
                <a:cubicBezTo>
                  <a:pt x="170243" y="21568"/>
                  <a:pt x="171092" y="23797"/>
                  <a:pt x="172790" y="25808"/>
                </a:cubicBezTo>
                <a:cubicBezTo>
                  <a:pt x="175238" y="28768"/>
                  <a:pt x="181062" y="32714"/>
                  <a:pt x="190262" y="37646"/>
                </a:cubicBezTo>
                <a:cubicBezTo>
                  <a:pt x="197764" y="41670"/>
                  <a:pt x="202887" y="44757"/>
                  <a:pt x="205631" y="46908"/>
                </a:cubicBezTo>
                <a:cubicBezTo>
                  <a:pt x="208375" y="49057"/>
                  <a:pt x="210488" y="51592"/>
                  <a:pt x="211969" y="54513"/>
                </a:cubicBezTo>
                <a:cubicBezTo>
                  <a:pt x="213449" y="57432"/>
                  <a:pt x="214190" y="60490"/>
                  <a:pt x="214190" y="63686"/>
                </a:cubicBezTo>
                <a:cubicBezTo>
                  <a:pt x="214190" y="69761"/>
                  <a:pt x="211830" y="74999"/>
                  <a:pt x="207112" y="79399"/>
                </a:cubicBezTo>
                <a:cubicBezTo>
                  <a:pt x="202394" y="83798"/>
                  <a:pt x="196323" y="85997"/>
                  <a:pt x="188900" y="85997"/>
                </a:cubicBezTo>
                <a:cubicBezTo>
                  <a:pt x="186570" y="85997"/>
                  <a:pt x="184379" y="85822"/>
                  <a:pt x="182326" y="85472"/>
                </a:cubicBezTo>
                <a:cubicBezTo>
                  <a:pt x="181101" y="85277"/>
                  <a:pt x="178565" y="84565"/>
                  <a:pt x="174715" y="83338"/>
                </a:cubicBezTo>
                <a:cubicBezTo>
                  <a:pt x="170865" y="82110"/>
                  <a:pt x="168427" y="81496"/>
                  <a:pt x="167400" y="81496"/>
                </a:cubicBezTo>
                <a:cubicBezTo>
                  <a:pt x="166413" y="81496"/>
                  <a:pt x="165633" y="81789"/>
                  <a:pt x="165061" y="82373"/>
                </a:cubicBezTo>
                <a:cubicBezTo>
                  <a:pt x="164488" y="82958"/>
                  <a:pt x="164064" y="84166"/>
                  <a:pt x="163787" y="85997"/>
                </a:cubicBezTo>
                <a:lnTo>
                  <a:pt x="161596" y="85997"/>
                </a:lnTo>
                <a:lnTo>
                  <a:pt x="161596" y="58516"/>
                </a:lnTo>
                <a:lnTo>
                  <a:pt x="163787" y="58516"/>
                </a:lnTo>
                <a:cubicBezTo>
                  <a:pt x="164814" y="64281"/>
                  <a:pt x="166196" y="68595"/>
                  <a:pt x="167933" y="71457"/>
                </a:cubicBezTo>
                <a:cubicBezTo>
                  <a:pt x="169671" y="74320"/>
                  <a:pt x="172326" y="76699"/>
                  <a:pt x="175899" y="78594"/>
                </a:cubicBezTo>
                <a:cubicBezTo>
                  <a:pt x="179473" y="80489"/>
                  <a:pt x="183392" y="81437"/>
                  <a:pt x="187656" y="81437"/>
                </a:cubicBezTo>
                <a:cubicBezTo>
                  <a:pt x="192591" y="81437"/>
                  <a:pt x="196491" y="80135"/>
                  <a:pt x="199353" y="77532"/>
                </a:cubicBezTo>
                <a:cubicBezTo>
                  <a:pt x="202216" y="74927"/>
                  <a:pt x="203647" y="71849"/>
                  <a:pt x="203647" y="68298"/>
                </a:cubicBezTo>
                <a:cubicBezTo>
                  <a:pt x="203647" y="66325"/>
                  <a:pt x="203104" y="64333"/>
                  <a:pt x="202018" y="62321"/>
                </a:cubicBezTo>
                <a:cubicBezTo>
                  <a:pt x="200933" y="60309"/>
                  <a:pt x="199245" y="58435"/>
                  <a:pt x="196955" y="56699"/>
                </a:cubicBezTo>
                <a:cubicBezTo>
                  <a:pt x="195415" y="55515"/>
                  <a:pt x="191210" y="53000"/>
                  <a:pt x="184339" y="49153"/>
                </a:cubicBezTo>
                <a:cubicBezTo>
                  <a:pt x="177469" y="45305"/>
                  <a:pt x="172583" y="42238"/>
                  <a:pt x="169681" y="39950"/>
                </a:cubicBezTo>
                <a:cubicBezTo>
                  <a:pt x="166778" y="37661"/>
                  <a:pt x="164577" y="35136"/>
                  <a:pt x="163077" y="32375"/>
                </a:cubicBezTo>
                <a:cubicBezTo>
                  <a:pt x="161576" y="29612"/>
                  <a:pt x="160826" y="26574"/>
                  <a:pt x="160826" y="23259"/>
                </a:cubicBezTo>
                <a:cubicBezTo>
                  <a:pt x="160826" y="17500"/>
                  <a:pt x="163037" y="12539"/>
                  <a:pt x="167460" y="8377"/>
                </a:cubicBezTo>
                <a:cubicBezTo>
                  <a:pt x="171882" y="4214"/>
                  <a:pt x="177508" y="2132"/>
                  <a:pt x="184339" y="2132"/>
                </a:cubicBezTo>
                <a:cubicBezTo>
                  <a:pt x="188604" y="2132"/>
                  <a:pt x="193125" y="3179"/>
                  <a:pt x="197902" y="5271"/>
                </a:cubicBezTo>
                <a:cubicBezTo>
                  <a:pt x="200113" y="6258"/>
                  <a:pt x="201673" y="6752"/>
                  <a:pt x="202581" y="6752"/>
                </a:cubicBezTo>
                <a:cubicBezTo>
                  <a:pt x="203608" y="6752"/>
                  <a:pt x="204447" y="6446"/>
                  <a:pt x="205098" y="5834"/>
                </a:cubicBezTo>
                <a:cubicBezTo>
                  <a:pt x="205750" y="5222"/>
                  <a:pt x="206273" y="3988"/>
                  <a:pt x="206668" y="2132"/>
                </a:cubicBezTo>
                <a:lnTo>
                  <a:pt x="208859" y="2132"/>
                </a:lnTo>
                <a:close/>
                <a:moveTo>
                  <a:pt x="245620" y="41103"/>
                </a:moveTo>
                <a:lnTo>
                  <a:pt x="282933" y="41103"/>
                </a:lnTo>
                <a:lnTo>
                  <a:pt x="282933" y="18162"/>
                </a:lnTo>
                <a:cubicBezTo>
                  <a:pt x="282933" y="14063"/>
                  <a:pt x="282676" y="11363"/>
                  <a:pt x="282163" y="10061"/>
                </a:cubicBezTo>
                <a:cubicBezTo>
                  <a:pt x="281768" y="9077"/>
                  <a:pt x="280939" y="8229"/>
                  <a:pt x="279675" y="7520"/>
                </a:cubicBezTo>
                <a:cubicBezTo>
                  <a:pt x="277977" y="6574"/>
                  <a:pt x="276181" y="6100"/>
                  <a:pt x="274286" y="6100"/>
                </a:cubicBezTo>
                <a:lnTo>
                  <a:pt x="271443" y="6100"/>
                </a:lnTo>
                <a:lnTo>
                  <a:pt x="271443" y="3909"/>
                </a:lnTo>
                <a:lnTo>
                  <a:pt x="305794" y="3909"/>
                </a:lnTo>
                <a:lnTo>
                  <a:pt x="305794" y="6100"/>
                </a:lnTo>
                <a:lnTo>
                  <a:pt x="302951" y="6100"/>
                </a:lnTo>
                <a:cubicBezTo>
                  <a:pt x="301056" y="6100"/>
                  <a:pt x="299260" y="6554"/>
                  <a:pt x="297562" y="7463"/>
                </a:cubicBezTo>
                <a:cubicBezTo>
                  <a:pt x="296298" y="8094"/>
                  <a:pt x="295439" y="9052"/>
                  <a:pt x="294985" y="10335"/>
                </a:cubicBezTo>
                <a:cubicBezTo>
                  <a:pt x="294531" y="11618"/>
                  <a:pt x="294304" y="14234"/>
                  <a:pt x="294304" y="18183"/>
                </a:cubicBezTo>
                <a:lnTo>
                  <a:pt x="294304" y="70006"/>
                </a:lnTo>
                <a:cubicBezTo>
                  <a:pt x="294304" y="74073"/>
                  <a:pt x="294561" y="76758"/>
                  <a:pt x="295074" y="78061"/>
                </a:cubicBezTo>
                <a:cubicBezTo>
                  <a:pt x="295469" y="79048"/>
                  <a:pt x="296278" y="79897"/>
                  <a:pt x="297502" y="80608"/>
                </a:cubicBezTo>
                <a:cubicBezTo>
                  <a:pt x="299240" y="81555"/>
                  <a:pt x="301056" y="82029"/>
                  <a:pt x="302951" y="82029"/>
                </a:cubicBezTo>
                <a:lnTo>
                  <a:pt x="305794" y="82029"/>
                </a:lnTo>
                <a:lnTo>
                  <a:pt x="305794" y="84221"/>
                </a:lnTo>
                <a:lnTo>
                  <a:pt x="271443" y="84221"/>
                </a:lnTo>
                <a:lnTo>
                  <a:pt x="271443" y="82029"/>
                </a:lnTo>
                <a:lnTo>
                  <a:pt x="274286" y="82029"/>
                </a:lnTo>
                <a:cubicBezTo>
                  <a:pt x="277563" y="82029"/>
                  <a:pt x="279952" y="81060"/>
                  <a:pt x="281452" y="79122"/>
                </a:cubicBezTo>
                <a:cubicBezTo>
                  <a:pt x="282439" y="77857"/>
                  <a:pt x="282933" y="74812"/>
                  <a:pt x="282933" y="69986"/>
                </a:cubicBezTo>
                <a:lnTo>
                  <a:pt x="282933" y="45486"/>
                </a:lnTo>
                <a:lnTo>
                  <a:pt x="245620" y="45486"/>
                </a:lnTo>
                <a:lnTo>
                  <a:pt x="245620" y="69986"/>
                </a:lnTo>
                <a:cubicBezTo>
                  <a:pt x="245620" y="74060"/>
                  <a:pt x="245876" y="76750"/>
                  <a:pt x="246390" y="78055"/>
                </a:cubicBezTo>
                <a:cubicBezTo>
                  <a:pt x="246785" y="79044"/>
                  <a:pt x="247614" y="79894"/>
                  <a:pt x="248877" y="80606"/>
                </a:cubicBezTo>
                <a:cubicBezTo>
                  <a:pt x="250575" y="81555"/>
                  <a:pt x="252372" y="82029"/>
                  <a:pt x="254267" y="82029"/>
                </a:cubicBezTo>
                <a:lnTo>
                  <a:pt x="257169" y="82029"/>
                </a:lnTo>
                <a:lnTo>
                  <a:pt x="257169" y="84221"/>
                </a:lnTo>
                <a:lnTo>
                  <a:pt x="222758" y="84221"/>
                </a:lnTo>
                <a:lnTo>
                  <a:pt x="222758" y="82029"/>
                </a:lnTo>
                <a:lnTo>
                  <a:pt x="225601" y="82029"/>
                </a:lnTo>
                <a:cubicBezTo>
                  <a:pt x="228918" y="82029"/>
                  <a:pt x="231326" y="81062"/>
                  <a:pt x="232827" y="79127"/>
                </a:cubicBezTo>
                <a:cubicBezTo>
                  <a:pt x="233774" y="77864"/>
                  <a:pt x="234248" y="74823"/>
                  <a:pt x="234248" y="70006"/>
                </a:cubicBezTo>
                <a:lnTo>
                  <a:pt x="234248" y="18183"/>
                </a:lnTo>
                <a:cubicBezTo>
                  <a:pt x="234248" y="14076"/>
                  <a:pt x="233992" y="11372"/>
                  <a:pt x="233478" y="10069"/>
                </a:cubicBezTo>
                <a:cubicBezTo>
                  <a:pt x="233083" y="9081"/>
                  <a:pt x="232274" y="8233"/>
                  <a:pt x="231050" y="7522"/>
                </a:cubicBezTo>
                <a:cubicBezTo>
                  <a:pt x="229313" y="6574"/>
                  <a:pt x="227496" y="6100"/>
                  <a:pt x="225601" y="6100"/>
                </a:cubicBezTo>
                <a:lnTo>
                  <a:pt x="222758" y="6100"/>
                </a:lnTo>
                <a:lnTo>
                  <a:pt x="222758" y="3909"/>
                </a:lnTo>
                <a:lnTo>
                  <a:pt x="257169" y="3909"/>
                </a:lnTo>
                <a:lnTo>
                  <a:pt x="257169" y="6100"/>
                </a:lnTo>
                <a:lnTo>
                  <a:pt x="254267" y="6100"/>
                </a:lnTo>
                <a:cubicBezTo>
                  <a:pt x="252372" y="6100"/>
                  <a:pt x="250575" y="6554"/>
                  <a:pt x="248877" y="7461"/>
                </a:cubicBezTo>
                <a:cubicBezTo>
                  <a:pt x="247653" y="8091"/>
                  <a:pt x="246804" y="9047"/>
                  <a:pt x="246330" y="10328"/>
                </a:cubicBezTo>
                <a:cubicBezTo>
                  <a:pt x="245857" y="11608"/>
                  <a:pt x="245620" y="14220"/>
                  <a:pt x="245620" y="18162"/>
                </a:cubicBezTo>
                <a:lnTo>
                  <a:pt x="245620" y="41103"/>
                </a:lnTo>
                <a:close/>
                <a:moveTo>
                  <a:pt x="342500" y="0"/>
                </a:moveTo>
                <a:lnTo>
                  <a:pt x="313420" y="85879"/>
                </a:lnTo>
                <a:lnTo>
                  <a:pt x="308682" y="85879"/>
                </a:lnTo>
                <a:lnTo>
                  <a:pt x="337762" y="0"/>
                </a:lnTo>
                <a:lnTo>
                  <a:pt x="342500" y="0"/>
                </a:lnTo>
                <a:close/>
                <a:moveTo>
                  <a:pt x="397478" y="57332"/>
                </a:moveTo>
                <a:lnTo>
                  <a:pt x="366384" y="57332"/>
                </a:lnTo>
                <a:lnTo>
                  <a:pt x="360935" y="70006"/>
                </a:lnTo>
                <a:cubicBezTo>
                  <a:pt x="359593" y="73125"/>
                  <a:pt x="358922" y="75455"/>
                  <a:pt x="358922" y="76995"/>
                </a:cubicBezTo>
                <a:cubicBezTo>
                  <a:pt x="358922" y="78219"/>
                  <a:pt x="359504" y="79295"/>
                  <a:pt x="360669" y="80223"/>
                </a:cubicBezTo>
                <a:cubicBezTo>
                  <a:pt x="361834" y="81151"/>
                  <a:pt x="364351" y="81753"/>
                  <a:pt x="368220" y="82029"/>
                </a:cubicBezTo>
                <a:lnTo>
                  <a:pt x="368220" y="84221"/>
                </a:lnTo>
                <a:lnTo>
                  <a:pt x="342930" y="84221"/>
                </a:lnTo>
                <a:lnTo>
                  <a:pt x="342930" y="82029"/>
                </a:lnTo>
                <a:cubicBezTo>
                  <a:pt x="346287" y="81437"/>
                  <a:pt x="348458" y="80668"/>
                  <a:pt x="349445" y="79721"/>
                </a:cubicBezTo>
                <a:cubicBezTo>
                  <a:pt x="351459" y="77827"/>
                  <a:pt x="353690" y="73981"/>
                  <a:pt x="356138" y="68181"/>
                </a:cubicBezTo>
                <a:lnTo>
                  <a:pt x="384389" y="2132"/>
                </a:lnTo>
                <a:lnTo>
                  <a:pt x="386462" y="2132"/>
                </a:lnTo>
                <a:lnTo>
                  <a:pt x="414417" y="68890"/>
                </a:lnTo>
                <a:cubicBezTo>
                  <a:pt x="416668" y="74256"/>
                  <a:pt x="418711" y="77738"/>
                  <a:pt x="420547" y="79336"/>
                </a:cubicBezTo>
                <a:cubicBezTo>
                  <a:pt x="422383" y="80934"/>
                  <a:pt x="424940" y="81832"/>
                  <a:pt x="428217" y="82029"/>
                </a:cubicBezTo>
                <a:lnTo>
                  <a:pt x="428217" y="84221"/>
                </a:lnTo>
                <a:lnTo>
                  <a:pt x="396531" y="84221"/>
                </a:lnTo>
                <a:lnTo>
                  <a:pt x="396531" y="82029"/>
                </a:lnTo>
                <a:cubicBezTo>
                  <a:pt x="399729" y="81871"/>
                  <a:pt x="401891" y="81338"/>
                  <a:pt x="403016" y="80430"/>
                </a:cubicBezTo>
                <a:cubicBezTo>
                  <a:pt x="404141" y="79522"/>
                  <a:pt x="404704" y="78416"/>
                  <a:pt x="404704" y="77113"/>
                </a:cubicBezTo>
                <a:cubicBezTo>
                  <a:pt x="404704" y="75376"/>
                  <a:pt x="403914" y="72632"/>
                  <a:pt x="402335" y="68881"/>
                </a:cubicBezTo>
                <a:lnTo>
                  <a:pt x="397478" y="57332"/>
                </a:lnTo>
                <a:moveTo>
                  <a:pt x="395820" y="52949"/>
                </a:moveTo>
                <a:lnTo>
                  <a:pt x="382198" y="20539"/>
                </a:lnTo>
                <a:lnTo>
                  <a:pt x="368220" y="52949"/>
                </a:lnTo>
                <a:lnTo>
                  <a:pt x="395820" y="52949"/>
                </a:lnTo>
                <a:close/>
                <a:moveTo>
                  <a:pt x="502827" y="2132"/>
                </a:moveTo>
                <a:lnTo>
                  <a:pt x="504663" y="29377"/>
                </a:lnTo>
                <a:lnTo>
                  <a:pt x="502827" y="29377"/>
                </a:lnTo>
                <a:cubicBezTo>
                  <a:pt x="500379" y="21182"/>
                  <a:pt x="496885" y="15284"/>
                  <a:pt x="492344" y="11682"/>
                </a:cubicBezTo>
                <a:cubicBezTo>
                  <a:pt x="487803" y="8080"/>
                  <a:pt x="482355" y="6278"/>
                  <a:pt x="475997" y="6278"/>
                </a:cubicBezTo>
                <a:cubicBezTo>
                  <a:pt x="470667" y="6278"/>
                  <a:pt x="465850" y="7632"/>
                  <a:pt x="461546" y="10339"/>
                </a:cubicBezTo>
                <a:cubicBezTo>
                  <a:pt x="457242" y="13045"/>
                  <a:pt x="453857" y="17361"/>
                  <a:pt x="451389" y="23289"/>
                </a:cubicBezTo>
                <a:cubicBezTo>
                  <a:pt x="448921" y="29217"/>
                  <a:pt x="447687" y="36587"/>
                  <a:pt x="447687" y="45399"/>
                </a:cubicBezTo>
                <a:cubicBezTo>
                  <a:pt x="447687" y="52669"/>
                  <a:pt x="448852" y="58972"/>
                  <a:pt x="451181" y="64307"/>
                </a:cubicBezTo>
                <a:cubicBezTo>
                  <a:pt x="453511" y="69642"/>
                  <a:pt x="457015" y="73731"/>
                  <a:pt x="461694" y="76577"/>
                </a:cubicBezTo>
                <a:cubicBezTo>
                  <a:pt x="466373" y="79422"/>
                  <a:pt x="471713" y="80845"/>
                  <a:pt x="477715" y="80845"/>
                </a:cubicBezTo>
                <a:cubicBezTo>
                  <a:pt x="482927" y="80845"/>
                  <a:pt x="487527" y="79729"/>
                  <a:pt x="491515" y="77498"/>
                </a:cubicBezTo>
                <a:cubicBezTo>
                  <a:pt x="495503" y="75267"/>
                  <a:pt x="499886" y="70835"/>
                  <a:pt x="504663" y="64202"/>
                </a:cubicBezTo>
                <a:lnTo>
                  <a:pt x="506499" y="65383"/>
                </a:lnTo>
                <a:cubicBezTo>
                  <a:pt x="502472" y="72511"/>
                  <a:pt x="497773" y="77729"/>
                  <a:pt x="492403" y="81037"/>
                </a:cubicBezTo>
                <a:cubicBezTo>
                  <a:pt x="487033" y="84344"/>
                  <a:pt x="480657" y="85997"/>
                  <a:pt x="473273" y="85997"/>
                </a:cubicBezTo>
                <a:cubicBezTo>
                  <a:pt x="459967" y="85997"/>
                  <a:pt x="449661" y="81069"/>
                  <a:pt x="442357" y="71211"/>
                </a:cubicBezTo>
                <a:cubicBezTo>
                  <a:pt x="436908" y="63878"/>
                  <a:pt x="434183" y="55243"/>
                  <a:pt x="434183" y="45307"/>
                </a:cubicBezTo>
                <a:cubicBezTo>
                  <a:pt x="434183" y="37302"/>
                  <a:pt x="435980" y="29949"/>
                  <a:pt x="439573" y="23247"/>
                </a:cubicBezTo>
                <a:cubicBezTo>
                  <a:pt x="443166" y="16544"/>
                  <a:pt x="448112" y="11349"/>
                  <a:pt x="454409" y="7662"/>
                </a:cubicBezTo>
                <a:cubicBezTo>
                  <a:pt x="460707" y="3976"/>
                  <a:pt x="467587" y="2132"/>
                  <a:pt x="475050" y="2132"/>
                </a:cubicBezTo>
                <a:cubicBezTo>
                  <a:pt x="480854" y="2132"/>
                  <a:pt x="486579" y="3554"/>
                  <a:pt x="492226" y="6396"/>
                </a:cubicBezTo>
                <a:cubicBezTo>
                  <a:pt x="493884" y="7265"/>
                  <a:pt x="495069" y="7699"/>
                  <a:pt x="495779" y="7699"/>
                </a:cubicBezTo>
                <a:cubicBezTo>
                  <a:pt x="496845" y="7699"/>
                  <a:pt x="497773" y="7324"/>
                  <a:pt x="498563" y="6574"/>
                </a:cubicBezTo>
                <a:cubicBezTo>
                  <a:pt x="499590" y="5508"/>
                  <a:pt x="500320" y="4027"/>
                  <a:pt x="500754" y="2132"/>
                </a:cubicBezTo>
                <a:lnTo>
                  <a:pt x="502827" y="2132"/>
                </a:lnTo>
                <a:close/>
                <a:moveTo>
                  <a:pt x="547074" y="39682"/>
                </a:moveTo>
                <a:lnTo>
                  <a:pt x="576687" y="69118"/>
                </a:lnTo>
                <a:cubicBezTo>
                  <a:pt x="581544" y="73974"/>
                  <a:pt x="585690" y="77281"/>
                  <a:pt x="589125" y="79038"/>
                </a:cubicBezTo>
                <a:cubicBezTo>
                  <a:pt x="592560" y="80795"/>
                  <a:pt x="595995" y="81792"/>
                  <a:pt x="599430" y="82029"/>
                </a:cubicBezTo>
                <a:lnTo>
                  <a:pt x="599430" y="84221"/>
                </a:lnTo>
                <a:lnTo>
                  <a:pt x="561229" y="84221"/>
                </a:lnTo>
                <a:lnTo>
                  <a:pt x="561229" y="82029"/>
                </a:lnTo>
                <a:cubicBezTo>
                  <a:pt x="563519" y="82029"/>
                  <a:pt x="565168" y="81644"/>
                  <a:pt x="566174" y="80874"/>
                </a:cubicBezTo>
                <a:cubicBezTo>
                  <a:pt x="567181" y="80104"/>
                  <a:pt x="567685" y="79246"/>
                  <a:pt x="567685" y="78298"/>
                </a:cubicBezTo>
                <a:cubicBezTo>
                  <a:pt x="567685" y="77350"/>
                  <a:pt x="567497" y="76501"/>
                  <a:pt x="567122" y="75751"/>
                </a:cubicBezTo>
                <a:cubicBezTo>
                  <a:pt x="566747" y="75001"/>
                  <a:pt x="565513" y="73599"/>
                  <a:pt x="563420" y="71546"/>
                </a:cubicBezTo>
                <a:lnTo>
                  <a:pt x="535702" y="44124"/>
                </a:lnTo>
                <a:lnTo>
                  <a:pt x="535702" y="70006"/>
                </a:lnTo>
                <a:cubicBezTo>
                  <a:pt x="535702" y="74073"/>
                  <a:pt x="535959" y="76758"/>
                  <a:pt x="536472" y="78061"/>
                </a:cubicBezTo>
                <a:cubicBezTo>
                  <a:pt x="536867" y="79048"/>
                  <a:pt x="537696" y="79897"/>
                  <a:pt x="538960" y="80608"/>
                </a:cubicBezTo>
                <a:cubicBezTo>
                  <a:pt x="540658" y="81555"/>
                  <a:pt x="542454" y="82029"/>
                  <a:pt x="544349" y="82029"/>
                </a:cubicBezTo>
                <a:lnTo>
                  <a:pt x="547074" y="82029"/>
                </a:lnTo>
                <a:lnTo>
                  <a:pt x="547074" y="84221"/>
                </a:lnTo>
                <a:lnTo>
                  <a:pt x="512841" y="84221"/>
                </a:lnTo>
                <a:lnTo>
                  <a:pt x="512841" y="82029"/>
                </a:lnTo>
                <a:lnTo>
                  <a:pt x="515684" y="82029"/>
                </a:lnTo>
                <a:cubicBezTo>
                  <a:pt x="519000" y="82029"/>
                  <a:pt x="521409" y="81062"/>
                  <a:pt x="522909" y="79127"/>
                </a:cubicBezTo>
                <a:cubicBezTo>
                  <a:pt x="523857" y="77864"/>
                  <a:pt x="524331" y="74823"/>
                  <a:pt x="524331" y="70006"/>
                </a:cubicBezTo>
                <a:lnTo>
                  <a:pt x="524331" y="18123"/>
                </a:lnTo>
                <a:cubicBezTo>
                  <a:pt x="524331" y="14057"/>
                  <a:pt x="524074" y="11352"/>
                  <a:pt x="523561" y="10009"/>
                </a:cubicBezTo>
                <a:cubicBezTo>
                  <a:pt x="523166" y="9062"/>
                  <a:pt x="522356" y="8233"/>
                  <a:pt x="521132" y="7522"/>
                </a:cubicBezTo>
                <a:cubicBezTo>
                  <a:pt x="519395" y="6574"/>
                  <a:pt x="517579" y="6100"/>
                  <a:pt x="515684" y="6100"/>
                </a:cubicBezTo>
                <a:lnTo>
                  <a:pt x="512841" y="6100"/>
                </a:lnTo>
                <a:lnTo>
                  <a:pt x="512841" y="3909"/>
                </a:lnTo>
                <a:lnTo>
                  <a:pt x="547074" y="3909"/>
                </a:lnTo>
                <a:lnTo>
                  <a:pt x="547074" y="6100"/>
                </a:lnTo>
                <a:lnTo>
                  <a:pt x="544349" y="6100"/>
                </a:lnTo>
                <a:cubicBezTo>
                  <a:pt x="542494" y="6100"/>
                  <a:pt x="540697" y="6554"/>
                  <a:pt x="538960" y="7463"/>
                </a:cubicBezTo>
                <a:cubicBezTo>
                  <a:pt x="537736" y="8094"/>
                  <a:pt x="536887" y="9042"/>
                  <a:pt x="536413" y="10305"/>
                </a:cubicBezTo>
                <a:cubicBezTo>
                  <a:pt x="535939" y="11569"/>
                  <a:pt x="535702" y="14175"/>
                  <a:pt x="535702" y="18123"/>
                </a:cubicBezTo>
                <a:lnTo>
                  <a:pt x="535702" y="42703"/>
                </a:lnTo>
                <a:cubicBezTo>
                  <a:pt x="536492" y="41952"/>
                  <a:pt x="539197" y="39445"/>
                  <a:pt x="543816" y="35181"/>
                </a:cubicBezTo>
                <a:cubicBezTo>
                  <a:pt x="555543" y="24441"/>
                  <a:pt x="562631" y="17274"/>
                  <a:pt x="565079" y="13681"/>
                </a:cubicBezTo>
                <a:cubicBezTo>
                  <a:pt x="566145" y="12102"/>
                  <a:pt x="566678" y="10720"/>
                  <a:pt x="566678" y="9536"/>
                </a:cubicBezTo>
                <a:cubicBezTo>
                  <a:pt x="566678" y="8627"/>
                  <a:pt x="566263" y="7828"/>
                  <a:pt x="565434" y="7137"/>
                </a:cubicBezTo>
                <a:cubicBezTo>
                  <a:pt x="564605" y="6446"/>
                  <a:pt x="563203" y="6100"/>
                  <a:pt x="561229" y="6100"/>
                </a:cubicBezTo>
                <a:lnTo>
                  <a:pt x="559393" y="6100"/>
                </a:lnTo>
                <a:lnTo>
                  <a:pt x="559393" y="3909"/>
                </a:lnTo>
                <a:lnTo>
                  <a:pt x="588888" y="3909"/>
                </a:lnTo>
                <a:lnTo>
                  <a:pt x="588888" y="6100"/>
                </a:lnTo>
                <a:cubicBezTo>
                  <a:pt x="587151" y="6140"/>
                  <a:pt x="585571" y="6377"/>
                  <a:pt x="584150" y="6811"/>
                </a:cubicBezTo>
                <a:cubicBezTo>
                  <a:pt x="582728" y="7245"/>
                  <a:pt x="580991" y="8084"/>
                  <a:pt x="578938" y="9328"/>
                </a:cubicBezTo>
                <a:cubicBezTo>
                  <a:pt x="576885" y="10572"/>
                  <a:pt x="574358" y="12576"/>
                  <a:pt x="571357" y="15340"/>
                </a:cubicBezTo>
                <a:cubicBezTo>
                  <a:pt x="570488" y="16129"/>
                  <a:pt x="566480" y="20177"/>
                  <a:pt x="559334" y="27481"/>
                </a:cubicBezTo>
                <a:lnTo>
                  <a:pt x="547074" y="396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Text PUSH/ACK">
            <a:extLst xmlns:a="http://schemas.openxmlformats.org/drawingml/2006/main">
              <a:ext uri="{FF2B5EF4-FFF2-40B4-BE49-F238E27FC236}">
                <a16:creationId xmlns:a16="http://schemas.microsoft.com/office/drawing/2014/main" id="{B1E69E5F-AF2B-4971-B993-C8E16075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14" y="3257959"/>
            <a:ext cx="599430" cy="85997"/>
          </a:xfrm>
          <a:custGeom xmlns:a="http://schemas.openxmlformats.org/drawingml/2006/main">
            <a:pathLst>
              <a:path w="599430" h="85997">
                <a:moveTo>
                  <a:pt x="22862" y="46552"/>
                </a:moveTo>
                <a:lnTo>
                  <a:pt x="22862" y="69986"/>
                </a:lnTo>
                <a:cubicBezTo>
                  <a:pt x="22862" y="75048"/>
                  <a:pt x="23414" y="78193"/>
                  <a:pt x="24520" y="79420"/>
                </a:cubicBezTo>
                <a:cubicBezTo>
                  <a:pt x="26020" y="81159"/>
                  <a:pt x="28291" y="82029"/>
                  <a:pt x="31331" y="82029"/>
                </a:cubicBezTo>
                <a:lnTo>
                  <a:pt x="34411" y="82029"/>
                </a:lnTo>
                <a:lnTo>
                  <a:pt x="34411" y="84221"/>
                </a:lnTo>
                <a:lnTo>
                  <a:pt x="0" y="84221"/>
                </a:lnTo>
                <a:lnTo>
                  <a:pt x="0" y="82029"/>
                </a:lnTo>
                <a:lnTo>
                  <a:pt x="3021" y="82029"/>
                </a:lnTo>
                <a:cubicBezTo>
                  <a:pt x="6416" y="82029"/>
                  <a:pt x="8845" y="80924"/>
                  <a:pt x="10305" y="78712"/>
                </a:cubicBezTo>
                <a:cubicBezTo>
                  <a:pt x="11095" y="77488"/>
                  <a:pt x="11490" y="74586"/>
                  <a:pt x="11490" y="70006"/>
                </a:cubicBezTo>
                <a:lnTo>
                  <a:pt x="11490" y="18123"/>
                </a:lnTo>
                <a:cubicBezTo>
                  <a:pt x="11490" y="13069"/>
                  <a:pt x="10957" y="9930"/>
                  <a:pt x="9891" y="8706"/>
                </a:cubicBezTo>
                <a:cubicBezTo>
                  <a:pt x="8351" y="6969"/>
                  <a:pt x="6061" y="6100"/>
                  <a:pt x="3021" y="6100"/>
                </a:cubicBezTo>
                <a:lnTo>
                  <a:pt x="0" y="6100"/>
                </a:lnTo>
                <a:lnTo>
                  <a:pt x="0" y="3909"/>
                </a:lnTo>
                <a:lnTo>
                  <a:pt x="29436" y="3909"/>
                </a:lnTo>
                <a:cubicBezTo>
                  <a:pt x="36622" y="3909"/>
                  <a:pt x="42288" y="4649"/>
                  <a:pt x="46434" y="6128"/>
                </a:cubicBezTo>
                <a:cubicBezTo>
                  <a:pt x="50580" y="7606"/>
                  <a:pt x="54074" y="10100"/>
                  <a:pt x="56917" y="13609"/>
                </a:cubicBezTo>
                <a:cubicBezTo>
                  <a:pt x="59760" y="17118"/>
                  <a:pt x="61181" y="21278"/>
                  <a:pt x="61181" y="26089"/>
                </a:cubicBezTo>
                <a:cubicBezTo>
                  <a:pt x="61181" y="32635"/>
                  <a:pt x="59020" y="37959"/>
                  <a:pt x="54696" y="42060"/>
                </a:cubicBezTo>
                <a:cubicBezTo>
                  <a:pt x="50372" y="46161"/>
                  <a:pt x="44262" y="48211"/>
                  <a:pt x="36365" y="48211"/>
                </a:cubicBezTo>
                <a:cubicBezTo>
                  <a:pt x="34431" y="48211"/>
                  <a:pt x="32338" y="48072"/>
                  <a:pt x="30087" y="47796"/>
                </a:cubicBezTo>
                <a:cubicBezTo>
                  <a:pt x="27837" y="47520"/>
                  <a:pt x="25428" y="47105"/>
                  <a:pt x="22862" y="46552"/>
                </a:cubicBezTo>
                <a:moveTo>
                  <a:pt x="22862" y="43117"/>
                </a:moveTo>
                <a:cubicBezTo>
                  <a:pt x="24954" y="43512"/>
                  <a:pt x="26810" y="43808"/>
                  <a:pt x="28429" y="44006"/>
                </a:cubicBezTo>
                <a:cubicBezTo>
                  <a:pt x="30048" y="44203"/>
                  <a:pt x="31430" y="44302"/>
                  <a:pt x="32575" y="44302"/>
                </a:cubicBezTo>
                <a:cubicBezTo>
                  <a:pt x="36681" y="44302"/>
                  <a:pt x="40225" y="42712"/>
                  <a:pt x="43206" y="39534"/>
                </a:cubicBezTo>
                <a:cubicBezTo>
                  <a:pt x="46187" y="36355"/>
                  <a:pt x="47678" y="32239"/>
                  <a:pt x="47678" y="27185"/>
                </a:cubicBezTo>
                <a:cubicBezTo>
                  <a:pt x="47678" y="23710"/>
                  <a:pt x="46967" y="20483"/>
                  <a:pt x="45545" y="17502"/>
                </a:cubicBezTo>
                <a:cubicBezTo>
                  <a:pt x="44124" y="14520"/>
                  <a:pt x="42110" y="12290"/>
                  <a:pt x="39504" y="10809"/>
                </a:cubicBezTo>
                <a:cubicBezTo>
                  <a:pt x="36898" y="9328"/>
                  <a:pt x="33937" y="8588"/>
                  <a:pt x="30620" y="8588"/>
                </a:cubicBezTo>
                <a:cubicBezTo>
                  <a:pt x="28607" y="8588"/>
                  <a:pt x="26020" y="8963"/>
                  <a:pt x="22862" y="9713"/>
                </a:cubicBezTo>
                <a:lnTo>
                  <a:pt x="22862" y="43117"/>
                </a:lnTo>
                <a:close/>
                <a:moveTo>
                  <a:pt x="123291" y="6100"/>
                </a:moveTo>
                <a:lnTo>
                  <a:pt x="123291" y="3909"/>
                </a:lnTo>
                <a:lnTo>
                  <a:pt x="151720" y="3909"/>
                </a:lnTo>
                <a:lnTo>
                  <a:pt x="151720" y="6100"/>
                </a:lnTo>
                <a:lnTo>
                  <a:pt x="148699" y="6100"/>
                </a:lnTo>
                <a:cubicBezTo>
                  <a:pt x="145541" y="6100"/>
                  <a:pt x="143112" y="7421"/>
                  <a:pt x="141414" y="10063"/>
                </a:cubicBezTo>
                <a:cubicBezTo>
                  <a:pt x="140585" y="11285"/>
                  <a:pt x="140171" y="14123"/>
                  <a:pt x="140171" y="18579"/>
                </a:cubicBezTo>
                <a:lnTo>
                  <a:pt x="140171" y="51105"/>
                </a:lnTo>
                <a:cubicBezTo>
                  <a:pt x="140171" y="59148"/>
                  <a:pt x="139371" y="65387"/>
                  <a:pt x="137772" y="69823"/>
                </a:cubicBezTo>
                <a:cubicBezTo>
                  <a:pt x="136173" y="74259"/>
                  <a:pt x="133034" y="78063"/>
                  <a:pt x="128355" y="81237"/>
                </a:cubicBezTo>
                <a:cubicBezTo>
                  <a:pt x="123676" y="84411"/>
                  <a:pt x="117309" y="85997"/>
                  <a:pt x="109254" y="85997"/>
                </a:cubicBezTo>
                <a:cubicBezTo>
                  <a:pt x="100489" y="85997"/>
                  <a:pt x="93836" y="84480"/>
                  <a:pt x="89295" y="81444"/>
                </a:cubicBezTo>
                <a:cubicBezTo>
                  <a:pt x="84754" y="78408"/>
                  <a:pt x="81536" y="74327"/>
                  <a:pt x="79641" y="69201"/>
                </a:cubicBezTo>
                <a:cubicBezTo>
                  <a:pt x="78377" y="65693"/>
                  <a:pt x="77746" y="59109"/>
                  <a:pt x="77746" y="49449"/>
                </a:cubicBezTo>
                <a:lnTo>
                  <a:pt x="77746" y="18105"/>
                </a:lnTo>
                <a:cubicBezTo>
                  <a:pt x="77746" y="13177"/>
                  <a:pt x="77065" y="9944"/>
                  <a:pt x="75702" y="8407"/>
                </a:cubicBezTo>
                <a:cubicBezTo>
                  <a:pt x="74340" y="6869"/>
                  <a:pt x="72139" y="6100"/>
                  <a:pt x="69098" y="6100"/>
                </a:cubicBezTo>
                <a:lnTo>
                  <a:pt x="66078" y="6100"/>
                </a:lnTo>
                <a:lnTo>
                  <a:pt x="66078" y="3909"/>
                </a:lnTo>
                <a:lnTo>
                  <a:pt x="100785" y="3909"/>
                </a:lnTo>
                <a:lnTo>
                  <a:pt x="100785" y="6100"/>
                </a:lnTo>
                <a:lnTo>
                  <a:pt x="97705" y="6100"/>
                </a:lnTo>
                <a:cubicBezTo>
                  <a:pt x="94388" y="6100"/>
                  <a:pt x="92019" y="7146"/>
                  <a:pt x="90598" y="9238"/>
                </a:cubicBezTo>
                <a:cubicBezTo>
                  <a:pt x="89611" y="10658"/>
                  <a:pt x="89117" y="13617"/>
                  <a:pt x="89117" y="18114"/>
                </a:cubicBezTo>
                <a:lnTo>
                  <a:pt x="89117" y="53089"/>
                </a:lnTo>
                <a:cubicBezTo>
                  <a:pt x="89117" y="56206"/>
                  <a:pt x="89403" y="59777"/>
                  <a:pt x="89976" y="63802"/>
                </a:cubicBezTo>
                <a:cubicBezTo>
                  <a:pt x="90548" y="67826"/>
                  <a:pt x="91585" y="70962"/>
                  <a:pt x="93085" y="73212"/>
                </a:cubicBezTo>
                <a:cubicBezTo>
                  <a:pt x="94586" y="75460"/>
                  <a:pt x="96748" y="77314"/>
                  <a:pt x="99571" y="78774"/>
                </a:cubicBezTo>
                <a:cubicBezTo>
                  <a:pt x="102394" y="80233"/>
                  <a:pt x="105859" y="80963"/>
                  <a:pt x="109965" y="80963"/>
                </a:cubicBezTo>
                <a:cubicBezTo>
                  <a:pt x="115216" y="80963"/>
                  <a:pt x="119915" y="79819"/>
                  <a:pt x="124061" y="77532"/>
                </a:cubicBezTo>
                <a:cubicBezTo>
                  <a:pt x="128207" y="75243"/>
                  <a:pt x="131040" y="72314"/>
                  <a:pt x="132560" y="68744"/>
                </a:cubicBezTo>
                <a:cubicBezTo>
                  <a:pt x="134080" y="65173"/>
                  <a:pt x="134840" y="59126"/>
                  <a:pt x="134840" y="50604"/>
                </a:cubicBezTo>
                <a:lnTo>
                  <a:pt x="134840" y="18114"/>
                </a:lnTo>
                <a:cubicBezTo>
                  <a:pt x="134840" y="13103"/>
                  <a:pt x="134288" y="9967"/>
                  <a:pt x="133182" y="8704"/>
                </a:cubicBezTo>
                <a:cubicBezTo>
                  <a:pt x="131642" y="6968"/>
                  <a:pt x="129352" y="6100"/>
                  <a:pt x="126312" y="6100"/>
                </a:cubicBezTo>
                <a:lnTo>
                  <a:pt x="123291" y="6100"/>
                </a:lnTo>
                <a:close/>
                <a:moveTo>
                  <a:pt x="208859" y="2132"/>
                </a:moveTo>
                <a:lnTo>
                  <a:pt x="208859" y="29850"/>
                </a:lnTo>
                <a:lnTo>
                  <a:pt x="206668" y="29850"/>
                </a:lnTo>
                <a:cubicBezTo>
                  <a:pt x="205957" y="24520"/>
                  <a:pt x="204684" y="20275"/>
                  <a:pt x="202848" y="17117"/>
                </a:cubicBezTo>
                <a:cubicBezTo>
                  <a:pt x="201012" y="13958"/>
                  <a:pt x="198396" y="11451"/>
                  <a:pt x="195000" y="9595"/>
                </a:cubicBezTo>
                <a:cubicBezTo>
                  <a:pt x="191604" y="7739"/>
                  <a:pt x="188090" y="6811"/>
                  <a:pt x="184458" y="6811"/>
                </a:cubicBezTo>
                <a:cubicBezTo>
                  <a:pt x="180351" y="6811"/>
                  <a:pt x="176956" y="8064"/>
                  <a:pt x="174271" y="10570"/>
                </a:cubicBezTo>
                <a:cubicBezTo>
                  <a:pt x="171586" y="13075"/>
                  <a:pt x="170243" y="15925"/>
                  <a:pt x="170243" y="19121"/>
                </a:cubicBezTo>
                <a:cubicBezTo>
                  <a:pt x="170243" y="21568"/>
                  <a:pt x="171092" y="23797"/>
                  <a:pt x="172790" y="25808"/>
                </a:cubicBezTo>
                <a:cubicBezTo>
                  <a:pt x="175238" y="28768"/>
                  <a:pt x="181062" y="32714"/>
                  <a:pt x="190262" y="37646"/>
                </a:cubicBezTo>
                <a:cubicBezTo>
                  <a:pt x="197764" y="41670"/>
                  <a:pt x="202887" y="44757"/>
                  <a:pt x="205631" y="46908"/>
                </a:cubicBezTo>
                <a:cubicBezTo>
                  <a:pt x="208375" y="49057"/>
                  <a:pt x="210488" y="51592"/>
                  <a:pt x="211969" y="54513"/>
                </a:cubicBezTo>
                <a:cubicBezTo>
                  <a:pt x="213449" y="57432"/>
                  <a:pt x="214190" y="60490"/>
                  <a:pt x="214190" y="63686"/>
                </a:cubicBezTo>
                <a:cubicBezTo>
                  <a:pt x="214190" y="69761"/>
                  <a:pt x="211830" y="74999"/>
                  <a:pt x="207112" y="79399"/>
                </a:cubicBezTo>
                <a:cubicBezTo>
                  <a:pt x="202394" y="83798"/>
                  <a:pt x="196323" y="85997"/>
                  <a:pt x="188900" y="85997"/>
                </a:cubicBezTo>
                <a:cubicBezTo>
                  <a:pt x="186570" y="85997"/>
                  <a:pt x="184379" y="85822"/>
                  <a:pt x="182326" y="85472"/>
                </a:cubicBezTo>
                <a:cubicBezTo>
                  <a:pt x="181101" y="85277"/>
                  <a:pt x="178565" y="84565"/>
                  <a:pt x="174715" y="83338"/>
                </a:cubicBezTo>
                <a:cubicBezTo>
                  <a:pt x="170865" y="82110"/>
                  <a:pt x="168427" y="81496"/>
                  <a:pt x="167400" y="81496"/>
                </a:cubicBezTo>
                <a:cubicBezTo>
                  <a:pt x="166413" y="81496"/>
                  <a:pt x="165633" y="81789"/>
                  <a:pt x="165061" y="82373"/>
                </a:cubicBezTo>
                <a:cubicBezTo>
                  <a:pt x="164488" y="82958"/>
                  <a:pt x="164064" y="84166"/>
                  <a:pt x="163787" y="85997"/>
                </a:cubicBezTo>
                <a:lnTo>
                  <a:pt x="161596" y="85997"/>
                </a:lnTo>
                <a:lnTo>
                  <a:pt x="161596" y="58516"/>
                </a:lnTo>
                <a:lnTo>
                  <a:pt x="163787" y="58516"/>
                </a:lnTo>
                <a:cubicBezTo>
                  <a:pt x="164814" y="64281"/>
                  <a:pt x="166196" y="68595"/>
                  <a:pt x="167933" y="71457"/>
                </a:cubicBezTo>
                <a:cubicBezTo>
                  <a:pt x="169671" y="74320"/>
                  <a:pt x="172326" y="76699"/>
                  <a:pt x="175899" y="78594"/>
                </a:cubicBezTo>
                <a:cubicBezTo>
                  <a:pt x="179473" y="80489"/>
                  <a:pt x="183392" y="81437"/>
                  <a:pt x="187656" y="81437"/>
                </a:cubicBezTo>
                <a:cubicBezTo>
                  <a:pt x="192591" y="81437"/>
                  <a:pt x="196491" y="80135"/>
                  <a:pt x="199353" y="77532"/>
                </a:cubicBezTo>
                <a:cubicBezTo>
                  <a:pt x="202216" y="74927"/>
                  <a:pt x="203647" y="71849"/>
                  <a:pt x="203647" y="68298"/>
                </a:cubicBezTo>
                <a:cubicBezTo>
                  <a:pt x="203647" y="66325"/>
                  <a:pt x="203104" y="64333"/>
                  <a:pt x="202018" y="62321"/>
                </a:cubicBezTo>
                <a:cubicBezTo>
                  <a:pt x="200933" y="60309"/>
                  <a:pt x="199245" y="58435"/>
                  <a:pt x="196955" y="56699"/>
                </a:cubicBezTo>
                <a:cubicBezTo>
                  <a:pt x="195415" y="55515"/>
                  <a:pt x="191210" y="53000"/>
                  <a:pt x="184339" y="49153"/>
                </a:cubicBezTo>
                <a:cubicBezTo>
                  <a:pt x="177469" y="45305"/>
                  <a:pt x="172583" y="42238"/>
                  <a:pt x="169681" y="39950"/>
                </a:cubicBezTo>
                <a:cubicBezTo>
                  <a:pt x="166778" y="37661"/>
                  <a:pt x="164577" y="35136"/>
                  <a:pt x="163077" y="32375"/>
                </a:cubicBezTo>
                <a:cubicBezTo>
                  <a:pt x="161576" y="29612"/>
                  <a:pt x="160826" y="26574"/>
                  <a:pt x="160826" y="23259"/>
                </a:cubicBezTo>
                <a:cubicBezTo>
                  <a:pt x="160826" y="17500"/>
                  <a:pt x="163037" y="12539"/>
                  <a:pt x="167460" y="8377"/>
                </a:cubicBezTo>
                <a:cubicBezTo>
                  <a:pt x="171882" y="4214"/>
                  <a:pt x="177508" y="2132"/>
                  <a:pt x="184339" y="2132"/>
                </a:cubicBezTo>
                <a:cubicBezTo>
                  <a:pt x="188604" y="2132"/>
                  <a:pt x="193125" y="3179"/>
                  <a:pt x="197902" y="5271"/>
                </a:cubicBezTo>
                <a:cubicBezTo>
                  <a:pt x="200113" y="6258"/>
                  <a:pt x="201673" y="6752"/>
                  <a:pt x="202581" y="6752"/>
                </a:cubicBezTo>
                <a:cubicBezTo>
                  <a:pt x="203608" y="6752"/>
                  <a:pt x="204447" y="6446"/>
                  <a:pt x="205098" y="5834"/>
                </a:cubicBezTo>
                <a:cubicBezTo>
                  <a:pt x="205750" y="5222"/>
                  <a:pt x="206273" y="3988"/>
                  <a:pt x="206668" y="2132"/>
                </a:cubicBezTo>
                <a:lnTo>
                  <a:pt x="208859" y="2132"/>
                </a:lnTo>
                <a:close/>
                <a:moveTo>
                  <a:pt x="245621" y="41103"/>
                </a:moveTo>
                <a:lnTo>
                  <a:pt x="282934" y="41103"/>
                </a:lnTo>
                <a:lnTo>
                  <a:pt x="282934" y="18162"/>
                </a:lnTo>
                <a:cubicBezTo>
                  <a:pt x="282934" y="14063"/>
                  <a:pt x="282677" y="11363"/>
                  <a:pt x="282164" y="10061"/>
                </a:cubicBezTo>
                <a:cubicBezTo>
                  <a:pt x="281769" y="9077"/>
                  <a:pt x="280940" y="8229"/>
                  <a:pt x="279676" y="7520"/>
                </a:cubicBezTo>
                <a:cubicBezTo>
                  <a:pt x="277978" y="6574"/>
                  <a:pt x="276182" y="6100"/>
                  <a:pt x="274286" y="6100"/>
                </a:cubicBezTo>
                <a:lnTo>
                  <a:pt x="271444" y="6100"/>
                </a:lnTo>
                <a:lnTo>
                  <a:pt x="271444" y="3909"/>
                </a:lnTo>
                <a:lnTo>
                  <a:pt x="305795" y="3909"/>
                </a:lnTo>
                <a:lnTo>
                  <a:pt x="305795" y="6100"/>
                </a:lnTo>
                <a:lnTo>
                  <a:pt x="302952" y="6100"/>
                </a:lnTo>
                <a:cubicBezTo>
                  <a:pt x="301057" y="6100"/>
                  <a:pt x="299260" y="6554"/>
                  <a:pt x="297563" y="7463"/>
                </a:cubicBezTo>
                <a:cubicBezTo>
                  <a:pt x="296299" y="8094"/>
                  <a:pt x="295440" y="9052"/>
                  <a:pt x="294986" y="10335"/>
                </a:cubicBezTo>
                <a:cubicBezTo>
                  <a:pt x="294532" y="11618"/>
                  <a:pt x="294305" y="14234"/>
                  <a:pt x="294305" y="18183"/>
                </a:cubicBezTo>
                <a:lnTo>
                  <a:pt x="294305" y="70006"/>
                </a:lnTo>
                <a:cubicBezTo>
                  <a:pt x="294305" y="74073"/>
                  <a:pt x="294562" y="76758"/>
                  <a:pt x="295075" y="78061"/>
                </a:cubicBezTo>
                <a:cubicBezTo>
                  <a:pt x="295470" y="79048"/>
                  <a:pt x="296279" y="79897"/>
                  <a:pt x="297503" y="80608"/>
                </a:cubicBezTo>
                <a:cubicBezTo>
                  <a:pt x="299241" y="81555"/>
                  <a:pt x="301057" y="82029"/>
                  <a:pt x="302952" y="82029"/>
                </a:cubicBezTo>
                <a:lnTo>
                  <a:pt x="305795" y="82029"/>
                </a:lnTo>
                <a:lnTo>
                  <a:pt x="305795" y="84221"/>
                </a:lnTo>
                <a:lnTo>
                  <a:pt x="271444" y="84221"/>
                </a:lnTo>
                <a:lnTo>
                  <a:pt x="271444" y="82029"/>
                </a:lnTo>
                <a:lnTo>
                  <a:pt x="274286" y="82029"/>
                </a:lnTo>
                <a:cubicBezTo>
                  <a:pt x="277564" y="82029"/>
                  <a:pt x="279952" y="81060"/>
                  <a:pt x="281453" y="79122"/>
                </a:cubicBezTo>
                <a:cubicBezTo>
                  <a:pt x="282440" y="77857"/>
                  <a:pt x="282934" y="74812"/>
                  <a:pt x="282934" y="69986"/>
                </a:cubicBezTo>
                <a:lnTo>
                  <a:pt x="282934" y="45486"/>
                </a:lnTo>
                <a:lnTo>
                  <a:pt x="245621" y="45486"/>
                </a:lnTo>
                <a:lnTo>
                  <a:pt x="245621" y="69986"/>
                </a:lnTo>
                <a:cubicBezTo>
                  <a:pt x="245621" y="74060"/>
                  <a:pt x="245877" y="76750"/>
                  <a:pt x="246391" y="78055"/>
                </a:cubicBezTo>
                <a:cubicBezTo>
                  <a:pt x="246785" y="79044"/>
                  <a:pt x="247615" y="79894"/>
                  <a:pt x="248878" y="80606"/>
                </a:cubicBezTo>
                <a:cubicBezTo>
                  <a:pt x="250576" y="81555"/>
                  <a:pt x="252372" y="82029"/>
                  <a:pt x="254268" y="82029"/>
                </a:cubicBezTo>
                <a:lnTo>
                  <a:pt x="257170" y="82029"/>
                </a:lnTo>
                <a:lnTo>
                  <a:pt x="257170" y="84221"/>
                </a:lnTo>
                <a:lnTo>
                  <a:pt x="222759" y="84221"/>
                </a:lnTo>
                <a:lnTo>
                  <a:pt x="222759" y="82029"/>
                </a:lnTo>
                <a:lnTo>
                  <a:pt x="225602" y="82029"/>
                </a:lnTo>
                <a:cubicBezTo>
                  <a:pt x="228919" y="82029"/>
                  <a:pt x="231327" y="81062"/>
                  <a:pt x="232828" y="79127"/>
                </a:cubicBezTo>
                <a:cubicBezTo>
                  <a:pt x="233775" y="77864"/>
                  <a:pt x="234249" y="74823"/>
                  <a:pt x="234249" y="70006"/>
                </a:cubicBezTo>
                <a:lnTo>
                  <a:pt x="234249" y="18183"/>
                </a:lnTo>
                <a:cubicBezTo>
                  <a:pt x="234249" y="14076"/>
                  <a:pt x="233992" y="11372"/>
                  <a:pt x="233479" y="10069"/>
                </a:cubicBezTo>
                <a:cubicBezTo>
                  <a:pt x="233084" y="9081"/>
                  <a:pt x="232275" y="8233"/>
                  <a:pt x="231051" y="7522"/>
                </a:cubicBezTo>
                <a:cubicBezTo>
                  <a:pt x="229313" y="6574"/>
                  <a:pt x="227497" y="6100"/>
                  <a:pt x="225602" y="6100"/>
                </a:cubicBezTo>
                <a:lnTo>
                  <a:pt x="222759" y="6100"/>
                </a:lnTo>
                <a:lnTo>
                  <a:pt x="222759" y="3909"/>
                </a:lnTo>
                <a:lnTo>
                  <a:pt x="257170" y="3909"/>
                </a:lnTo>
                <a:lnTo>
                  <a:pt x="257170" y="6100"/>
                </a:lnTo>
                <a:lnTo>
                  <a:pt x="254268" y="6100"/>
                </a:lnTo>
                <a:cubicBezTo>
                  <a:pt x="252372" y="6100"/>
                  <a:pt x="250576" y="6554"/>
                  <a:pt x="248878" y="7461"/>
                </a:cubicBezTo>
                <a:cubicBezTo>
                  <a:pt x="247654" y="8091"/>
                  <a:pt x="246805" y="9047"/>
                  <a:pt x="246331" y="10328"/>
                </a:cubicBezTo>
                <a:cubicBezTo>
                  <a:pt x="245858" y="11608"/>
                  <a:pt x="245621" y="14220"/>
                  <a:pt x="245621" y="18162"/>
                </a:cubicBezTo>
                <a:lnTo>
                  <a:pt x="245621" y="41103"/>
                </a:lnTo>
                <a:close/>
                <a:moveTo>
                  <a:pt x="342500" y="0"/>
                </a:moveTo>
                <a:lnTo>
                  <a:pt x="313420" y="85879"/>
                </a:lnTo>
                <a:lnTo>
                  <a:pt x="308682" y="85879"/>
                </a:lnTo>
                <a:lnTo>
                  <a:pt x="337762" y="0"/>
                </a:lnTo>
                <a:lnTo>
                  <a:pt x="342500" y="0"/>
                </a:lnTo>
                <a:close/>
                <a:moveTo>
                  <a:pt x="397478" y="57332"/>
                </a:moveTo>
                <a:lnTo>
                  <a:pt x="366384" y="57332"/>
                </a:lnTo>
                <a:lnTo>
                  <a:pt x="360935" y="70006"/>
                </a:lnTo>
                <a:cubicBezTo>
                  <a:pt x="359593" y="73125"/>
                  <a:pt x="358921" y="75455"/>
                  <a:pt x="358921" y="76995"/>
                </a:cubicBezTo>
                <a:cubicBezTo>
                  <a:pt x="358921" y="78219"/>
                  <a:pt x="359504" y="79295"/>
                  <a:pt x="360668" y="80223"/>
                </a:cubicBezTo>
                <a:cubicBezTo>
                  <a:pt x="361833" y="81151"/>
                  <a:pt x="364350" y="81753"/>
                  <a:pt x="368220" y="82029"/>
                </a:cubicBezTo>
                <a:lnTo>
                  <a:pt x="368220" y="84221"/>
                </a:lnTo>
                <a:lnTo>
                  <a:pt x="342930" y="84221"/>
                </a:lnTo>
                <a:lnTo>
                  <a:pt x="342930" y="82029"/>
                </a:lnTo>
                <a:cubicBezTo>
                  <a:pt x="346286" y="81437"/>
                  <a:pt x="348458" y="80668"/>
                  <a:pt x="349445" y="79721"/>
                </a:cubicBezTo>
                <a:cubicBezTo>
                  <a:pt x="351459" y="77827"/>
                  <a:pt x="353690" y="73981"/>
                  <a:pt x="356138" y="68181"/>
                </a:cubicBezTo>
                <a:lnTo>
                  <a:pt x="384389" y="2132"/>
                </a:lnTo>
                <a:lnTo>
                  <a:pt x="386462" y="2132"/>
                </a:lnTo>
                <a:lnTo>
                  <a:pt x="414417" y="68890"/>
                </a:lnTo>
                <a:cubicBezTo>
                  <a:pt x="416667" y="74256"/>
                  <a:pt x="418711" y="77738"/>
                  <a:pt x="420547" y="79336"/>
                </a:cubicBezTo>
                <a:cubicBezTo>
                  <a:pt x="422383" y="80934"/>
                  <a:pt x="424939" y="81832"/>
                  <a:pt x="428217" y="82029"/>
                </a:cubicBezTo>
                <a:lnTo>
                  <a:pt x="428217" y="84221"/>
                </a:lnTo>
                <a:lnTo>
                  <a:pt x="396530" y="84221"/>
                </a:lnTo>
                <a:lnTo>
                  <a:pt x="396530" y="82029"/>
                </a:lnTo>
                <a:cubicBezTo>
                  <a:pt x="399729" y="81871"/>
                  <a:pt x="401890" y="81338"/>
                  <a:pt x="403016" y="80430"/>
                </a:cubicBezTo>
                <a:cubicBezTo>
                  <a:pt x="404141" y="79522"/>
                  <a:pt x="404704" y="78416"/>
                  <a:pt x="404704" y="77113"/>
                </a:cubicBezTo>
                <a:cubicBezTo>
                  <a:pt x="404704" y="75376"/>
                  <a:pt x="403914" y="72632"/>
                  <a:pt x="402335" y="68881"/>
                </a:cubicBezTo>
                <a:lnTo>
                  <a:pt x="397478" y="57332"/>
                </a:lnTo>
                <a:moveTo>
                  <a:pt x="395820" y="52949"/>
                </a:moveTo>
                <a:lnTo>
                  <a:pt x="382197" y="20539"/>
                </a:lnTo>
                <a:lnTo>
                  <a:pt x="368220" y="52949"/>
                </a:lnTo>
                <a:lnTo>
                  <a:pt x="395820" y="52949"/>
                </a:lnTo>
                <a:close/>
                <a:moveTo>
                  <a:pt x="502828" y="2132"/>
                </a:moveTo>
                <a:lnTo>
                  <a:pt x="504664" y="29377"/>
                </a:lnTo>
                <a:lnTo>
                  <a:pt x="502828" y="29377"/>
                </a:lnTo>
                <a:cubicBezTo>
                  <a:pt x="500380" y="21182"/>
                  <a:pt x="496886" y="15284"/>
                  <a:pt x="492345" y="11682"/>
                </a:cubicBezTo>
                <a:cubicBezTo>
                  <a:pt x="487804" y="8080"/>
                  <a:pt x="482355" y="6278"/>
                  <a:pt x="475998" y="6278"/>
                </a:cubicBezTo>
                <a:cubicBezTo>
                  <a:pt x="470668" y="6278"/>
                  <a:pt x="465851" y="7632"/>
                  <a:pt x="461547" y="10339"/>
                </a:cubicBezTo>
                <a:cubicBezTo>
                  <a:pt x="457243" y="13045"/>
                  <a:pt x="453857" y="17361"/>
                  <a:pt x="451390" y="23289"/>
                </a:cubicBezTo>
                <a:cubicBezTo>
                  <a:pt x="448922" y="29217"/>
                  <a:pt x="447688" y="36587"/>
                  <a:pt x="447688" y="45399"/>
                </a:cubicBezTo>
                <a:cubicBezTo>
                  <a:pt x="447688" y="52669"/>
                  <a:pt x="448853" y="58972"/>
                  <a:pt x="451182" y="64307"/>
                </a:cubicBezTo>
                <a:cubicBezTo>
                  <a:pt x="453512" y="69642"/>
                  <a:pt x="457016" y="73731"/>
                  <a:pt x="461695" y="76577"/>
                </a:cubicBezTo>
                <a:cubicBezTo>
                  <a:pt x="466374" y="79422"/>
                  <a:pt x="471714" y="80845"/>
                  <a:pt x="477716" y="80845"/>
                </a:cubicBezTo>
                <a:cubicBezTo>
                  <a:pt x="482928" y="80845"/>
                  <a:pt x="487528" y="79729"/>
                  <a:pt x="491516" y="77498"/>
                </a:cubicBezTo>
                <a:cubicBezTo>
                  <a:pt x="495504" y="75267"/>
                  <a:pt x="499887" y="70835"/>
                  <a:pt x="504664" y="64202"/>
                </a:cubicBezTo>
                <a:lnTo>
                  <a:pt x="506500" y="65383"/>
                </a:lnTo>
                <a:cubicBezTo>
                  <a:pt x="502473" y="72511"/>
                  <a:pt x="497774" y="77729"/>
                  <a:pt x="492404" y="81037"/>
                </a:cubicBezTo>
                <a:cubicBezTo>
                  <a:pt x="487034" y="84344"/>
                  <a:pt x="480658" y="85997"/>
                  <a:pt x="473274" y="85997"/>
                </a:cubicBezTo>
                <a:cubicBezTo>
                  <a:pt x="459968" y="85997"/>
                  <a:pt x="449662" y="81069"/>
                  <a:pt x="442357" y="71211"/>
                </a:cubicBezTo>
                <a:cubicBezTo>
                  <a:pt x="436909" y="63878"/>
                  <a:pt x="434184" y="55243"/>
                  <a:pt x="434184" y="45307"/>
                </a:cubicBezTo>
                <a:cubicBezTo>
                  <a:pt x="434184" y="37302"/>
                  <a:pt x="435981" y="29949"/>
                  <a:pt x="439574" y="23247"/>
                </a:cubicBezTo>
                <a:cubicBezTo>
                  <a:pt x="443167" y="16544"/>
                  <a:pt x="448112" y="11349"/>
                  <a:pt x="454410" y="7662"/>
                </a:cubicBezTo>
                <a:cubicBezTo>
                  <a:pt x="460708" y="3976"/>
                  <a:pt x="467588" y="2132"/>
                  <a:pt x="475051" y="2132"/>
                </a:cubicBezTo>
                <a:cubicBezTo>
                  <a:pt x="480855" y="2132"/>
                  <a:pt x="486580" y="3554"/>
                  <a:pt x="492227" y="6396"/>
                </a:cubicBezTo>
                <a:cubicBezTo>
                  <a:pt x="493885" y="7265"/>
                  <a:pt x="495069" y="7699"/>
                  <a:pt x="495780" y="7699"/>
                </a:cubicBezTo>
                <a:cubicBezTo>
                  <a:pt x="496846" y="7699"/>
                  <a:pt x="497774" y="7324"/>
                  <a:pt x="498564" y="6574"/>
                </a:cubicBezTo>
                <a:cubicBezTo>
                  <a:pt x="499590" y="5508"/>
                  <a:pt x="500321" y="4027"/>
                  <a:pt x="500755" y="2132"/>
                </a:cubicBezTo>
                <a:lnTo>
                  <a:pt x="502828" y="2132"/>
                </a:lnTo>
                <a:close/>
                <a:moveTo>
                  <a:pt x="547074" y="39682"/>
                </a:moveTo>
                <a:lnTo>
                  <a:pt x="576687" y="69118"/>
                </a:lnTo>
                <a:cubicBezTo>
                  <a:pt x="581544" y="73974"/>
                  <a:pt x="585690" y="77281"/>
                  <a:pt x="589125" y="79038"/>
                </a:cubicBezTo>
                <a:cubicBezTo>
                  <a:pt x="592560" y="80795"/>
                  <a:pt x="595995" y="81792"/>
                  <a:pt x="599430" y="82029"/>
                </a:cubicBezTo>
                <a:lnTo>
                  <a:pt x="599430" y="84221"/>
                </a:lnTo>
                <a:lnTo>
                  <a:pt x="561229" y="84221"/>
                </a:lnTo>
                <a:lnTo>
                  <a:pt x="561229" y="82029"/>
                </a:lnTo>
                <a:cubicBezTo>
                  <a:pt x="563519" y="82029"/>
                  <a:pt x="565168" y="81644"/>
                  <a:pt x="566174" y="80874"/>
                </a:cubicBezTo>
                <a:cubicBezTo>
                  <a:pt x="567181" y="80104"/>
                  <a:pt x="567685" y="79246"/>
                  <a:pt x="567685" y="78298"/>
                </a:cubicBezTo>
                <a:cubicBezTo>
                  <a:pt x="567685" y="77350"/>
                  <a:pt x="567497" y="76501"/>
                  <a:pt x="567122" y="75751"/>
                </a:cubicBezTo>
                <a:cubicBezTo>
                  <a:pt x="566747" y="75001"/>
                  <a:pt x="565513" y="73599"/>
                  <a:pt x="563420" y="71546"/>
                </a:cubicBezTo>
                <a:lnTo>
                  <a:pt x="535702" y="44124"/>
                </a:lnTo>
                <a:lnTo>
                  <a:pt x="535702" y="70006"/>
                </a:lnTo>
                <a:cubicBezTo>
                  <a:pt x="535702" y="74073"/>
                  <a:pt x="535959" y="76758"/>
                  <a:pt x="536472" y="78061"/>
                </a:cubicBezTo>
                <a:cubicBezTo>
                  <a:pt x="536867" y="79048"/>
                  <a:pt x="537696" y="79897"/>
                  <a:pt x="538960" y="80608"/>
                </a:cubicBezTo>
                <a:cubicBezTo>
                  <a:pt x="540658" y="81555"/>
                  <a:pt x="542454" y="82029"/>
                  <a:pt x="544349" y="82029"/>
                </a:cubicBezTo>
                <a:lnTo>
                  <a:pt x="547074" y="82029"/>
                </a:lnTo>
                <a:lnTo>
                  <a:pt x="547074" y="84221"/>
                </a:lnTo>
                <a:lnTo>
                  <a:pt x="512841" y="84221"/>
                </a:lnTo>
                <a:lnTo>
                  <a:pt x="512841" y="82029"/>
                </a:lnTo>
                <a:lnTo>
                  <a:pt x="515684" y="82029"/>
                </a:lnTo>
                <a:cubicBezTo>
                  <a:pt x="519000" y="82029"/>
                  <a:pt x="521409" y="81062"/>
                  <a:pt x="522909" y="79127"/>
                </a:cubicBezTo>
                <a:cubicBezTo>
                  <a:pt x="523857" y="77864"/>
                  <a:pt x="524331" y="74823"/>
                  <a:pt x="524331" y="70006"/>
                </a:cubicBezTo>
                <a:lnTo>
                  <a:pt x="524331" y="18123"/>
                </a:lnTo>
                <a:cubicBezTo>
                  <a:pt x="524331" y="14057"/>
                  <a:pt x="524074" y="11352"/>
                  <a:pt x="523561" y="10009"/>
                </a:cubicBezTo>
                <a:cubicBezTo>
                  <a:pt x="523166" y="9062"/>
                  <a:pt x="522356" y="8233"/>
                  <a:pt x="521132" y="7522"/>
                </a:cubicBezTo>
                <a:cubicBezTo>
                  <a:pt x="519395" y="6574"/>
                  <a:pt x="517579" y="6100"/>
                  <a:pt x="515684" y="6100"/>
                </a:cubicBezTo>
                <a:lnTo>
                  <a:pt x="512841" y="6100"/>
                </a:lnTo>
                <a:lnTo>
                  <a:pt x="512841" y="3909"/>
                </a:lnTo>
                <a:lnTo>
                  <a:pt x="547074" y="3909"/>
                </a:lnTo>
                <a:lnTo>
                  <a:pt x="547074" y="6100"/>
                </a:lnTo>
                <a:lnTo>
                  <a:pt x="544349" y="6100"/>
                </a:lnTo>
                <a:cubicBezTo>
                  <a:pt x="542494" y="6100"/>
                  <a:pt x="540697" y="6554"/>
                  <a:pt x="538960" y="7463"/>
                </a:cubicBezTo>
                <a:cubicBezTo>
                  <a:pt x="537736" y="8094"/>
                  <a:pt x="536887" y="9042"/>
                  <a:pt x="536413" y="10305"/>
                </a:cubicBezTo>
                <a:cubicBezTo>
                  <a:pt x="535939" y="11569"/>
                  <a:pt x="535702" y="14175"/>
                  <a:pt x="535702" y="18123"/>
                </a:cubicBezTo>
                <a:lnTo>
                  <a:pt x="535702" y="42703"/>
                </a:lnTo>
                <a:cubicBezTo>
                  <a:pt x="536492" y="41952"/>
                  <a:pt x="539197" y="39445"/>
                  <a:pt x="543816" y="35181"/>
                </a:cubicBezTo>
                <a:cubicBezTo>
                  <a:pt x="555543" y="24441"/>
                  <a:pt x="562631" y="17274"/>
                  <a:pt x="565079" y="13681"/>
                </a:cubicBezTo>
                <a:cubicBezTo>
                  <a:pt x="566145" y="12102"/>
                  <a:pt x="566678" y="10720"/>
                  <a:pt x="566678" y="9536"/>
                </a:cubicBezTo>
                <a:cubicBezTo>
                  <a:pt x="566678" y="8627"/>
                  <a:pt x="566263" y="7828"/>
                  <a:pt x="565434" y="7137"/>
                </a:cubicBezTo>
                <a:cubicBezTo>
                  <a:pt x="564605" y="6446"/>
                  <a:pt x="563203" y="6100"/>
                  <a:pt x="561229" y="6100"/>
                </a:cubicBezTo>
                <a:lnTo>
                  <a:pt x="559393" y="6100"/>
                </a:lnTo>
                <a:lnTo>
                  <a:pt x="559393" y="3909"/>
                </a:lnTo>
                <a:lnTo>
                  <a:pt x="588888" y="3909"/>
                </a:lnTo>
                <a:lnTo>
                  <a:pt x="588888" y="6100"/>
                </a:lnTo>
                <a:cubicBezTo>
                  <a:pt x="587151" y="6140"/>
                  <a:pt x="585571" y="6377"/>
                  <a:pt x="584150" y="6811"/>
                </a:cubicBezTo>
                <a:cubicBezTo>
                  <a:pt x="582728" y="7245"/>
                  <a:pt x="580991" y="8084"/>
                  <a:pt x="578938" y="9328"/>
                </a:cubicBezTo>
                <a:cubicBezTo>
                  <a:pt x="576885" y="10572"/>
                  <a:pt x="574358" y="12576"/>
                  <a:pt x="571357" y="15340"/>
                </a:cubicBezTo>
                <a:cubicBezTo>
                  <a:pt x="570488" y="16129"/>
                  <a:pt x="566480" y="20177"/>
                  <a:pt x="559334" y="27481"/>
                </a:cubicBezTo>
                <a:lnTo>
                  <a:pt x="547074" y="396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17A50-DB46-46B2-911B-02956E8D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308" y="1637445"/>
            <a:ext cx="468690" cy="132941"/>
          </a:xfrm>
          <a:custGeom xmlns:a="http://schemas.openxmlformats.org/drawingml/2006/main">
            <a:pathLst>
              <a:path w="468690" h="132941">
                <a:moveTo>
                  <a:pt x="0" y="0"/>
                </a:moveTo>
                <a:lnTo>
                  <a:pt x="468690" y="0"/>
                </a:lnTo>
                <a:lnTo>
                  <a:pt x="468690" y="132941"/>
                </a:lnTo>
                <a:lnTo>
                  <a:pt x="0" y="1329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Text RST/ACK">
            <a:extLst xmlns:a="http://schemas.openxmlformats.org/drawingml/2006/main">
              <a:ext uri="{FF2B5EF4-FFF2-40B4-BE49-F238E27FC236}">
                <a16:creationId xmlns:a16="http://schemas.microsoft.com/office/drawing/2014/main" id="{BF43A78E-F4F1-4613-84F6-F6CB5207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476" y="1671903"/>
            <a:ext cx="429924" cy="67187"/>
          </a:xfrm>
          <a:custGeom xmlns:a="http://schemas.openxmlformats.org/drawingml/2006/main">
            <a:pathLst>
              <a:path w="429924" h="67187">
                <a:moveTo>
                  <a:pt x="23975" y="36389"/>
                </a:moveTo>
                <a:lnTo>
                  <a:pt x="23975" y="54489"/>
                </a:lnTo>
                <a:cubicBezTo>
                  <a:pt x="23975" y="57946"/>
                  <a:pt x="24188" y="60122"/>
                  <a:pt x="24615" y="61018"/>
                </a:cubicBezTo>
                <a:cubicBezTo>
                  <a:pt x="25041" y="61914"/>
                  <a:pt x="25791" y="62629"/>
                  <a:pt x="26865" y="63164"/>
                </a:cubicBezTo>
                <a:cubicBezTo>
                  <a:pt x="27939" y="63698"/>
                  <a:pt x="29945" y="63965"/>
                  <a:pt x="32883" y="63965"/>
                </a:cubicBezTo>
                <a:lnTo>
                  <a:pt x="32883" y="65671"/>
                </a:lnTo>
                <a:lnTo>
                  <a:pt x="0" y="65671"/>
                </a:lnTo>
                <a:lnTo>
                  <a:pt x="0" y="63965"/>
                </a:lnTo>
                <a:cubicBezTo>
                  <a:pt x="2969" y="63965"/>
                  <a:pt x="4983" y="63690"/>
                  <a:pt x="6041" y="63140"/>
                </a:cubicBezTo>
                <a:cubicBezTo>
                  <a:pt x="7099" y="62590"/>
                  <a:pt x="7842" y="61875"/>
                  <a:pt x="8268" y="60995"/>
                </a:cubicBezTo>
                <a:cubicBezTo>
                  <a:pt x="8695" y="60114"/>
                  <a:pt x="8908" y="57946"/>
                  <a:pt x="8908" y="54489"/>
                </a:cubicBezTo>
                <a:lnTo>
                  <a:pt x="8908" y="12603"/>
                </a:lnTo>
                <a:cubicBezTo>
                  <a:pt x="8908" y="9147"/>
                  <a:pt x="8695" y="6971"/>
                  <a:pt x="8268" y="6075"/>
                </a:cubicBezTo>
                <a:cubicBezTo>
                  <a:pt x="7842" y="5179"/>
                  <a:pt x="7091" y="4464"/>
                  <a:pt x="6017" y="3930"/>
                </a:cubicBezTo>
                <a:cubicBezTo>
                  <a:pt x="4943" y="3395"/>
                  <a:pt x="2938" y="3127"/>
                  <a:pt x="0" y="3127"/>
                </a:cubicBezTo>
                <a:lnTo>
                  <a:pt x="0" y="1421"/>
                </a:lnTo>
                <a:lnTo>
                  <a:pt x="29850" y="1421"/>
                </a:lnTo>
                <a:cubicBezTo>
                  <a:pt x="37621" y="1421"/>
                  <a:pt x="43307" y="1958"/>
                  <a:pt x="46908" y="3031"/>
                </a:cubicBezTo>
                <a:cubicBezTo>
                  <a:pt x="50509" y="4104"/>
                  <a:pt x="53446" y="6084"/>
                  <a:pt x="55721" y="8971"/>
                </a:cubicBezTo>
                <a:cubicBezTo>
                  <a:pt x="57995" y="11859"/>
                  <a:pt x="59132" y="15243"/>
                  <a:pt x="59132" y="19124"/>
                </a:cubicBezTo>
                <a:cubicBezTo>
                  <a:pt x="59132" y="23859"/>
                  <a:pt x="57426" y="27772"/>
                  <a:pt x="54015" y="30865"/>
                </a:cubicBezTo>
                <a:cubicBezTo>
                  <a:pt x="51835" y="32821"/>
                  <a:pt x="48787" y="34288"/>
                  <a:pt x="44870" y="35267"/>
                </a:cubicBezTo>
                <a:lnTo>
                  <a:pt x="60317" y="57068"/>
                </a:lnTo>
                <a:cubicBezTo>
                  <a:pt x="62338" y="59852"/>
                  <a:pt x="63775" y="61588"/>
                  <a:pt x="64628" y="62276"/>
                </a:cubicBezTo>
                <a:cubicBezTo>
                  <a:pt x="65923" y="63245"/>
                  <a:pt x="67424" y="63776"/>
                  <a:pt x="69130" y="63870"/>
                </a:cubicBezTo>
                <a:lnTo>
                  <a:pt x="69130" y="65671"/>
                </a:lnTo>
                <a:lnTo>
                  <a:pt x="48898" y="65671"/>
                </a:lnTo>
                <a:lnTo>
                  <a:pt x="28192" y="36389"/>
                </a:lnTo>
                <a:lnTo>
                  <a:pt x="23975" y="36389"/>
                </a:lnTo>
                <a:moveTo>
                  <a:pt x="23975" y="5022"/>
                </a:moveTo>
                <a:lnTo>
                  <a:pt x="23975" y="32978"/>
                </a:lnTo>
                <a:lnTo>
                  <a:pt x="26676" y="32978"/>
                </a:lnTo>
                <a:cubicBezTo>
                  <a:pt x="31066" y="32978"/>
                  <a:pt x="34352" y="32578"/>
                  <a:pt x="36531" y="31778"/>
                </a:cubicBezTo>
                <a:cubicBezTo>
                  <a:pt x="38711" y="30978"/>
                  <a:pt x="40424" y="29534"/>
                  <a:pt x="41672" y="27449"/>
                </a:cubicBezTo>
                <a:cubicBezTo>
                  <a:pt x="42920" y="25362"/>
                  <a:pt x="43544" y="22640"/>
                  <a:pt x="43544" y="19283"/>
                </a:cubicBezTo>
                <a:cubicBezTo>
                  <a:pt x="43544" y="14419"/>
                  <a:pt x="42399" y="10827"/>
                  <a:pt x="40108" y="8505"/>
                </a:cubicBezTo>
                <a:cubicBezTo>
                  <a:pt x="37818" y="6183"/>
                  <a:pt x="34130" y="5022"/>
                  <a:pt x="29045" y="5022"/>
                </a:cubicBezTo>
                <a:lnTo>
                  <a:pt x="23975" y="5022"/>
                </a:lnTo>
                <a:close/>
                <a:moveTo>
                  <a:pt x="113647" y="0"/>
                </a:moveTo>
                <a:lnTo>
                  <a:pt x="114169" y="21416"/>
                </a:lnTo>
                <a:lnTo>
                  <a:pt x="112226" y="21416"/>
                </a:lnTo>
                <a:cubicBezTo>
                  <a:pt x="111310" y="16060"/>
                  <a:pt x="109059" y="11752"/>
                  <a:pt x="105474" y="8492"/>
                </a:cubicBezTo>
                <a:cubicBezTo>
                  <a:pt x="101889" y="5231"/>
                  <a:pt x="98012" y="3601"/>
                  <a:pt x="93842" y="3601"/>
                </a:cubicBezTo>
                <a:cubicBezTo>
                  <a:pt x="90620" y="3601"/>
                  <a:pt x="88069" y="4459"/>
                  <a:pt x="86190" y="6176"/>
                </a:cubicBezTo>
                <a:cubicBezTo>
                  <a:pt x="84310" y="7891"/>
                  <a:pt x="83371" y="9867"/>
                  <a:pt x="83371" y="12103"/>
                </a:cubicBezTo>
                <a:cubicBezTo>
                  <a:pt x="83371" y="13520"/>
                  <a:pt x="83702" y="14779"/>
                  <a:pt x="84366" y="15882"/>
                </a:cubicBezTo>
                <a:cubicBezTo>
                  <a:pt x="85282" y="17361"/>
                  <a:pt x="86751" y="18825"/>
                  <a:pt x="88772" y="20273"/>
                </a:cubicBezTo>
                <a:cubicBezTo>
                  <a:pt x="90257" y="21313"/>
                  <a:pt x="93684" y="23155"/>
                  <a:pt x="99054" y="25801"/>
                </a:cubicBezTo>
                <a:cubicBezTo>
                  <a:pt x="106572" y="29485"/>
                  <a:pt x="111642" y="32965"/>
                  <a:pt x="114263" y="36241"/>
                </a:cubicBezTo>
                <a:cubicBezTo>
                  <a:pt x="116854" y="39516"/>
                  <a:pt x="118149" y="43264"/>
                  <a:pt x="118149" y="47485"/>
                </a:cubicBezTo>
                <a:cubicBezTo>
                  <a:pt x="118149" y="52839"/>
                  <a:pt x="116056" y="57446"/>
                  <a:pt x="111871" y="61304"/>
                </a:cubicBezTo>
                <a:cubicBezTo>
                  <a:pt x="107685" y="65163"/>
                  <a:pt x="102371" y="67092"/>
                  <a:pt x="95927" y="67092"/>
                </a:cubicBezTo>
                <a:cubicBezTo>
                  <a:pt x="93905" y="67092"/>
                  <a:pt x="91994" y="66887"/>
                  <a:pt x="90194" y="66476"/>
                </a:cubicBezTo>
                <a:cubicBezTo>
                  <a:pt x="88393" y="66066"/>
                  <a:pt x="86135" y="65292"/>
                  <a:pt x="83418" y="64155"/>
                </a:cubicBezTo>
                <a:cubicBezTo>
                  <a:pt x="81902" y="63523"/>
                  <a:pt x="80654" y="63207"/>
                  <a:pt x="79675" y="63207"/>
                </a:cubicBezTo>
                <a:cubicBezTo>
                  <a:pt x="78854" y="63207"/>
                  <a:pt x="77985" y="63527"/>
                  <a:pt x="77069" y="64166"/>
                </a:cubicBezTo>
                <a:cubicBezTo>
                  <a:pt x="76153" y="64806"/>
                  <a:pt x="75411" y="65781"/>
                  <a:pt x="74842" y="67092"/>
                </a:cubicBezTo>
                <a:lnTo>
                  <a:pt x="73089" y="67092"/>
                </a:lnTo>
                <a:lnTo>
                  <a:pt x="73089" y="42833"/>
                </a:lnTo>
                <a:lnTo>
                  <a:pt x="74842" y="42833"/>
                </a:lnTo>
                <a:cubicBezTo>
                  <a:pt x="76232" y="49640"/>
                  <a:pt x="78909" y="54832"/>
                  <a:pt x="82873" y="58410"/>
                </a:cubicBezTo>
                <a:cubicBezTo>
                  <a:pt x="86837" y="61987"/>
                  <a:pt x="91110" y="63775"/>
                  <a:pt x="95690" y="63775"/>
                </a:cubicBezTo>
                <a:cubicBezTo>
                  <a:pt x="99228" y="63775"/>
                  <a:pt x="102047" y="62815"/>
                  <a:pt x="104147" y="60894"/>
                </a:cubicBezTo>
                <a:cubicBezTo>
                  <a:pt x="106248" y="58973"/>
                  <a:pt x="107298" y="56737"/>
                  <a:pt x="107298" y="54187"/>
                </a:cubicBezTo>
                <a:cubicBezTo>
                  <a:pt x="107298" y="52675"/>
                  <a:pt x="106896" y="51211"/>
                  <a:pt x="106090" y="49795"/>
                </a:cubicBezTo>
                <a:cubicBezTo>
                  <a:pt x="105285" y="48377"/>
                  <a:pt x="104061" y="47031"/>
                  <a:pt x="102418" y="45756"/>
                </a:cubicBezTo>
                <a:cubicBezTo>
                  <a:pt x="100775" y="44480"/>
                  <a:pt x="97869" y="42820"/>
                  <a:pt x="93700" y="40773"/>
                </a:cubicBezTo>
                <a:cubicBezTo>
                  <a:pt x="87856" y="37908"/>
                  <a:pt x="83655" y="35466"/>
                  <a:pt x="81096" y="33447"/>
                </a:cubicBezTo>
                <a:cubicBezTo>
                  <a:pt x="78538" y="31428"/>
                  <a:pt x="76571" y="29173"/>
                  <a:pt x="75197" y="26682"/>
                </a:cubicBezTo>
                <a:cubicBezTo>
                  <a:pt x="73823" y="24190"/>
                  <a:pt x="73136" y="21447"/>
                  <a:pt x="73136" y="18451"/>
                </a:cubicBezTo>
                <a:cubicBezTo>
                  <a:pt x="73136" y="13341"/>
                  <a:pt x="75016" y="8989"/>
                  <a:pt x="78775" y="5394"/>
                </a:cubicBezTo>
                <a:cubicBezTo>
                  <a:pt x="82534" y="1798"/>
                  <a:pt x="87272" y="0"/>
                  <a:pt x="92989" y="0"/>
                </a:cubicBezTo>
                <a:cubicBezTo>
                  <a:pt x="95074" y="0"/>
                  <a:pt x="97096" y="256"/>
                  <a:pt x="99054" y="767"/>
                </a:cubicBezTo>
                <a:cubicBezTo>
                  <a:pt x="100539" y="1150"/>
                  <a:pt x="102347" y="1860"/>
                  <a:pt x="104479" y="2898"/>
                </a:cubicBezTo>
                <a:cubicBezTo>
                  <a:pt x="106611" y="3935"/>
                  <a:pt x="108104" y="4454"/>
                  <a:pt x="108957" y="4454"/>
                </a:cubicBezTo>
                <a:cubicBezTo>
                  <a:pt x="109778" y="4454"/>
                  <a:pt x="110426" y="4199"/>
                  <a:pt x="110899" y="3688"/>
                </a:cubicBezTo>
                <a:cubicBezTo>
                  <a:pt x="111373" y="3177"/>
                  <a:pt x="111815" y="1948"/>
                  <a:pt x="112226" y="0"/>
                </a:cubicBezTo>
                <a:lnTo>
                  <a:pt x="113647" y="0"/>
                </a:lnTo>
                <a:close/>
                <a:moveTo>
                  <a:pt x="183139" y="1421"/>
                </a:moveTo>
                <a:lnTo>
                  <a:pt x="183139" y="18858"/>
                </a:lnTo>
                <a:lnTo>
                  <a:pt x="181433" y="18858"/>
                </a:lnTo>
                <a:cubicBezTo>
                  <a:pt x="180423" y="14832"/>
                  <a:pt x="179301" y="11940"/>
                  <a:pt x="178069" y="10181"/>
                </a:cubicBezTo>
                <a:cubicBezTo>
                  <a:pt x="176837" y="8422"/>
                  <a:pt x="175148" y="7019"/>
                  <a:pt x="173000" y="5973"/>
                </a:cubicBezTo>
                <a:cubicBezTo>
                  <a:pt x="171799" y="5402"/>
                  <a:pt x="169699" y="5117"/>
                  <a:pt x="166698" y="5117"/>
                </a:cubicBezTo>
                <a:lnTo>
                  <a:pt x="161912" y="5117"/>
                </a:lnTo>
                <a:lnTo>
                  <a:pt x="161912" y="54678"/>
                </a:lnTo>
                <a:cubicBezTo>
                  <a:pt x="161912" y="57980"/>
                  <a:pt x="162094" y="60044"/>
                  <a:pt x="162457" y="60870"/>
                </a:cubicBezTo>
                <a:cubicBezTo>
                  <a:pt x="162820" y="61696"/>
                  <a:pt x="163531" y="62418"/>
                  <a:pt x="164589" y="63037"/>
                </a:cubicBezTo>
                <a:cubicBezTo>
                  <a:pt x="165648" y="63656"/>
                  <a:pt x="167093" y="63965"/>
                  <a:pt x="168925" y="63965"/>
                </a:cubicBezTo>
                <a:lnTo>
                  <a:pt x="171057" y="63965"/>
                </a:lnTo>
                <a:lnTo>
                  <a:pt x="171057" y="65671"/>
                </a:lnTo>
                <a:lnTo>
                  <a:pt x="137416" y="65671"/>
                </a:lnTo>
                <a:lnTo>
                  <a:pt x="137416" y="63965"/>
                </a:lnTo>
                <a:lnTo>
                  <a:pt x="139548" y="63965"/>
                </a:lnTo>
                <a:cubicBezTo>
                  <a:pt x="141412" y="63965"/>
                  <a:pt x="142912" y="63632"/>
                  <a:pt x="144049" y="62966"/>
                </a:cubicBezTo>
                <a:cubicBezTo>
                  <a:pt x="144871" y="62520"/>
                  <a:pt x="145518" y="61758"/>
                  <a:pt x="145992" y="60679"/>
                </a:cubicBezTo>
                <a:cubicBezTo>
                  <a:pt x="146340" y="59917"/>
                  <a:pt x="146513" y="57917"/>
                  <a:pt x="146513" y="54678"/>
                </a:cubicBezTo>
                <a:lnTo>
                  <a:pt x="146513" y="5117"/>
                </a:lnTo>
                <a:lnTo>
                  <a:pt x="141870" y="5117"/>
                </a:lnTo>
                <a:cubicBezTo>
                  <a:pt x="137542" y="5117"/>
                  <a:pt x="134399" y="6036"/>
                  <a:pt x="132441" y="7874"/>
                </a:cubicBezTo>
                <a:cubicBezTo>
                  <a:pt x="129693" y="10442"/>
                  <a:pt x="127956" y="14103"/>
                  <a:pt x="127229" y="18858"/>
                </a:cubicBezTo>
                <a:lnTo>
                  <a:pt x="125429" y="18858"/>
                </a:lnTo>
                <a:lnTo>
                  <a:pt x="125429" y="1421"/>
                </a:lnTo>
                <a:lnTo>
                  <a:pt x="183139" y="1421"/>
                </a:lnTo>
                <a:close/>
                <a:moveTo>
                  <a:pt x="213696" y="0"/>
                </a:moveTo>
                <a:lnTo>
                  <a:pt x="192611" y="67187"/>
                </a:lnTo>
                <a:lnTo>
                  <a:pt x="186547" y="67187"/>
                </a:lnTo>
                <a:lnTo>
                  <a:pt x="207726" y="0"/>
                </a:lnTo>
                <a:lnTo>
                  <a:pt x="213696" y="0"/>
                </a:lnTo>
                <a:close/>
                <a:moveTo>
                  <a:pt x="253991" y="47287"/>
                </a:moveTo>
                <a:lnTo>
                  <a:pt x="231295" y="47287"/>
                </a:lnTo>
                <a:lnTo>
                  <a:pt x="228595" y="53572"/>
                </a:lnTo>
                <a:cubicBezTo>
                  <a:pt x="227710" y="55680"/>
                  <a:pt x="227268" y="57420"/>
                  <a:pt x="227268" y="58793"/>
                </a:cubicBezTo>
                <a:cubicBezTo>
                  <a:pt x="227268" y="60612"/>
                  <a:pt x="227994" y="61953"/>
                  <a:pt x="229448" y="62816"/>
                </a:cubicBezTo>
                <a:cubicBezTo>
                  <a:pt x="230300" y="63326"/>
                  <a:pt x="232401" y="63709"/>
                  <a:pt x="235749" y="63965"/>
                </a:cubicBezTo>
                <a:lnTo>
                  <a:pt x="235749" y="65671"/>
                </a:lnTo>
                <a:lnTo>
                  <a:pt x="214380" y="65671"/>
                </a:lnTo>
                <a:lnTo>
                  <a:pt x="214380" y="63965"/>
                </a:lnTo>
                <a:cubicBezTo>
                  <a:pt x="216686" y="63615"/>
                  <a:pt x="218581" y="62650"/>
                  <a:pt x="220066" y="61072"/>
                </a:cubicBezTo>
                <a:cubicBezTo>
                  <a:pt x="221551" y="59492"/>
                  <a:pt x="223383" y="56231"/>
                  <a:pt x="225562" y="51287"/>
                </a:cubicBezTo>
                <a:lnTo>
                  <a:pt x="248542" y="0"/>
                </a:lnTo>
                <a:lnTo>
                  <a:pt x="249443" y="0"/>
                </a:lnTo>
                <a:lnTo>
                  <a:pt x="272612" y="52716"/>
                </a:lnTo>
                <a:cubicBezTo>
                  <a:pt x="274823" y="57759"/>
                  <a:pt x="276639" y="60934"/>
                  <a:pt x="278061" y="62242"/>
                </a:cubicBezTo>
                <a:cubicBezTo>
                  <a:pt x="279135" y="63231"/>
                  <a:pt x="280651" y="63805"/>
                  <a:pt x="282610" y="63965"/>
                </a:cubicBezTo>
                <a:lnTo>
                  <a:pt x="282610" y="65671"/>
                </a:lnTo>
                <a:lnTo>
                  <a:pt x="251527" y="65671"/>
                </a:lnTo>
                <a:lnTo>
                  <a:pt x="251527" y="63965"/>
                </a:lnTo>
                <a:lnTo>
                  <a:pt x="252807" y="63965"/>
                </a:lnTo>
                <a:cubicBezTo>
                  <a:pt x="255302" y="63965"/>
                  <a:pt x="257055" y="63612"/>
                  <a:pt x="258066" y="62905"/>
                </a:cubicBezTo>
                <a:cubicBezTo>
                  <a:pt x="258761" y="62392"/>
                  <a:pt x="259108" y="61653"/>
                  <a:pt x="259108" y="60688"/>
                </a:cubicBezTo>
                <a:cubicBezTo>
                  <a:pt x="259108" y="60111"/>
                  <a:pt x="259014" y="59517"/>
                  <a:pt x="258824" y="58906"/>
                </a:cubicBezTo>
                <a:cubicBezTo>
                  <a:pt x="258761" y="58617"/>
                  <a:pt x="258287" y="57413"/>
                  <a:pt x="257403" y="55293"/>
                </a:cubicBezTo>
                <a:lnTo>
                  <a:pt x="253991" y="47287"/>
                </a:lnTo>
                <a:moveTo>
                  <a:pt x="252380" y="43780"/>
                </a:moveTo>
                <a:lnTo>
                  <a:pt x="242809" y="21627"/>
                </a:lnTo>
                <a:lnTo>
                  <a:pt x="232954" y="43780"/>
                </a:lnTo>
                <a:lnTo>
                  <a:pt x="252380" y="43780"/>
                </a:lnTo>
                <a:close/>
                <a:moveTo>
                  <a:pt x="348259" y="0"/>
                </a:moveTo>
                <a:lnTo>
                  <a:pt x="348259" y="22269"/>
                </a:lnTo>
                <a:lnTo>
                  <a:pt x="346411" y="22269"/>
                </a:lnTo>
                <a:cubicBezTo>
                  <a:pt x="345022" y="16427"/>
                  <a:pt x="342431" y="11950"/>
                  <a:pt x="338641" y="8838"/>
                </a:cubicBezTo>
                <a:cubicBezTo>
                  <a:pt x="334850" y="5726"/>
                  <a:pt x="330554" y="4170"/>
                  <a:pt x="325753" y="4170"/>
                </a:cubicBezTo>
                <a:cubicBezTo>
                  <a:pt x="321742" y="4170"/>
                  <a:pt x="318062" y="5323"/>
                  <a:pt x="314713" y="7628"/>
                </a:cubicBezTo>
                <a:cubicBezTo>
                  <a:pt x="311365" y="9934"/>
                  <a:pt x="308917" y="12951"/>
                  <a:pt x="307369" y="16678"/>
                </a:cubicBezTo>
                <a:cubicBezTo>
                  <a:pt x="305379" y="21448"/>
                  <a:pt x="304384" y="26755"/>
                  <a:pt x="304384" y="32598"/>
                </a:cubicBezTo>
                <a:cubicBezTo>
                  <a:pt x="304384" y="38347"/>
                  <a:pt x="305111" y="43583"/>
                  <a:pt x="306564" y="48305"/>
                </a:cubicBezTo>
                <a:cubicBezTo>
                  <a:pt x="308017" y="53028"/>
                  <a:pt x="310291" y="56597"/>
                  <a:pt x="313387" y="59014"/>
                </a:cubicBezTo>
                <a:cubicBezTo>
                  <a:pt x="316482" y="61430"/>
                  <a:pt x="320494" y="62638"/>
                  <a:pt x="325421" y="62638"/>
                </a:cubicBezTo>
                <a:cubicBezTo>
                  <a:pt x="329465" y="62638"/>
                  <a:pt x="333168" y="61754"/>
                  <a:pt x="336532" y="59985"/>
                </a:cubicBezTo>
                <a:cubicBezTo>
                  <a:pt x="339897" y="58216"/>
                  <a:pt x="343442" y="55168"/>
                  <a:pt x="347170" y="50840"/>
                </a:cubicBezTo>
                <a:lnTo>
                  <a:pt x="347170" y="56384"/>
                </a:lnTo>
                <a:cubicBezTo>
                  <a:pt x="343569" y="60143"/>
                  <a:pt x="339818" y="62867"/>
                  <a:pt x="335916" y="64557"/>
                </a:cubicBezTo>
                <a:cubicBezTo>
                  <a:pt x="332015" y="66247"/>
                  <a:pt x="327459" y="67092"/>
                  <a:pt x="322247" y="67092"/>
                </a:cubicBezTo>
                <a:cubicBezTo>
                  <a:pt x="315392" y="67092"/>
                  <a:pt x="309304" y="65720"/>
                  <a:pt x="303981" y="62976"/>
                </a:cubicBezTo>
                <a:cubicBezTo>
                  <a:pt x="298659" y="60232"/>
                  <a:pt x="294552" y="56289"/>
                  <a:pt x="291662" y="51148"/>
                </a:cubicBezTo>
                <a:cubicBezTo>
                  <a:pt x="288772" y="46006"/>
                  <a:pt x="287327" y="40533"/>
                  <a:pt x="287327" y="34729"/>
                </a:cubicBezTo>
                <a:cubicBezTo>
                  <a:pt x="287327" y="28610"/>
                  <a:pt x="288930" y="22806"/>
                  <a:pt x="292136" y="17318"/>
                </a:cubicBezTo>
                <a:cubicBezTo>
                  <a:pt x="295342" y="11829"/>
                  <a:pt x="299670" y="7570"/>
                  <a:pt x="305119" y="4543"/>
                </a:cubicBezTo>
                <a:cubicBezTo>
                  <a:pt x="310567" y="1514"/>
                  <a:pt x="316356" y="0"/>
                  <a:pt x="322484" y="0"/>
                </a:cubicBezTo>
                <a:cubicBezTo>
                  <a:pt x="327001" y="0"/>
                  <a:pt x="331771" y="979"/>
                  <a:pt x="336793" y="2938"/>
                </a:cubicBezTo>
                <a:cubicBezTo>
                  <a:pt x="339699" y="4075"/>
                  <a:pt x="341547" y="4643"/>
                  <a:pt x="342337" y="4643"/>
                </a:cubicBezTo>
                <a:cubicBezTo>
                  <a:pt x="343347" y="4643"/>
                  <a:pt x="344224" y="4272"/>
                  <a:pt x="344966" y="3530"/>
                </a:cubicBezTo>
                <a:cubicBezTo>
                  <a:pt x="345709" y="2788"/>
                  <a:pt x="346190" y="1611"/>
                  <a:pt x="346411" y="0"/>
                </a:cubicBezTo>
                <a:lnTo>
                  <a:pt x="348259" y="0"/>
                </a:lnTo>
                <a:close/>
                <a:moveTo>
                  <a:pt x="393772" y="26057"/>
                </a:moveTo>
                <a:lnTo>
                  <a:pt x="416373" y="54289"/>
                </a:lnTo>
                <a:cubicBezTo>
                  <a:pt x="419564" y="58293"/>
                  <a:pt x="422312" y="61010"/>
                  <a:pt x="424618" y="62440"/>
                </a:cubicBezTo>
                <a:cubicBezTo>
                  <a:pt x="426292" y="63457"/>
                  <a:pt x="428061" y="63965"/>
                  <a:pt x="429924" y="63965"/>
                </a:cubicBezTo>
                <a:lnTo>
                  <a:pt x="429924" y="65671"/>
                </a:lnTo>
                <a:lnTo>
                  <a:pt x="396473" y="65671"/>
                </a:lnTo>
                <a:lnTo>
                  <a:pt x="396473" y="63965"/>
                </a:lnTo>
                <a:cubicBezTo>
                  <a:pt x="398589" y="63774"/>
                  <a:pt x="399956" y="63441"/>
                  <a:pt x="400572" y="62966"/>
                </a:cubicBezTo>
                <a:cubicBezTo>
                  <a:pt x="401188" y="62490"/>
                  <a:pt x="401495" y="61902"/>
                  <a:pt x="401495" y="61204"/>
                </a:cubicBezTo>
                <a:cubicBezTo>
                  <a:pt x="401495" y="59871"/>
                  <a:pt x="400042" y="57364"/>
                  <a:pt x="397136" y="53683"/>
                </a:cubicBezTo>
                <a:lnTo>
                  <a:pt x="382401" y="35206"/>
                </a:lnTo>
                <a:lnTo>
                  <a:pt x="380032" y="37147"/>
                </a:lnTo>
                <a:lnTo>
                  <a:pt x="380032" y="54678"/>
                </a:lnTo>
                <a:cubicBezTo>
                  <a:pt x="380032" y="58043"/>
                  <a:pt x="380221" y="60139"/>
                  <a:pt x="380600" y="60965"/>
                </a:cubicBezTo>
                <a:cubicBezTo>
                  <a:pt x="380979" y="61790"/>
                  <a:pt x="381706" y="62497"/>
                  <a:pt x="382780" y="63084"/>
                </a:cubicBezTo>
                <a:cubicBezTo>
                  <a:pt x="383854" y="63671"/>
                  <a:pt x="385575" y="63965"/>
                  <a:pt x="387944" y="63965"/>
                </a:cubicBezTo>
                <a:lnTo>
                  <a:pt x="387944" y="65671"/>
                </a:lnTo>
                <a:lnTo>
                  <a:pt x="355535" y="65671"/>
                </a:lnTo>
                <a:lnTo>
                  <a:pt x="355535" y="63965"/>
                </a:lnTo>
                <a:lnTo>
                  <a:pt x="357668" y="63965"/>
                </a:lnTo>
                <a:cubicBezTo>
                  <a:pt x="359531" y="63965"/>
                  <a:pt x="361032" y="63632"/>
                  <a:pt x="362169" y="62966"/>
                </a:cubicBezTo>
                <a:cubicBezTo>
                  <a:pt x="362990" y="62520"/>
                  <a:pt x="363622" y="61758"/>
                  <a:pt x="364064" y="60679"/>
                </a:cubicBezTo>
                <a:cubicBezTo>
                  <a:pt x="364412" y="59917"/>
                  <a:pt x="364585" y="57917"/>
                  <a:pt x="364585" y="54678"/>
                </a:cubicBezTo>
                <a:lnTo>
                  <a:pt x="364585" y="12414"/>
                </a:lnTo>
                <a:cubicBezTo>
                  <a:pt x="364585" y="9112"/>
                  <a:pt x="364412" y="7048"/>
                  <a:pt x="364064" y="6223"/>
                </a:cubicBezTo>
                <a:cubicBezTo>
                  <a:pt x="363717" y="5397"/>
                  <a:pt x="363014" y="4674"/>
                  <a:pt x="361956" y="4056"/>
                </a:cubicBezTo>
                <a:cubicBezTo>
                  <a:pt x="360897" y="3437"/>
                  <a:pt x="359468" y="3127"/>
                  <a:pt x="357668" y="3127"/>
                </a:cubicBezTo>
                <a:lnTo>
                  <a:pt x="355535" y="3127"/>
                </a:lnTo>
                <a:lnTo>
                  <a:pt x="355535" y="1421"/>
                </a:lnTo>
                <a:lnTo>
                  <a:pt x="387518" y="1421"/>
                </a:lnTo>
                <a:lnTo>
                  <a:pt x="387518" y="3127"/>
                </a:lnTo>
                <a:cubicBezTo>
                  <a:pt x="385338" y="3127"/>
                  <a:pt x="383680" y="3445"/>
                  <a:pt x="382543" y="4079"/>
                </a:cubicBezTo>
                <a:cubicBezTo>
                  <a:pt x="381722" y="4524"/>
                  <a:pt x="381074" y="5271"/>
                  <a:pt x="380600" y="6318"/>
                </a:cubicBezTo>
                <a:cubicBezTo>
                  <a:pt x="380221" y="7112"/>
                  <a:pt x="380032" y="9144"/>
                  <a:pt x="380032" y="12414"/>
                </a:cubicBezTo>
                <a:lnTo>
                  <a:pt x="380032" y="32409"/>
                </a:lnTo>
                <a:lnTo>
                  <a:pt x="403865" y="13111"/>
                </a:lnTo>
                <a:cubicBezTo>
                  <a:pt x="407181" y="10418"/>
                  <a:pt x="408840" y="8262"/>
                  <a:pt x="408840" y="6645"/>
                </a:cubicBezTo>
                <a:cubicBezTo>
                  <a:pt x="408840" y="5441"/>
                  <a:pt x="408160" y="4490"/>
                  <a:pt x="406802" y="3793"/>
                </a:cubicBezTo>
                <a:cubicBezTo>
                  <a:pt x="406107" y="3444"/>
                  <a:pt x="404386" y="3222"/>
                  <a:pt x="401638" y="3127"/>
                </a:cubicBezTo>
                <a:lnTo>
                  <a:pt x="401638" y="1421"/>
                </a:lnTo>
                <a:lnTo>
                  <a:pt x="426702" y="1421"/>
                </a:lnTo>
                <a:lnTo>
                  <a:pt x="426702" y="3127"/>
                </a:lnTo>
                <a:cubicBezTo>
                  <a:pt x="424460" y="3286"/>
                  <a:pt x="422699" y="3691"/>
                  <a:pt x="421419" y="4343"/>
                </a:cubicBezTo>
                <a:cubicBezTo>
                  <a:pt x="420140" y="4994"/>
                  <a:pt x="417195" y="7195"/>
                  <a:pt x="412583" y="10945"/>
                </a:cubicBezTo>
                <a:lnTo>
                  <a:pt x="393772" y="260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537C8-4531-48A2-A311-0A6C954A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704" y="1872275"/>
            <a:ext cx="469175" cy="132941"/>
          </a:xfrm>
          <a:custGeom xmlns:a="http://schemas.openxmlformats.org/drawingml/2006/main">
            <a:pathLst>
              <a:path w="469175" h="132941">
                <a:moveTo>
                  <a:pt x="0" y="0"/>
                </a:moveTo>
                <a:lnTo>
                  <a:pt x="469175" y="0"/>
                </a:lnTo>
                <a:lnTo>
                  <a:pt x="469175" y="132941"/>
                </a:lnTo>
                <a:lnTo>
                  <a:pt x="0" y="1329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Text RST/ACK">
            <a:extLst xmlns:a="http://schemas.openxmlformats.org/drawingml/2006/main">
              <a:ext uri="{FF2B5EF4-FFF2-40B4-BE49-F238E27FC236}">
                <a16:creationId xmlns:a16="http://schemas.microsoft.com/office/drawing/2014/main" id="{77C70A42-6B98-4619-8B03-8804FD56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180" y="1906715"/>
            <a:ext cx="429925" cy="67187"/>
          </a:xfrm>
          <a:custGeom xmlns:a="http://schemas.openxmlformats.org/drawingml/2006/main">
            <a:pathLst>
              <a:path w="429925" h="67187">
                <a:moveTo>
                  <a:pt x="23975" y="36389"/>
                </a:moveTo>
                <a:lnTo>
                  <a:pt x="23975" y="54489"/>
                </a:lnTo>
                <a:cubicBezTo>
                  <a:pt x="23975" y="57946"/>
                  <a:pt x="24188" y="60122"/>
                  <a:pt x="24615" y="61018"/>
                </a:cubicBezTo>
                <a:cubicBezTo>
                  <a:pt x="25041" y="61914"/>
                  <a:pt x="25791" y="62629"/>
                  <a:pt x="26865" y="63164"/>
                </a:cubicBezTo>
                <a:cubicBezTo>
                  <a:pt x="27939" y="63698"/>
                  <a:pt x="29945" y="63965"/>
                  <a:pt x="32883" y="63965"/>
                </a:cubicBezTo>
                <a:lnTo>
                  <a:pt x="32883" y="65671"/>
                </a:lnTo>
                <a:lnTo>
                  <a:pt x="0" y="65671"/>
                </a:lnTo>
                <a:lnTo>
                  <a:pt x="0" y="63965"/>
                </a:lnTo>
                <a:cubicBezTo>
                  <a:pt x="2969" y="63965"/>
                  <a:pt x="4983" y="63690"/>
                  <a:pt x="6041" y="63140"/>
                </a:cubicBezTo>
                <a:cubicBezTo>
                  <a:pt x="7099" y="62590"/>
                  <a:pt x="7842" y="61875"/>
                  <a:pt x="8268" y="60995"/>
                </a:cubicBezTo>
                <a:cubicBezTo>
                  <a:pt x="8695" y="60114"/>
                  <a:pt x="8908" y="57946"/>
                  <a:pt x="8908" y="54489"/>
                </a:cubicBezTo>
                <a:lnTo>
                  <a:pt x="8908" y="12603"/>
                </a:lnTo>
                <a:cubicBezTo>
                  <a:pt x="8908" y="9147"/>
                  <a:pt x="8695" y="6971"/>
                  <a:pt x="8268" y="6075"/>
                </a:cubicBezTo>
                <a:cubicBezTo>
                  <a:pt x="7842" y="5179"/>
                  <a:pt x="7091" y="4464"/>
                  <a:pt x="6017" y="3930"/>
                </a:cubicBezTo>
                <a:cubicBezTo>
                  <a:pt x="4943" y="3395"/>
                  <a:pt x="2938" y="3127"/>
                  <a:pt x="0" y="3127"/>
                </a:cubicBezTo>
                <a:lnTo>
                  <a:pt x="0" y="1421"/>
                </a:lnTo>
                <a:lnTo>
                  <a:pt x="29850" y="1421"/>
                </a:lnTo>
                <a:cubicBezTo>
                  <a:pt x="37621" y="1421"/>
                  <a:pt x="43307" y="1958"/>
                  <a:pt x="46908" y="3031"/>
                </a:cubicBezTo>
                <a:cubicBezTo>
                  <a:pt x="50509" y="4104"/>
                  <a:pt x="53446" y="6084"/>
                  <a:pt x="55721" y="8971"/>
                </a:cubicBezTo>
                <a:cubicBezTo>
                  <a:pt x="57995" y="11859"/>
                  <a:pt x="59132" y="15243"/>
                  <a:pt x="59132" y="19124"/>
                </a:cubicBezTo>
                <a:cubicBezTo>
                  <a:pt x="59132" y="23859"/>
                  <a:pt x="57426" y="27772"/>
                  <a:pt x="54015" y="30865"/>
                </a:cubicBezTo>
                <a:cubicBezTo>
                  <a:pt x="51835" y="32821"/>
                  <a:pt x="48787" y="34288"/>
                  <a:pt x="44870" y="35267"/>
                </a:cubicBezTo>
                <a:lnTo>
                  <a:pt x="60317" y="57068"/>
                </a:lnTo>
                <a:cubicBezTo>
                  <a:pt x="62338" y="59852"/>
                  <a:pt x="63775" y="61588"/>
                  <a:pt x="64628" y="62276"/>
                </a:cubicBezTo>
                <a:cubicBezTo>
                  <a:pt x="65923" y="63245"/>
                  <a:pt x="67424" y="63776"/>
                  <a:pt x="69130" y="63870"/>
                </a:cubicBezTo>
                <a:lnTo>
                  <a:pt x="69130" y="65671"/>
                </a:lnTo>
                <a:lnTo>
                  <a:pt x="48898" y="65671"/>
                </a:lnTo>
                <a:lnTo>
                  <a:pt x="28192" y="36389"/>
                </a:lnTo>
                <a:lnTo>
                  <a:pt x="23975" y="36389"/>
                </a:lnTo>
                <a:moveTo>
                  <a:pt x="23975" y="5022"/>
                </a:moveTo>
                <a:lnTo>
                  <a:pt x="23975" y="32978"/>
                </a:lnTo>
                <a:lnTo>
                  <a:pt x="26676" y="32978"/>
                </a:lnTo>
                <a:cubicBezTo>
                  <a:pt x="31066" y="32978"/>
                  <a:pt x="34352" y="32578"/>
                  <a:pt x="36531" y="31778"/>
                </a:cubicBezTo>
                <a:cubicBezTo>
                  <a:pt x="38711" y="30978"/>
                  <a:pt x="40424" y="29534"/>
                  <a:pt x="41672" y="27449"/>
                </a:cubicBezTo>
                <a:cubicBezTo>
                  <a:pt x="42920" y="25362"/>
                  <a:pt x="43544" y="22640"/>
                  <a:pt x="43544" y="19283"/>
                </a:cubicBezTo>
                <a:cubicBezTo>
                  <a:pt x="43544" y="14419"/>
                  <a:pt x="42399" y="10827"/>
                  <a:pt x="40108" y="8505"/>
                </a:cubicBezTo>
                <a:cubicBezTo>
                  <a:pt x="37818" y="6183"/>
                  <a:pt x="34130" y="5022"/>
                  <a:pt x="29045" y="5022"/>
                </a:cubicBezTo>
                <a:lnTo>
                  <a:pt x="23975" y="5022"/>
                </a:lnTo>
                <a:close/>
                <a:moveTo>
                  <a:pt x="113648" y="0"/>
                </a:moveTo>
                <a:lnTo>
                  <a:pt x="114169" y="21416"/>
                </a:lnTo>
                <a:lnTo>
                  <a:pt x="112226" y="21416"/>
                </a:lnTo>
                <a:cubicBezTo>
                  <a:pt x="111310" y="16060"/>
                  <a:pt x="109059" y="11752"/>
                  <a:pt x="105474" y="8492"/>
                </a:cubicBezTo>
                <a:cubicBezTo>
                  <a:pt x="101889" y="5231"/>
                  <a:pt x="98012" y="3601"/>
                  <a:pt x="93842" y="3601"/>
                </a:cubicBezTo>
                <a:cubicBezTo>
                  <a:pt x="90620" y="3601"/>
                  <a:pt x="88069" y="4459"/>
                  <a:pt x="86190" y="6176"/>
                </a:cubicBezTo>
                <a:cubicBezTo>
                  <a:pt x="84310" y="7891"/>
                  <a:pt x="83371" y="9867"/>
                  <a:pt x="83371" y="12103"/>
                </a:cubicBezTo>
                <a:cubicBezTo>
                  <a:pt x="83371" y="13520"/>
                  <a:pt x="83702" y="14779"/>
                  <a:pt x="84366" y="15882"/>
                </a:cubicBezTo>
                <a:cubicBezTo>
                  <a:pt x="85282" y="17361"/>
                  <a:pt x="86751" y="18825"/>
                  <a:pt x="88772" y="20273"/>
                </a:cubicBezTo>
                <a:cubicBezTo>
                  <a:pt x="90257" y="21313"/>
                  <a:pt x="93684" y="23155"/>
                  <a:pt x="99054" y="25801"/>
                </a:cubicBezTo>
                <a:cubicBezTo>
                  <a:pt x="106572" y="29485"/>
                  <a:pt x="111642" y="32965"/>
                  <a:pt x="114263" y="36241"/>
                </a:cubicBezTo>
                <a:cubicBezTo>
                  <a:pt x="116854" y="39516"/>
                  <a:pt x="118149" y="43264"/>
                  <a:pt x="118149" y="47485"/>
                </a:cubicBezTo>
                <a:cubicBezTo>
                  <a:pt x="118149" y="52839"/>
                  <a:pt x="116056" y="57446"/>
                  <a:pt x="111871" y="61304"/>
                </a:cubicBezTo>
                <a:cubicBezTo>
                  <a:pt x="107685" y="65163"/>
                  <a:pt x="102371" y="67092"/>
                  <a:pt x="95927" y="67092"/>
                </a:cubicBezTo>
                <a:cubicBezTo>
                  <a:pt x="93905" y="67092"/>
                  <a:pt x="91994" y="66887"/>
                  <a:pt x="90194" y="66476"/>
                </a:cubicBezTo>
                <a:cubicBezTo>
                  <a:pt x="88393" y="66066"/>
                  <a:pt x="86135" y="65292"/>
                  <a:pt x="83418" y="64155"/>
                </a:cubicBezTo>
                <a:cubicBezTo>
                  <a:pt x="81902" y="63523"/>
                  <a:pt x="80654" y="63207"/>
                  <a:pt x="79675" y="63207"/>
                </a:cubicBezTo>
                <a:cubicBezTo>
                  <a:pt x="78854" y="63207"/>
                  <a:pt x="77985" y="63527"/>
                  <a:pt x="77069" y="64166"/>
                </a:cubicBezTo>
                <a:cubicBezTo>
                  <a:pt x="76153" y="64806"/>
                  <a:pt x="75411" y="65781"/>
                  <a:pt x="74842" y="67092"/>
                </a:cubicBezTo>
                <a:lnTo>
                  <a:pt x="73089" y="67092"/>
                </a:lnTo>
                <a:lnTo>
                  <a:pt x="73089" y="42833"/>
                </a:lnTo>
                <a:lnTo>
                  <a:pt x="74842" y="42833"/>
                </a:lnTo>
                <a:cubicBezTo>
                  <a:pt x="76232" y="49640"/>
                  <a:pt x="78909" y="54832"/>
                  <a:pt x="82873" y="58410"/>
                </a:cubicBezTo>
                <a:cubicBezTo>
                  <a:pt x="86837" y="61987"/>
                  <a:pt x="91110" y="63775"/>
                  <a:pt x="95690" y="63775"/>
                </a:cubicBezTo>
                <a:cubicBezTo>
                  <a:pt x="99228" y="63775"/>
                  <a:pt x="102047" y="62815"/>
                  <a:pt x="104148" y="60894"/>
                </a:cubicBezTo>
                <a:cubicBezTo>
                  <a:pt x="106248" y="58973"/>
                  <a:pt x="107298" y="56737"/>
                  <a:pt x="107298" y="54187"/>
                </a:cubicBezTo>
                <a:cubicBezTo>
                  <a:pt x="107298" y="52675"/>
                  <a:pt x="106896" y="51211"/>
                  <a:pt x="106090" y="49795"/>
                </a:cubicBezTo>
                <a:cubicBezTo>
                  <a:pt x="105285" y="48377"/>
                  <a:pt x="104061" y="47031"/>
                  <a:pt x="102418" y="45756"/>
                </a:cubicBezTo>
                <a:cubicBezTo>
                  <a:pt x="100776" y="44480"/>
                  <a:pt x="97869" y="42820"/>
                  <a:pt x="93700" y="40773"/>
                </a:cubicBezTo>
                <a:cubicBezTo>
                  <a:pt x="87856" y="37908"/>
                  <a:pt x="83655" y="35466"/>
                  <a:pt x="81096" y="33447"/>
                </a:cubicBezTo>
                <a:cubicBezTo>
                  <a:pt x="78538" y="31428"/>
                  <a:pt x="76571" y="29173"/>
                  <a:pt x="75197" y="26682"/>
                </a:cubicBezTo>
                <a:cubicBezTo>
                  <a:pt x="73823" y="24190"/>
                  <a:pt x="73136" y="21447"/>
                  <a:pt x="73136" y="18451"/>
                </a:cubicBezTo>
                <a:cubicBezTo>
                  <a:pt x="73136" y="13341"/>
                  <a:pt x="75016" y="8989"/>
                  <a:pt x="78775" y="5394"/>
                </a:cubicBezTo>
                <a:cubicBezTo>
                  <a:pt x="82534" y="1798"/>
                  <a:pt x="87272" y="0"/>
                  <a:pt x="92989" y="0"/>
                </a:cubicBezTo>
                <a:cubicBezTo>
                  <a:pt x="95074" y="0"/>
                  <a:pt x="97096" y="256"/>
                  <a:pt x="99054" y="767"/>
                </a:cubicBezTo>
                <a:cubicBezTo>
                  <a:pt x="100539" y="1150"/>
                  <a:pt x="102347" y="1860"/>
                  <a:pt x="104479" y="2898"/>
                </a:cubicBezTo>
                <a:cubicBezTo>
                  <a:pt x="106611" y="3935"/>
                  <a:pt x="108104" y="4454"/>
                  <a:pt x="108957" y="4454"/>
                </a:cubicBezTo>
                <a:cubicBezTo>
                  <a:pt x="109778" y="4454"/>
                  <a:pt x="110426" y="4199"/>
                  <a:pt x="110899" y="3688"/>
                </a:cubicBezTo>
                <a:cubicBezTo>
                  <a:pt x="111373" y="3177"/>
                  <a:pt x="111815" y="1948"/>
                  <a:pt x="112226" y="0"/>
                </a:cubicBezTo>
                <a:lnTo>
                  <a:pt x="113648" y="0"/>
                </a:lnTo>
                <a:close/>
                <a:moveTo>
                  <a:pt x="183139" y="1421"/>
                </a:moveTo>
                <a:lnTo>
                  <a:pt x="183139" y="18858"/>
                </a:lnTo>
                <a:lnTo>
                  <a:pt x="181434" y="18858"/>
                </a:lnTo>
                <a:cubicBezTo>
                  <a:pt x="180423" y="14832"/>
                  <a:pt x="179301" y="11940"/>
                  <a:pt x="178069" y="10181"/>
                </a:cubicBezTo>
                <a:cubicBezTo>
                  <a:pt x="176838" y="8422"/>
                  <a:pt x="175148" y="7019"/>
                  <a:pt x="173000" y="5973"/>
                </a:cubicBezTo>
                <a:cubicBezTo>
                  <a:pt x="171799" y="5402"/>
                  <a:pt x="169699" y="5117"/>
                  <a:pt x="166698" y="5117"/>
                </a:cubicBezTo>
                <a:lnTo>
                  <a:pt x="161912" y="5117"/>
                </a:lnTo>
                <a:lnTo>
                  <a:pt x="161912" y="54678"/>
                </a:lnTo>
                <a:cubicBezTo>
                  <a:pt x="161912" y="57980"/>
                  <a:pt x="162094" y="60044"/>
                  <a:pt x="162457" y="60870"/>
                </a:cubicBezTo>
                <a:cubicBezTo>
                  <a:pt x="162821" y="61696"/>
                  <a:pt x="163531" y="62418"/>
                  <a:pt x="164589" y="63037"/>
                </a:cubicBezTo>
                <a:cubicBezTo>
                  <a:pt x="165648" y="63656"/>
                  <a:pt x="167093" y="63965"/>
                  <a:pt x="168925" y="63965"/>
                </a:cubicBezTo>
                <a:lnTo>
                  <a:pt x="171057" y="63965"/>
                </a:lnTo>
                <a:lnTo>
                  <a:pt x="171057" y="65671"/>
                </a:lnTo>
                <a:lnTo>
                  <a:pt x="137416" y="65671"/>
                </a:lnTo>
                <a:lnTo>
                  <a:pt x="137416" y="63965"/>
                </a:lnTo>
                <a:lnTo>
                  <a:pt x="139548" y="63965"/>
                </a:lnTo>
                <a:cubicBezTo>
                  <a:pt x="141412" y="63965"/>
                  <a:pt x="142912" y="63632"/>
                  <a:pt x="144050" y="62966"/>
                </a:cubicBezTo>
                <a:cubicBezTo>
                  <a:pt x="144871" y="62520"/>
                  <a:pt x="145518" y="61758"/>
                  <a:pt x="145992" y="60679"/>
                </a:cubicBezTo>
                <a:cubicBezTo>
                  <a:pt x="146340" y="59917"/>
                  <a:pt x="146513" y="57917"/>
                  <a:pt x="146513" y="54678"/>
                </a:cubicBezTo>
                <a:lnTo>
                  <a:pt x="146513" y="5117"/>
                </a:lnTo>
                <a:lnTo>
                  <a:pt x="141870" y="5117"/>
                </a:lnTo>
                <a:cubicBezTo>
                  <a:pt x="137542" y="5117"/>
                  <a:pt x="134400" y="6036"/>
                  <a:pt x="132441" y="7874"/>
                </a:cubicBezTo>
                <a:cubicBezTo>
                  <a:pt x="129693" y="10442"/>
                  <a:pt x="127956" y="14103"/>
                  <a:pt x="127229" y="18858"/>
                </a:cubicBezTo>
                <a:lnTo>
                  <a:pt x="125429" y="18858"/>
                </a:lnTo>
                <a:lnTo>
                  <a:pt x="125429" y="1421"/>
                </a:lnTo>
                <a:lnTo>
                  <a:pt x="183139" y="1421"/>
                </a:lnTo>
                <a:close/>
                <a:moveTo>
                  <a:pt x="213696" y="0"/>
                </a:moveTo>
                <a:lnTo>
                  <a:pt x="192611" y="67187"/>
                </a:lnTo>
                <a:lnTo>
                  <a:pt x="186547" y="67187"/>
                </a:lnTo>
                <a:lnTo>
                  <a:pt x="207726" y="0"/>
                </a:lnTo>
                <a:lnTo>
                  <a:pt x="213696" y="0"/>
                </a:lnTo>
                <a:close/>
                <a:moveTo>
                  <a:pt x="253992" y="47287"/>
                </a:moveTo>
                <a:lnTo>
                  <a:pt x="231296" y="47287"/>
                </a:lnTo>
                <a:lnTo>
                  <a:pt x="228595" y="53572"/>
                </a:lnTo>
                <a:cubicBezTo>
                  <a:pt x="227711" y="55680"/>
                  <a:pt x="227269" y="57420"/>
                  <a:pt x="227269" y="58793"/>
                </a:cubicBezTo>
                <a:cubicBezTo>
                  <a:pt x="227269" y="60612"/>
                  <a:pt x="227995" y="61953"/>
                  <a:pt x="229448" y="62816"/>
                </a:cubicBezTo>
                <a:cubicBezTo>
                  <a:pt x="230301" y="63326"/>
                  <a:pt x="232402" y="63709"/>
                  <a:pt x="235750" y="63965"/>
                </a:cubicBezTo>
                <a:lnTo>
                  <a:pt x="235750" y="65671"/>
                </a:lnTo>
                <a:lnTo>
                  <a:pt x="214381" y="65671"/>
                </a:lnTo>
                <a:lnTo>
                  <a:pt x="214381" y="63965"/>
                </a:lnTo>
                <a:cubicBezTo>
                  <a:pt x="216687" y="63615"/>
                  <a:pt x="218582" y="62650"/>
                  <a:pt x="220067" y="61072"/>
                </a:cubicBezTo>
                <a:cubicBezTo>
                  <a:pt x="221551" y="59492"/>
                  <a:pt x="223383" y="56231"/>
                  <a:pt x="225563" y="51287"/>
                </a:cubicBezTo>
                <a:lnTo>
                  <a:pt x="248543" y="0"/>
                </a:lnTo>
                <a:lnTo>
                  <a:pt x="249443" y="0"/>
                </a:lnTo>
                <a:lnTo>
                  <a:pt x="272613" y="52716"/>
                </a:lnTo>
                <a:cubicBezTo>
                  <a:pt x="274824" y="57759"/>
                  <a:pt x="276640" y="60934"/>
                  <a:pt x="278061" y="62242"/>
                </a:cubicBezTo>
                <a:cubicBezTo>
                  <a:pt x="279135" y="63231"/>
                  <a:pt x="280652" y="63805"/>
                  <a:pt x="282610" y="63965"/>
                </a:cubicBezTo>
                <a:lnTo>
                  <a:pt x="282610" y="65671"/>
                </a:lnTo>
                <a:lnTo>
                  <a:pt x="251528" y="65671"/>
                </a:lnTo>
                <a:lnTo>
                  <a:pt x="251528" y="63965"/>
                </a:lnTo>
                <a:lnTo>
                  <a:pt x="252807" y="63965"/>
                </a:lnTo>
                <a:cubicBezTo>
                  <a:pt x="255303" y="63965"/>
                  <a:pt x="257056" y="63612"/>
                  <a:pt x="258066" y="62905"/>
                </a:cubicBezTo>
                <a:cubicBezTo>
                  <a:pt x="258761" y="62392"/>
                  <a:pt x="259109" y="61653"/>
                  <a:pt x="259109" y="60688"/>
                </a:cubicBezTo>
                <a:cubicBezTo>
                  <a:pt x="259109" y="60111"/>
                  <a:pt x="259014" y="59517"/>
                  <a:pt x="258825" y="58906"/>
                </a:cubicBezTo>
                <a:cubicBezTo>
                  <a:pt x="258761" y="58617"/>
                  <a:pt x="258288" y="57413"/>
                  <a:pt x="257403" y="55293"/>
                </a:cubicBezTo>
                <a:lnTo>
                  <a:pt x="253992" y="47287"/>
                </a:lnTo>
                <a:moveTo>
                  <a:pt x="252381" y="43780"/>
                </a:moveTo>
                <a:lnTo>
                  <a:pt x="242810" y="21627"/>
                </a:lnTo>
                <a:lnTo>
                  <a:pt x="232954" y="43780"/>
                </a:lnTo>
                <a:lnTo>
                  <a:pt x="252381" y="43780"/>
                </a:lnTo>
                <a:close/>
                <a:moveTo>
                  <a:pt x="348260" y="0"/>
                </a:moveTo>
                <a:lnTo>
                  <a:pt x="348260" y="22269"/>
                </a:lnTo>
                <a:lnTo>
                  <a:pt x="346412" y="22269"/>
                </a:lnTo>
                <a:cubicBezTo>
                  <a:pt x="345022" y="16427"/>
                  <a:pt x="342432" y="11950"/>
                  <a:pt x="338641" y="8838"/>
                </a:cubicBezTo>
                <a:cubicBezTo>
                  <a:pt x="334851" y="5726"/>
                  <a:pt x="330555" y="4170"/>
                  <a:pt x="325754" y="4170"/>
                </a:cubicBezTo>
                <a:cubicBezTo>
                  <a:pt x="321742" y="4170"/>
                  <a:pt x="318062" y="5323"/>
                  <a:pt x="314714" y="7628"/>
                </a:cubicBezTo>
                <a:cubicBezTo>
                  <a:pt x="311366" y="9934"/>
                  <a:pt x="308918" y="12951"/>
                  <a:pt x="307370" y="16678"/>
                </a:cubicBezTo>
                <a:cubicBezTo>
                  <a:pt x="305380" y="21448"/>
                  <a:pt x="304385" y="26755"/>
                  <a:pt x="304385" y="32598"/>
                </a:cubicBezTo>
                <a:cubicBezTo>
                  <a:pt x="304385" y="38347"/>
                  <a:pt x="305111" y="43583"/>
                  <a:pt x="306564" y="48305"/>
                </a:cubicBezTo>
                <a:cubicBezTo>
                  <a:pt x="308017" y="53028"/>
                  <a:pt x="310292" y="56597"/>
                  <a:pt x="313387" y="59014"/>
                </a:cubicBezTo>
                <a:cubicBezTo>
                  <a:pt x="316483" y="61430"/>
                  <a:pt x="320494" y="62638"/>
                  <a:pt x="325422" y="62638"/>
                </a:cubicBezTo>
                <a:cubicBezTo>
                  <a:pt x="329465" y="62638"/>
                  <a:pt x="333169" y="61754"/>
                  <a:pt x="336533" y="59985"/>
                </a:cubicBezTo>
                <a:cubicBezTo>
                  <a:pt x="339897" y="58216"/>
                  <a:pt x="343443" y="55168"/>
                  <a:pt x="347170" y="50840"/>
                </a:cubicBezTo>
                <a:lnTo>
                  <a:pt x="347170" y="56384"/>
                </a:lnTo>
                <a:cubicBezTo>
                  <a:pt x="343569" y="60143"/>
                  <a:pt x="339818" y="62867"/>
                  <a:pt x="335917" y="64557"/>
                </a:cubicBezTo>
                <a:cubicBezTo>
                  <a:pt x="332016" y="66247"/>
                  <a:pt x="327459" y="67092"/>
                  <a:pt x="322248" y="67092"/>
                </a:cubicBezTo>
                <a:cubicBezTo>
                  <a:pt x="315393" y="67092"/>
                  <a:pt x="309304" y="65720"/>
                  <a:pt x="303982" y="62976"/>
                </a:cubicBezTo>
                <a:cubicBezTo>
                  <a:pt x="298659" y="60232"/>
                  <a:pt x="294553" y="56289"/>
                  <a:pt x="291663" y="51148"/>
                </a:cubicBezTo>
                <a:cubicBezTo>
                  <a:pt x="288772" y="46006"/>
                  <a:pt x="287327" y="40533"/>
                  <a:pt x="287327" y="34729"/>
                </a:cubicBezTo>
                <a:cubicBezTo>
                  <a:pt x="287327" y="28610"/>
                  <a:pt x="288930" y="22806"/>
                  <a:pt x="292137" y="17318"/>
                </a:cubicBezTo>
                <a:cubicBezTo>
                  <a:pt x="295343" y="11829"/>
                  <a:pt x="299670" y="7570"/>
                  <a:pt x="305119" y="4543"/>
                </a:cubicBezTo>
                <a:cubicBezTo>
                  <a:pt x="310568" y="1514"/>
                  <a:pt x="316356" y="0"/>
                  <a:pt x="322484" y="0"/>
                </a:cubicBezTo>
                <a:cubicBezTo>
                  <a:pt x="327001" y="0"/>
                  <a:pt x="331771" y="979"/>
                  <a:pt x="336794" y="2938"/>
                </a:cubicBezTo>
                <a:cubicBezTo>
                  <a:pt x="339700" y="4075"/>
                  <a:pt x="341548" y="4643"/>
                  <a:pt x="342337" y="4643"/>
                </a:cubicBezTo>
                <a:cubicBezTo>
                  <a:pt x="343348" y="4643"/>
                  <a:pt x="344225" y="4272"/>
                  <a:pt x="344967" y="3530"/>
                </a:cubicBezTo>
                <a:cubicBezTo>
                  <a:pt x="345709" y="2788"/>
                  <a:pt x="346191" y="1611"/>
                  <a:pt x="346412" y="0"/>
                </a:cubicBezTo>
                <a:lnTo>
                  <a:pt x="348260" y="0"/>
                </a:lnTo>
                <a:close/>
                <a:moveTo>
                  <a:pt x="393773" y="26057"/>
                </a:moveTo>
                <a:lnTo>
                  <a:pt x="416374" y="54289"/>
                </a:lnTo>
                <a:cubicBezTo>
                  <a:pt x="419564" y="58293"/>
                  <a:pt x="422312" y="61010"/>
                  <a:pt x="424618" y="62440"/>
                </a:cubicBezTo>
                <a:cubicBezTo>
                  <a:pt x="426292" y="63457"/>
                  <a:pt x="428061" y="63965"/>
                  <a:pt x="429925" y="63965"/>
                </a:cubicBezTo>
                <a:lnTo>
                  <a:pt x="429925" y="65671"/>
                </a:lnTo>
                <a:lnTo>
                  <a:pt x="396474" y="65671"/>
                </a:lnTo>
                <a:lnTo>
                  <a:pt x="396474" y="63965"/>
                </a:lnTo>
                <a:cubicBezTo>
                  <a:pt x="398590" y="63774"/>
                  <a:pt x="399956" y="63441"/>
                  <a:pt x="400572" y="62966"/>
                </a:cubicBezTo>
                <a:cubicBezTo>
                  <a:pt x="401188" y="62490"/>
                  <a:pt x="401496" y="61902"/>
                  <a:pt x="401496" y="61204"/>
                </a:cubicBezTo>
                <a:cubicBezTo>
                  <a:pt x="401496" y="59871"/>
                  <a:pt x="400043" y="57364"/>
                  <a:pt x="397137" y="53683"/>
                </a:cubicBezTo>
                <a:lnTo>
                  <a:pt x="382401" y="35206"/>
                </a:lnTo>
                <a:lnTo>
                  <a:pt x="380032" y="37147"/>
                </a:lnTo>
                <a:lnTo>
                  <a:pt x="380032" y="54678"/>
                </a:lnTo>
                <a:cubicBezTo>
                  <a:pt x="380032" y="58043"/>
                  <a:pt x="380222" y="60139"/>
                  <a:pt x="380601" y="60965"/>
                </a:cubicBezTo>
                <a:cubicBezTo>
                  <a:pt x="380980" y="61790"/>
                  <a:pt x="381706" y="62497"/>
                  <a:pt x="382780" y="63084"/>
                </a:cubicBezTo>
                <a:cubicBezTo>
                  <a:pt x="383854" y="63671"/>
                  <a:pt x="385576" y="63965"/>
                  <a:pt x="387945" y="63965"/>
                </a:cubicBezTo>
                <a:lnTo>
                  <a:pt x="387945" y="65671"/>
                </a:lnTo>
                <a:lnTo>
                  <a:pt x="355536" y="65671"/>
                </a:lnTo>
                <a:lnTo>
                  <a:pt x="355536" y="63965"/>
                </a:lnTo>
                <a:lnTo>
                  <a:pt x="357668" y="63965"/>
                </a:lnTo>
                <a:cubicBezTo>
                  <a:pt x="359532" y="63965"/>
                  <a:pt x="361032" y="63632"/>
                  <a:pt x="362169" y="62966"/>
                </a:cubicBezTo>
                <a:cubicBezTo>
                  <a:pt x="362991" y="62520"/>
                  <a:pt x="363622" y="61758"/>
                  <a:pt x="364065" y="60679"/>
                </a:cubicBezTo>
                <a:cubicBezTo>
                  <a:pt x="364412" y="59917"/>
                  <a:pt x="364586" y="57917"/>
                  <a:pt x="364586" y="54678"/>
                </a:cubicBezTo>
                <a:lnTo>
                  <a:pt x="364586" y="12414"/>
                </a:lnTo>
                <a:cubicBezTo>
                  <a:pt x="364586" y="9112"/>
                  <a:pt x="364412" y="7048"/>
                  <a:pt x="364065" y="6223"/>
                </a:cubicBezTo>
                <a:cubicBezTo>
                  <a:pt x="363717" y="5397"/>
                  <a:pt x="363014" y="4674"/>
                  <a:pt x="361956" y="4056"/>
                </a:cubicBezTo>
                <a:cubicBezTo>
                  <a:pt x="360898" y="3437"/>
                  <a:pt x="359469" y="3127"/>
                  <a:pt x="357668" y="3127"/>
                </a:cubicBezTo>
                <a:lnTo>
                  <a:pt x="355536" y="3127"/>
                </a:lnTo>
                <a:lnTo>
                  <a:pt x="355536" y="1421"/>
                </a:lnTo>
                <a:lnTo>
                  <a:pt x="387519" y="1421"/>
                </a:lnTo>
                <a:lnTo>
                  <a:pt x="387519" y="3127"/>
                </a:lnTo>
                <a:cubicBezTo>
                  <a:pt x="385339" y="3127"/>
                  <a:pt x="383681" y="3445"/>
                  <a:pt x="382543" y="4079"/>
                </a:cubicBezTo>
                <a:cubicBezTo>
                  <a:pt x="381722" y="4524"/>
                  <a:pt x="381075" y="5271"/>
                  <a:pt x="380601" y="6318"/>
                </a:cubicBezTo>
                <a:cubicBezTo>
                  <a:pt x="380222" y="7112"/>
                  <a:pt x="380032" y="9144"/>
                  <a:pt x="380032" y="12414"/>
                </a:cubicBezTo>
                <a:lnTo>
                  <a:pt x="380032" y="32409"/>
                </a:lnTo>
                <a:lnTo>
                  <a:pt x="403865" y="13111"/>
                </a:lnTo>
                <a:cubicBezTo>
                  <a:pt x="407182" y="10418"/>
                  <a:pt x="408840" y="8262"/>
                  <a:pt x="408840" y="6645"/>
                </a:cubicBezTo>
                <a:cubicBezTo>
                  <a:pt x="408840" y="5441"/>
                  <a:pt x="408161" y="4490"/>
                  <a:pt x="406803" y="3793"/>
                </a:cubicBezTo>
                <a:cubicBezTo>
                  <a:pt x="406108" y="3444"/>
                  <a:pt x="404386" y="3222"/>
                  <a:pt x="401638" y="3127"/>
                </a:cubicBezTo>
                <a:lnTo>
                  <a:pt x="401638" y="1421"/>
                </a:lnTo>
                <a:lnTo>
                  <a:pt x="426703" y="1421"/>
                </a:lnTo>
                <a:lnTo>
                  <a:pt x="426703" y="3127"/>
                </a:lnTo>
                <a:cubicBezTo>
                  <a:pt x="424460" y="3286"/>
                  <a:pt x="422699" y="3691"/>
                  <a:pt x="421420" y="4343"/>
                </a:cubicBezTo>
                <a:cubicBezTo>
                  <a:pt x="420141" y="4994"/>
                  <a:pt x="417195" y="7195"/>
                  <a:pt x="412583" y="10945"/>
                </a:cubicBezTo>
                <a:lnTo>
                  <a:pt x="393773" y="260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18062-CBCB-429B-99EF-2B8F07D0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704" y="2076538"/>
            <a:ext cx="469175" cy="133426"/>
          </a:xfrm>
          <a:custGeom xmlns:a="http://schemas.openxmlformats.org/drawingml/2006/main">
            <a:pathLst>
              <a:path w="469175" h="133426">
                <a:moveTo>
                  <a:pt x="0" y="0"/>
                </a:moveTo>
                <a:lnTo>
                  <a:pt x="469175" y="0"/>
                </a:lnTo>
                <a:lnTo>
                  <a:pt x="469175" y="133426"/>
                </a:lnTo>
                <a:lnTo>
                  <a:pt x="0" y="1334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Text RST/ACK">
            <a:extLst xmlns:a="http://schemas.openxmlformats.org/drawingml/2006/main">
              <a:ext uri="{FF2B5EF4-FFF2-40B4-BE49-F238E27FC236}">
                <a16:creationId xmlns:a16="http://schemas.microsoft.com/office/drawing/2014/main" id="{DFEAA2A1-5887-4E91-B9DE-B60CA184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180" y="2111160"/>
            <a:ext cx="429925" cy="67187"/>
          </a:xfrm>
          <a:custGeom xmlns:a="http://schemas.openxmlformats.org/drawingml/2006/main">
            <a:pathLst>
              <a:path w="429925" h="67187">
                <a:moveTo>
                  <a:pt x="23975" y="36389"/>
                </a:moveTo>
                <a:lnTo>
                  <a:pt x="23975" y="54489"/>
                </a:lnTo>
                <a:cubicBezTo>
                  <a:pt x="23975" y="57946"/>
                  <a:pt x="24188" y="60122"/>
                  <a:pt x="24615" y="61018"/>
                </a:cubicBezTo>
                <a:cubicBezTo>
                  <a:pt x="25041" y="61914"/>
                  <a:pt x="25791" y="62629"/>
                  <a:pt x="26865" y="63164"/>
                </a:cubicBezTo>
                <a:cubicBezTo>
                  <a:pt x="27939" y="63698"/>
                  <a:pt x="29945" y="63965"/>
                  <a:pt x="32883" y="63965"/>
                </a:cubicBezTo>
                <a:lnTo>
                  <a:pt x="32883" y="65671"/>
                </a:lnTo>
                <a:lnTo>
                  <a:pt x="0" y="65671"/>
                </a:lnTo>
                <a:lnTo>
                  <a:pt x="0" y="63965"/>
                </a:lnTo>
                <a:cubicBezTo>
                  <a:pt x="2969" y="63965"/>
                  <a:pt x="4983" y="63690"/>
                  <a:pt x="6041" y="63140"/>
                </a:cubicBezTo>
                <a:cubicBezTo>
                  <a:pt x="7099" y="62590"/>
                  <a:pt x="7842" y="61875"/>
                  <a:pt x="8268" y="60995"/>
                </a:cubicBezTo>
                <a:cubicBezTo>
                  <a:pt x="8695" y="60114"/>
                  <a:pt x="8908" y="57946"/>
                  <a:pt x="8908" y="54489"/>
                </a:cubicBezTo>
                <a:lnTo>
                  <a:pt x="8908" y="12603"/>
                </a:lnTo>
                <a:cubicBezTo>
                  <a:pt x="8908" y="9147"/>
                  <a:pt x="8695" y="6971"/>
                  <a:pt x="8268" y="6075"/>
                </a:cubicBezTo>
                <a:cubicBezTo>
                  <a:pt x="7842" y="5179"/>
                  <a:pt x="7091" y="4464"/>
                  <a:pt x="6017" y="3930"/>
                </a:cubicBezTo>
                <a:cubicBezTo>
                  <a:pt x="4943" y="3395"/>
                  <a:pt x="2938" y="3127"/>
                  <a:pt x="0" y="3127"/>
                </a:cubicBezTo>
                <a:lnTo>
                  <a:pt x="0" y="1421"/>
                </a:lnTo>
                <a:lnTo>
                  <a:pt x="29850" y="1421"/>
                </a:lnTo>
                <a:cubicBezTo>
                  <a:pt x="37621" y="1421"/>
                  <a:pt x="43307" y="1958"/>
                  <a:pt x="46908" y="3031"/>
                </a:cubicBezTo>
                <a:cubicBezTo>
                  <a:pt x="50509" y="4104"/>
                  <a:pt x="53446" y="6084"/>
                  <a:pt x="55721" y="8971"/>
                </a:cubicBezTo>
                <a:cubicBezTo>
                  <a:pt x="57995" y="11859"/>
                  <a:pt x="59132" y="15243"/>
                  <a:pt x="59132" y="19124"/>
                </a:cubicBezTo>
                <a:cubicBezTo>
                  <a:pt x="59132" y="23859"/>
                  <a:pt x="57426" y="27772"/>
                  <a:pt x="54015" y="30865"/>
                </a:cubicBezTo>
                <a:cubicBezTo>
                  <a:pt x="51835" y="32821"/>
                  <a:pt x="48787" y="34288"/>
                  <a:pt x="44870" y="35267"/>
                </a:cubicBezTo>
                <a:lnTo>
                  <a:pt x="60317" y="57068"/>
                </a:lnTo>
                <a:cubicBezTo>
                  <a:pt x="62338" y="59852"/>
                  <a:pt x="63775" y="61588"/>
                  <a:pt x="64628" y="62276"/>
                </a:cubicBezTo>
                <a:cubicBezTo>
                  <a:pt x="65923" y="63245"/>
                  <a:pt x="67424" y="63776"/>
                  <a:pt x="69130" y="63870"/>
                </a:cubicBezTo>
                <a:lnTo>
                  <a:pt x="69130" y="65671"/>
                </a:lnTo>
                <a:lnTo>
                  <a:pt x="48898" y="65671"/>
                </a:lnTo>
                <a:lnTo>
                  <a:pt x="28192" y="36389"/>
                </a:lnTo>
                <a:lnTo>
                  <a:pt x="23975" y="36389"/>
                </a:lnTo>
                <a:moveTo>
                  <a:pt x="23975" y="5022"/>
                </a:moveTo>
                <a:lnTo>
                  <a:pt x="23975" y="32978"/>
                </a:lnTo>
                <a:lnTo>
                  <a:pt x="26676" y="32978"/>
                </a:lnTo>
                <a:cubicBezTo>
                  <a:pt x="31066" y="32978"/>
                  <a:pt x="34352" y="32578"/>
                  <a:pt x="36531" y="31778"/>
                </a:cubicBezTo>
                <a:cubicBezTo>
                  <a:pt x="38711" y="30978"/>
                  <a:pt x="40424" y="29534"/>
                  <a:pt x="41672" y="27449"/>
                </a:cubicBezTo>
                <a:cubicBezTo>
                  <a:pt x="42920" y="25362"/>
                  <a:pt x="43544" y="22640"/>
                  <a:pt x="43544" y="19283"/>
                </a:cubicBezTo>
                <a:cubicBezTo>
                  <a:pt x="43544" y="14419"/>
                  <a:pt x="42399" y="10827"/>
                  <a:pt x="40108" y="8505"/>
                </a:cubicBezTo>
                <a:cubicBezTo>
                  <a:pt x="37818" y="6183"/>
                  <a:pt x="34130" y="5022"/>
                  <a:pt x="29045" y="5022"/>
                </a:cubicBezTo>
                <a:lnTo>
                  <a:pt x="23975" y="5022"/>
                </a:lnTo>
                <a:close/>
                <a:moveTo>
                  <a:pt x="113648" y="0"/>
                </a:moveTo>
                <a:lnTo>
                  <a:pt x="114169" y="21416"/>
                </a:lnTo>
                <a:lnTo>
                  <a:pt x="112226" y="21416"/>
                </a:lnTo>
                <a:cubicBezTo>
                  <a:pt x="111310" y="16060"/>
                  <a:pt x="109059" y="11752"/>
                  <a:pt x="105474" y="8492"/>
                </a:cubicBezTo>
                <a:cubicBezTo>
                  <a:pt x="101889" y="5231"/>
                  <a:pt x="98012" y="3601"/>
                  <a:pt x="93842" y="3601"/>
                </a:cubicBezTo>
                <a:cubicBezTo>
                  <a:pt x="90620" y="3601"/>
                  <a:pt x="88069" y="4459"/>
                  <a:pt x="86190" y="6176"/>
                </a:cubicBezTo>
                <a:cubicBezTo>
                  <a:pt x="84310" y="7891"/>
                  <a:pt x="83371" y="9867"/>
                  <a:pt x="83371" y="12103"/>
                </a:cubicBezTo>
                <a:cubicBezTo>
                  <a:pt x="83371" y="13520"/>
                  <a:pt x="83702" y="14779"/>
                  <a:pt x="84366" y="15882"/>
                </a:cubicBezTo>
                <a:cubicBezTo>
                  <a:pt x="85282" y="17361"/>
                  <a:pt x="86751" y="18825"/>
                  <a:pt x="88772" y="20273"/>
                </a:cubicBezTo>
                <a:cubicBezTo>
                  <a:pt x="90257" y="21313"/>
                  <a:pt x="93684" y="23155"/>
                  <a:pt x="99054" y="25801"/>
                </a:cubicBezTo>
                <a:cubicBezTo>
                  <a:pt x="106572" y="29485"/>
                  <a:pt x="111642" y="32965"/>
                  <a:pt x="114263" y="36241"/>
                </a:cubicBezTo>
                <a:cubicBezTo>
                  <a:pt x="116854" y="39516"/>
                  <a:pt x="118149" y="43264"/>
                  <a:pt x="118149" y="47485"/>
                </a:cubicBezTo>
                <a:cubicBezTo>
                  <a:pt x="118149" y="52839"/>
                  <a:pt x="116056" y="57446"/>
                  <a:pt x="111871" y="61304"/>
                </a:cubicBezTo>
                <a:cubicBezTo>
                  <a:pt x="107685" y="65163"/>
                  <a:pt x="102371" y="67092"/>
                  <a:pt x="95927" y="67092"/>
                </a:cubicBezTo>
                <a:cubicBezTo>
                  <a:pt x="93905" y="67092"/>
                  <a:pt x="91994" y="66887"/>
                  <a:pt x="90194" y="66476"/>
                </a:cubicBezTo>
                <a:cubicBezTo>
                  <a:pt x="88393" y="66066"/>
                  <a:pt x="86135" y="65292"/>
                  <a:pt x="83418" y="64155"/>
                </a:cubicBezTo>
                <a:cubicBezTo>
                  <a:pt x="81902" y="63523"/>
                  <a:pt x="80654" y="63207"/>
                  <a:pt x="79675" y="63207"/>
                </a:cubicBezTo>
                <a:cubicBezTo>
                  <a:pt x="78854" y="63207"/>
                  <a:pt x="77985" y="63527"/>
                  <a:pt x="77069" y="64166"/>
                </a:cubicBezTo>
                <a:cubicBezTo>
                  <a:pt x="76153" y="64806"/>
                  <a:pt x="75411" y="65781"/>
                  <a:pt x="74842" y="67092"/>
                </a:cubicBezTo>
                <a:lnTo>
                  <a:pt x="73089" y="67092"/>
                </a:lnTo>
                <a:lnTo>
                  <a:pt x="73089" y="42833"/>
                </a:lnTo>
                <a:lnTo>
                  <a:pt x="74842" y="42833"/>
                </a:lnTo>
                <a:cubicBezTo>
                  <a:pt x="76232" y="49640"/>
                  <a:pt x="78909" y="54832"/>
                  <a:pt x="82873" y="58410"/>
                </a:cubicBezTo>
                <a:cubicBezTo>
                  <a:pt x="86837" y="61987"/>
                  <a:pt x="91110" y="63775"/>
                  <a:pt x="95690" y="63775"/>
                </a:cubicBezTo>
                <a:cubicBezTo>
                  <a:pt x="99228" y="63775"/>
                  <a:pt x="102047" y="62815"/>
                  <a:pt x="104148" y="60894"/>
                </a:cubicBezTo>
                <a:cubicBezTo>
                  <a:pt x="106248" y="58973"/>
                  <a:pt x="107298" y="56737"/>
                  <a:pt x="107298" y="54187"/>
                </a:cubicBezTo>
                <a:cubicBezTo>
                  <a:pt x="107298" y="52675"/>
                  <a:pt x="106896" y="51211"/>
                  <a:pt x="106090" y="49795"/>
                </a:cubicBezTo>
                <a:cubicBezTo>
                  <a:pt x="105285" y="48377"/>
                  <a:pt x="104061" y="47031"/>
                  <a:pt x="102418" y="45756"/>
                </a:cubicBezTo>
                <a:cubicBezTo>
                  <a:pt x="100776" y="44480"/>
                  <a:pt x="97869" y="42820"/>
                  <a:pt x="93700" y="40773"/>
                </a:cubicBezTo>
                <a:cubicBezTo>
                  <a:pt x="87856" y="37908"/>
                  <a:pt x="83655" y="35466"/>
                  <a:pt x="81096" y="33447"/>
                </a:cubicBezTo>
                <a:cubicBezTo>
                  <a:pt x="78538" y="31428"/>
                  <a:pt x="76571" y="29173"/>
                  <a:pt x="75197" y="26682"/>
                </a:cubicBezTo>
                <a:cubicBezTo>
                  <a:pt x="73823" y="24190"/>
                  <a:pt x="73136" y="21447"/>
                  <a:pt x="73136" y="18451"/>
                </a:cubicBezTo>
                <a:cubicBezTo>
                  <a:pt x="73136" y="13341"/>
                  <a:pt x="75016" y="8989"/>
                  <a:pt x="78775" y="5394"/>
                </a:cubicBezTo>
                <a:cubicBezTo>
                  <a:pt x="82534" y="1798"/>
                  <a:pt x="87272" y="0"/>
                  <a:pt x="92989" y="0"/>
                </a:cubicBezTo>
                <a:cubicBezTo>
                  <a:pt x="95074" y="0"/>
                  <a:pt x="97096" y="256"/>
                  <a:pt x="99054" y="767"/>
                </a:cubicBezTo>
                <a:cubicBezTo>
                  <a:pt x="100539" y="1150"/>
                  <a:pt x="102347" y="1860"/>
                  <a:pt x="104479" y="2898"/>
                </a:cubicBezTo>
                <a:cubicBezTo>
                  <a:pt x="106611" y="3935"/>
                  <a:pt x="108104" y="4454"/>
                  <a:pt x="108957" y="4454"/>
                </a:cubicBezTo>
                <a:cubicBezTo>
                  <a:pt x="109778" y="4454"/>
                  <a:pt x="110426" y="4199"/>
                  <a:pt x="110899" y="3688"/>
                </a:cubicBezTo>
                <a:cubicBezTo>
                  <a:pt x="111373" y="3177"/>
                  <a:pt x="111815" y="1948"/>
                  <a:pt x="112226" y="0"/>
                </a:cubicBezTo>
                <a:lnTo>
                  <a:pt x="113648" y="0"/>
                </a:lnTo>
                <a:close/>
                <a:moveTo>
                  <a:pt x="183139" y="1421"/>
                </a:moveTo>
                <a:lnTo>
                  <a:pt x="183139" y="18858"/>
                </a:lnTo>
                <a:lnTo>
                  <a:pt x="181434" y="18858"/>
                </a:lnTo>
                <a:cubicBezTo>
                  <a:pt x="180423" y="14832"/>
                  <a:pt x="179301" y="11940"/>
                  <a:pt x="178069" y="10181"/>
                </a:cubicBezTo>
                <a:cubicBezTo>
                  <a:pt x="176838" y="8422"/>
                  <a:pt x="175148" y="7019"/>
                  <a:pt x="173000" y="5973"/>
                </a:cubicBezTo>
                <a:cubicBezTo>
                  <a:pt x="171799" y="5402"/>
                  <a:pt x="169699" y="5117"/>
                  <a:pt x="166698" y="5117"/>
                </a:cubicBezTo>
                <a:lnTo>
                  <a:pt x="161912" y="5117"/>
                </a:lnTo>
                <a:lnTo>
                  <a:pt x="161912" y="54678"/>
                </a:lnTo>
                <a:cubicBezTo>
                  <a:pt x="161912" y="57980"/>
                  <a:pt x="162094" y="60044"/>
                  <a:pt x="162457" y="60870"/>
                </a:cubicBezTo>
                <a:cubicBezTo>
                  <a:pt x="162821" y="61696"/>
                  <a:pt x="163531" y="62418"/>
                  <a:pt x="164589" y="63037"/>
                </a:cubicBezTo>
                <a:cubicBezTo>
                  <a:pt x="165648" y="63656"/>
                  <a:pt x="167093" y="63965"/>
                  <a:pt x="168925" y="63965"/>
                </a:cubicBezTo>
                <a:lnTo>
                  <a:pt x="171057" y="63965"/>
                </a:lnTo>
                <a:lnTo>
                  <a:pt x="171057" y="65671"/>
                </a:lnTo>
                <a:lnTo>
                  <a:pt x="137416" y="65671"/>
                </a:lnTo>
                <a:lnTo>
                  <a:pt x="137416" y="63965"/>
                </a:lnTo>
                <a:lnTo>
                  <a:pt x="139548" y="63965"/>
                </a:lnTo>
                <a:cubicBezTo>
                  <a:pt x="141412" y="63965"/>
                  <a:pt x="142912" y="63632"/>
                  <a:pt x="144050" y="62966"/>
                </a:cubicBezTo>
                <a:cubicBezTo>
                  <a:pt x="144871" y="62520"/>
                  <a:pt x="145518" y="61758"/>
                  <a:pt x="145992" y="60679"/>
                </a:cubicBezTo>
                <a:cubicBezTo>
                  <a:pt x="146340" y="59917"/>
                  <a:pt x="146513" y="57917"/>
                  <a:pt x="146513" y="54678"/>
                </a:cubicBezTo>
                <a:lnTo>
                  <a:pt x="146513" y="5117"/>
                </a:lnTo>
                <a:lnTo>
                  <a:pt x="141870" y="5117"/>
                </a:lnTo>
                <a:cubicBezTo>
                  <a:pt x="137542" y="5117"/>
                  <a:pt x="134400" y="6036"/>
                  <a:pt x="132441" y="7874"/>
                </a:cubicBezTo>
                <a:cubicBezTo>
                  <a:pt x="129693" y="10442"/>
                  <a:pt x="127956" y="14103"/>
                  <a:pt x="127229" y="18858"/>
                </a:cubicBezTo>
                <a:lnTo>
                  <a:pt x="125429" y="18858"/>
                </a:lnTo>
                <a:lnTo>
                  <a:pt x="125429" y="1421"/>
                </a:lnTo>
                <a:lnTo>
                  <a:pt x="183139" y="1421"/>
                </a:lnTo>
                <a:close/>
                <a:moveTo>
                  <a:pt x="213696" y="0"/>
                </a:moveTo>
                <a:lnTo>
                  <a:pt x="192611" y="67187"/>
                </a:lnTo>
                <a:lnTo>
                  <a:pt x="186547" y="67187"/>
                </a:lnTo>
                <a:lnTo>
                  <a:pt x="207726" y="0"/>
                </a:lnTo>
                <a:lnTo>
                  <a:pt x="213696" y="0"/>
                </a:lnTo>
                <a:close/>
                <a:moveTo>
                  <a:pt x="253992" y="47287"/>
                </a:moveTo>
                <a:lnTo>
                  <a:pt x="231296" y="47287"/>
                </a:lnTo>
                <a:lnTo>
                  <a:pt x="228595" y="53572"/>
                </a:lnTo>
                <a:cubicBezTo>
                  <a:pt x="227711" y="55680"/>
                  <a:pt x="227269" y="57420"/>
                  <a:pt x="227269" y="58793"/>
                </a:cubicBezTo>
                <a:cubicBezTo>
                  <a:pt x="227269" y="60612"/>
                  <a:pt x="227995" y="61953"/>
                  <a:pt x="229448" y="62816"/>
                </a:cubicBezTo>
                <a:cubicBezTo>
                  <a:pt x="230301" y="63326"/>
                  <a:pt x="232402" y="63709"/>
                  <a:pt x="235750" y="63965"/>
                </a:cubicBezTo>
                <a:lnTo>
                  <a:pt x="235750" y="65671"/>
                </a:lnTo>
                <a:lnTo>
                  <a:pt x="214381" y="65671"/>
                </a:lnTo>
                <a:lnTo>
                  <a:pt x="214381" y="63965"/>
                </a:lnTo>
                <a:cubicBezTo>
                  <a:pt x="216687" y="63615"/>
                  <a:pt x="218582" y="62650"/>
                  <a:pt x="220067" y="61072"/>
                </a:cubicBezTo>
                <a:cubicBezTo>
                  <a:pt x="221551" y="59492"/>
                  <a:pt x="223383" y="56231"/>
                  <a:pt x="225563" y="51287"/>
                </a:cubicBezTo>
                <a:lnTo>
                  <a:pt x="248543" y="0"/>
                </a:lnTo>
                <a:lnTo>
                  <a:pt x="249443" y="0"/>
                </a:lnTo>
                <a:lnTo>
                  <a:pt x="272613" y="52716"/>
                </a:lnTo>
                <a:cubicBezTo>
                  <a:pt x="274824" y="57759"/>
                  <a:pt x="276640" y="60934"/>
                  <a:pt x="278061" y="62242"/>
                </a:cubicBezTo>
                <a:cubicBezTo>
                  <a:pt x="279135" y="63231"/>
                  <a:pt x="280652" y="63805"/>
                  <a:pt x="282610" y="63965"/>
                </a:cubicBezTo>
                <a:lnTo>
                  <a:pt x="282610" y="65671"/>
                </a:lnTo>
                <a:lnTo>
                  <a:pt x="251528" y="65671"/>
                </a:lnTo>
                <a:lnTo>
                  <a:pt x="251528" y="63965"/>
                </a:lnTo>
                <a:lnTo>
                  <a:pt x="252807" y="63965"/>
                </a:lnTo>
                <a:cubicBezTo>
                  <a:pt x="255303" y="63965"/>
                  <a:pt x="257056" y="63612"/>
                  <a:pt x="258066" y="62905"/>
                </a:cubicBezTo>
                <a:cubicBezTo>
                  <a:pt x="258761" y="62392"/>
                  <a:pt x="259109" y="61653"/>
                  <a:pt x="259109" y="60688"/>
                </a:cubicBezTo>
                <a:cubicBezTo>
                  <a:pt x="259109" y="60111"/>
                  <a:pt x="259014" y="59517"/>
                  <a:pt x="258825" y="58906"/>
                </a:cubicBezTo>
                <a:cubicBezTo>
                  <a:pt x="258761" y="58617"/>
                  <a:pt x="258288" y="57413"/>
                  <a:pt x="257403" y="55293"/>
                </a:cubicBezTo>
                <a:lnTo>
                  <a:pt x="253992" y="47287"/>
                </a:lnTo>
                <a:moveTo>
                  <a:pt x="252381" y="43780"/>
                </a:moveTo>
                <a:lnTo>
                  <a:pt x="242810" y="21627"/>
                </a:lnTo>
                <a:lnTo>
                  <a:pt x="232954" y="43780"/>
                </a:lnTo>
                <a:lnTo>
                  <a:pt x="252381" y="43780"/>
                </a:lnTo>
                <a:close/>
                <a:moveTo>
                  <a:pt x="348260" y="0"/>
                </a:moveTo>
                <a:lnTo>
                  <a:pt x="348260" y="22269"/>
                </a:lnTo>
                <a:lnTo>
                  <a:pt x="346412" y="22269"/>
                </a:lnTo>
                <a:cubicBezTo>
                  <a:pt x="345022" y="16427"/>
                  <a:pt x="342432" y="11950"/>
                  <a:pt x="338641" y="8838"/>
                </a:cubicBezTo>
                <a:cubicBezTo>
                  <a:pt x="334851" y="5726"/>
                  <a:pt x="330555" y="4170"/>
                  <a:pt x="325754" y="4170"/>
                </a:cubicBezTo>
                <a:cubicBezTo>
                  <a:pt x="321742" y="4170"/>
                  <a:pt x="318062" y="5323"/>
                  <a:pt x="314714" y="7628"/>
                </a:cubicBezTo>
                <a:cubicBezTo>
                  <a:pt x="311366" y="9934"/>
                  <a:pt x="308918" y="12951"/>
                  <a:pt x="307370" y="16678"/>
                </a:cubicBezTo>
                <a:cubicBezTo>
                  <a:pt x="305380" y="21448"/>
                  <a:pt x="304385" y="26755"/>
                  <a:pt x="304385" y="32598"/>
                </a:cubicBezTo>
                <a:cubicBezTo>
                  <a:pt x="304385" y="38347"/>
                  <a:pt x="305111" y="43583"/>
                  <a:pt x="306564" y="48305"/>
                </a:cubicBezTo>
                <a:cubicBezTo>
                  <a:pt x="308017" y="53028"/>
                  <a:pt x="310292" y="56597"/>
                  <a:pt x="313387" y="59014"/>
                </a:cubicBezTo>
                <a:cubicBezTo>
                  <a:pt x="316483" y="61430"/>
                  <a:pt x="320494" y="62638"/>
                  <a:pt x="325422" y="62638"/>
                </a:cubicBezTo>
                <a:cubicBezTo>
                  <a:pt x="329465" y="62638"/>
                  <a:pt x="333169" y="61754"/>
                  <a:pt x="336533" y="59985"/>
                </a:cubicBezTo>
                <a:cubicBezTo>
                  <a:pt x="339897" y="58216"/>
                  <a:pt x="343443" y="55168"/>
                  <a:pt x="347170" y="50840"/>
                </a:cubicBezTo>
                <a:lnTo>
                  <a:pt x="347170" y="56384"/>
                </a:lnTo>
                <a:cubicBezTo>
                  <a:pt x="343569" y="60143"/>
                  <a:pt x="339818" y="62867"/>
                  <a:pt x="335917" y="64557"/>
                </a:cubicBezTo>
                <a:cubicBezTo>
                  <a:pt x="332016" y="66247"/>
                  <a:pt x="327459" y="67092"/>
                  <a:pt x="322248" y="67092"/>
                </a:cubicBezTo>
                <a:cubicBezTo>
                  <a:pt x="315393" y="67092"/>
                  <a:pt x="309304" y="65720"/>
                  <a:pt x="303982" y="62976"/>
                </a:cubicBezTo>
                <a:cubicBezTo>
                  <a:pt x="298659" y="60232"/>
                  <a:pt x="294553" y="56289"/>
                  <a:pt x="291663" y="51148"/>
                </a:cubicBezTo>
                <a:cubicBezTo>
                  <a:pt x="288772" y="46006"/>
                  <a:pt x="287327" y="40533"/>
                  <a:pt x="287327" y="34729"/>
                </a:cubicBezTo>
                <a:cubicBezTo>
                  <a:pt x="287327" y="28610"/>
                  <a:pt x="288930" y="22806"/>
                  <a:pt x="292137" y="17318"/>
                </a:cubicBezTo>
                <a:cubicBezTo>
                  <a:pt x="295343" y="11829"/>
                  <a:pt x="299670" y="7570"/>
                  <a:pt x="305119" y="4543"/>
                </a:cubicBezTo>
                <a:cubicBezTo>
                  <a:pt x="310568" y="1514"/>
                  <a:pt x="316356" y="0"/>
                  <a:pt x="322484" y="0"/>
                </a:cubicBezTo>
                <a:cubicBezTo>
                  <a:pt x="327001" y="0"/>
                  <a:pt x="331771" y="979"/>
                  <a:pt x="336794" y="2938"/>
                </a:cubicBezTo>
                <a:cubicBezTo>
                  <a:pt x="339700" y="4075"/>
                  <a:pt x="341548" y="4643"/>
                  <a:pt x="342337" y="4643"/>
                </a:cubicBezTo>
                <a:cubicBezTo>
                  <a:pt x="343348" y="4643"/>
                  <a:pt x="344225" y="4272"/>
                  <a:pt x="344967" y="3530"/>
                </a:cubicBezTo>
                <a:cubicBezTo>
                  <a:pt x="345709" y="2788"/>
                  <a:pt x="346191" y="1611"/>
                  <a:pt x="346412" y="0"/>
                </a:cubicBezTo>
                <a:lnTo>
                  <a:pt x="348260" y="0"/>
                </a:lnTo>
                <a:close/>
                <a:moveTo>
                  <a:pt x="393773" y="26057"/>
                </a:moveTo>
                <a:lnTo>
                  <a:pt x="416374" y="54289"/>
                </a:lnTo>
                <a:cubicBezTo>
                  <a:pt x="419564" y="58293"/>
                  <a:pt x="422312" y="61010"/>
                  <a:pt x="424618" y="62440"/>
                </a:cubicBezTo>
                <a:cubicBezTo>
                  <a:pt x="426292" y="63457"/>
                  <a:pt x="428061" y="63965"/>
                  <a:pt x="429925" y="63965"/>
                </a:cubicBezTo>
                <a:lnTo>
                  <a:pt x="429925" y="65671"/>
                </a:lnTo>
                <a:lnTo>
                  <a:pt x="396474" y="65671"/>
                </a:lnTo>
                <a:lnTo>
                  <a:pt x="396474" y="63965"/>
                </a:lnTo>
                <a:cubicBezTo>
                  <a:pt x="398590" y="63774"/>
                  <a:pt x="399956" y="63441"/>
                  <a:pt x="400572" y="62966"/>
                </a:cubicBezTo>
                <a:cubicBezTo>
                  <a:pt x="401188" y="62490"/>
                  <a:pt x="401496" y="61902"/>
                  <a:pt x="401496" y="61204"/>
                </a:cubicBezTo>
                <a:cubicBezTo>
                  <a:pt x="401496" y="59871"/>
                  <a:pt x="400043" y="57364"/>
                  <a:pt x="397137" y="53683"/>
                </a:cubicBezTo>
                <a:lnTo>
                  <a:pt x="382401" y="35206"/>
                </a:lnTo>
                <a:lnTo>
                  <a:pt x="380032" y="37147"/>
                </a:lnTo>
                <a:lnTo>
                  <a:pt x="380032" y="54678"/>
                </a:lnTo>
                <a:cubicBezTo>
                  <a:pt x="380032" y="58043"/>
                  <a:pt x="380222" y="60139"/>
                  <a:pt x="380601" y="60965"/>
                </a:cubicBezTo>
                <a:cubicBezTo>
                  <a:pt x="380980" y="61790"/>
                  <a:pt x="381706" y="62497"/>
                  <a:pt x="382780" y="63084"/>
                </a:cubicBezTo>
                <a:cubicBezTo>
                  <a:pt x="383854" y="63671"/>
                  <a:pt x="385576" y="63965"/>
                  <a:pt x="387945" y="63965"/>
                </a:cubicBezTo>
                <a:lnTo>
                  <a:pt x="387945" y="65671"/>
                </a:lnTo>
                <a:lnTo>
                  <a:pt x="355536" y="65671"/>
                </a:lnTo>
                <a:lnTo>
                  <a:pt x="355536" y="63965"/>
                </a:lnTo>
                <a:lnTo>
                  <a:pt x="357668" y="63965"/>
                </a:lnTo>
                <a:cubicBezTo>
                  <a:pt x="359532" y="63965"/>
                  <a:pt x="361032" y="63632"/>
                  <a:pt x="362169" y="62966"/>
                </a:cubicBezTo>
                <a:cubicBezTo>
                  <a:pt x="362991" y="62520"/>
                  <a:pt x="363622" y="61758"/>
                  <a:pt x="364065" y="60679"/>
                </a:cubicBezTo>
                <a:cubicBezTo>
                  <a:pt x="364412" y="59917"/>
                  <a:pt x="364586" y="57917"/>
                  <a:pt x="364586" y="54678"/>
                </a:cubicBezTo>
                <a:lnTo>
                  <a:pt x="364586" y="12414"/>
                </a:lnTo>
                <a:cubicBezTo>
                  <a:pt x="364586" y="9112"/>
                  <a:pt x="364412" y="7048"/>
                  <a:pt x="364065" y="6223"/>
                </a:cubicBezTo>
                <a:cubicBezTo>
                  <a:pt x="363717" y="5397"/>
                  <a:pt x="363014" y="4674"/>
                  <a:pt x="361956" y="4056"/>
                </a:cubicBezTo>
                <a:cubicBezTo>
                  <a:pt x="360898" y="3437"/>
                  <a:pt x="359469" y="3127"/>
                  <a:pt x="357668" y="3127"/>
                </a:cubicBezTo>
                <a:lnTo>
                  <a:pt x="355536" y="3127"/>
                </a:lnTo>
                <a:lnTo>
                  <a:pt x="355536" y="1421"/>
                </a:lnTo>
                <a:lnTo>
                  <a:pt x="387519" y="1421"/>
                </a:lnTo>
                <a:lnTo>
                  <a:pt x="387519" y="3127"/>
                </a:lnTo>
                <a:cubicBezTo>
                  <a:pt x="385339" y="3127"/>
                  <a:pt x="383681" y="3445"/>
                  <a:pt x="382543" y="4079"/>
                </a:cubicBezTo>
                <a:cubicBezTo>
                  <a:pt x="381722" y="4524"/>
                  <a:pt x="381075" y="5271"/>
                  <a:pt x="380601" y="6318"/>
                </a:cubicBezTo>
                <a:cubicBezTo>
                  <a:pt x="380222" y="7112"/>
                  <a:pt x="380032" y="9144"/>
                  <a:pt x="380032" y="12414"/>
                </a:cubicBezTo>
                <a:lnTo>
                  <a:pt x="380032" y="32409"/>
                </a:lnTo>
                <a:lnTo>
                  <a:pt x="403865" y="13111"/>
                </a:lnTo>
                <a:cubicBezTo>
                  <a:pt x="407182" y="10418"/>
                  <a:pt x="408840" y="8262"/>
                  <a:pt x="408840" y="6645"/>
                </a:cubicBezTo>
                <a:cubicBezTo>
                  <a:pt x="408840" y="5441"/>
                  <a:pt x="408161" y="4490"/>
                  <a:pt x="406803" y="3793"/>
                </a:cubicBezTo>
                <a:cubicBezTo>
                  <a:pt x="406108" y="3444"/>
                  <a:pt x="404386" y="3222"/>
                  <a:pt x="401638" y="3127"/>
                </a:cubicBezTo>
                <a:lnTo>
                  <a:pt x="401638" y="1421"/>
                </a:lnTo>
                <a:lnTo>
                  <a:pt x="426703" y="1421"/>
                </a:lnTo>
                <a:lnTo>
                  <a:pt x="426703" y="3127"/>
                </a:lnTo>
                <a:cubicBezTo>
                  <a:pt x="424460" y="3286"/>
                  <a:pt x="422699" y="3691"/>
                  <a:pt x="421420" y="4343"/>
                </a:cubicBezTo>
                <a:cubicBezTo>
                  <a:pt x="420141" y="4994"/>
                  <a:pt x="417195" y="7195"/>
                  <a:pt x="412583" y="10945"/>
                </a:cubicBezTo>
                <a:lnTo>
                  <a:pt x="393773" y="260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035BB-AE39-41D9-8BDE-FD17833D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337" y="2303120"/>
            <a:ext cx="469175" cy="133426"/>
          </a:xfrm>
          <a:custGeom xmlns:a="http://schemas.openxmlformats.org/drawingml/2006/main">
            <a:pathLst>
              <a:path w="469175" h="133426">
                <a:moveTo>
                  <a:pt x="0" y="0"/>
                </a:moveTo>
                <a:lnTo>
                  <a:pt x="469175" y="0"/>
                </a:lnTo>
                <a:lnTo>
                  <a:pt x="469175" y="133426"/>
                </a:lnTo>
                <a:lnTo>
                  <a:pt x="0" y="1334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Text RST/ACK">
            <a:extLst xmlns:a="http://schemas.openxmlformats.org/drawingml/2006/main">
              <a:ext uri="{FF2B5EF4-FFF2-40B4-BE49-F238E27FC236}">
                <a16:creationId xmlns:a16="http://schemas.microsoft.com/office/drawing/2014/main" id="{1043A385-550F-4137-B23D-B008057A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736" y="2337830"/>
            <a:ext cx="429924" cy="67187"/>
          </a:xfrm>
          <a:custGeom xmlns:a="http://schemas.openxmlformats.org/drawingml/2006/main">
            <a:pathLst>
              <a:path w="429924" h="67187">
                <a:moveTo>
                  <a:pt x="23975" y="36389"/>
                </a:moveTo>
                <a:lnTo>
                  <a:pt x="23975" y="54489"/>
                </a:lnTo>
                <a:cubicBezTo>
                  <a:pt x="23975" y="57946"/>
                  <a:pt x="24188" y="60122"/>
                  <a:pt x="24615" y="61018"/>
                </a:cubicBezTo>
                <a:cubicBezTo>
                  <a:pt x="25041" y="61914"/>
                  <a:pt x="25791" y="62629"/>
                  <a:pt x="26865" y="63164"/>
                </a:cubicBezTo>
                <a:cubicBezTo>
                  <a:pt x="27939" y="63698"/>
                  <a:pt x="29945" y="63965"/>
                  <a:pt x="32883" y="63965"/>
                </a:cubicBezTo>
                <a:lnTo>
                  <a:pt x="32883" y="65671"/>
                </a:lnTo>
                <a:lnTo>
                  <a:pt x="0" y="65671"/>
                </a:lnTo>
                <a:lnTo>
                  <a:pt x="0" y="63965"/>
                </a:lnTo>
                <a:cubicBezTo>
                  <a:pt x="2969" y="63965"/>
                  <a:pt x="4983" y="63690"/>
                  <a:pt x="6041" y="63140"/>
                </a:cubicBezTo>
                <a:cubicBezTo>
                  <a:pt x="7099" y="62590"/>
                  <a:pt x="7842" y="61875"/>
                  <a:pt x="8268" y="60995"/>
                </a:cubicBezTo>
                <a:cubicBezTo>
                  <a:pt x="8695" y="60114"/>
                  <a:pt x="8908" y="57946"/>
                  <a:pt x="8908" y="54489"/>
                </a:cubicBezTo>
                <a:lnTo>
                  <a:pt x="8908" y="12603"/>
                </a:lnTo>
                <a:cubicBezTo>
                  <a:pt x="8908" y="9147"/>
                  <a:pt x="8695" y="6971"/>
                  <a:pt x="8268" y="6075"/>
                </a:cubicBezTo>
                <a:cubicBezTo>
                  <a:pt x="7842" y="5179"/>
                  <a:pt x="7091" y="4464"/>
                  <a:pt x="6017" y="3930"/>
                </a:cubicBezTo>
                <a:cubicBezTo>
                  <a:pt x="4943" y="3395"/>
                  <a:pt x="2938" y="3127"/>
                  <a:pt x="0" y="3127"/>
                </a:cubicBezTo>
                <a:lnTo>
                  <a:pt x="0" y="1421"/>
                </a:lnTo>
                <a:lnTo>
                  <a:pt x="29850" y="1421"/>
                </a:lnTo>
                <a:cubicBezTo>
                  <a:pt x="37621" y="1421"/>
                  <a:pt x="43307" y="1958"/>
                  <a:pt x="46908" y="3031"/>
                </a:cubicBezTo>
                <a:cubicBezTo>
                  <a:pt x="50509" y="4104"/>
                  <a:pt x="53446" y="6084"/>
                  <a:pt x="55721" y="8971"/>
                </a:cubicBezTo>
                <a:cubicBezTo>
                  <a:pt x="57995" y="11859"/>
                  <a:pt x="59132" y="15243"/>
                  <a:pt x="59132" y="19124"/>
                </a:cubicBezTo>
                <a:cubicBezTo>
                  <a:pt x="59132" y="23859"/>
                  <a:pt x="57426" y="27772"/>
                  <a:pt x="54015" y="30865"/>
                </a:cubicBezTo>
                <a:cubicBezTo>
                  <a:pt x="51835" y="32821"/>
                  <a:pt x="48787" y="34288"/>
                  <a:pt x="44870" y="35267"/>
                </a:cubicBezTo>
                <a:lnTo>
                  <a:pt x="60317" y="57068"/>
                </a:lnTo>
                <a:cubicBezTo>
                  <a:pt x="62338" y="59852"/>
                  <a:pt x="63775" y="61588"/>
                  <a:pt x="64628" y="62276"/>
                </a:cubicBezTo>
                <a:cubicBezTo>
                  <a:pt x="65923" y="63245"/>
                  <a:pt x="67424" y="63776"/>
                  <a:pt x="69130" y="63870"/>
                </a:cubicBezTo>
                <a:lnTo>
                  <a:pt x="69130" y="65671"/>
                </a:lnTo>
                <a:lnTo>
                  <a:pt x="48898" y="65671"/>
                </a:lnTo>
                <a:lnTo>
                  <a:pt x="28192" y="36389"/>
                </a:lnTo>
                <a:lnTo>
                  <a:pt x="23975" y="36389"/>
                </a:lnTo>
                <a:moveTo>
                  <a:pt x="23975" y="5022"/>
                </a:moveTo>
                <a:lnTo>
                  <a:pt x="23975" y="32978"/>
                </a:lnTo>
                <a:lnTo>
                  <a:pt x="26676" y="32978"/>
                </a:lnTo>
                <a:cubicBezTo>
                  <a:pt x="31066" y="32978"/>
                  <a:pt x="34352" y="32578"/>
                  <a:pt x="36531" y="31778"/>
                </a:cubicBezTo>
                <a:cubicBezTo>
                  <a:pt x="38711" y="30978"/>
                  <a:pt x="40424" y="29534"/>
                  <a:pt x="41672" y="27449"/>
                </a:cubicBezTo>
                <a:cubicBezTo>
                  <a:pt x="42920" y="25362"/>
                  <a:pt x="43544" y="22640"/>
                  <a:pt x="43544" y="19283"/>
                </a:cubicBezTo>
                <a:cubicBezTo>
                  <a:pt x="43544" y="14419"/>
                  <a:pt x="42399" y="10827"/>
                  <a:pt x="40108" y="8505"/>
                </a:cubicBezTo>
                <a:cubicBezTo>
                  <a:pt x="37818" y="6183"/>
                  <a:pt x="34130" y="5022"/>
                  <a:pt x="29045" y="5022"/>
                </a:cubicBezTo>
                <a:lnTo>
                  <a:pt x="23975" y="5022"/>
                </a:lnTo>
                <a:close/>
                <a:moveTo>
                  <a:pt x="113647" y="0"/>
                </a:moveTo>
                <a:lnTo>
                  <a:pt x="114169" y="21416"/>
                </a:lnTo>
                <a:lnTo>
                  <a:pt x="112226" y="21416"/>
                </a:lnTo>
                <a:cubicBezTo>
                  <a:pt x="111310" y="16060"/>
                  <a:pt x="109059" y="11752"/>
                  <a:pt x="105474" y="8492"/>
                </a:cubicBezTo>
                <a:cubicBezTo>
                  <a:pt x="101889" y="5231"/>
                  <a:pt x="98012" y="3601"/>
                  <a:pt x="93842" y="3601"/>
                </a:cubicBezTo>
                <a:cubicBezTo>
                  <a:pt x="90620" y="3601"/>
                  <a:pt x="88069" y="4459"/>
                  <a:pt x="86190" y="6176"/>
                </a:cubicBezTo>
                <a:cubicBezTo>
                  <a:pt x="84310" y="7891"/>
                  <a:pt x="83371" y="9867"/>
                  <a:pt x="83371" y="12103"/>
                </a:cubicBezTo>
                <a:cubicBezTo>
                  <a:pt x="83371" y="13520"/>
                  <a:pt x="83702" y="14779"/>
                  <a:pt x="84366" y="15882"/>
                </a:cubicBezTo>
                <a:cubicBezTo>
                  <a:pt x="85282" y="17361"/>
                  <a:pt x="86751" y="18825"/>
                  <a:pt x="88772" y="20273"/>
                </a:cubicBezTo>
                <a:cubicBezTo>
                  <a:pt x="90257" y="21313"/>
                  <a:pt x="93684" y="23155"/>
                  <a:pt x="99054" y="25801"/>
                </a:cubicBezTo>
                <a:cubicBezTo>
                  <a:pt x="106572" y="29485"/>
                  <a:pt x="111642" y="32965"/>
                  <a:pt x="114263" y="36241"/>
                </a:cubicBezTo>
                <a:cubicBezTo>
                  <a:pt x="116854" y="39516"/>
                  <a:pt x="118149" y="43264"/>
                  <a:pt x="118149" y="47485"/>
                </a:cubicBezTo>
                <a:cubicBezTo>
                  <a:pt x="118149" y="52839"/>
                  <a:pt x="116056" y="57446"/>
                  <a:pt x="111871" y="61304"/>
                </a:cubicBezTo>
                <a:cubicBezTo>
                  <a:pt x="107685" y="65163"/>
                  <a:pt x="102371" y="67092"/>
                  <a:pt x="95927" y="67092"/>
                </a:cubicBezTo>
                <a:cubicBezTo>
                  <a:pt x="93905" y="67092"/>
                  <a:pt x="91994" y="66887"/>
                  <a:pt x="90194" y="66476"/>
                </a:cubicBezTo>
                <a:cubicBezTo>
                  <a:pt x="88393" y="66066"/>
                  <a:pt x="86135" y="65292"/>
                  <a:pt x="83418" y="64155"/>
                </a:cubicBezTo>
                <a:cubicBezTo>
                  <a:pt x="81902" y="63523"/>
                  <a:pt x="80654" y="63207"/>
                  <a:pt x="79675" y="63207"/>
                </a:cubicBezTo>
                <a:cubicBezTo>
                  <a:pt x="78854" y="63207"/>
                  <a:pt x="77985" y="63527"/>
                  <a:pt x="77069" y="64166"/>
                </a:cubicBezTo>
                <a:cubicBezTo>
                  <a:pt x="76153" y="64806"/>
                  <a:pt x="75411" y="65781"/>
                  <a:pt x="74842" y="67092"/>
                </a:cubicBezTo>
                <a:lnTo>
                  <a:pt x="73089" y="67092"/>
                </a:lnTo>
                <a:lnTo>
                  <a:pt x="73089" y="42833"/>
                </a:lnTo>
                <a:lnTo>
                  <a:pt x="74842" y="42833"/>
                </a:lnTo>
                <a:cubicBezTo>
                  <a:pt x="76232" y="49640"/>
                  <a:pt x="78909" y="54832"/>
                  <a:pt x="82873" y="58410"/>
                </a:cubicBezTo>
                <a:cubicBezTo>
                  <a:pt x="86837" y="61987"/>
                  <a:pt x="91110" y="63775"/>
                  <a:pt x="95690" y="63775"/>
                </a:cubicBezTo>
                <a:cubicBezTo>
                  <a:pt x="99228" y="63775"/>
                  <a:pt x="102047" y="62815"/>
                  <a:pt x="104147" y="60894"/>
                </a:cubicBezTo>
                <a:cubicBezTo>
                  <a:pt x="106248" y="58973"/>
                  <a:pt x="107298" y="56737"/>
                  <a:pt x="107298" y="54187"/>
                </a:cubicBezTo>
                <a:cubicBezTo>
                  <a:pt x="107298" y="52675"/>
                  <a:pt x="106896" y="51211"/>
                  <a:pt x="106090" y="49795"/>
                </a:cubicBezTo>
                <a:cubicBezTo>
                  <a:pt x="105285" y="48377"/>
                  <a:pt x="104061" y="47031"/>
                  <a:pt x="102418" y="45756"/>
                </a:cubicBezTo>
                <a:cubicBezTo>
                  <a:pt x="100776" y="44480"/>
                  <a:pt x="97869" y="42820"/>
                  <a:pt x="93700" y="40773"/>
                </a:cubicBezTo>
                <a:cubicBezTo>
                  <a:pt x="87856" y="37908"/>
                  <a:pt x="83655" y="35466"/>
                  <a:pt x="81096" y="33447"/>
                </a:cubicBezTo>
                <a:cubicBezTo>
                  <a:pt x="78538" y="31428"/>
                  <a:pt x="76571" y="29173"/>
                  <a:pt x="75197" y="26682"/>
                </a:cubicBezTo>
                <a:cubicBezTo>
                  <a:pt x="73823" y="24190"/>
                  <a:pt x="73136" y="21447"/>
                  <a:pt x="73136" y="18451"/>
                </a:cubicBezTo>
                <a:cubicBezTo>
                  <a:pt x="73136" y="13341"/>
                  <a:pt x="75016" y="8989"/>
                  <a:pt x="78775" y="5394"/>
                </a:cubicBezTo>
                <a:cubicBezTo>
                  <a:pt x="82534" y="1798"/>
                  <a:pt x="87272" y="0"/>
                  <a:pt x="92989" y="0"/>
                </a:cubicBezTo>
                <a:cubicBezTo>
                  <a:pt x="95074" y="0"/>
                  <a:pt x="97096" y="256"/>
                  <a:pt x="99054" y="767"/>
                </a:cubicBezTo>
                <a:cubicBezTo>
                  <a:pt x="100539" y="1150"/>
                  <a:pt x="102347" y="1860"/>
                  <a:pt x="104479" y="2898"/>
                </a:cubicBezTo>
                <a:cubicBezTo>
                  <a:pt x="106611" y="3935"/>
                  <a:pt x="108104" y="4454"/>
                  <a:pt x="108957" y="4454"/>
                </a:cubicBezTo>
                <a:cubicBezTo>
                  <a:pt x="109778" y="4454"/>
                  <a:pt x="110426" y="4199"/>
                  <a:pt x="110899" y="3688"/>
                </a:cubicBezTo>
                <a:cubicBezTo>
                  <a:pt x="111373" y="3177"/>
                  <a:pt x="111815" y="1948"/>
                  <a:pt x="112226" y="0"/>
                </a:cubicBezTo>
                <a:lnTo>
                  <a:pt x="113647" y="0"/>
                </a:lnTo>
                <a:close/>
                <a:moveTo>
                  <a:pt x="183139" y="1421"/>
                </a:moveTo>
                <a:lnTo>
                  <a:pt x="183139" y="18858"/>
                </a:lnTo>
                <a:lnTo>
                  <a:pt x="181434" y="18858"/>
                </a:lnTo>
                <a:cubicBezTo>
                  <a:pt x="180423" y="14832"/>
                  <a:pt x="179301" y="11940"/>
                  <a:pt x="178069" y="10181"/>
                </a:cubicBezTo>
                <a:cubicBezTo>
                  <a:pt x="176838" y="8422"/>
                  <a:pt x="175148" y="7019"/>
                  <a:pt x="173000" y="5973"/>
                </a:cubicBezTo>
                <a:cubicBezTo>
                  <a:pt x="171799" y="5402"/>
                  <a:pt x="169699" y="5117"/>
                  <a:pt x="166698" y="5117"/>
                </a:cubicBezTo>
                <a:lnTo>
                  <a:pt x="161912" y="5117"/>
                </a:lnTo>
                <a:lnTo>
                  <a:pt x="161912" y="54678"/>
                </a:lnTo>
                <a:cubicBezTo>
                  <a:pt x="161912" y="57980"/>
                  <a:pt x="162094" y="60044"/>
                  <a:pt x="162457" y="60870"/>
                </a:cubicBezTo>
                <a:cubicBezTo>
                  <a:pt x="162820" y="61696"/>
                  <a:pt x="163531" y="62418"/>
                  <a:pt x="164589" y="63037"/>
                </a:cubicBezTo>
                <a:cubicBezTo>
                  <a:pt x="165648" y="63656"/>
                  <a:pt x="167093" y="63965"/>
                  <a:pt x="168925" y="63965"/>
                </a:cubicBezTo>
                <a:lnTo>
                  <a:pt x="171057" y="63965"/>
                </a:lnTo>
                <a:lnTo>
                  <a:pt x="171057" y="65671"/>
                </a:lnTo>
                <a:lnTo>
                  <a:pt x="137416" y="65671"/>
                </a:lnTo>
                <a:lnTo>
                  <a:pt x="137416" y="63965"/>
                </a:lnTo>
                <a:lnTo>
                  <a:pt x="139548" y="63965"/>
                </a:lnTo>
                <a:cubicBezTo>
                  <a:pt x="141412" y="63965"/>
                  <a:pt x="142912" y="63632"/>
                  <a:pt x="144050" y="62966"/>
                </a:cubicBezTo>
                <a:cubicBezTo>
                  <a:pt x="144871" y="62520"/>
                  <a:pt x="145518" y="61758"/>
                  <a:pt x="145992" y="60679"/>
                </a:cubicBezTo>
                <a:cubicBezTo>
                  <a:pt x="146340" y="59917"/>
                  <a:pt x="146513" y="57917"/>
                  <a:pt x="146513" y="54678"/>
                </a:cubicBezTo>
                <a:lnTo>
                  <a:pt x="146513" y="5117"/>
                </a:lnTo>
                <a:lnTo>
                  <a:pt x="141870" y="5117"/>
                </a:lnTo>
                <a:cubicBezTo>
                  <a:pt x="137542" y="5117"/>
                  <a:pt x="134399" y="6036"/>
                  <a:pt x="132441" y="7874"/>
                </a:cubicBezTo>
                <a:cubicBezTo>
                  <a:pt x="129693" y="10442"/>
                  <a:pt x="127956" y="14103"/>
                  <a:pt x="127229" y="18858"/>
                </a:cubicBezTo>
                <a:lnTo>
                  <a:pt x="125429" y="18858"/>
                </a:lnTo>
                <a:lnTo>
                  <a:pt x="125429" y="1421"/>
                </a:lnTo>
                <a:lnTo>
                  <a:pt x="183139" y="1421"/>
                </a:lnTo>
                <a:close/>
                <a:moveTo>
                  <a:pt x="213696" y="0"/>
                </a:moveTo>
                <a:lnTo>
                  <a:pt x="192611" y="67187"/>
                </a:lnTo>
                <a:lnTo>
                  <a:pt x="186547" y="67187"/>
                </a:lnTo>
                <a:lnTo>
                  <a:pt x="207726" y="0"/>
                </a:lnTo>
                <a:lnTo>
                  <a:pt x="213696" y="0"/>
                </a:lnTo>
                <a:close/>
                <a:moveTo>
                  <a:pt x="253991" y="47287"/>
                </a:moveTo>
                <a:lnTo>
                  <a:pt x="231295" y="47287"/>
                </a:lnTo>
                <a:lnTo>
                  <a:pt x="228595" y="53572"/>
                </a:lnTo>
                <a:cubicBezTo>
                  <a:pt x="227710" y="55680"/>
                  <a:pt x="227268" y="57420"/>
                  <a:pt x="227268" y="58793"/>
                </a:cubicBezTo>
                <a:cubicBezTo>
                  <a:pt x="227268" y="60612"/>
                  <a:pt x="227995" y="61953"/>
                  <a:pt x="229448" y="62816"/>
                </a:cubicBezTo>
                <a:cubicBezTo>
                  <a:pt x="230300" y="63326"/>
                  <a:pt x="232401" y="63709"/>
                  <a:pt x="235749" y="63965"/>
                </a:cubicBezTo>
                <a:lnTo>
                  <a:pt x="235749" y="65671"/>
                </a:lnTo>
                <a:lnTo>
                  <a:pt x="214380" y="65671"/>
                </a:lnTo>
                <a:lnTo>
                  <a:pt x="214380" y="63965"/>
                </a:lnTo>
                <a:cubicBezTo>
                  <a:pt x="216686" y="63615"/>
                  <a:pt x="218581" y="62650"/>
                  <a:pt x="220066" y="61072"/>
                </a:cubicBezTo>
                <a:cubicBezTo>
                  <a:pt x="221551" y="59492"/>
                  <a:pt x="223383" y="56231"/>
                  <a:pt x="225562" y="51287"/>
                </a:cubicBezTo>
                <a:lnTo>
                  <a:pt x="248542" y="0"/>
                </a:lnTo>
                <a:lnTo>
                  <a:pt x="249443" y="0"/>
                </a:lnTo>
                <a:lnTo>
                  <a:pt x="272612" y="52716"/>
                </a:lnTo>
                <a:cubicBezTo>
                  <a:pt x="274823" y="57759"/>
                  <a:pt x="276640" y="60934"/>
                  <a:pt x="278061" y="62242"/>
                </a:cubicBezTo>
                <a:cubicBezTo>
                  <a:pt x="279135" y="63231"/>
                  <a:pt x="280651" y="63805"/>
                  <a:pt x="282610" y="63965"/>
                </a:cubicBezTo>
                <a:lnTo>
                  <a:pt x="282610" y="65671"/>
                </a:lnTo>
                <a:lnTo>
                  <a:pt x="251527" y="65671"/>
                </a:lnTo>
                <a:lnTo>
                  <a:pt x="251527" y="63965"/>
                </a:lnTo>
                <a:lnTo>
                  <a:pt x="252807" y="63965"/>
                </a:lnTo>
                <a:cubicBezTo>
                  <a:pt x="255302" y="63965"/>
                  <a:pt x="257055" y="63612"/>
                  <a:pt x="258066" y="62905"/>
                </a:cubicBezTo>
                <a:cubicBezTo>
                  <a:pt x="258761" y="62392"/>
                  <a:pt x="259108" y="61653"/>
                  <a:pt x="259108" y="60688"/>
                </a:cubicBezTo>
                <a:cubicBezTo>
                  <a:pt x="259108" y="60111"/>
                  <a:pt x="259014" y="59517"/>
                  <a:pt x="258824" y="58906"/>
                </a:cubicBezTo>
                <a:cubicBezTo>
                  <a:pt x="258761" y="58617"/>
                  <a:pt x="258287" y="57413"/>
                  <a:pt x="257403" y="55293"/>
                </a:cubicBezTo>
                <a:lnTo>
                  <a:pt x="253991" y="47287"/>
                </a:lnTo>
                <a:moveTo>
                  <a:pt x="252380" y="43780"/>
                </a:moveTo>
                <a:lnTo>
                  <a:pt x="242809" y="21627"/>
                </a:lnTo>
                <a:lnTo>
                  <a:pt x="232954" y="43780"/>
                </a:lnTo>
                <a:lnTo>
                  <a:pt x="252380" y="43780"/>
                </a:lnTo>
                <a:close/>
                <a:moveTo>
                  <a:pt x="348260" y="0"/>
                </a:moveTo>
                <a:lnTo>
                  <a:pt x="348260" y="22269"/>
                </a:lnTo>
                <a:lnTo>
                  <a:pt x="346412" y="22269"/>
                </a:lnTo>
                <a:cubicBezTo>
                  <a:pt x="345022" y="16427"/>
                  <a:pt x="342432" y="11950"/>
                  <a:pt x="338641" y="8838"/>
                </a:cubicBezTo>
                <a:cubicBezTo>
                  <a:pt x="334851" y="5726"/>
                  <a:pt x="330555" y="4170"/>
                  <a:pt x="325753" y="4170"/>
                </a:cubicBezTo>
                <a:cubicBezTo>
                  <a:pt x="321742" y="4170"/>
                  <a:pt x="318062" y="5323"/>
                  <a:pt x="314714" y="7628"/>
                </a:cubicBezTo>
                <a:cubicBezTo>
                  <a:pt x="311365" y="9934"/>
                  <a:pt x="308917" y="12951"/>
                  <a:pt x="307369" y="16678"/>
                </a:cubicBezTo>
                <a:cubicBezTo>
                  <a:pt x="305379" y="21448"/>
                  <a:pt x="304384" y="26755"/>
                  <a:pt x="304384" y="32598"/>
                </a:cubicBezTo>
                <a:cubicBezTo>
                  <a:pt x="304384" y="38347"/>
                  <a:pt x="305111" y="43583"/>
                  <a:pt x="306564" y="48305"/>
                </a:cubicBezTo>
                <a:cubicBezTo>
                  <a:pt x="308017" y="53028"/>
                  <a:pt x="310291" y="56597"/>
                  <a:pt x="313387" y="59014"/>
                </a:cubicBezTo>
                <a:cubicBezTo>
                  <a:pt x="316482" y="61430"/>
                  <a:pt x="320494" y="62638"/>
                  <a:pt x="325422" y="62638"/>
                </a:cubicBezTo>
                <a:cubicBezTo>
                  <a:pt x="329465" y="62638"/>
                  <a:pt x="333169" y="61754"/>
                  <a:pt x="336533" y="59985"/>
                </a:cubicBezTo>
                <a:cubicBezTo>
                  <a:pt x="339897" y="58216"/>
                  <a:pt x="343442" y="55168"/>
                  <a:pt x="347170" y="50840"/>
                </a:cubicBezTo>
                <a:lnTo>
                  <a:pt x="347170" y="56384"/>
                </a:lnTo>
                <a:cubicBezTo>
                  <a:pt x="343569" y="60143"/>
                  <a:pt x="339818" y="62867"/>
                  <a:pt x="335917" y="64557"/>
                </a:cubicBezTo>
                <a:cubicBezTo>
                  <a:pt x="332016" y="66247"/>
                  <a:pt x="327459" y="67092"/>
                  <a:pt x="322247" y="67092"/>
                </a:cubicBezTo>
                <a:cubicBezTo>
                  <a:pt x="315393" y="67092"/>
                  <a:pt x="309304" y="65720"/>
                  <a:pt x="303982" y="62976"/>
                </a:cubicBezTo>
                <a:cubicBezTo>
                  <a:pt x="298659" y="60232"/>
                  <a:pt x="294553" y="56289"/>
                  <a:pt x="291662" y="51148"/>
                </a:cubicBezTo>
                <a:cubicBezTo>
                  <a:pt x="288772" y="46006"/>
                  <a:pt x="287327" y="40533"/>
                  <a:pt x="287327" y="34729"/>
                </a:cubicBezTo>
                <a:cubicBezTo>
                  <a:pt x="287327" y="28610"/>
                  <a:pt x="288930" y="22806"/>
                  <a:pt x="292136" y="17318"/>
                </a:cubicBezTo>
                <a:cubicBezTo>
                  <a:pt x="295342" y="11829"/>
                  <a:pt x="299670" y="7570"/>
                  <a:pt x="305119" y="4543"/>
                </a:cubicBezTo>
                <a:cubicBezTo>
                  <a:pt x="310568" y="1514"/>
                  <a:pt x="316356" y="0"/>
                  <a:pt x="322484" y="0"/>
                </a:cubicBezTo>
                <a:cubicBezTo>
                  <a:pt x="327001" y="0"/>
                  <a:pt x="331771" y="979"/>
                  <a:pt x="336793" y="2938"/>
                </a:cubicBezTo>
                <a:cubicBezTo>
                  <a:pt x="339699" y="4075"/>
                  <a:pt x="341547" y="4643"/>
                  <a:pt x="342337" y="4643"/>
                </a:cubicBezTo>
                <a:cubicBezTo>
                  <a:pt x="343348" y="4643"/>
                  <a:pt x="344224" y="4272"/>
                  <a:pt x="344967" y="3530"/>
                </a:cubicBezTo>
                <a:cubicBezTo>
                  <a:pt x="345709" y="2788"/>
                  <a:pt x="346191" y="1611"/>
                  <a:pt x="346412" y="0"/>
                </a:cubicBezTo>
                <a:lnTo>
                  <a:pt x="348260" y="0"/>
                </a:lnTo>
                <a:close/>
                <a:moveTo>
                  <a:pt x="393772" y="26057"/>
                </a:moveTo>
                <a:lnTo>
                  <a:pt x="416373" y="54289"/>
                </a:lnTo>
                <a:cubicBezTo>
                  <a:pt x="419564" y="58293"/>
                  <a:pt x="422312" y="61010"/>
                  <a:pt x="424618" y="62440"/>
                </a:cubicBezTo>
                <a:cubicBezTo>
                  <a:pt x="426292" y="63457"/>
                  <a:pt x="428061" y="63965"/>
                  <a:pt x="429924" y="63965"/>
                </a:cubicBezTo>
                <a:lnTo>
                  <a:pt x="429924" y="65671"/>
                </a:lnTo>
                <a:lnTo>
                  <a:pt x="396473" y="65671"/>
                </a:lnTo>
                <a:lnTo>
                  <a:pt x="396473" y="63965"/>
                </a:lnTo>
                <a:cubicBezTo>
                  <a:pt x="398589" y="63774"/>
                  <a:pt x="399956" y="63441"/>
                  <a:pt x="400572" y="62966"/>
                </a:cubicBezTo>
                <a:cubicBezTo>
                  <a:pt x="401188" y="62490"/>
                  <a:pt x="401495" y="61902"/>
                  <a:pt x="401495" y="61204"/>
                </a:cubicBezTo>
                <a:cubicBezTo>
                  <a:pt x="401495" y="59871"/>
                  <a:pt x="400042" y="57364"/>
                  <a:pt x="397136" y="53683"/>
                </a:cubicBezTo>
                <a:lnTo>
                  <a:pt x="382401" y="35206"/>
                </a:lnTo>
                <a:lnTo>
                  <a:pt x="380032" y="37147"/>
                </a:lnTo>
                <a:lnTo>
                  <a:pt x="380032" y="54678"/>
                </a:lnTo>
                <a:cubicBezTo>
                  <a:pt x="380032" y="58043"/>
                  <a:pt x="380221" y="60139"/>
                  <a:pt x="380600" y="60965"/>
                </a:cubicBezTo>
                <a:cubicBezTo>
                  <a:pt x="380979" y="61790"/>
                  <a:pt x="381706" y="62497"/>
                  <a:pt x="382780" y="63084"/>
                </a:cubicBezTo>
                <a:cubicBezTo>
                  <a:pt x="383854" y="63671"/>
                  <a:pt x="385575" y="63965"/>
                  <a:pt x="387944" y="63965"/>
                </a:cubicBezTo>
                <a:lnTo>
                  <a:pt x="387944" y="65671"/>
                </a:lnTo>
                <a:lnTo>
                  <a:pt x="355535" y="65671"/>
                </a:lnTo>
                <a:lnTo>
                  <a:pt x="355535" y="63965"/>
                </a:lnTo>
                <a:lnTo>
                  <a:pt x="357668" y="63965"/>
                </a:lnTo>
                <a:cubicBezTo>
                  <a:pt x="359531" y="63965"/>
                  <a:pt x="361032" y="63632"/>
                  <a:pt x="362169" y="62966"/>
                </a:cubicBezTo>
                <a:cubicBezTo>
                  <a:pt x="362990" y="62520"/>
                  <a:pt x="363622" y="61758"/>
                  <a:pt x="364064" y="60679"/>
                </a:cubicBezTo>
                <a:cubicBezTo>
                  <a:pt x="364412" y="59917"/>
                  <a:pt x="364585" y="57917"/>
                  <a:pt x="364585" y="54678"/>
                </a:cubicBezTo>
                <a:lnTo>
                  <a:pt x="364585" y="12414"/>
                </a:lnTo>
                <a:cubicBezTo>
                  <a:pt x="364585" y="9112"/>
                  <a:pt x="364412" y="7048"/>
                  <a:pt x="364064" y="6223"/>
                </a:cubicBezTo>
                <a:cubicBezTo>
                  <a:pt x="363717" y="5397"/>
                  <a:pt x="363014" y="4674"/>
                  <a:pt x="361956" y="4056"/>
                </a:cubicBezTo>
                <a:cubicBezTo>
                  <a:pt x="360897" y="3437"/>
                  <a:pt x="359468" y="3127"/>
                  <a:pt x="357668" y="3127"/>
                </a:cubicBezTo>
                <a:lnTo>
                  <a:pt x="355535" y="3127"/>
                </a:lnTo>
                <a:lnTo>
                  <a:pt x="355535" y="1421"/>
                </a:lnTo>
                <a:lnTo>
                  <a:pt x="387518" y="1421"/>
                </a:lnTo>
                <a:lnTo>
                  <a:pt x="387518" y="3127"/>
                </a:lnTo>
                <a:cubicBezTo>
                  <a:pt x="385338" y="3127"/>
                  <a:pt x="383680" y="3445"/>
                  <a:pt x="382543" y="4079"/>
                </a:cubicBezTo>
                <a:cubicBezTo>
                  <a:pt x="381722" y="4524"/>
                  <a:pt x="381074" y="5271"/>
                  <a:pt x="380600" y="6318"/>
                </a:cubicBezTo>
                <a:cubicBezTo>
                  <a:pt x="380221" y="7112"/>
                  <a:pt x="380032" y="9144"/>
                  <a:pt x="380032" y="12414"/>
                </a:cubicBezTo>
                <a:lnTo>
                  <a:pt x="380032" y="32409"/>
                </a:lnTo>
                <a:lnTo>
                  <a:pt x="403865" y="13111"/>
                </a:lnTo>
                <a:cubicBezTo>
                  <a:pt x="407181" y="10418"/>
                  <a:pt x="408840" y="8262"/>
                  <a:pt x="408840" y="6645"/>
                </a:cubicBezTo>
                <a:cubicBezTo>
                  <a:pt x="408840" y="5441"/>
                  <a:pt x="408160" y="4490"/>
                  <a:pt x="406802" y="3793"/>
                </a:cubicBezTo>
                <a:cubicBezTo>
                  <a:pt x="406107" y="3444"/>
                  <a:pt x="404386" y="3222"/>
                  <a:pt x="401638" y="3127"/>
                </a:cubicBezTo>
                <a:lnTo>
                  <a:pt x="401638" y="1421"/>
                </a:lnTo>
                <a:lnTo>
                  <a:pt x="426702" y="1421"/>
                </a:lnTo>
                <a:lnTo>
                  <a:pt x="426702" y="3127"/>
                </a:lnTo>
                <a:cubicBezTo>
                  <a:pt x="424460" y="3286"/>
                  <a:pt x="422699" y="3691"/>
                  <a:pt x="421419" y="4343"/>
                </a:cubicBezTo>
                <a:cubicBezTo>
                  <a:pt x="420140" y="4994"/>
                  <a:pt x="417195" y="7195"/>
                  <a:pt x="412583" y="10945"/>
                </a:cubicBezTo>
                <a:lnTo>
                  <a:pt x="393772" y="260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24F0C-776E-4F0D-9F5D-DB36E2DE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22" y="1889256"/>
            <a:ext cx="469175" cy="132941"/>
          </a:xfrm>
          <a:custGeom xmlns:a="http://schemas.openxmlformats.org/drawingml/2006/main">
            <a:pathLst>
              <a:path w="469175" h="132941">
                <a:moveTo>
                  <a:pt x="0" y="0"/>
                </a:moveTo>
                <a:lnTo>
                  <a:pt x="469175" y="0"/>
                </a:lnTo>
                <a:lnTo>
                  <a:pt x="469175" y="132941"/>
                </a:lnTo>
                <a:lnTo>
                  <a:pt x="0" y="1329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Text RST/ACK">
            <a:extLst xmlns:a="http://schemas.openxmlformats.org/drawingml/2006/main">
              <a:ext uri="{FF2B5EF4-FFF2-40B4-BE49-F238E27FC236}">
                <a16:creationId xmlns:a16="http://schemas.microsoft.com/office/drawing/2014/main" id="{C6ADEFB1-6E9E-44F3-B4D8-176A9092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29" y="1923755"/>
            <a:ext cx="429925" cy="67187"/>
          </a:xfrm>
          <a:custGeom xmlns:a="http://schemas.openxmlformats.org/drawingml/2006/main">
            <a:pathLst>
              <a:path w="429925" h="67187">
                <a:moveTo>
                  <a:pt x="23975" y="36389"/>
                </a:moveTo>
                <a:lnTo>
                  <a:pt x="23975" y="54489"/>
                </a:lnTo>
                <a:cubicBezTo>
                  <a:pt x="23975" y="57946"/>
                  <a:pt x="24188" y="60122"/>
                  <a:pt x="24615" y="61018"/>
                </a:cubicBezTo>
                <a:cubicBezTo>
                  <a:pt x="25041" y="61914"/>
                  <a:pt x="25791" y="62629"/>
                  <a:pt x="26865" y="63164"/>
                </a:cubicBezTo>
                <a:cubicBezTo>
                  <a:pt x="27939" y="63698"/>
                  <a:pt x="29945" y="63965"/>
                  <a:pt x="32883" y="63965"/>
                </a:cubicBezTo>
                <a:lnTo>
                  <a:pt x="32883" y="65671"/>
                </a:lnTo>
                <a:lnTo>
                  <a:pt x="0" y="65671"/>
                </a:lnTo>
                <a:lnTo>
                  <a:pt x="0" y="63965"/>
                </a:lnTo>
                <a:cubicBezTo>
                  <a:pt x="2969" y="63965"/>
                  <a:pt x="4983" y="63690"/>
                  <a:pt x="6041" y="63140"/>
                </a:cubicBezTo>
                <a:cubicBezTo>
                  <a:pt x="7099" y="62590"/>
                  <a:pt x="7842" y="61875"/>
                  <a:pt x="8268" y="60995"/>
                </a:cubicBezTo>
                <a:cubicBezTo>
                  <a:pt x="8695" y="60114"/>
                  <a:pt x="8908" y="57946"/>
                  <a:pt x="8908" y="54489"/>
                </a:cubicBezTo>
                <a:lnTo>
                  <a:pt x="8908" y="12603"/>
                </a:lnTo>
                <a:cubicBezTo>
                  <a:pt x="8908" y="9147"/>
                  <a:pt x="8695" y="6971"/>
                  <a:pt x="8268" y="6075"/>
                </a:cubicBezTo>
                <a:cubicBezTo>
                  <a:pt x="7842" y="5179"/>
                  <a:pt x="7091" y="4464"/>
                  <a:pt x="6017" y="3930"/>
                </a:cubicBezTo>
                <a:cubicBezTo>
                  <a:pt x="4943" y="3395"/>
                  <a:pt x="2938" y="3127"/>
                  <a:pt x="0" y="3127"/>
                </a:cubicBezTo>
                <a:lnTo>
                  <a:pt x="0" y="1421"/>
                </a:lnTo>
                <a:lnTo>
                  <a:pt x="29850" y="1421"/>
                </a:lnTo>
                <a:cubicBezTo>
                  <a:pt x="37621" y="1421"/>
                  <a:pt x="43307" y="1958"/>
                  <a:pt x="46908" y="3031"/>
                </a:cubicBezTo>
                <a:cubicBezTo>
                  <a:pt x="50509" y="4104"/>
                  <a:pt x="53446" y="6084"/>
                  <a:pt x="55721" y="8971"/>
                </a:cubicBezTo>
                <a:cubicBezTo>
                  <a:pt x="57995" y="11859"/>
                  <a:pt x="59132" y="15243"/>
                  <a:pt x="59132" y="19124"/>
                </a:cubicBezTo>
                <a:cubicBezTo>
                  <a:pt x="59132" y="23859"/>
                  <a:pt x="57426" y="27772"/>
                  <a:pt x="54015" y="30865"/>
                </a:cubicBezTo>
                <a:cubicBezTo>
                  <a:pt x="51835" y="32821"/>
                  <a:pt x="48787" y="34288"/>
                  <a:pt x="44870" y="35267"/>
                </a:cubicBezTo>
                <a:lnTo>
                  <a:pt x="60317" y="57068"/>
                </a:lnTo>
                <a:cubicBezTo>
                  <a:pt x="62338" y="59852"/>
                  <a:pt x="63775" y="61588"/>
                  <a:pt x="64628" y="62276"/>
                </a:cubicBezTo>
                <a:cubicBezTo>
                  <a:pt x="65923" y="63245"/>
                  <a:pt x="67424" y="63776"/>
                  <a:pt x="69130" y="63870"/>
                </a:cubicBezTo>
                <a:lnTo>
                  <a:pt x="69130" y="65671"/>
                </a:lnTo>
                <a:lnTo>
                  <a:pt x="48898" y="65671"/>
                </a:lnTo>
                <a:lnTo>
                  <a:pt x="28192" y="36389"/>
                </a:lnTo>
                <a:lnTo>
                  <a:pt x="23975" y="36389"/>
                </a:lnTo>
                <a:moveTo>
                  <a:pt x="23975" y="5022"/>
                </a:moveTo>
                <a:lnTo>
                  <a:pt x="23975" y="32978"/>
                </a:lnTo>
                <a:lnTo>
                  <a:pt x="26676" y="32978"/>
                </a:lnTo>
                <a:cubicBezTo>
                  <a:pt x="31066" y="32978"/>
                  <a:pt x="34352" y="32578"/>
                  <a:pt x="36531" y="31778"/>
                </a:cubicBezTo>
                <a:cubicBezTo>
                  <a:pt x="38711" y="30978"/>
                  <a:pt x="40424" y="29534"/>
                  <a:pt x="41672" y="27449"/>
                </a:cubicBezTo>
                <a:cubicBezTo>
                  <a:pt x="42920" y="25362"/>
                  <a:pt x="43544" y="22640"/>
                  <a:pt x="43544" y="19283"/>
                </a:cubicBezTo>
                <a:cubicBezTo>
                  <a:pt x="43544" y="14419"/>
                  <a:pt x="42399" y="10827"/>
                  <a:pt x="40108" y="8505"/>
                </a:cubicBezTo>
                <a:cubicBezTo>
                  <a:pt x="37818" y="6183"/>
                  <a:pt x="34130" y="5022"/>
                  <a:pt x="29045" y="5022"/>
                </a:cubicBezTo>
                <a:lnTo>
                  <a:pt x="23975" y="5022"/>
                </a:lnTo>
                <a:close/>
                <a:moveTo>
                  <a:pt x="113648" y="0"/>
                </a:moveTo>
                <a:lnTo>
                  <a:pt x="114169" y="21416"/>
                </a:lnTo>
                <a:lnTo>
                  <a:pt x="112226" y="21416"/>
                </a:lnTo>
                <a:cubicBezTo>
                  <a:pt x="111310" y="16060"/>
                  <a:pt x="109059" y="11752"/>
                  <a:pt x="105474" y="8492"/>
                </a:cubicBezTo>
                <a:cubicBezTo>
                  <a:pt x="101889" y="5231"/>
                  <a:pt x="98012" y="3601"/>
                  <a:pt x="93842" y="3601"/>
                </a:cubicBezTo>
                <a:cubicBezTo>
                  <a:pt x="90620" y="3601"/>
                  <a:pt x="88069" y="4459"/>
                  <a:pt x="86190" y="6176"/>
                </a:cubicBezTo>
                <a:cubicBezTo>
                  <a:pt x="84310" y="7891"/>
                  <a:pt x="83371" y="9867"/>
                  <a:pt x="83371" y="12103"/>
                </a:cubicBezTo>
                <a:cubicBezTo>
                  <a:pt x="83371" y="13520"/>
                  <a:pt x="83702" y="14779"/>
                  <a:pt x="84366" y="15882"/>
                </a:cubicBezTo>
                <a:cubicBezTo>
                  <a:pt x="85282" y="17361"/>
                  <a:pt x="86751" y="18825"/>
                  <a:pt x="88772" y="20273"/>
                </a:cubicBezTo>
                <a:cubicBezTo>
                  <a:pt x="90257" y="21313"/>
                  <a:pt x="93684" y="23155"/>
                  <a:pt x="99054" y="25801"/>
                </a:cubicBezTo>
                <a:cubicBezTo>
                  <a:pt x="106572" y="29485"/>
                  <a:pt x="111642" y="32965"/>
                  <a:pt x="114263" y="36241"/>
                </a:cubicBezTo>
                <a:cubicBezTo>
                  <a:pt x="116854" y="39516"/>
                  <a:pt x="118149" y="43264"/>
                  <a:pt x="118149" y="47485"/>
                </a:cubicBezTo>
                <a:cubicBezTo>
                  <a:pt x="118149" y="52839"/>
                  <a:pt x="116056" y="57446"/>
                  <a:pt x="111871" y="61304"/>
                </a:cubicBezTo>
                <a:cubicBezTo>
                  <a:pt x="107685" y="65163"/>
                  <a:pt x="102371" y="67092"/>
                  <a:pt x="95927" y="67092"/>
                </a:cubicBezTo>
                <a:cubicBezTo>
                  <a:pt x="93905" y="67092"/>
                  <a:pt x="91994" y="66887"/>
                  <a:pt x="90194" y="66476"/>
                </a:cubicBezTo>
                <a:cubicBezTo>
                  <a:pt x="88393" y="66066"/>
                  <a:pt x="86135" y="65292"/>
                  <a:pt x="83418" y="64155"/>
                </a:cubicBezTo>
                <a:cubicBezTo>
                  <a:pt x="81902" y="63523"/>
                  <a:pt x="80654" y="63207"/>
                  <a:pt x="79675" y="63207"/>
                </a:cubicBezTo>
                <a:cubicBezTo>
                  <a:pt x="78854" y="63207"/>
                  <a:pt x="77985" y="63527"/>
                  <a:pt x="77069" y="64166"/>
                </a:cubicBezTo>
                <a:cubicBezTo>
                  <a:pt x="76153" y="64806"/>
                  <a:pt x="75411" y="65781"/>
                  <a:pt x="74842" y="67092"/>
                </a:cubicBezTo>
                <a:lnTo>
                  <a:pt x="73089" y="67092"/>
                </a:lnTo>
                <a:lnTo>
                  <a:pt x="73089" y="42833"/>
                </a:lnTo>
                <a:lnTo>
                  <a:pt x="74842" y="42833"/>
                </a:lnTo>
                <a:cubicBezTo>
                  <a:pt x="76232" y="49640"/>
                  <a:pt x="78909" y="54832"/>
                  <a:pt x="82873" y="58410"/>
                </a:cubicBezTo>
                <a:cubicBezTo>
                  <a:pt x="86837" y="61987"/>
                  <a:pt x="91110" y="63775"/>
                  <a:pt x="95690" y="63775"/>
                </a:cubicBezTo>
                <a:cubicBezTo>
                  <a:pt x="99228" y="63775"/>
                  <a:pt x="102047" y="62815"/>
                  <a:pt x="104148" y="60894"/>
                </a:cubicBezTo>
                <a:cubicBezTo>
                  <a:pt x="106248" y="58973"/>
                  <a:pt x="107298" y="56737"/>
                  <a:pt x="107298" y="54187"/>
                </a:cubicBezTo>
                <a:cubicBezTo>
                  <a:pt x="107298" y="52675"/>
                  <a:pt x="106896" y="51211"/>
                  <a:pt x="106090" y="49795"/>
                </a:cubicBezTo>
                <a:cubicBezTo>
                  <a:pt x="105285" y="48377"/>
                  <a:pt x="104061" y="47031"/>
                  <a:pt x="102418" y="45756"/>
                </a:cubicBezTo>
                <a:cubicBezTo>
                  <a:pt x="100776" y="44480"/>
                  <a:pt x="97869" y="42820"/>
                  <a:pt x="93700" y="40773"/>
                </a:cubicBezTo>
                <a:cubicBezTo>
                  <a:pt x="87856" y="37908"/>
                  <a:pt x="83655" y="35466"/>
                  <a:pt x="81096" y="33447"/>
                </a:cubicBezTo>
                <a:cubicBezTo>
                  <a:pt x="78538" y="31428"/>
                  <a:pt x="76571" y="29173"/>
                  <a:pt x="75197" y="26682"/>
                </a:cubicBezTo>
                <a:cubicBezTo>
                  <a:pt x="73823" y="24190"/>
                  <a:pt x="73136" y="21447"/>
                  <a:pt x="73136" y="18451"/>
                </a:cubicBezTo>
                <a:cubicBezTo>
                  <a:pt x="73136" y="13341"/>
                  <a:pt x="75016" y="8989"/>
                  <a:pt x="78775" y="5394"/>
                </a:cubicBezTo>
                <a:cubicBezTo>
                  <a:pt x="82534" y="1798"/>
                  <a:pt x="87272" y="0"/>
                  <a:pt x="92989" y="0"/>
                </a:cubicBezTo>
                <a:cubicBezTo>
                  <a:pt x="95074" y="0"/>
                  <a:pt x="97096" y="256"/>
                  <a:pt x="99054" y="767"/>
                </a:cubicBezTo>
                <a:cubicBezTo>
                  <a:pt x="100539" y="1150"/>
                  <a:pt x="102347" y="1860"/>
                  <a:pt x="104479" y="2898"/>
                </a:cubicBezTo>
                <a:cubicBezTo>
                  <a:pt x="106611" y="3935"/>
                  <a:pt x="108104" y="4454"/>
                  <a:pt x="108957" y="4454"/>
                </a:cubicBezTo>
                <a:cubicBezTo>
                  <a:pt x="109778" y="4454"/>
                  <a:pt x="110426" y="4199"/>
                  <a:pt x="110899" y="3688"/>
                </a:cubicBezTo>
                <a:cubicBezTo>
                  <a:pt x="111373" y="3177"/>
                  <a:pt x="111815" y="1948"/>
                  <a:pt x="112226" y="0"/>
                </a:cubicBezTo>
                <a:lnTo>
                  <a:pt x="113648" y="0"/>
                </a:lnTo>
                <a:close/>
                <a:moveTo>
                  <a:pt x="183139" y="1421"/>
                </a:moveTo>
                <a:lnTo>
                  <a:pt x="183139" y="18858"/>
                </a:lnTo>
                <a:lnTo>
                  <a:pt x="181433" y="18858"/>
                </a:lnTo>
                <a:cubicBezTo>
                  <a:pt x="180422" y="14832"/>
                  <a:pt x="179301" y="11940"/>
                  <a:pt x="178069" y="10181"/>
                </a:cubicBezTo>
                <a:cubicBezTo>
                  <a:pt x="176837" y="8422"/>
                  <a:pt x="175147" y="7019"/>
                  <a:pt x="172999" y="5973"/>
                </a:cubicBezTo>
                <a:cubicBezTo>
                  <a:pt x="171799" y="5402"/>
                  <a:pt x="169698" y="5117"/>
                  <a:pt x="166698" y="5117"/>
                </a:cubicBezTo>
                <a:lnTo>
                  <a:pt x="161912" y="5117"/>
                </a:lnTo>
                <a:lnTo>
                  <a:pt x="161912" y="54678"/>
                </a:lnTo>
                <a:cubicBezTo>
                  <a:pt x="161912" y="57980"/>
                  <a:pt x="162094" y="60044"/>
                  <a:pt x="162457" y="60870"/>
                </a:cubicBezTo>
                <a:cubicBezTo>
                  <a:pt x="162820" y="61696"/>
                  <a:pt x="163531" y="62418"/>
                  <a:pt x="164589" y="63037"/>
                </a:cubicBezTo>
                <a:cubicBezTo>
                  <a:pt x="165647" y="63656"/>
                  <a:pt x="167092" y="63965"/>
                  <a:pt x="168925" y="63965"/>
                </a:cubicBezTo>
                <a:lnTo>
                  <a:pt x="171057" y="63965"/>
                </a:lnTo>
                <a:lnTo>
                  <a:pt x="171057" y="65671"/>
                </a:lnTo>
                <a:lnTo>
                  <a:pt x="137416" y="65671"/>
                </a:lnTo>
                <a:lnTo>
                  <a:pt x="137416" y="63965"/>
                </a:lnTo>
                <a:lnTo>
                  <a:pt x="139548" y="63965"/>
                </a:lnTo>
                <a:cubicBezTo>
                  <a:pt x="141412" y="63965"/>
                  <a:pt x="142912" y="63632"/>
                  <a:pt x="144049" y="62966"/>
                </a:cubicBezTo>
                <a:cubicBezTo>
                  <a:pt x="144871" y="62520"/>
                  <a:pt x="145518" y="61758"/>
                  <a:pt x="145992" y="60679"/>
                </a:cubicBezTo>
                <a:cubicBezTo>
                  <a:pt x="146339" y="59917"/>
                  <a:pt x="146513" y="57917"/>
                  <a:pt x="146513" y="54678"/>
                </a:cubicBezTo>
                <a:lnTo>
                  <a:pt x="146513" y="5117"/>
                </a:lnTo>
                <a:lnTo>
                  <a:pt x="141870" y="5117"/>
                </a:lnTo>
                <a:cubicBezTo>
                  <a:pt x="137542" y="5117"/>
                  <a:pt x="134399" y="6036"/>
                  <a:pt x="132441" y="7874"/>
                </a:cubicBezTo>
                <a:cubicBezTo>
                  <a:pt x="129693" y="10442"/>
                  <a:pt x="127955" y="14103"/>
                  <a:pt x="127229" y="18858"/>
                </a:cubicBezTo>
                <a:lnTo>
                  <a:pt x="125428" y="18858"/>
                </a:lnTo>
                <a:lnTo>
                  <a:pt x="125428" y="1421"/>
                </a:lnTo>
                <a:lnTo>
                  <a:pt x="183139" y="1421"/>
                </a:lnTo>
                <a:close/>
                <a:moveTo>
                  <a:pt x="213696" y="0"/>
                </a:moveTo>
                <a:lnTo>
                  <a:pt x="192612" y="67187"/>
                </a:lnTo>
                <a:lnTo>
                  <a:pt x="186547" y="67187"/>
                </a:lnTo>
                <a:lnTo>
                  <a:pt x="207726" y="0"/>
                </a:lnTo>
                <a:lnTo>
                  <a:pt x="213696" y="0"/>
                </a:lnTo>
                <a:close/>
                <a:moveTo>
                  <a:pt x="253992" y="47287"/>
                </a:moveTo>
                <a:lnTo>
                  <a:pt x="231296" y="47287"/>
                </a:lnTo>
                <a:lnTo>
                  <a:pt x="228595" y="53572"/>
                </a:lnTo>
                <a:cubicBezTo>
                  <a:pt x="227711" y="55680"/>
                  <a:pt x="227268" y="57420"/>
                  <a:pt x="227268" y="58793"/>
                </a:cubicBezTo>
                <a:cubicBezTo>
                  <a:pt x="227268" y="60612"/>
                  <a:pt x="227995" y="61953"/>
                  <a:pt x="229448" y="62816"/>
                </a:cubicBezTo>
                <a:cubicBezTo>
                  <a:pt x="230301" y="63326"/>
                  <a:pt x="232401" y="63709"/>
                  <a:pt x="235750" y="63965"/>
                </a:cubicBezTo>
                <a:lnTo>
                  <a:pt x="235750" y="65671"/>
                </a:lnTo>
                <a:lnTo>
                  <a:pt x="214381" y="65671"/>
                </a:lnTo>
                <a:lnTo>
                  <a:pt x="214381" y="63965"/>
                </a:lnTo>
                <a:cubicBezTo>
                  <a:pt x="216687" y="63615"/>
                  <a:pt x="218582" y="62650"/>
                  <a:pt x="220067" y="61072"/>
                </a:cubicBezTo>
                <a:cubicBezTo>
                  <a:pt x="221551" y="59492"/>
                  <a:pt x="223383" y="56231"/>
                  <a:pt x="225563" y="51287"/>
                </a:cubicBezTo>
                <a:lnTo>
                  <a:pt x="248543" y="0"/>
                </a:lnTo>
                <a:lnTo>
                  <a:pt x="249443" y="0"/>
                </a:lnTo>
                <a:lnTo>
                  <a:pt x="272613" y="52716"/>
                </a:lnTo>
                <a:cubicBezTo>
                  <a:pt x="274824" y="57759"/>
                  <a:pt x="276640" y="60934"/>
                  <a:pt x="278061" y="62242"/>
                </a:cubicBezTo>
                <a:cubicBezTo>
                  <a:pt x="279135" y="63231"/>
                  <a:pt x="280652" y="63805"/>
                  <a:pt x="282610" y="63965"/>
                </a:cubicBezTo>
                <a:lnTo>
                  <a:pt x="282610" y="65671"/>
                </a:lnTo>
                <a:lnTo>
                  <a:pt x="251528" y="65671"/>
                </a:lnTo>
                <a:lnTo>
                  <a:pt x="251528" y="63965"/>
                </a:lnTo>
                <a:lnTo>
                  <a:pt x="252807" y="63965"/>
                </a:lnTo>
                <a:cubicBezTo>
                  <a:pt x="255303" y="63965"/>
                  <a:pt x="257056" y="63612"/>
                  <a:pt x="258066" y="62905"/>
                </a:cubicBezTo>
                <a:cubicBezTo>
                  <a:pt x="258761" y="62392"/>
                  <a:pt x="259109" y="61653"/>
                  <a:pt x="259109" y="60688"/>
                </a:cubicBezTo>
                <a:cubicBezTo>
                  <a:pt x="259109" y="60111"/>
                  <a:pt x="259014" y="59517"/>
                  <a:pt x="258825" y="58906"/>
                </a:cubicBezTo>
                <a:cubicBezTo>
                  <a:pt x="258761" y="58617"/>
                  <a:pt x="258288" y="57413"/>
                  <a:pt x="257403" y="55293"/>
                </a:cubicBezTo>
                <a:lnTo>
                  <a:pt x="253992" y="47287"/>
                </a:lnTo>
                <a:moveTo>
                  <a:pt x="252381" y="43780"/>
                </a:moveTo>
                <a:lnTo>
                  <a:pt x="242810" y="21627"/>
                </a:lnTo>
                <a:lnTo>
                  <a:pt x="232954" y="43780"/>
                </a:lnTo>
                <a:lnTo>
                  <a:pt x="252381" y="43780"/>
                </a:lnTo>
                <a:close/>
                <a:moveTo>
                  <a:pt x="348260" y="0"/>
                </a:moveTo>
                <a:lnTo>
                  <a:pt x="348260" y="22269"/>
                </a:lnTo>
                <a:lnTo>
                  <a:pt x="346412" y="22269"/>
                </a:lnTo>
                <a:cubicBezTo>
                  <a:pt x="345022" y="16427"/>
                  <a:pt x="342432" y="11950"/>
                  <a:pt x="338642" y="8838"/>
                </a:cubicBezTo>
                <a:cubicBezTo>
                  <a:pt x="334851" y="5726"/>
                  <a:pt x="330555" y="4170"/>
                  <a:pt x="325754" y="4170"/>
                </a:cubicBezTo>
                <a:cubicBezTo>
                  <a:pt x="321742" y="4170"/>
                  <a:pt x="318062" y="5323"/>
                  <a:pt x="314714" y="7628"/>
                </a:cubicBezTo>
                <a:cubicBezTo>
                  <a:pt x="311366" y="9934"/>
                  <a:pt x="308918" y="12951"/>
                  <a:pt x="307370" y="16678"/>
                </a:cubicBezTo>
                <a:cubicBezTo>
                  <a:pt x="305380" y="21448"/>
                  <a:pt x="304385" y="26755"/>
                  <a:pt x="304385" y="32598"/>
                </a:cubicBezTo>
                <a:cubicBezTo>
                  <a:pt x="304385" y="38347"/>
                  <a:pt x="305111" y="43583"/>
                  <a:pt x="306564" y="48305"/>
                </a:cubicBezTo>
                <a:cubicBezTo>
                  <a:pt x="308017" y="53028"/>
                  <a:pt x="310292" y="56597"/>
                  <a:pt x="313387" y="59014"/>
                </a:cubicBezTo>
                <a:cubicBezTo>
                  <a:pt x="316483" y="61430"/>
                  <a:pt x="320495" y="62638"/>
                  <a:pt x="325422" y="62638"/>
                </a:cubicBezTo>
                <a:cubicBezTo>
                  <a:pt x="329465" y="62638"/>
                  <a:pt x="333169" y="61754"/>
                  <a:pt x="336533" y="59985"/>
                </a:cubicBezTo>
                <a:cubicBezTo>
                  <a:pt x="339897" y="58216"/>
                  <a:pt x="343443" y="55168"/>
                  <a:pt x="347170" y="50840"/>
                </a:cubicBezTo>
                <a:lnTo>
                  <a:pt x="347170" y="56384"/>
                </a:lnTo>
                <a:cubicBezTo>
                  <a:pt x="343569" y="60143"/>
                  <a:pt x="339818" y="62867"/>
                  <a:pt x="335917" y="64557"/>
                </a:cubicBezTo>
                <a:cubicBezTo>
                  <a:pt x="332016" y="66247"/>
                  <a:pt x="327460" y="67092"/>
                  <a:pt x="322248" y="67092"/>
                </a:cubicBezTo>
                <a:cubicBezTo>
                  <a:pt x="315393" y="67092"/>
                  <a:pt x="309305" y="65720"/>
                  <a:pt x="303982" y="62976"/>
                </a:cubicBezTo>
                <a:cubicBezTo>
                  <a:pt x="298660" y="60232"/>
                  <a:pt x="294553" y="56289"/>
                  <a:pt x="291663" y="51148"/>
                </a:cubicBezTo>
                <a:cubicBezTo>
                  <a:pt x="288773" y="46006"/>
                  <a:pt x="287327" y="40533"/>
                  <a:pt x="287327" y="34729"/>
                </a:cubicBezTo>
                <a:cubicBezTo>
                  <a:pt x="287327" y="28610"/>
                  <a:pt x="288931" y="22806"/>
                  <a:pt x="292137" y="17318"/>
                </a:cubicBezTo>
                <a:cubicBezTo>
                  <a:pt x="295343" y="11829"/>
                  <a:pt x="299670" y="7570"/>
                  <a:pt x="305119" y="4543"/>
                </a:cubicBezTo>
                <a:cubicBezTo>
                  <a:pt x="310568" y="1514"/>
                  <a:pt x="316357" y="0"/>
                  <a:pt x="322485" y="0"/>
                </a:cubicBezTo>
                <a:cubicBezTo>
                  <a:pt x="327002" y="0"/>
                  <a:pt x="331771" y="979"/>
                  <a:pt x="336794" y="2938"/>
                </a:cubicBezTo>
                <a:cubicBezTo>
                  <a:pt x="339700" y="4075"/>
                  <a:pt x="341548" y="4643"/>
                  <a:pt x="342337" y="4643"/>
                </a:cubicBezTo>
                <a:cubicBezTo>
                  <a:pt x="343348" y="4643"/>
                  <a:pt x="344225" y="4272"/>
                  <a:pt x="344967" y="3530"/>
                </a:cubicBezTo>
                <a:cubicBezTo>
                  <a:pt x="345709" y="2788"/>
                  <a:pt x="346191" y="1611"/>
                  <a:pt x="346412" y="0"/>
                </a:cubicBezTo>
                <a:lnTo>
                  <a:pt x="348260" y="0"/>
                </a:lnTo>
                <a:close/>
                <a:moveTo>
                  <a:pt x="393773" y="26057"/>
                </a:moveTo>
                <a:lnTo>
                  <a:pt x="416374" y="54289"/>
                </a:lnTo>
                <a:cubicBezTo>
                  <a:pt x="419564" y="58293"/>
                  <a:pt x="422312" y="61010"/>
                  <a:pt x="424618" y="62440"/>
                </a:cubicBezTo>
                <a:cubicBezTo>
                  <a:pt x="426292" y="63457"/>
                  <a:pt x="428061" y="63965"/>
                  <a:pt x="429925" y="63965"/>
                </a:cubicBezTo>
                <a:lnTo>
                  <a:pt x="429925" y="65671"/>
                </a:lnTo>
                <a:lnTo>
                  <a:pt x="396474" y="65671"/>
                </a:lnTo>
                <a:lnTo>
                  <a:pt x="396474" y="63965"/>
                </a:lnTo>
                <a:cubicBezTo>
                  <a:pt x="398590" y="63774"/>
                  <a:pt x="399956" y="63441"/>
                  <a:pt x="400572" y="62966"/>
                </a:cubicBezTo>
                <a:cubicBezTo>
                  <a:pt x="401188" y="62490"/>
                  <a:pt x="401496" y="61902"/>
                  <a:pt x="401496" y="61204"/>
                </a:cubicBezTo>
                <a:cubicBezTo>
                  <a:pt x="401496" y="59871"/>
                  <a:pt x="400043" y="57364"/>
                  <a:pt x="397137" y="53683"/>
                </a:cubicBezTo>
                <a:lnTo>
                  <a:pt x="382401" y="35206"/>
                </a:lnTo>
                <a:lnTo>
                  <a:pt x="380032" y="37147"/>
                </a:lnTo>
                <a:lnTo>
                  <a:pt x="380032" y="54678"/>
                </a:lnTo>
                <a:cubicBezTo>
                  <a:pt x="380032" y="58043"/>
                  <a:pt x="380222" y="60139"/>
                  <a:pt x="380601" y="60965"/>
                </a:cubicBezTo>
                <a:cubicBezTo>
                  <a:pt x="380980" y="61790"/>
                  <a:pt x="381706" y="62497"/>
                  <a:pt x="382780" y="63084"/>
                </a:cubicBezTo>
                <a:cubicBezTo>
                  <a:pt x="383854" y="63671"/>
                  <a:pt x="385576" y="63965"/>
                  <a:pt x="387945" y="63965"/>
                </a:cubicBezTo>
                <a:lnTo>
                  <a:pt x="387945" y="65671"/>
                </a:lnTo>
                <a:lnTo>
                  <a:pt x="355536" y="65671"/>
                </a:lnTo>
                <a:lnTo>
                  <a:pt x="355536" y="63965"/>
                </a:lnTo>
                <a:lnTo>
                  <a:pt x="357668" y="63965"/>
                </a:lnTo>
                <a:cubicBezTo>
                  <a:pt x="359532" y="63965"/>
                  <a:pt x="361032" y="63632"/>
                  <a:pt x="362169" y="62966"/>
                </a:cubicBezTo>
                <a:cubicBezTo>
                  <a:pt x="362991" y="62520"/>
                  <a:pt x="363622" y="61758"/>
                  <a:pt x="364065" y="60679"/>
                </a:cubicBezTo>
                <a:cubicBezTo>
                  <a:pt x="364412" y="59917"/>
                  <a:pt x="364586" y="57917"/>
                  <a:pt x="364586" y="54678"/>
                </a:cubicBezTo>
                <a:lnTo>
                  <a:pt x="364586" y="12414"/>
                </a:lnTo>
                <a:cubicBezTo>
                  <a:pt x="364586" y="9112"/>
                  <a:pt x="364412" y="7048"/>
                  <a:pt x="364065" y="6223"/>
                </a:cubicBezTo>
                <a:cubicBezTo>
                  <a:pt x="363717" y="5397"/>
                  <a:pt x="363014" y="4674"/>
                  <a:pt x="361956" y="4056"/>
                </a:cubicBezTo>
                <a:cubicBezTo>
                  <a:pt x="360898" y="3437"/>
                  <a:pt x="359469" y="3127"/>
                  <a:pt x="357668" y="3127"/>
                </a:cubicBezTo>
                <a:lnTo>
                  <a:pt x="355536" y="3127"/>
                </a:lnTo>
                <a:lnTo>
                  <a:pt x="355536" y="1421"/>
                </a:lnTo>
                <a:lnTo>
                  <a:pt x="387519" y="1421"/>
                </a:lnTo>
                <a:lnTo>
                  <a:pt x="387519" y="3127"/>
                </a:lnTo>
                <a:cubicBezTo>
                  <a:pt x="385339" y="3127"/>
                  <a:pt x="383681" y="3445"/>
                  <a:pt x="382543" y="4079"/>
                </a:cubicBezTo>
                <a:cubicBezTo>
                  <a:pt x="381722" y="4524"/>
                  <a:pt x="381075" y="5271"/>
                  <a:pt x="380601" y="6318"/>
                </a:cubicBezTo>
                <a:cubicBezTo>
                  <a:pt x="380222" y="7112"/>
                  <a:pt x="380032" y="9144"/>
                  <a:pt x="380032" y="12414"/>
                </a:cubicBezTo>
                <a:lnTo>
                  <a:pt x="380032" y="32409"/>
                </a:lnTo>
                <a:lnTo>
                  <a:pt x="403865" y="13111"/>
                </a:lnTo>
                <a:cubicBezTo>
                  <a:pt x="407182" y="10418"/>
                  <a:pt x="408840" y="8262"/>
                  <a:pt x="408840" y="6645"/>
                </a:cubicBezTo>
                <a:cubicBezTo>
                  <a:pt x="408840" y="5441"/>
                  <a:pt x="408161" y="4490"/>
                  <a:pt x="406803" y="3793"/>
                </a:cubicBezTo>
                <a:cubicBezTo>
                  <a:pt x="406108" y="3444"/>
                  <a:pt x="404386" y="3222"/>
                  <a:pt x="401638" y="3127"/>
                </a:cubicBezTo>
                <a:lnTo>
                  <a:pt x="401638" y="1421"/>
                </a:lnTo>
                <a:lnTo>
                  <a:pt x="426703" y="1421"/>
                </a:lnTo>
                <a:lnTo>
                  <a:pt x="426703" y="3127"/>
                </a:lnTo>
                <a:cubicBezTo>
                  <a:pt x="424460" y="3286"/>
                  <a:pt x="422699" y="3691"/>
                  <a:pt x="421420" y="4343"/>
                </a:cubicBezTo>
                <a:cubicBezTo>
                  <a:pt x="420141" y="4994"/>
                  <a:pt x="417195" y="7195"/>
                  <a:pt x="412583" y="10945"/>
                </a:cubicBezTo>
                <a:lnTo>
                  <a:pt x="393773" y="260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732F2-A813-4A08-9383-8933B5C8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22" y="2102253"/>
            <a:ext cx="469175" cy="133426"/>
          </a:xfrm>
          <a:custGeom xmlns:a="http://schemas.openxmlformats.org/drawingml/2006/main">
            <a:pathLst>
              <a:path w="469175" h="133426">
                <a:moveTo>
                  <a:pt x="0" y="0"/>
                </a:moveTo>
                <a:lnTo>
                  <a:pt x="469175" y="0"/>
                </a:lnTo>
                <a:lnTo>
                  <a:pt x="469175" y="133426"/>
                </a:lnTo>
                <a:lnTo>
                  <a:pt x="0" y="1334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Text RST/ACK">
            <a:extLst xmlns:a="http://schemas.openxmlformats.org/drawingml/2006/main">
              <a:ext uri="{FF2B5EF4-FFF2-40B4-BE49-F238E27FC236}">
                <a16:creationId xmlns:a16="http://schemas.microsoft.com/office/drawing/2014/main" id="{6455EBD1-6D0A-4ADE-AE0A-89B01B08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73" y="2137085"/>
            <a:ext cx="429925" cy="67187"/>
          </a:xfrm>
          <a:custGeom xmlns:a="http://schemas.openxmlformats.org/drawingml/2006/main">
            <a:pathLst>
              <a:path w="429925" h="67187">
                <a:moveTo>
                  <a:pt x="23975" y="36389"/>
                </a:moveTo>
                <a:lnTo>
                  <a:pt x="23975" y="54489"/>
                </a:lnTo>
                <a:cubicBezTo>
                  <a:pt x="23975" y="57946"/>
                  <a:pt x="24188" y="60122"/>
                  <a:pt x="24615" y="61018"/>
                </a:cubicBezTo>
                <a:cubicBezTo>
                  <a:pt x="25041" y="61914"/>
                  <a:pt x="25791" y="62629"/>
                  <a:pt x="26865" y="63164"/>
                </a:cubicBezTo>
                <a:cubicBezTo>
                  <a:pt x="27939" y="63698"/>
                  <a:pt x="29945" y="63965"/>
                  <a:pt x="32883" y="63965"/>
                </a:cubicBezTo>
                <a:lnTo>
                  <a:pt x="32883" y="65671"/>
                </a:lnTo>
                <a:lnTo>
                  <a:pt x="0" y="65671"/>
                </a:lnTo>
                <a:lnTo>
                  <a:pt x="0" y="63965"/>
                </a:lnTo>
                <a:cubicBezTo>
                  <a:pt x="2969" y="63965"/>
                  <a:pt x="4983" y="63690"/>
                  <a:pt x="6041" y="63140"/>
                </a:cubicBezTo>
                <a:cubicBezTo>
                  <a:pt x="7099" y="62590"/>
                  <a:pt x="7842" y="61875"/>
                  <a:pt x="8268" y="60995"/>
                </a:cubicBezTo>
                <a:cubicBezTo>
                  <a:pt x="8695" y="60114"/>
                  <a:pt x="8908" y="57946"/>
                  <a:pt x="8908" y="54489"/>
                </a:cubicBezTo>
                <a:lnTo>
                  <a:pt x="8908" y="12603"/>
                </a:lnTo>
                <a:cubicBezTo>
                  <a:pt x="8908" y="9147"/>
                  <a:pt x="8695" y="6971"/>
                  <a:pt x="8268" y="6075"/>
                </a:cubicBezTo>
                <a:cubicBezTo>
                  <a:pt x="7842" y="5179"/>
                  <a:pt x="7091" y="4464"/>
                  <a:pt x="6017" y="3930"/>
                </a:cubicBezTo>
                <a:cubicBezTo>
                  <a:pt x="4943" y="3395"/>
                  <a:pt x="2938" y="3127"/>
                  <a:pt x="0" y="3127"/>
                </a:cubicBezTo>
                <a:lnTo>
                  <a:pt x="0" y="1421"/>
                </a:lnTo>
                <a:lnTo>
                  <a:pt x="29850" y="1421"/>
                </a:lnTo>
                <a:cubicBezTo>
                  <a:pt x="37621" y="1421"/>
                  <a:pt x="43307" y="1958"/>
                  <a:pt x="46908" y="3031"/>
                </a:cubicBezTo>
                <a:cubicBezTo>
                  <a:pt x="50509" y="4104"/>
                  <a:pt x="53446" y="6084"/>
                  <a:pt x="55721" y="8971"/>
                </a:cubicBezTo>
                <a:cubicBezTo>
                  <a:pt x="57995" y="11859"/>
                  <a:pt x="59132" y="15243"/>
                  <a:pt x="59132" y="19124"/>
                </a:cubicBezTo>
                <a:cubicBezTo>
                  <a:pt x="59132" y="23859"/>
                  <a:pt x="57426" y="27772"/>
                  <a:pt x="54015" y="30865"/>
                </a:cubicBezTo>
                <a:cubicBezTo>
                  <a:pt x="51835" y="32821"/>
                  <a:pt x="48787" y="34288"/>
                  <a:pt x="44870" y="35267"/>
                </a:cubicBezTo>
                <a:lnTo>
                  <a:pt x="60317" y="57068"/>
                </a:lnTo>
                <a:cubicBezTo>
                  <a:pt x="62338" y="59852"/>
                  <a:pt x="63775" y="61588"/>
                  <a:pt x="64628" y="62276"/>
                </a:cubicBezTo>
                <a:cubicBezTo>
                  <a:pt x="65923" y="63245"/>
                  <a:pt x="67424" y="63776"/>
                  <a:pt x="69130" y="63870"/>
                </a:cubicBezTo>
                <a:lnTo>
                  <a:pt x="69130" y="65671"/>
                </a:lnTo>
                <a:lnTo>
                  <a:pt x="48898" y="65671"/>
                </a:lnTo>
                <a:lnTo>
                  <a:pt x="28192" y="36389"/>
                </a:lnTo>
                <a:lnTo>
                  <a:pt x="23975" y="36389"/>
                </a:lnTo>
                <a:moveTo>
                  <a:pt x="23975" y="5022"/>
                </a:moveTo>
                <a:lnTo>
                  <a:pt x="23975" y="32978"/>
                </a:lnTo>
                <a:lnTo>
                  <a:pt x="26676" y="32978"/>
                </a:lnTo>
                <a:cubicBezTo>
                  <a:pt x="31066" y="32978"/>
                  <a:pt x="34352" y="32578"/>
                  <a:pt x="36531" y="31778"/>
                </a:cubicBezTo>
                <a:cubicBezTo>
                  <a:pt x="38711" y="30978"/>
                  <a:pt x="40424" y="29534"/>
                  <a:pt x="41672" y="27449"/>
                </a:cubicBezTo>
                <a:cubicBezTo>
                  <a:pt x="42920" y="25362"/>
                  <a:pt x="43544" y="22640"/>
                  <a:pt x="43544" y="19283"/>
                </a:cubicBezTo>
                <a:cubicBezTo>
                  <a:pt x="43544" y="14419"/>
                  <a:pt x="42399" y="10827"/>
                  <a:pt x="40108" y="8505"/>
                </a:cubicBezTo>
                <a:cubicBezTo>
                  <a:pt x="37818" y="6183"/>
                  <a:pt x="34130" y="5022"/>
                  <a:pt x="29045" y="5022"/>
                </a:cubicBezTo>
                <a:lnTo>
                  <a:pt x="23975" y="5022"/>
                </a:lnTo>
                <a:close/>
                <a:moveTo>
                  <a:pt x="113647" y="0"/>
                </a:moveTo>
                <a:lnTo>
                  <a:pt x="114169" y="21416"/>
                </a:lnTo>
                <a:lnTo>
                  <a:pt x="112226" y="21416"/>
                </a:lnTo>
                <a:cubicBezTo>
                  <a:pt x="111310" y="16060"/>
                  <a:pt x="109059" y="11752"/>
                  <a:pt x="105474" y="8492"/>
                </a:cubicBezTo>
                <a:cubicBezTo>
                  <a:pt x="101889" y="5231"/>
                  <a:pt x="98012" y="3601"/>
                  <a:pt x="93842" y="3601"/>
                </a:cubicBezTo>
                <a:cubicBezTo>
                  <a:pt x="90620" y="3601"/>
                  <a:pt x="88069" y="4459"/>
                  <a:pt x="86190" y="6176"/>
                </a:cubicBezTo>
                <a:cubicBezTo>
                  <a:pt x="84310" y="7891"/>
                  <a:pt x="83371" y="9867"/>
                  <a:pt x="83371" y="12103"/>
                </a:cubicBezTo>
                <a:cubicBezTo>
                  <a:pt x="83371" y="13520"/>
                  <a:pt x="83702" y="14779"/>
                  <a:pt x="84366" y="15882"/>
                </a:cubicBezTo>
                <a:cubicBezTo>
                  <a:pt x="85282" y="17361"/>
                  <a:pt x="86751" y="18825"/>
                  <a:pt x="88772" y="20273"/>
                </a:cubicBezTo>
                <a:cubicBezTo>
                  <a:pt x="90257" y="21313"/>
                  <a:pt x="93684" y="23155"/>
                  <a:pt x="99054" y="25801"/>
                </a:cubicBezTo>
                <a:cubicBezTo>
                  <a:pt x="106572" y="29485"/>
                  <a:pt x="111642" y="32965"/>
                  <a:pt x="114263" y="36241"/>
                </a:cubicBezTo>
                <a:cubicBezTo>
                  <a:pt x="116854" y="39516"/>
                  <a:pt x="118149" y="43264"/>
                  <a:pt x="118149" y="47485"/>
                </a:cubicBezTo>
                <a:cubicBezTo>
                  <a:pt x="118149" y="52839"/>
                  <a:pt x="116056" y="57446"/>
                  <a:pt x="111871" y="61304"/>
                </a:cubicBezTo>
                <a:cubicBezTo>
                  <a:pt x="107685" y="65163"/>
                  <a:pt x="102371" y="67092"/>
                  <a:pt x="95927" y="67092"/>
                </a:cubicBezTo>
                <a:cubicBezTo>
                  <a:pt x="93905" y="67092"/>
                  <a:pt x="91994" y="66887"/>
                  <a:pt x="90194" y="66476"/>
                </a:cubicBezTo>
                <a:cubicBezTo>
                  <a:pt x="88393" y="66066"/>
                  <a:pt x="86135" y="65292"/>
                  <a:pt x="83418" y="64155"/>
                </a:cubicBezTo>
                <a:cubicBezTo>
                  <a:pt x="81902" y="63523"/>
                  <a:pt x="80654" y="63207"/>
                  <a:pt x="79675" y="63207"/>
                </a:cubicBezTo>
                <a:cubicBezTo>
                  <a:pt x="78854" y="63207"/>
                  <a:pt x="77985" y="63527"/>
                  <a:pt x="77069" y="64166"/>
                </a:cubicBezTo>
                <a:cubicBezTo>
                  <a:pt x="76153" y="64806"/>
                  <a:pt x="75411" y="65781"/>
                  <a:pt x="74842" y="67092"/>
                </a:cubicBezTo>
                <a:lnTo>
                  <a:pt x="73089" y="67092"/>
                </a:lnTo>
                <a:lnTo>
                  <a:pt x="73089" y="42833"/>
                </a:lnTo>
                <a:lnTo>
                  <a:pt x="74842" y="42833"/>
                </a:lnTo>
                <a:cubicBezTo>
                  <a:pt x="76232" y="49640"/>
                  <a:pt x="78909" y="54832"/>
                  <a:pt x="82873" y="58410"/>
                </a:cubicBezTo>
                <a:cubicBezTo>
                  <a:pt x="86837" y="61987"/>
                  <a:pt x="91110" y="63775"/>
                  <a:pt x="95690" y="63775"/>
                </a:cubicBezTo>
                <a:cubicBezTo>
                  <a:pt x="99228" y="63775"/>
                  <a:pt x="102047" y="62815"/>
                  <a:pt x="104147" y="60894"/>
                </a:cubicBezTo>
                <a:cubicBezTo>
                  <a:pt x="106248" y="58973"/>
                  <a:pt x="107298" y="56737"/>
                  <a:pt x="107298" y="54187"/>
                </a:cubicBezTo>
                <a:cubicBezTo>
                  <a:pt x="107298" y="52675"/>
                  <a:pt x="106896" y="51211"/>
                  <a:pt x="106090" y="49795"/>
                </a:cubicBezTo>
                <a:cubicBezTo>
                  <a:pt x="105285" y="48377"/>
                  <a:pt x="104061" y="47031"/>
                  <a:pt x="102418" y="45756"/>
                </a:cubicBezTo>
                <a:cubicBezTo>
                  <a:pt x="100775" y="44480"/>
                  <a:pt x="97869" y="42820"/>
                  <a:pt x="93700" y="40773"/>
                </a:cubicBezTo>
                <a:cubicBezTo>
                  <a:pt x="87856" y="37908"/>
                  <a:pt x="83655" y="35466"/>
                  <a:pt x="81096" y="33447"/>
                </a:cubicBezTo>
                <a:cubicBezTo>
                  <a:pt x="78538" y="31428"/>
                  <a:pt x="76571" y="29173"/>
                  <a:pt x="75197" y="26682"/>
                </a:cubicBezTo>
                <a:cubicBezTo>
                  <a:pt x="73823" y="24190"/>
                  <a:pt x="73136" y="21447"/>
                  <a:pt x="73136" y="18451"/>
                </a:cubicBezTo>
                <a:cubicBezTo>
                  <a:pt x="73136" y="13341"/>
                  <a:pt x="75016" y="8989"/>
                  <a:pt x="78775" y="5394"/>
                </a:cubicBezTo>
                <a:cubicBezTo>
                  <a:pt x="82534" y="1798"/>
                  <a:pt x="87272" y="0"/>
                  <a:pt x="92989" y="0"/>
                </a:cubicBezTo>
                <a:cubicBezTo>
                  <a:pt x="95074" y="0"/>
                  <a:pt x="97096" y="256"/>
                  <a:pt x="99054" y="767"/>
                </a:cubicBezTo>
                <a:cubicBezTo>
                  <a:pt x="100539" y="1150"/>
                  <a:pt x="102347" y="1860"/>
                  <a:pt x="104479" y="2898"/>
                </a:cubicBezTo>
                <a:cubicBezTo>
                  <a:pt x="106611" y="3935"/>
                  <a:pt x="108104" y="4454"/>
                  <a:pt x="108957" y="4454"/>
                </a:cubicBezTo>
                <a:cubicBezTo>
                  <a:pt x="109778" y="4454"/>
                  <a:pt x="110426" y="4199"/>
                  <a:pt x="110899" y="3688"/>
                </a:cubicBezTo>
                <a:cubicBezTo>
                  <a:pt x="111373" y="3177"/>
                  <a:pt x="111815" y="1948"/>
                  <a:pt x="112226" y="0"/>
                </a:cubicBezTo>
                <a:lnTo>
                  <a:pt x="113647" y="0"/>
                </a:lnTo>
                <a:close/>
                <a:moveTo>
                  <a:pt x="183139" y="1421"/>
                </a:moveTo>
                <a:lnTo>
                  <a:pt x="183139" y="18858"/>
                </a:lnTo>
                <a:lnTo>
                  <a:pt x="181433" y="18858"/>
                </a:lnTo>
                <a:cubicBezTo>
                  <a:pt x="180423" y="14832"/>
                  <a:pt x="179301" y="11940"/>
                  <a:pt x="178069" y="10181"/>
                </a:cubicBezTo>
                <a:cubicBezTo>
                  <a:pt x="176837" y="8422"/>
                  <a:pt x="175148" y="7019"/>
                  <a:pt x="173000" y="5973"/>
                </a:cubicBezTo>
                <a:cubicBezTo>
                  <a:pt x="171799" y="5402"/>
                  <a:pt x="169699" y="5117"/>
                  <a:pt x="166698" y="5117"/>
                </a:cubicBezTo>
                <a:lnTo>
                  <a:pt x="161912" y="5117"/>
                </a:lnTo>
                <a:lnTo>
                  <a:pt x="161912" y="54678"/>
                </a:lnTo>
                <a:cubicBezTo>
                  <a:pt x="161912" y="57980"/>
                  <a:pt x="162094" y="60044"/>
                  <a:pt x="162457" y="60870"/>
                </a:cubicBezTo>
                <a:cubicBezTo>
                  <a:pt x="162820" y="61696"/>
                  <a:pt x="163531" y="62418"/>
                  <a:pt x="164589" y="63037"/>
                </a:cubicBezTo>
                <a:cubicBezTo>
                  <a:pt x="165648" y="63656"/>
                  <a:pt x="167093" y="63965"/>
                  <a:pt x="168925" y="63965"/>
                </a:cubicBezTo>
                <a:lnTo>
                  <a:pt x="171057" y="63965"/>
                </a:lnTo>
                <a:lnTo>
                  <a:pt x="171057" y="65671"/>
                </a:lnTo>
                <a:lnTo>
                  <a:pt x="137416" y="65671"/>
                </a:lnTo>
                <a:lnTo>
                  <a:pt x="137416" y="63965"/>
                </a:lnTo>
                <a:lnTo>
                  <a:pt x="139548" y="63965"/>
                </a:lnTo>
                <a:cubicBezTo>
                  <a:pt x="141412" y="63965"/>
                  <a:pt x="142912" y="63632"/>
                  <a:pt x="144049" y="62966"/>
                </a:cubicBezTo>
                <a:cubicBezTo>
                  <a:pt x="144871" y="62520"/>
                  <a:pt x="145518" y="61758"/>
                  <a:pt x="145992" y="60679"/>
                </a:cubicBezTo>
                <a:cubicBezTo>
                  <a:pt x="146340" y="59917"/>
                  <a:pt x="146513" y="57917"/>
                  <a:pt x="146513" y="54678"/>
                </a:cubicBezTo>
                <a:lnTo>
                  <a:pt x="146513" y="5117"/>
                </a:lnTo>
                <a:lnTo>
                  <a:pt x="141870" y="5117"/>
                </a:lnTo>
                <a:cubicBezTo>
                  <a:pt x="137542" y="5117"/>
                  <a:pt x="134399" y="6036"/>
                  <a:pt x="132441" y="7874"/>
                </a:cubicBezTo>
                <a:cubicBezTo>
                  <a:pt x="129693" y="10442"/>
                  <a:pt x="127956" y="14103"/>
                  <a:pt x="127229" y="18858"/>
                </a:cubicBezTo>
                <a:lnTo>
                  <a:pt x="125429" y="18858"/>
                </a:lnTo>
                <a:lnTo>
                  <a:pt x="125429" y="1421"/>
                </a:lnTo>
                <a:lnTo>
                  <a:pt x="183139" y="1421"/>
                </a:lnTo>
                <a:close/>
                <a:moveTo>
                  <a:pt x="213697" y="0"/>
                </a:moveTo>
                <a:lnTo>
                  <a:pt x="192612" y="67187"/>
                </a:lnTo>
                <a:lnTo>
                  <a:pt x="186547" y="67187"/>
                </a:lnTo>
                <a:lnTo>
                  <a:pt x="207726" y="0"/>
                </a:lnTo>
                <a:lnTo>
                  <a:pt x="213697" y="0"/>
                </a:lnTo>
                <a:close/>
                <a:moveTo>
                  <a:pt x="253992" y="47287"/>
                </a:moveTo>
                <a:lnTo>
                  <a:pt x="231296" y="47287"/>
                </a:lnTo>
                <a:lnTo>
                  <a:pt x="228595" y="53572"/>
                </a:lnTo>
                <a:cubicBezTo>
                  <a:pt x="227711" y="55680"/>
                  <a:pt x="227269" y="57420"/>
                  <a:pt x="227269" y="58793"/>
                </a:cubicBezTo>
                <a:cubicBezTo>
                  <a:pt x="227269" y="60612"/>
                  <a:pt x="227995" y="61953"/>
                  <a:pt x="229448" y="62816"/>
                </a:cubicBezTo>
                <a:cubicBezTo>
                  <a:pt x="230301" y="63326"/>
                  <a:pt x="232402" y="63709"/>
                  <a:pt x="235750" y="63965"/>
                </a:cubicBezTo>
                <a:lnTo>
                  <a:pt x="235750" y="65671"/>
                </a:lnTo>
                <a:lnTo>
                  <a:pt x="214381" y="65671"/>
                </a:lnTo>
                <a:lnTo>
                  <a:pt x="214381" y="63965"/>
                </a:lnTo>
                <a:cubicBezTo>
                  <a:pt x="216687" y="63615"/>
                  <a:pt x="218582" y="62650"/>
                  <a:pt x="220067" y="61072"/>
                </a:cubicBezTo>
                <a:cubicBezTo>
                  <a:pt x="221551" y="59492"/>
                  <a:pt x="223383" y="56231"/>
                  <a:pt x="225563" y="51287"/>
                </a:cubicBezTo>
                <a:lnTo>
                  <a:pt x="248543" y="0"/>
                </a:lnTo>
                <a:lnTo>
                  <a:pt x="249443" y="0"/>
                </a:lnTo>
                <a:lnTo>
                  <a:pt x="272613" y="52716"/>
                </a:lnTo>
                <a:cubicBezTo>
                  <a:pt x="274824" y="57759"/>
                  <a:pt x="276640" y="60934"/>
                  <a:pt x="278062" y="62242"/>
                </a:cubicBezTo>
                <a:cubicBezTo>
                  <a:pt x="279136" y="63231"/>
                  <a:pt x="280652" y="63805"/>
                  <a:pt x="282610" y="63965"/>
                </a:cubicBezTo>
                <a:lnTo>
                  <a:pt x="282610" y="65671"/>
                </a:lnTo>
                <a:lnTo>
                  <a:pt x="251528" y="65671"/>
                </a:lnTo>
                <a:lnTo>
                  <a:pt x="251528" y="63965"/>
                </a:lnTo>
                <a:lnTo>
                  <a:pt x="252807" y="63965"/>
                </a:lnTo>
                <a:cubicBezTo>
                  <a:pt x="255303" y="63965"/>
                  <a:pt x="257056" y="63612"/>
                  <a:pt x="258067" y="62905"/>
                </a:cubicBezTo>
                <a:cubicBezTo>
                  <a:pt x="258762" y="62392"/>
                  <a:pt x="259109" y="61653"/>
                  <a:pt x="259109" y="60688"/>
                </a:cubicBezTo>
                <a:cubicBezTo>
                  <a:pt x="259109" y="60111"/>
                  <a:pt x="259014" y="59517"/>
                  <a:pt x="258825" y="58906"/>
                </a:cubicBezTo>
                <a:cubicBezTo>
                  <a:pt x="258762" y="58617"/>
                  <a:pt x="258288" y="57413"/>
                  <a:pt x="257403" y="55293"/>
                </a:cubicBezTo>
                <a:lnTo>
                  <a:pt x="253992" y="47287"/>
                </a:lnTo>
                <a:moveTo>
                  <a:pt x="252381" y="43780"/>
                </a:moveTo>
                <a:lnTo>
                  <a:pt x="242810" y="21627"/>
                </a:lnTo>
                <a:lnTo>
                  <a:pt x="232954" y="43780"/>
                </a:lnTo>
                <a:lnTo>
                  <a:pt x="252381" y="43780"/>
                </a:lnTo>
                <a:close/>
                <a:moveTo>
                  <a:pt x="348260" y="0"/>
                </a:moveTo>
                <a:lnTo>
                  <a:pt x="348260" y="22269"/>
                </a:lnTo>
                <a:lnTo>
                  <a:pt x="346412" y="22269"/>
                </a:lnTo>
                <a:cubicBezTo>
                  <a:pt x="345022" y="16427"/>
                  <a:pt x="342432" y="11950"/>
                  <a:pt x="338642" y="8838"/>
                </a:cubicBezTo>
                <a:cubicBezTo>
                  <a:pt x="334851" y="5726"/>
                  <a:pt x="330555" y="4170"/>
                  <a:pt x="325754" y="4170"/>
                </a:cubicBezTo>
                <a:cubicBezTo>
                  <a:pt x="321742" y="4170"/>
                  <a:pt x="318062" y="5323"/>
                  <a:pt x="314714" y="7628"/>
                </a:cubicBezTo>
                <a:cubicBezTo>
                  <a:pt x="311366" y="9934"/>
                  <a:pt x="308918" y="12951"/>
                  <a:pt x="307370" y="16678"/>
                </a:cubicBezTo>
                <a:cubicBezTo>
                  <a:pt x="305380" y="21448"/>
                  <a:pt x="304385" y="26755"/>
                  <a:pt x="304385" y="32598"/>
                </a:cubicBezTo>
                <a:cubicBezTo>
                  <a:pt x="304385" y="38347"/>
                  <a:pt x="305111" y="43583"/>
                  <a:pt x="306565" y="48305"/>
                </a:cubicBezTo>
                <a:cubicBezTo>
                  <a:pt x="308018" y="53028"/>
                  <a:pt x="310292" y="56597"/>
                  <a:pt x="313387" y="59014"/>
                </a:cubicBezTo>
                <a:cubicBezTo>
                  <a:pt x="316483" y="61430"/>
                  <a:pt x="320495" y="62638"/>
                  <a:pt x="325422" y="62638"/>
                </a:cubicBezTo>
                <a:cubicBezTo>
                  <a:pt x="329466" y="62638"/>
                  <a:pt x="333169" y="61754"/>
                  <a:pt x="336533" y="59985"/>
                </a:cubicBezTo>
                <a:cubicBezTo>
                  <a:pt x="339897" y="58216"/>
                  <a:pt x="343443" y="55168"/>
                  <a:pt x="347170" y="50840"/>
                </a:cubicBezTo>
                <a:lnTo>
                  <a:pt x="347170" y="56384"/>
                </a:lnTo>
                <a:cubicBezTo>
                  <a:pt x="343569" y="60143"/>
                  <a:pt x="339818" y="62867"/>
                  <a:pt x="335917" y="64557"/>
                </a:cubicBezTo>
                <a:cubicBezTo>
                  <a:pt x="332016" y="66247"/>
                  <a:pt x="327460" y="67092"/>
                  <a:pt x="322248" y="67092"/>
                </a:cubicBezTo>
                <a:cubicBezTo>
                  <a:pt x="315393" y="67092"/>
                  <a:pt x="309305" y="65720"/>
                  <a:pt x="303982" y="62976"/>
                </a:cubicBezTo>
                <a:cubicBezTo>
                  <a:pt x="298660" y="60232"/>
                  <a:pt x="294553" y="56289"/>
                  <a:pt x="291663" y="51148"/>
                </a:cubicBezTo>
                <a:cubicBezTo>
                  <a:pt x="288773" y="46006"/>
                  <a:pt x="287328" y="40533"/>
                  <a:pt x="287328" y="34729"/>
                </a:cubicBezTo>
                <a:cubicBezTo>
                  <a:pt x="287328" y="28610"/>
                  <a:pt x="288931" y="22806"/>
                  <a:pt x="292137" y="17318"/>
                </a:cubicBezTo>
                <a:cubicBezTo>
                  <a:pt x="295343" y="11829"/>
                  <a:pt x="299671" y="7570"/>
                  <a:pt x="305119" y="4543"/>
                </a:cubicBezTo>
                <a:cubicBezTo>
                  <a:pt x="310568" y="1514"/>
                  <a:pt x="316357" y="0"/>
                  <a:pt x="322485" y="0"/>
                </a:cubicBezTo>
                <a:cubicBezTo>
                  <a:pt x="327002" y="0"/>
                  <a:pt x="331771" y="979"/>
                  <a:pt x="336794" y="2938"/>
                </a:cubicBezTo>
                <a:cubicBezTo>
                  <a:pt x="339700" y="4075"/>
                  <a:pt x="341548" y="4643"/>
                  <a:pt x="342338" y="4643"/>
                </a:cubicBezTo>
                <a:cubicBezTo>
                  <a:pt x="343348" y="4643"/>
                  <a:pt x="344225" y="4272"/>
                  <a:pt x="344967" y="3530"/>
                </a:cubicBezTo>
                <a:cubicBezTo>
                  <a:pt x="345710" y="2788"/>
                  <a:pt x="346191" y="1611"/>
                  <a:pt x="346412" y="0"/>
                </a:cubicBezTo>
                <a:lnTo>
                  <a:pt x="348260" y="0"/>
                </a:lnTo>
                <a:close/>
                <a:moveTo>
                  <a:pt x="393773" y="26057"/>
                </a:moveTo>
                <a:lnTo>
                  <a:pt x="416374" y="54289"/>
                </a:lnTo>
                <a:cubicBezTo>
                  <a:pt x="419564" y="58293"/>
                  <a:pt x="422313" y="61010"/>
                  <a:pt x="424618" y="62440"/>
                </a:cubicBezTo>
                <a:cubicBezTo>
                  <a:pt x="426293" y="63457"/>
                  <a:pt x="428062" y="63965"/>
                  <a:pt x="429925" y="63965"/>
                </a:cubicBezTo>
                <a:lnTo>
                  <a:pt x="429925" y="65671"/>
                </a:lnTo>
                <a:lnTo>
                  <a:pt x="396474" y="65671"/>
                </a:lnTo>
                <a:lnTo>
                  <a:pt x="396474" y="63965"/>
                </a:lnTo>
                <a:cubicBezTo>
                  <a:pt x="398590" y="63774"/>
                  <a:pt x="399956" y="63441"/>
                  <a:pt x="400572" y="62966"/>
                </a:cubicBezTo>
                <a:cubicBezTo>
                  <a:pt x="401188" y="62490"/>
                  <a:pt x="401496" y="61902"/>
                  <a:pt x="401496" y="61204"/>
                </a:cubicBezTo>
                <a:cubicBezTo>
                  <a:pt x="401496" y="59871"/>
                  <a:pt x="400043" y="57364"/>
                  <a:pt x="397137" y="53683"/>
                </a:cubicBezTo>
                <a:lnTo>
                  <a:pt x="382402" y="35206"/>
                </a:lnTo>
                <a:lnTo>
                  <a:pt x="380032" y="37147"/>
                </a:lnTo>
                <a:lnTo>
                  <a:pt x="380032" y="54678"/>
                </a:lnTo>
                <a:cubicBezTo>
                  <a:pt x="380032" y="58043"/>
                  <a:pt x="380222" y="60139"/>
                  <a:pt x="380601" y="60965"/>
                </a:cubicBezTo>
                <a:cubicBezTo>
                  <a:pt x="380980" y="61790"/>
                  <a:pt x="381707" y="62497"/>
                  <a:pt x="382781" y="63084"/>
                </a:cubicBezTo>
                <a:cubicBezTo>
                  <a:pt x="383855" y="63671"/>
                  <a:pt x="385576" y="63965"/>
                  <a:pt x="387945" y="63965"/>
                </a:cubicBezTo>
                <a:lnTo>
                  <a:pt x="387945" y="65671"/>
                </a:lnTo>
                <a:lnTo>
                  <a:pt x="355536" y="65671"/>
                </a:lnTo>
                <a:lnTo>
                  <a:pt x="355536" y="63965"/>
                </a:lnTo>
                <a:lnTo>
                  <a:pt x="357668" y="63965"/>
                </a:lnTo>
                <a:cubicBezTo>
                  <a:pt x="359532" y="63965"/>
                  <a:pt x="361032" y="63632"/>
                  <a:pt x="362170" y="62966"/>
                </a:cubicBezTo>
                <a:cubicBezTo>
                  <a:pt x="362991" y="62520"/>
                  <a:pt x="363623" y="61758"/>
                  <a:pt x="364065" y="60679"/>
                </a:cubicBezTo>
                <a:cubicBezTo>
                  <a:pt x="364412" y="59917"/>
                  <a:pt x="364586" y="57917"/>
                  <a:pt x="364586" y="54678"/>
                </a:cubicBezTo>
                <a:lnTo>
                  <a:pt x="364586" y="12414"/>
                </a:lnTo>
                <a:cubicBezTo>
                  <a:pt x="364586" y="9112"/>
                  <a:pt x="364412" y="7048"/>
                  <a:pt x="364065" y="6223"/>
                </a:cubicBezTo>
                <a:cubicBezTo>
                  <a:pt x="363717" y="5397"/>
                  <a:pt x="363015" y="4674"/>
                  <a:pt x="361956" y="4056"/>
                </a:cubicBezTo>
                <a:cubicBezTo>
                  <a:pt x="360898" y="3437"/>
                  <a:pt x="359469" y="3127"/>
                  <a:pt x="357668" y="3127"/>
                </a:cubicBezTo>
                <a:lnTo>
                  <a:pt x="355536" y="3127"/>
                </a:lnTo>
                <a:lnTo>
                  <a:pt x="355536" y="1421"/>
                </a:lnTo>
                <a:lnTo>
                  <a:pt x="387519" y="1421"/>
                </a:lnTo>
                <a:lnTo>
                  <a:pt x="387519" y="3127"/>
                </a:lnTo>
                <a:cubicBezTo>
                  <a:pt x="385339" y="3127"/>
                  <a:pt x="383681" y="3445"/>
                  <a:pt x="382544" y="4079"/>
                </a:cubicBezTo>
                <a:cubicBezTo>
                  <a:pt x="381722" y="4524"/>
                  <a:pt x="381075" y="5271"/>
                  <a:pt x="380601" y="6318"/>
                </a:cubicBezTo>
                <a:cubicBezTo>
                  <a:pt x="380222" y="7112"/>
                  <a:pt x="380032" y="9144"/>
                  <a:pt x="380032" y="12414"/>
                </a:cubicBezTo>
                <a:lnTo>
                  <a:pt x="380032" y="32409"/>
                </a:lnTo>
                <a:lnTo>
                  <a:pt x="403865" y="13111"/>
                </a:lnTo>
                <a:cubicBezTo>
                  <a:pt x="407182" y="10418"/>
                  <a:pt x="408840" y="8262"/>
                  <a:pt x="408840" y="6645"/>
                </a:cubicBezTo>
                <a:cubicBezTo>
                  <a:pt x="408840" y="5441"/>
                  <a:pt x="408161" y="4490"/>
                  <a:pt x="406803" y="3793"/>
                </a:cubicBezTo>
                <a:cubicBezTo>
                  <a:pt x="406108" y="3444"/>
                  <a:pt x="404387" y="3222"/>
                  <a:pt x="401638" y="3127"/>
                </a:cubicBezTo>
                <a:lnTo>
                  <a:pt x="401638" y="1421"/>
                </a:lnTo>
                <a:lnTo>
                  <a:pt x="426703" y="1421"/>
                </a:lnTo>
                <a:lnTo>
                  <a:pt x="426703" y="3127"/>
                </a:lnTo>
                <a:cubicBezTo>
                  <a:pt x="424461" y="3286"/>
                  <a:pt x="422699" y="3691"/>
                  <a:pt x="421420" y="4343"/>
                </a:cubicBezTo>
                <a:cubicBezTo>
                  <a:pt x="420141" y="4994"/>
                  <a:pt x="417195" y="7195"/>
                  <a:pt x="412584" y="10945"/>
                </a:cubicBezTo>
                <a:lnTo>
                  <a:pt x="393773" y="260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Text Remove">
            <a:extLst xmlns:a="http://schemas.openxmlformats.org/drawingml/2006/main">
              <a:ext uri="{FF2B5EF4-FFF2-40B4-BE49-F238E27FC236}">
                <a16:creationId xmlns:a16="http://schemas.microsoft.com/office/drawing/2014/main" id="{51CD3FC3-A239-47E8-912B-29A59B3A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938" y="2133733"/>
            <a:ext cx="478215" cy="98364"/>
          </a:xfrm>
          <a:custGeom xmlns:a="http://schemas.openxmlformats.org/drawingml/2006/main">
            <a:pathLst>
              <a:path w="478215" h="98364">
                <a:moveTo>
                  <a:pt x="95876" y="96374"/>
                </a:moveTo>
                <a:lnTo>
                  <a:pt x="70148" y="96374"/>
                </a:lnTo>
                <a:lnTo>
                  <a:pt x="37526" y="51172"/>
                </a:lnTo>
                <a:cubicBezTo>
                  <a:pt x="35110" y="51267"/>
                  <a:pt x="33143" y="51314"/>
                  <a:pt x="31627" y="51314"/>
                </a:cubicBezTo>
                <a:cubicBezTo>
                  <a:pt x="31011" y="51314"/>
                  <a:pt x="30348" y="51302"/>
                  <a:pt x="29637" y="51279"/>
                </a:cubicBezTo>
                <a:cubicBezTo>
                  <a:pt x="28926" y="51255"/>
                  <a:pt x="28192" y="51219"/>
                  <a:pt x="27434" y="51172"/>
                </a:cubicBezTo>
                <a:lnTo>
                  <a:pt x="27434" y="79268"/>
                </a:lnTo>
                <a:cubicBezTo>
                  <a:pt x="27434" y="85353"/>
                  <a:pt x="28097" y="89133"/>
                  <a:pt x="29424" y="90606"/>
                </a:cubicBezTo>
                <a:cubicBezTo>
                  <a:pt x="31224" y="92698"/>
                  <a:pt x="33925" y="93744"/>
                  <a:pt x="37526" y="93744"/>
                </a:cubicBezTo>
                <a:lnTo>
                  <a:pt x="41293" y="93744"/>
                </a:lnTo>
                <a:lnTo>
                  <a:pt x="41293" y="96374"/>
                </a:lnTo>
                <a:lnTo>
                  <a:pt x="0" y="96374"/>
                </a:lnTo>
                <a:lnTo>
                  <a:pt x="0" y="93744"/>
                </a:lnTo>
                <a:lnTo>
                  <a:pt x="3625" y="93744"/>
                </a:lnTo>
                <a:cubicBezTo>
                  <a:pt x="7699" y="93744"/>
                  <a:pt x="10613" y="92418"/>
                  <a:pt x="12367" y="89764"/>
                </a:cubicBezTo>
                <a:cubicBezTo>
                  <a:pt x="13362" y="88295"/>
                  <a:pt x="13859" y="84813"/>
                  <a:pt x="13859" y="79317"/>
                </a:cubicBezTo>
                <a:lnTo>
                  <a:pt x="13859" y="17057"/>
                </a:lnTo>
                <a:cubicBezTo>
                  <a:pt x="13859" y="10992"/>
                  <a:pt x="13196" y="7226"/>
                  <a:pt x="11869" y="5757"/>
                </a:cubicBezTo>
                <a:cubicBezTo>
                  <a:pt x="10021" y="3672"/>
                  <a:pt x="7273" y="2630"/>
                  <a:pt x="3625" y="2630"/>
                </a:cubicBezTo>
                <a:lnTo>
                  <a:pt x="0" y="2630"/>
                </a:lnTo>
                <a:lnTo>
                  <a:pt x="0" y="0"/>
                </a:lnTo>
                <a:lnTo>
                  <a:pt x="35110" y="0"/>
                </a:lnTo>
                <a:cubicBezTo>
                  <a:pt x="45344" y="0"/>
                  <a:pt x="52890" y="744"/>
                  <a:pt x="57746" y="2232"/>
                </a:cubicBezTo>
                <a:cubicBezTo>
                  <a:pt x="62603" y="3720"/>
                  <a:pt x="66725" y="6461"/>
                  <a:pt x="70113" y="10454"/>
                </a:cubicBezTo>
                <a:cubicBezTo>
                  <a:pt x="73501" y="14446"/>
                  <a:pt x="75194" y="19206"/>
                  <a:pt x="75194" y="24733"/>
                </a:cubicBezTo>
                <a:cubicBezTo>
                  <a:pt x="75194" y="30638"/>
                  <a:pt x="73264" y="35764"/>
                  <a:pt x="69402" y="40111"/>
                </a:cubicBezTo>
                <a:cubicBezTo>
                  <a:pt x="65540" y="44457"/>
                  <a:pt x="59559" y="47528"/>
                  <a:pt x="51456" y="49324"/>
                </a:cubicBezTo>
                <a:lnTo>
                  <a:pt x="71357" y="77060"/>
                </a:lnTo>
                <a:cubicBezTo>
                  <a:pt x="75905" y="83430"/>
                  <a:pt x="79814" y="87661"/>
                  <a:pt x="83083" y="89753"/>
                </a:cubicBezTo>
                <a:cubicBezTo>
                  <a:pt x="86353" y="91844"/>
                  <a:pt x="90617" y="93174"/>
                  <a:pt x="95876" y="93744"/>
                </a:cubicBezTo>
                <a:lnTo>
                  <a:pt x="95876" y="96374"/>
                </a:lnTo>
                <a:moveTo>
                  <a:pt x="27434" y="46837"/>
                </a:moveTo>
                <a:cubicBezTo>
                  <a:pt x="28334" y="46837"/>
                  <a:pt x="29116" y="46848"/>
                  <a:pt x="29779" y="46872"/>
                </a:cubicBezTo>
                <a:cubicBezTo>
                  <a:pt x="30443" y="46896"/>
                  <a:pt x="30987" y="46908"/>
                  <a:pt x="31414" y="46908"/>
                </a:cubicBezTo>
                <a:cubicBezTo>
                  <a:pt x="40606" y="46908"/>
                  <a:pt x="47535" y="44918"/>
                  <a:pt x="52203" y="40938"/>
                </a:cubicBezTo>
                <a:cubicBezTo>
                  <a:pt x="56870" y="36958"/>
                  <a:pt x="59203" y="31888"/>
                  <a:pt x="59203" y="25728"/>
                </a:cubicBezTo>
                <a:cubicBezTo>
                  <a:pt x="59203" y="19711"/>
                  <a:pt x="57320" y="14819"/>
                  <a:pt x="53553" y="11052"/>
                </a:cubicBezTo>
                <a:cubicBezTo>
                  <a:pt x="49786" y="7285"/>
                  <a:pt x="44799" y="5401"/>
                  <a:pt x="38592" y="5401"/>
                </a:cubicBezTo>
                <a:cubicBezTo>
                  <a:pt x="35844" y="5401"/>
                  <a:pt x="32125" y="5852"/>
                  <a:pt x="27434" y="6752"/>
                </a:cubicBezTo>
                <a:lnTo>
                  <a:pt x="27434" y="46837"/>
                </a:lnTo>
                <a:close/>
                <a:moveTo>
                  <a:pt x="110092" y="55863"/>
                </a:moveTo>
                <a:cubicBezTo>
                  <a:pt x="110045" y="65506"/>
                  <a:pt x="112390" y="73070"/>
                  <a:pt x="117128" y="78555"/>
                </a:cubicBezTo>
                <a:cubicBezTo>
                  <a:pt x="121867" y="84038"/>
                  <a:pt x="127434" y="86779"/>
                  <a:pt x="133830" y="86779"/>
                </a:cubicBezTo>
                <a:cubicBezTo>
                  <a:pt x="138095" y="86779"/>
                  <a:pt x="141802" y="85606"/>
                  <a:pt x="144953" y="83261"/>
                </a:cubicBezTo>
                <a:cubicBezTo>
                  <a:pt x="148104" y="80916"/>
                  <a:pt x="150746" y="76900"/>
                  <a:pt x="152878" y="71214"/>
                </a:cubicBezTo>
                <a:lnTo>
                  <a:pt x="155081" y="72636"/>
                </a:lnTo>
                <a:cubicBezTo>
                  <a:pt x="154086" y="79127"/>
                  <a:pt x="151196" y="85038"/>
                  <a:pt x="146410" y="90368"/>
                </a:cubicBezTo>
                <a:cubicBezTo>
                  <a:pt x="141625" y="95699"/>
                  <a:pt x="135631" y="98364"/>
                  <a:pt x="128429" y="98364"/>
                </a:cubicBezTo>
                <a:cubicBezTo>
                  <a:pt x="120611" y="98364"/>
                  <a:pt x="113918" y="95326"/>
                  <a:pt x="108351" y="89251"/>
                </a:cubicBezTo>
                <a:cubicBezTo>
                  <a:pt x="102784" y="83174"/>
                  <a:pt x="100000" y="75006"/>
                  <a:pt x="100000" y="64745"/>
                </a:cubicBezTo>
                <a:cubicBezTo>
                  <a:pt x="100000" y="53634"/>
                  <a:pt x="102855" y="44969"/>
                  <a:pt x="108564" y="38752"/>
                </a:cubicBezTo>
                <a:cubicBezTo>
                  <a:pt x="114274" y="32533"/>
                  <a:pt x="121440" y="29424"/>
                  <a:pt x="130064" y="29424"/>
                </a:cubicBezTo>
                <a:cubicBezTo>
                  <a:pt x="137360" y="29424"/>
                  <a:pt x="143354" y="31823"/>
                  <a:pt x="148045" y="36620"/>
                </a:cubicBezTo>
                <a:cubicBezTo>
                  <a:pt x="152736" y="41416"/>
                  <a:pt x="155081" y="47830"/>
                  <a:pt x="155081" y="55863"/>
                </a:cubicBezTo>
                <a:lnTo>
                  <a:pt x="110092" y="55863"/>
                </a:lnTo>
                <a:moveTo>
                  <a:pt x="110092" y="51741"/>
                </a:moveTo>
                <a:lnTo>
                  <a:pt x="140227" y="51741"/>
                </a:lnTo>
                <a:cubicBezTo>
                  <a:pt x="139990" y="47571"/>
                  <a:pt x="139493" y="44633"/>
                  <a:pt x="138734" y="42928"/>
                </a:cubicBezTo>
                <a:cubicBezTo>
                  <a:pt x="137550" y="40274"/>
                  <a:pt x="135785" y="38189"/>
                  <a:pt x="133440" y="36673"/>
                </a:cubicBezTo>
                <a:cubicBezTo>
                  <a:pt x="131094" y="35157"/>
                  <a:pt x="128642" y="34399"/>
                  <a:pt x="126084" y="34399"/>
                </a:cubicBezTo>
                <a:cubicBezTo>
                  <a:pt x="122151" y="34399"/>
                  <a:pt x="118633" y="35927"/>
                  <a:pt x="115529" y="38983"/>
                </a:cubicBezTo>
                <a:cubicBezTo>
                  <a:pt x="112426" y="42039"/>
                  <a:pt x="110614" y="46292"/>
                  <a:pt x="110092" y="51741"/>
                </a:cubicBezTo>
                <a:close/>
                <a:moveTo>
                  <a:pt x="183004" y="43283"/>
                </a:moveTo>
                <a:cubicBezTo>
                  <a:pt x="187742" y="38545"/>
                  <a:pt x="190537" y="35820"/>
                  <a:pt x="191390" y="35110"/>
                </a:cubicBezTo>
                <a:cubicBezTo>
                  <a:pt x="193522" y="33309"/>
                  <a:pt x="195820" y="31911"/>
                  <a:pt x="198284" y="30916"/>
                </a:cubicBezTo>
                <a:cubicBezTo>
                  <a:pt x="200748" y="29921"/>
                  <a:pt x="203188" y="29424"/>
                  <a:pt x="205604" y="29424"/>
                </a:cubicBezTo>
                <a:cubicBezTo>
                  <a:pt x="209679" y="29424"/>
                  <a:pt x="213186" y="30608"/>
                  <a:pt x="216123" y="32978"/>
                </a:cubicBezTo>
                <a:cubicBezTo>
                  <a:pt x="219061" y="35347"/>
                  <a:pt x="221027" y="38782"/>
                  <a:pt x="222022" y="43283"/>
                </a:cubicBezTo>
                <a:cubicBezTo>
                  <a:pt x="226902" y="37597"/>
                  <a:pt x="231025" y="33866"/>
                  <a:pt x="234389" y="32089"/>
                </a:cubicBezTo>
                <a:cubicBezTo>
                  <a:pt x="237753" y="30312"/>
                  <a:pt x="241212" y="29424"/>
                  <a:pt x="244765" y="29424"/>
                </a:cubicBezTo>
                <a:cubicBezTo>
                  <a:pt x="248224" y="29424"/>
                  <a:pt x="251292" y="30311"/>
                  <a:pt x="253969" y="32085"/>
                </a:cubicBezTo>
                <a:cubicBezTo>
                  <a:pt x="256646" y="33857"/>
                  <a:pt x="258766" y="36752"/>
                  <a:pt x="260330" y="40771"/>
                </a:cubicBezTo>
                <a:cubicBezTo>
                  <a:pt x="261372" y="43513"/>
                  <a:pt x="261894" y="47815"/>
                  <a:pt x="261894" y="53677"/>
                </a:cubicBezTo>
                <a:lnTo>
                  <a:pt x="261894" y="81618"/>
                </a:lnTo>
                <a:cubicBezTo>
                  <a:pt x="261894" y="85683"/>
                  <a:pt x="262202" y="88473"/>
                  <a:pt x="262818" y="89986"/>
                </a:cubicBezTo>
                <a:cubicBezTo>
                  <a:pt x="263291" y="91026"/>
                  <a:pt x="264168" y="91912"/>
                  <a:pt x="265447" y="92645"/>
                </a:cubicBezTo>
                <a:cubicBezTo>
                  <a:pt x="266727" y="93378"/>
                  <a:pt x="268811" y="93744"/>
                  <a:pt x="271702" y="93744"/>
                </a:cubicBezTo>
                <a:lnTo>
                  <a:pt x="271702" y="96374"/>
                </a:lnTo>
                <a:lnTo>
                  <a:pt x="239577" y="96374"/>
                </a:lnTo>
                <a:lnTo>
                  <a:pt x="239577" y="93744"/>
                </a:lnTo>
                <a:lnTo>
                  <a:pt x="240927" y="93744"/>
                </a:lnTo>
                <a:cubicBezTo>
                  <a:pt x="243723" y="93744"/>
                  <a:pt x="245902" y="93202"/>
                  <a:pt x="247466" y="92118"/>
                </a:cubicBezTo>
                <a:cubicBezTo>
                  <a:pt x="248556" y="91363"/>
                  <a:pt x="249338" y="90161"/>
                  <a:pt x="249811" y="88512"/>
                </a:cubicBezTo>
                <a:cubicBezTo>
                  <a:pt x="250001" y="87711"/>
                  <a:pt x="250096" y="85424"/>
                  <a:pt x="250096" y="81653"/>
                </a:cubicBezTo>
                <a:lnTo>
                  <a:pt x="250096" y="53793"/>
                </a:lnTo>
                <a:cubicBezTo>
                  <a:pt x="250096" y="48513"/>
                  <a:pt x="249456" y="44789"/>
                  <a:pt x="248177" y="42621"/>
                </a:cubicBezTo>
                <a:cubicBezTo>
                  <a:pt x="246329" y="39604"/>
                  <a:pt x="243368" y="38095"/>
                  <a:pt x="239293" y="38095"/>
                </a:cubicBezTo>
                <a:cubicBezTo>
                  <a:pt x="236781" y="38095"/>
                  <a:pt x="234258" y="38720"/>
                  <a:pt x="231724" y="39969"/>
                </a:cubicBezTo>
                <a:cubicBezTo>
                  <a:pt x="229189" y="41217"/>
                  <a:pt x="226121" y="43539"/>
                  <a:pt x="222520" y="46934"/>
                </a:cubicBezTo>
                <a:lnTo>
                  <a:pt x="222378" y="47712"/>
                </a:lnTo>
                <a:lnTo>
                  <a:pt x="222520" y="50752"/>
                </a:lnTo>
                <a:lnTo>
                  <a:pt x="222520" y="81653"/>
                </a:lnTo>
                <a:cubicBezTo>
                  <a:pt x="222520" y="86085"/>
                  <a:pt x="222768" y="88842"/>
                  <a:pt x="223266" y="89926"/>
                </a:cubicBezTo>
                <a:cubicBezTo>
                  <a:pt x="223763" y="91010"/>
                  <a:pt x="224699" y="91918"/>
                  <a:pt x="226073" y="92649"/>
                </a:cubicBezTo>
                <a:cubicBezTo>
                  <a:pt x="227447" y="93379"/>
                  <a:pt x="229793" y="93744"/>
                  <a:pt x="233109" y="93744"/>
                </a:cubicBezTo>
                <a:lnTo>
                  <a:pt x="233109" y="96374"/>
                </a:lnTo>
                <a:lnTo>
                  <a:pt x="200203" y="96374"/>
                </a:lnTo>
                <a:lnTo>
                  <a:pt x="200203" y="93744"/>
                </a:lnTo>
                <a:cubicBezTo>
                  <a:pt x="203804" y="93744"/>
                  <a:pt x="206280" y="93320"/>
                  <a:pt x="207630" y="92472"/>
                </a:cubicBezTo>
                <a:cubicBezTo>
                  <a:pt x="208980" y="91623"/>
                  <a:pt x="209916" y="90351"/>
                  <a:pt x="210437" y="88654"/>
                </a:cubicBezTo>
                <a:cubicBezTo>
                  <a:pt x="210674" y="87851"/>
                  <a:pt x="210793" y="85518"/>
                  <a:pt x="210793" y="81653"/>
                </a:cubicBezTo>
                <a:lnTo>
                  <a:pt x="210793" y="53793"/>
                </a:lnTo>
                <a:cubicBezTo>
                  <a:pt x="210793" y="48513"/>
                  <a:pt x="210011" y="44718"/>
                  <a:pt x="208447" y="42408"/>
                </a:cubicBezTo>
                <a:cubicBezTo>
                  <a:pt x="206363" y="39390"/>
                  <a:pt x="203449" y="37881"/>
                  <a:pt x="199705" y="37881"/>
                </a:cubicBezTo>
                <a:cubicBezTo>
                  <a:pt x="197147" y="37881"/>
                  <a:pt x="194612" y="38565"/>
                  <a:pt x="192101" y="39931"/>
                </a:cubicBezTo>
                <a:cubicBezTo>
                  <a:pt x="188168" y="42006"/>
                  <a:pt x="185136" y="44339"/>
                  <a:pt x="183004" y="46932"/>
                </a:cubicBezTo>
                <a:lnTo>
                  <a:pt x="183004" y="81653"/>
                </a:lnTo>
                <a:cubicBezTo>
                  <a:pt x="183004" y="85895"/>
                  <a:pt x="183300" y="88653"/>
                  <a:pt x="183892" y="89926"/>
                </a:cubicBezTo>
                <a:cubicBezTo>
                  <a:pt x="184484" y="91198"/>
                  <a:pt x="185361" y="92153"/>
                  <a:pt x="186522" y="92789"/>
                </a:cubicBezTo>
                <a:cubicBezTo>
                  <a:pt x="187682" y="93426"/>
                  <a:pt x="190040" y="93744"/>
                  <a:pt x="193593" y="93744"/>
                </a:cubicBezTo>
                <a:lnTo>
                  <a:pt x="193593" y="96374"/>
                </a:lnTo>
                <a:lnTo>
                  <a:pt x="161398" y="96374"/>
                </a:lnTo>
                <a:lnTo>
                  <a:pt x="161398" y="93744"/>
                </a:lnTo>
                <a:cubicBezTo>
                  <a:pt x="164383" y="93744"/>
                  <a:pt x="166467" y="93425"/>
                  <a:pt x="167652" y="92787"/>
                </a:cubicBezTo>
                <a:cubicBezTo>
                  <a:pt x="168836" y="92149"/>
                  <a:pt x="169737" y="91132"/>
                  <a:pt x="170353" y="89738"/>
                </a:cubicBezTo>
                <a:cubicBezTo>
                  <a:pt x="170969" y="88343"/>
                  <a:pt x="171277" y="85636"/>
                  <a:pt x="171277" y="81618"/>
                </a:cubicBezTo>
                <a:lnTo>
                  <a:pt x="171277" y="56798"/>
                </a:lnTo>
                <a:cubicBezTo>
                  <a:pt x="171277" y="49658"/>
                  <a:pt x="171063" y="45049"/>
                  <a:pt x="170637" y="42970"/>
                </a:cubicBezTo>
                <a:cubicBezTo>
                  <a:pt x="170305" y="41409"/>
                  <a:pt x="169784" y="40333"/>
                  <a:pt x="169073" y="39743"/>
                </a:cubicBezTo>
                <a:cubicBezTo>
                  <a:pt x="168363" y="39152"/>
                  <a:pt x="167391" y="38857"/>
                  <a:pt x="166159" y="38857"/>
                </a:cubicBezTo>
                <a:cubicBezTo>
                  <a:pt x="164833" y="38857"/>
                  <a:pt x="163245" y="39211"/>
                  <a:pt x="161398" y="39920"/>
                </a:cubicBezTo>
                <a:lnTo>
                  <a:pt x="160331" y="37366"/>
                </a:lnTo>
                <a:lnTo>
                  <a:pt x="179947" y="29424"/>
                </a:lnTo>
                <a:lnTo>
                  <a:pt x="183004" y="29424"/>
                </a:lnTo>
                <a:lnTo>
                  <a:pt x="183004" y="43283"/>
                </a:lnTo>
                <a:close/>
                <a:moveTo>
                  <a:pt x="308565" y="29424"/>
                </a:moveTo>
                <a:cubicBezTo>
                  <a:pt x="318421" y="29424"/>
                  <a:pt x="326334" y="33163"/>
                  <a:pt x="332304" y="40642"/>
                </a:cubicBezTo>
                <a:cubicBezTo>
                  <a:pt x="337373" y="47031"/>
                  <a:pt x="339908" y="54368"/>
                  <a:pt x="339908" y="62652"/>
                </a:cubicBezTo>
                <a:cubicBezTo>
                  <a:pt x="339908" y="68474"/>
                  <a:pt x="338511" y="74367"/>
                  <a:pt x="335715" y="80332"/>
                </a:cubicBezTo>
                <a:cubicBezTo>
                  <a:pt x="332920" y="86294"/>
                  <a:pt x="329070" y="90790"/>
                  <a:pt x="324166" y="93820"/>
                </a:cubicBezTo>
                <a:cubicBezTo>
                  <a:pt x="319262" y="96849"/>
                  <a:pt x="313801" y="98364"/>
                  <a:pt x="307784" y="98364"/>
                </a:cubicBezTo>
                <a:cubicBezTo>
                  <a:pt x="297976" y="98364"/>
                  <a:pt x="290181" y="94459"/>
                  <a:pt x="284401" y="86648"/>
                </a:cubicBezTo>
                <a:cubicBezTo>
                  <a:pt x="279521" y="80070"/>
                  <a:pt x="277080" y="72686"/>
                  <a:pt x="277080" y="64498"/>
                </a:cubicBezTo>
                <a:cubicBezTo>
                  <a:pt x="277080" y="58534"/>
                  <a:pt x="278561" y="52605"/>
                  <a:pt x="281523" y="46712"/>
                </a:cubicBezTo>
                <a:cubicBezTo>
                  <a:pt x="284484" y="40819"/>
                  <a:pt x="288381" y="36464"/>
                  <a:pt x="293214" y="33648"/>
                </a:cubicBezTo>
                <a:cubicBezTo>
                  <a:pt x="298047" y="30832"/>
                  <a:pt x="303164" y="29424"/>
                  <a:pt x="308565" y="29424"/>
                </a:cubicBezTo>
                <a:moveTo>
                  <a:pt x="306362" y="34115"/>
                </a:moveTo>
                <a:cubicBezTo>
                  <a:pt x="303851" y="34115"/>
                  <a:pt x="301328" y="34860"/>
                  <a:pt x="298793" y="36351"/>
                </a:cubicBezTo>
                <a:cubicBezTo>
                  <a:pt x="296258" y="37842"/>
                  <a:pt x="294209" y="40457"/>
                  <a:pt x="292645" y="44196"/>
                </a:cubicBezTo>
                <a:cubicBezTo>
                  <a:pt x="291082" y="47935"/>
                  <a:pt x="290300" y="52738"/>
                  <a:pt x="290300" y="58606"/>
                </a:cubicBezTo>
                <a:cubicBezTo>
                  <a:pt x="290300" y="68070"/>
                  <a:pt x="292183" y="76234"/>
                  <a:pt x="295950" y="83097"/>
                </a:cubicBezTo>
                <a:cubicBezTo>
                  <a:pt x="299717" y="89958"/>
                  <a:pt x="304680" y="93389"/>
                  <a:pt x="310840" y="93389"/>
                </a:cubicBezTo>
                <a:cubicBezTo>
                  <a:pt x="315436" y="93389"/>
                  <a:pt x="319226" y="91496"/>
                  <a:pt x="322211" y="87710"/>
                </a:cubicBezTo>
                <a:cubicBezTo>
                  <a:pt x="325196" y="83924"/>
                  <a:pt x="326689" y="77417"/>
                  <a:pt x="326689" y="68189"/>
                </a:cubicBezTo>
                <a:cubicBezTo>
                  <a:pt x="326689" y="56642"/>
                  <a:pt x="324201" y="47555"/>
                  <a:pt x="319226" y="40929"/>
                </a:cubicBezTo>
                <a:cubicBezTo>
                  <a:pt x="315862" y="36386"/>
                  <a:pt x="311574" y="34115"/>
                  <a:pt x="306362" y="34115"/>
                </a:cubicBezTo>
                <a:close/>
                <a:moveTo>
                  <a:pt x="346163" y="31272"/>
                </a:moveTo>
                <a:lnTo>
                  <a:pt x="376795" y="31272"/>
                </a:lnTo>
                <a:lnTo>
                  <a:pt x="376795" y="33901"/>
                </a:lnTo>
                <a:lnTo>
                  <a:pt x="374805" y="33901"/>
                </a:lnTo>
                <a:cubicBezTo>
                  <a:pt x="372957" y="33901"/>
                  <a:pt x="371548" y="34352"/>
                  <a:pt x="370576" y="35252"/>
                </a:cubicBezTo>
                <a:cubicBezTo>
                  <a:pt x="369605" y="36152"/>
                  <a:pt x="369119" y="37360"/>
                  <a:pt x="369119" y="38877"/>
                </a:cubicBezTo>
                <a:cubicBezTo>
                  <a:pt x="369119" y="40535"/>
                  <a:pt x="369617" y="42501"/>
                  <a:pt x="370612" y="44776"/>
                </a:cubicBezTo>
                <a:lnTo>
                  <a:pt x="385750" y="80738"/>
                </a:lnTo>
                <a:lnTo>
                  <a:pt x="400960" y="43425"/>
                </a:lnTo>
                <a:cubicBezTo>
                  <a:pt x="402049" y="40772"/>
                  <a:pt x="402594" y="38758"/>
                  <a:pt x="402594" y="37384"/>
                </a:cubicBezTo>
                <a:cubicBezTo>
                  <a:pt x="402594" y="36721"/>
                  <a:pt x="402405" y="36176"/>
                  <a:pt x="402026" y="35749"/>
                </a:cubicBezTo>
                <a:cubicBezTo>
                  <a:pt x="401504" y="35039"/>
                  <a:pt x="400841" y="34553"/>
                  <a:pt x="400036" y="34292"/>
                </a:cubicBezTo>
                <a:cubicBezTo>
                  <a:pt x="399230" y="34032"/>
                  <a:pt x="397595" y="33901"/>
                  <a:pt x="395132" y="33901"/>
                </a:cubicBezTo>
                <a:lnTo>
                  <a:pt x="395132" y="31272"/>
                </a:lnTo>
                <a:lnTo>
                  <a:pt x="416382" y="31272"/>
                </a:lnTo>
                <a:lnTo>
                  <a:pt x="416382" y="33901"/>
                </a:lnTo>
                <a:cubicBezTo>
                  <a:pt x="413918" y="34091"/>
                  <a:pt x="412213" y="34588"/>
                  <a:pt x="411265" y="35394"/>
                </a:cubicBezTo>
                <a:cubicBezTo>
                  <a:pt x="409607" y="36815"/>
                  <a:pt x="408114" y="39184"/>
                  <a:pt x="406788" y="42501"/>
                </a:cubicBezTo>
                <a:lnTo>
                  <a:pt x="383689" y="98364"/>
                </a:lnTo>
                <a:lnTo>
                  <a:pt x="380775" y="98364"/>
                </a:lnTo>
                <a:lnTo>
                  <a:pt x="357534" y="43425"/>
                </a:lnTo>
                <a:cubicBezTo>
                  <a:pt x="356492" y="40867"/>
                  <a:pt x="355497" y="39030"/>
                  <a:pt x="354549" y="37917"/>
                </a:cubicBezTo>
                <a:cubicBezTo>
                  <a:pt x="353602" y="36804"/>
                  <a:pt x="352394" y="35868"/>
                  <a:pt x="350925" y="35110"/>
                </a:cubicBezTo>
                <a:cubicBezTo>
                  <a:pt x="350119" y="34683"/>
                  <a:pt x="348532" y="34281"/>
                  <a:pt x="346163" y="33901"/>
                </a:cubicBezTo>
                <a:lnTo>
                  <a:pt x="346163" y="31272"/>
                </a:lnTo>
                <a:close/>
                <a:moveTo>
                  <a:pt x="433226" y="55863"/>
                </a:moveTo>
                <a:cubicBezTo>
                  <a:pt x="433179" y="65506"/>
                  <a:pt x="435524" y="73070"/>
                  <a:pt x="440263" y="78555"/>
                </a:cubicBezTo>
                <a:cubicBezTo>
                  <a:pt x="445001" y="84038"/>
                  <a:pt x="450568" y="86779"/>
                  <a:pt x="456965" y="86779"/>
                </a:cubicBezTo>
                <a:cubicBezTo>
                  <a:pt x="461229" y="86779"/>
                  <a:pt x="464937" y="85606"/>
                  <a:pt x="468087" y="83261"/>
                </a:cubicBezTo>
                <a:cubicBezTo>
                  <a:pt x="471238" y="80916"/>
                  <a:pt x="473880" y="76900"/>
                  <a:pt x="476012" y="71214"/>
                </a:cubicBezTo>
                <a:lnTo>
                  <a:pt x="478215" y="72636"/>
                </a:lnTo>
                <a:cubicBezTo>
                  <a:pt x="477220" y="79127"/>
                  <a:pt x="474330" y="85038"/>
                  <a:pt x="469544" y="90368"/>
                </a:cubicBezTo>
                <a:cubicBezTo>
                  <a:pt x="464759" y="95699"/>
                  <a:pt x="458765" y="98364"/>
                  <a:pt x="451563" y="98364"/>
                </a:cubicBezTo>
                <a:cubicBezTo>
                  <a:pt x="443745" y="98364"/>
                  <a:pt x="437053" y="95326"/>
                  <a:pt x="431485" y="89251"/>
                </a:cubicBezTo>
                <a:cubicBezTo>
                  <a:pt x="425918" y="83174"/>
                  <a:pt x="423134" y="75006"/>
                  <a:pt x="423134" y="64745"/>
                </a:cubicBezTo>
                <a:cubicBezTo>
                  <a:pt x="423134" y="53634"/>
                  <a:pt x="425989" y="44969"/>
                  <a:pt x="431698" y="38752"/>
                </a:cubicBezTo>
                <a:cubicBezTo>
                  <a:pt x="437408" y="32533"/>
                  <a:pt x="444574" y="29424"/>
                  <a:pt x="453198" y="29424"/>
                </a:cubicBezTo>
                <a:cubicBezTo>
                  <a:pt x="460494" y="29424"/>
                  <a:pt x="466488" y="31823"/>
                  <a:pt x="471179" y="36620"/>
                </a:cubicBezTo>
                <a:cubicBezTo>
                  <a:pt x="475870" y="41416"/>
                  <a:pt x="478215" y="47830"/>
                  <a:pt x="478215" y="55863"/>
                </a:cubicBezTo>
                <a:lnTo>
                  <a:pt x="433226" y="55863"/>
                </a:lnTo>
                <a:moveTo>
                  <a:pt x="433226" y="51741"/>
                </a:moveTo>
                <a:lnTo>
                  <a:pt x="463361" y="51741"/>
                </a:lnTo>
                <a:cubicBezTo>
                  <a:pt x="463124" y="47571"/>
                  <a:pt x="462627" y="44633"/>
                  <a:pt x="461869" y="42928"/>
                </a:cubicBezTo>
                <a:cubicBezTo>
                  <a:pt x="460684" y="40274"/>
                  <a:pt x="458919" y="38189"/>
                  <a:pt x="456574" y="36673"/>
                </a:cubicBezTo>
                <a:cubicBezTo>
                  <a:pt x="454228" y="35157"/>
                  <a:pt x="451776" y="34399"/>
                  <a:pt x="449218" y="34399"/>
                </a:cubicBezTo>
                <a:cubicBezTo>
                  <a:pt x="445285" y="34399"/>
                  <a:pt x="441767" y="35927"/>
                  <a:pt x="438663" y="38983"/>
                </a:cubicBezTo>
                <a:cubicBezTo>
                  <a:pt x="435560" y="42039"/>
                  <a:pt x="433748" y="46292"/>
                  <a:pt x="433226" y="517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4592028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2026-09-05T14:35:16.7250000Z</dcterms:created>
  <dcterms:modified xsi:type="dcterms:W3CDTF">2026-09-05T14:35:16.7250000Z</dcterms:modified>
</coreProperties>
</file>