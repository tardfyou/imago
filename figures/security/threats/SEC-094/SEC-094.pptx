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5a38c22764705" /><Relationship Type="http://schemas.openxmlformats.org/officeDocument/2006/relationships/extended-properties" Target="/docProps/app.xml" Id="R017b969aa5684055" /><Relationship Type="http://schemas.openxmlformats.org/officeDocument/2006/relationships/officeDocument" Target="/ppt/presentation.xml" Id="Rbd8569c5105d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670b43143d4a13"/>
  </p:sldMasterIdLst>
  <p:notesMasterIdLst>
    <p:notesMasterId xmlns:r="http://schemas.openxmlformats.org/officeDocument/2006/relationships" r:id="R0da318d7e10f47e7"/>
  </p:notesMasterIdLst>
  <p:sldIdLst>
    <p:sldId xmlns:r="http://schemas.openxmlformats.org/officeDocument/2006/relationships" id="256" r:id="R98619e724ee740c3"/>
  </p:sldIdLst>
  <p:sldSz cx="6858000" cy="5343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88f2dfee5b4c89" /><Relationship Type="http://schemas.openxmlformats.org/officeDocument/2006/relationships/slideMaster" Target="/ppt/slideMasters/slideMaster1.xml" Id="R02670b43143d4a13" /><Relationship Type="http://schemas.openxmlformats.org/officeDocument/2006/relationships/notesMaster" Target="/ppt/notesMasters/notesMaster1.xml" Id="R0da318d7e10f47e7" /><Relationship Type="http://schemas.openxmlformats.org/officeDocument/2006/relationships/presProps" Target="/ppt/presProps.xml" Id="Rf176d6852df24acb" /><Relationship Type="http://schemas.openxmlformats.org/officeDocument/2006/relationships/tableStyles" Target="/ppt/tableStyles.xml" Id="R89d0f18ddf064c81" /><Relationship Type="http://schemas.openxmlformats.org/officeDocument/2006/relationships/slide" Target="/ppt/slides/slide1.xml" Id="R98619e724ee740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e2516d90e44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05734b3e945f5" /><Relationship Type="http://schemas.openxmlformats.org/officeDocument/2006/relationships/notesMaster" Target="/ppt/notesMasters/notesMaster1.xml" Id="R415d5b7381404e3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素材ID：SEC-094</ns1:t>
            </ns1:r>
          </ns1:p>
          <ns1:p>
            <ns1:r>
              <ns1:t>论文：Stealing Trust: Unraveling Blind Message Attacks in Web3 Authentication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类型：威胁与攻击</ns1:t>
            </ns1:r>
          </ns1:p>
          <ns1:p>
            <ns1:r>
              <ns1:t>借鉴点：三角色生命线中，粗箭头承载消息文本，颜色区分连接/诱导签名/账户访问，侧环表示角色本地动作。</ns1:t>
            </ns1:r>
          </ns1:p>
          <ns1:p>
            <ns1:r>
              <ns1:t>论文URL：https://diaowenrui.github.io/paper/ccs24-yan.pdf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ed0dfd278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95e655f5224b6c" /><Relationship Type="http://schemas.openxmlformats.org/officeDocument/2006/relationships/slideLayout" Target="/ppt/slideLayouts/slideLayout1.xml" Id="R03d0ce825d5a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d0ce825d5a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7e810d804f5f" /><Relationship Type="http://schemas.openxmlformats.org/officeDocument/2006/relationships/notesSlide" Target="/ppt/notesSlides/notesSlide1.xml" Id="Re1a80facaa95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0E97807-9A2F-44B2-9D0F-5E1D5CC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263" y="960741"/>
            <a:ext cx="12526" cy="4336091"/>
          </a:xfrm>
          <a:custGeom xmlns:a="http://schemas.openxmlformats.org/drawingml/2006/main">
            <a:pathLst>
              <a:path w="12526" h="4336091">
                <a:moveTo>
                  <a:pt x="13" y="4330392"/>
                </a:moveTo>
                <a:lnTo>
                  <a:pt x="0" y="4329983"/>
                </a:lnTo>
                <a:lnTo>
                  <a:pt x="0" y="6263"/>
                </a:lnTo>
                <a:lnTo>
                  <a:pt x="13" y="5853"/>
                </a:lnTo>
                <a:lnTo>
                  <a:pt x="54" y="5445"/>
                </a:lnTo>
                <a:lnTo>
                  <a:pt x="120" y="5041"/>
                </a:lnTo>
                <a:lnTo>
                  <a:pt x="213" y="4642"/>
                </a:lnTo>
                <a:lnTo>
                  <a:pt x="332" y="4250"/>
                </a:lnTo>
                <a:lnTo>
                  <a:pt x="477" y="3866"/>
                </a:lnTo>
                <a:lnTo>
                  <a:pt x="646" y="3493"/>
                </a:lnTo>
                <a:lnTo>
                  <a:pt x="839" y="3131"/>
                </a:lnTo>
                <a:lnTo>
                  <a:pt x="1055" y="2783"/>
                </a:lnTo>
                <a:lnTo>
                  <a:pt x="1294" y="2450"/>
                </a:lnTo>
                <a:lnTo>
                  <a:pt x="1554" y="2133"/>
                </a:lnTo>
                <a:lnTo>
                  <a:pt x="1834" y="1834"/>
                </a:lnTo>
                <a:lnTo>
                  <a:pt x="2133" y="1554"/>
                </a:lnTo>
                <a:lnTo>
                  <a:pt x="2450" y="1294"/>
                </a:lnTo>
                <a:lnTo>
                  <a:pt x="2783" y="1055"/>
                </a:lnTo>
                <a:lnTo>
                  <a:pt x="3131" y="839"/>
                </a:lnTo>
                <a:lnTo>
                  <a:pt x="3493" y="646"/>
                </a:lnTo>
                <a:lnTo>
                  <a:pt x="3866" y="477"/>
                </a:lnTo>
                <a:lnTo>
                  <a:pt x="4250" y="332"/>
                </a:lnTo>
                <a:lnTo>
                  <a:pt x="4642" y="213"/>
                </a:lnTo>
                <a:lnTo>
                  <a:pt x="5041" y="120"/>
                </a:lnTo>
                <a:lnTo>
                  <a:pt x="5445" y="54"/>
                </a:lnTo>
                <a:lnTo>
                  <a:pt x="5853" y="13"/>
                </a:lnTo>
                <a:lnTo>
                  <a:pt x="6263" y="0"/>
                </a:lnTo>
                <a:lnTo>
                  <a:pt x="6672" y="13"/>
                </a:lnTo>
                <a:lnTo>
                  <a:pt x="7080" y="54"/>
                </a:lnTo>
                <a:lnTo>
                  <a:pt x="7485" y="120"/>
                </a:lnTo>
                <a:lnTo>
                  <a:pt x="7884" y="213"/>
                </a:lnTo>
                <a:lnTo>
                  <a:pt x="8276" y="332"/>
                </a:lnTo>
                <a:lnTo>
                  <a:pt x="8659" y="477"/>
                </a:lnTo>
                <a:lnTo>
                  <a:pt x="9033" y="646"/>
                </a:lnTo>
                <a:lnTo>
                  <a:pt x="9394" y="839"/>
                </a:lnTo>
                <a:lnTo>
                  <a:pt x="9742" y="1055"/>
                </a:lnTo>
                <a:lnTo>
                  <a:pt x="10075" y="1294"/>
                </a:lnTo>
                <a:lnTo>
                  <a:pt x="10392" y="1554"/>
                </a:lnTo>
                <a:lnTo>
                  <a:pt x="10691" y="1834"/>
                </a:lnTo>
                <a:lnTo>
                  <a:pt x="10971" y="2133"/>
                </a:lnTo>
                <a:lnTo>
                  <a:pt x="11231" y="2450"/>
                </a:lnTo>
                <a:lnTo>
                  <a:pt x="11470" y="2783"/>
                </a:lnTo>
                <a:lnTo>
                  <a:pt x="11686" y="3131"/>
                </a:lnTo>
                <a:lnTo>
                  <a:pt x="11880" y="3493"/>
                </a:lnTo>
                <a:lnTo>
                  <a:pt x="12049" y="3866"/>
                </a:lnTo>
                <a:lnTo>
                  <a:pt x="12193" y="4250"/>
                </a:lnTo>
                <a:lnTo>
                  <a:pt x="12312" y="4642"/>
                </a:lnTo>
                <a:lnTo>
                  <a:pt x="12405" y="5041"/>
                </a:lnTo>
                <a:lnTo>
                  <a:pt x="12472" y="5445"/>
                </a:lnTo>
                <a:lnTo>
                  <a:pt x="12512" y="5853"/>
                </a:lnTo>
                <a:lnTo>
                  <a:pt x="12526" y="6263"/>
                </a:lnTo>
                <a:lnTo>
                  <a:pt x="12526" y="4329983"/>
                </a:lnTo>
                <a:lnTo>
                  <a:pt x="12512" y="4330392"/>
                </a:lnTo>
                <a:lnTo>
                  <a:pt x="12472" y="4330800"/>
                </a:lnTo>
                <a:lnTo>
                  <a:pt x="12405" y="4331204"/>
                </a:lnTo>
                <a:lnTo>
                  <a:pt x="12312" y="4331604"/>
                </a:lnTo>
                <a:lnTo>
                  <a:pt x="12193" y="4331996"/>
                </a:lnTo>
                <a:lnTo>
                  <a:pt x="12049" y="4332379"/>
                </a:lnTo>
                <a:lnTo>
                  <a:pt x="11880" y="4332753"/>
                </a:lnTo>
                <a:lnTo>
                  <a:pt x="11686" y="4333114"/>
                </a:lnTo>
                <a:lnTo>
                  <a:pt x="11470" y="4333462"/>
                </a:lnTo>
                <a:lnTo>
                  <a:pt x="11231" y="4333795"/>
                </a:lnTo>
                <a:lnTo>
                  <a:pt x="10971" y="4334112"/>
                </a:lnTo>
                <a:lnTo>
                  <a:pt x="10691" y="4334411"/>
                </a:lnTo>
                <a:lnTo>
                  <a:pt x="10392" y="4334691"/>
                </a:lnTo>
                <a:lnTo>
                  <a:pt x="10075" y="4334951"/>
                </a:lnTo>
                <a:lnTo>
                  <a:pt x="9742" y="4335190"/>
                </a:lnTo>
                <a:lnTo>
                  <a:pt x="9394" y="4335406"/>
                </a:lnTo>
                <a:lnTo>
                  <a:pt x="9033" y="4335600"/>
                </a:lnTo>
                <a:lnTo>
                  <a:pt x="8659" y="4335769"/>
                </a:lnTo>
                <a:lnTo>
                  <a:pt x="8276" y="4335913"/>
                </a:lnTo>
                <a:lnTo>
                  <a:pt x="7884" y="4336032"/>
                </a:lnTo>
                <a:lnTo>
                  <a:pt x="7631" y="4336091"/>
                </a:lnTo>
                <a:lnTo>
                  <a:pt x="4895" y="4336091"/>
                </a:lnTo>
                <a:lnTo>
                  <a:pt x="4642" y="4336032"/>
                </a:lnTo>
                <a:lnTo>
                  <a:pt x="4250" y="4335913"/>
                </a:lnTo>
                <a:lnTo>
                  <a:pt x="3866" y="4335769"/>
                </a:lnTo>
                <a:lnTo>
                  <a:pt x="3493" y="4335600"/>
                </a:lnTo>
                <a:lnTo>
                  <a:pt x="3131" y="4335406"/>
                </a:lnTo>
                <a:lnTo>
                  <a:pt x="2783" y="4335190"/>
                </a:lnTo>
                <a:lnTo>
                  <a:pt x="2450" y="4334951"/>
                </a:lnTo>
                <a:lnTo>
                  <a:pt x="2133" y="4334691"/>
                </a:lnTo>
                <a:lnTo>
                  <a:pt x="1834" y="4334411"/>
                </a:lnTo>
                <a:lnTo>
                  <a:pt x="1554" y="4334112"/>
                </a:lnTo>
                <a:lnTo>
                  <a:pt x="1294" y="4333795"/>
                </a:lnTo>
                <a:lnTo>
                  <a:pt x="1055" y="4333462"/>
                </a:lnTo>
                <a:lnTo>
                  <a:pt x="839" y="4333114"/>
                </a:lnTo>
                <a:lnTo>
                  <a:pt x="646" y="4332753"/>
                </a:lnTo>
                <a:lnTo>
                  <a:pt x="477" y="4332379"/>
                </a:lnTo>
                <a:lnTo>
                  <a:pt x="332" y="4331996"/>
                </a:lnTo>
                <a:lnTo>
                  <a:pt x="213" y="4331604"/>
                </a:lnTo>
                <a:lnTo>
                  <a:pt x="120" y="4331204"/>
                </a:lnTo>
                <a:lnTo>
                  <a:pt x="54" y="4330800"/>
                </a:lnTo>
                <a:lnTo>
                  <a:pt x="13" y="4330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D283BDE-F35D-4915-9216-66DDC315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508" y="960741"/>
            <a:ext cx="12526" cy="4336091"/>
          </a:xfrm>
          <a:custGeom xmlns:a="http://schemas.openxmlformats.org/drawingml/2006/main">
            <a:pathLst>
              <a:path w="12526" h="4336091">
                <a:moveTo>
                  <a:pt x="13" y="4330392"/>
                </a:moveTo>
                <a:lnTo>
                  <a:pt x="0" y="4329983"/>
                </a:lnTo>
                <a:lnTo>
                  <a:pt x="0" y="6263"/>
                </a:lnTo>
                <a:lnTo>
                  <a:pt x="13" y="5853"/>
                </a:lnTo>
                <a:lnTo>
                  <a:pt x="54" y="5445"/>
                </a:lnTo>
                <a:lnTo>
                  <a:pt x="120" y="5041"/>
                </a:lnTo>
                <a:lnTo>
                  <a:pt x="213" y="4642"/>
                </a:lnTo>
                <a:lnTo>
                  <a:pt x="332" y="4250"/>
                </a:lnTo>
                <a:lnTo>
                  <a:pt x="477" y="3866"/>
                </a:lnTo>
                <a:lnTo>
                  <a:pt x="646" y="3493"/>
                </a:lnTo>
                <a:lnTo>
                  <a:pt x="839" y="3131"/>
                </a:lnTo>
                <a:lnTo>
                  <a:pt x="1055" y="2783"/>
                </a:lnTo>
                <a:lnTo>
                  <a:pt x="1294" y="2450"/>
                </a:lnTo>
                <a:lnTo>
                  <a:pt x="1554" y="2133"/>
                </a:lnTo>
                <a:lnTo>
                  <a:pt x="1834" y="1834"/>
                </a:lnTo>
                <a:lnTo>
                  <a:pt x="2133" y="1554"/>
                </a:lnTo>
                <a:lnTo>
                  <a:pt x="2450" y="1294"/>
                </a:lnTo>
                <a:lnTo>
                  <a:pt x="2783" y="1055"/>
                </a:lnTo>
                <a:lnTo>
                  <a:pt x="3131" y="839"/>
                </a:lnTo>
                <a:lnTo>
                  <a:pt x="3493" y="646"/>
                </a:lnTo>
                <a:lnTo>
                  <a:pt x="3866" y="477"/>
                </a:lnTo>
                <a:lnTo>
                  <a:pt x="4250" y="332"/>
                </a:lnTo>
                <a:lnTo>
                  <a:pt x="4642" y="213"/>
                </a:lnTo>
                <a:lnTo>
                  <a:pt x="5041" y="120"/>
                </a:lnTo>
                <a:lnTo>
                  <a:pt x="5445" y="54"/>
                </a:lnTo>
                <a:lnTo>
                  <a:pt x="5853" y="13"/>
                </a:lnTo>
                <a:lnTo>
                  <a:pt x="6263" y="0"/>
                </a:lnTo>
                <a:lnTo>
                  <a:pt x="6672" y="13"/>
                </a:lnTo>
                <a:lnTo>
                  <a:pt x="7080" y="54"/>
                </a:lnTo>
                <a:lnTo>
                  <a:pt x="7485" y="120"/>
                </a:lnTo>
                <a:lnTo>
                  <a:pt x="7884" y="213"/>
                </a:lnTo>
                <a:lnTo>
                  <a:pt x="8276" y="332"/>
                </a:lnTo>
                <a:lnTo>
                  <a:pt x="8659" y="477"/>
                </a:lnTo>
                <a:lnTo>
                  <a:pt x="9033" y="646"/>
                </a:lnTo>
                <a:lnTo>
                  <a:pt x="9394" y="839"/>
                </a:lnTo>
                <a:lnTo>
                  <a:pt x="9742" y="1055"/>
                </a:lnTo>
                <a:lnTo>
                  <a:pt x="10075" y="1294"/>
                </a:lnTo>
                <a:lnTo>
                  <a:pt x="10392" y="1554"/>
                </a:lnTo>
                <a:lnTo>
                  <a:pt x="10691" y="1834"/>
                </a:lnTo>
                <a:lnTo>
                  <a:pt x="10971" y="2133"/>
                </a:lnTo>
                <a:lnTo>
                  <a:pt x="11231" y="2450"/>
                </a:lnTo>
                <a:lnTo>
                  <a:pt x="11470" y="2783"/>
                </a:lnTo>
                <a:lnTo>
                  <a:pt x="11686" y="3131"/>
                </a:lnTo>
                <a:lnTo>
                  <a:pt x="11880" y="3493"/>
                </a:lnTo>
                <a:lnTo>
                  <a:pt x="12049" y="3866"/>
                </a:lnTo>
                <a:lnTo>
                  <a:pt x="12193" y="4250"/>
                </a:lnTo>
                <a:lnTo>
                  <a:pt x="12312" y="4642"/>
                </a:lnTo>
                <a:lnTo>
                  <a:pt x="12405" y="5041"/>
                </a:lnTo>
                <a:lnTo>
                  <a:pt x="12472" y="5445"/>
                </a:lnTo>
                <a:lnTo>
                  <a:pt x="12512" y="5853"/>
                </a:lnTo>
                <a:lnTo>
                  <a:pt x="12526" y="6263"/>
                </a:lnTo>
                <a:lnTo>
                  <a:pt x="12526" y="4329983"/>
                </a:lnTo>
                <a:lnTo>
                  <a:pt x="12512" y="4330392"/>
                </a:lnTo>
                <a:lnTo>
                  <a:pt x="12472" y="4330800"/>
                </a:lnTo>
                <a:lnTo>
                  <a:pt x="12405" y="4331204"/>
                </a:lnTo>
                <a:lnTo>
                  <a:pt x="12312" y="4331604"/>
                </a:lnTo>
                <a:lnTo>
                  <a:pt x="12193" y="4331996"/>
                </a:lnTo>
                <a:lnTo>
                  <a:pt x="12049" y="4332379"/>
                </a:lnTo>
                <a:lnTo>
                  <a:pt x="11880" y="4332753"/>
                </a:lnTo>
                <a:lnTo>
                  <a:pt x="11686" y="4333114"/>
                </a:lnTo>
                <a:lnTo>
                  <a:pt x="11470" y="4333462"/>
                </a:lnTo>
                <a:lnTo>
                  <a:pt x="11231" y="4333795"/>
                </a:lnTo>
                <a:lnTo>
                  <a:pt x="10971" y="4334112"/>
                </a:lnTo>
                <a:lnTo>
                  <a:pt x="10691" y="4334411"/>
                </a:lnTo>
                <a:lnTo>
                  <a:pt x="10392" y="4334691"/>
                </a:lnTo>
                <a:lnTo>
                  <a:pt x="10075" y="4334951"/>
                </a:lnTo>
                <a:lnTo>
                  <a:pt x="9742" y="4335190"/>
                </a:lnTo>
                <a:lnTo>
                  <a:pt x="9394" y="4335406"/>
                </a:lnTo>
                <a:lnTo>
                  <a:pt x="9033" y="4335600"/>
                </a:lnTo>
                <a:lnTo>
                  <a:pt x="8659" y="4335769"/>
                </a:lnTo>
                <a:lnTo>
                  <a:pt x="8276" y="4335913"/>
                </a:lnTo>
                <a:lnTo>
                  <a:pt x="7884" y="4336032"/>
                </a:lnTo>
                <a:lnTo>
                  <a:pt x="7631" y="4336091"/>
                </a:lnTo>
                <a:lnTo>
                  <a:pt x="4895" y="4336091"/>
                </a:lnTo>
                <a:lnTo>
                  <a:pt x="4642" y="4336032"/>
                </a:lnTo>
                <a:lnTo>
                  <a:pt x="4250" y="4335913"/>
                </a:lnTo>
                <a:lnTo>
                  <a:pt x="3866" y="4335769"/>
                </a:lnTo>
                <a:lnTo>
                  <a:pt x="3493" y="4335600"/>
                </a:lnTo>
                <a:lnTo>
                  <a:pt x="3131" y="4335406"/>
                </a:lnTo>
                <a:lnTo>
                  <a:pt x="2783" y="4335190"/>
                </a:lnTo>
                <a:lnTo>
                  <a:pt x="2450" y="4334951"/>
                </a:lnTo>
                <a:lnTo>
                  <a:pt x="2133" y="4334691"/>
                </a:lnTo>
                <a:lnTo>
                  <a:pt x="1834" y="4334411"/>
                </a:lnTo>
                <a:lnTo>
                  <a:pt x="1554" y="4334112"/>
                </a:lnTo>
                <a:lnTo>
                  <a:pt x="1294" y="4333795"/>
                </a:lnTo>
                <a:lnTo>
                  <a:pt x="1055" y="4333462"/>
                </a:lnTo>
                <a:lnTo>
                  <a:pt x="839" y="4333114"/>
                </a:lnTo>
                <a:lnTo>
                  <a:pt x="646" y="4332753"/>
                </a:lnTo>
                <a:lnTo>
                  <a:pt x="477" y="4332379"/>
                </a:lnTo>
                <a:lnTo>
                  <a:pt x="332" y="4331996"/>
                </a:lnTo>
                <a:lnTo>
                  <a:pt x="213" y="4331604"/>
                </a:lnTo>
                <a:lnTo>
                  <a:pt x="120" y="4331204"/>
                </a:lnTo>
                <a:lnTo>
                  <a:pt x="54" y="4330800"/>
                </a:lnTo>
                <a:lnTo>
                  <a:pt x="13" y="4330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F483038-6EA3-4067-9A99-B6FF8D8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518" y="960741"/>
            <a:ext cx="12526" cy="4336091"/>
          </a:xfrm>
          <a:custGeom xmlns:a="http://schemas.openxmlformats.org/drawingml/2006/main">
            <a:pathLst>
              <a:path w="12526" h="4336091">
                <a:moveTo>
                  <a:pt x="13" y="4330392"/>
                </a:moveTo>
                <a:lnTo>
                  <a:pt x="0" y="4329983"/>
                </a:lnTo>
                <a:lnTo>
                  <a:pt x="0" y="6263"/>
                </a:lnTo>
                <a:lnTo>
                  <a:pt x="13" y="5853"/>
                </a:lnTo>
                <a:lnTo>
                  <a:pt x="54" y="5445"/>
                </a:lnTo>
                <a:lnTo>
                  <a:pt x="120" y="5041"/>
                </a:lnTo>
                <a:lnTo>
                  <a:pt x="213" y="4642"/>
                </a:lnTo>
                <a:lnTo>
                  <a:pt x="332" y="4250"/>
                </a:lnTo>
                <a:lnTo>
                  <a:pt x="477" y="3866"/>
                </a:lnTo>
                <a:lnTo>
                  <a:pt x="646" y="3493"/>
                </a:lnTo>
                <a:lnTo>
                  <a:pt x="839" y="3131"/>
                </a:lnTo>
                <a:lnTo>
                  <a:pt x="1055" y="2783"/>
                </a:lnTo>
                <a:lnTo>
                  <a:pt x="1294" y="2450"/>
                </a:lnTo>
                <a:lnTo>
                  <a:pt x="1554" y="2133"/>
                </a:lnTo>
                <a:lnTo>
                  <a:pt x="1834" y="1834"/>
                </a:lnTo>
                <a:lnTo>
                  <a:pt x="2133" y="1554"/>
                </a:lnTo>
                <a:lnTo>
                  <a:pt x="2450" y="1294"/>
                </a:lnTo>
                <a:lnTo>
                  <a:pt x="2783" y="1055"/>
                </a:lnTo>
                <a:lnTo>
                  <a:pt x="3131" y="839"/>
                </a:lnTo>
                <a:lnTo>
                  <a:pt x="3493" y="646"/>
                </a:lnTo>
                <a:lnTo>
                  <a:pt x="3866" y="477"/>
                </a:lnTo>
                <a:lnTo>
                  <a:pt x="4250" y="332"/>
                </a:lnTo>
                <a:lnTo>
                  <a:pt x="4642" y="213"/>
                </a:lnTo>
                <a:lnTo>
                  <a:pt x="5041" y="120"/>
                </a:lnTo>
                <a:lnTo>
                  <a:pt x="5445" y="54"/>
                </a:lnTo>
                <a:lnTo>
                  <a:pt x="5853" y="13"/>
                </a:lnTo>
                <a:lnTo>
                  <a:pt x="6263" y="0"/>
                </a:lnTo>
                <a:lnTo>
                  <a:pt x="6672" y="13"/>
                </a:lnTo>
                <a:lnTo>
                  <a:pt x="7080" y="54"/>
                </a:lnTo>
                <a:lnTo>
                  <a:pt x="7485" y="120"/>
                </a:lnTo>
                <a:lnTo>
                  <a:pt x="7884" y="213"/>
                </a:lnTo>
                <a:lnTo>
                  <a:pt x="8276" y="332"/>
                </a:lnTo>
                <a:lnTo>
                  <a:pt x="8659" y="477"/>
                </a:lnTo>
                <a:lnTo>
                  <a:pt x="9033" y="646"/>
                </a:lnTo>
                <a:lnTo>
                  <a:pt x="9394" y="839"/>
                </a:lnTo>
                <a:lnTo>
                  <a:pt x="9742" y="1055"/>
                </a:lnTo>
                <a:lnTo>
                  <a:pt x="10075" y="1294"/>
                </a:lnTo>
                <a:lnTo>
                  <a:pt x="10392" y="1554"/>
                </a:lnTo>
                <a:lnTo>
                  <a:pt x="10691" y="1834"/>
                </a:lnTo>
                <a:lnTo>
                  <a:pt x="10971" y="2133"/>
                </a:lnTo>
                <a:lnTo>
                  <a:pt x="11231" y="2450"/>
                </a:lnTo>
                <a:lnTo>
                  <a:pt x="11470" y="2783"/>
                </a:lnTo>
                <a:lnTo>
                  <a:pt x="11686" y="3131"/>
                </a:lnTo>
                <a:lnTo>
                  <a:pt x="11880" y="3493"/>
                </a:lnTo>
                <a:lnTo>
                  <a:pt x="12049" y="3866"/>
                </a:lnTo>
                <a:lnTo>
                  <a:pt x="12193" y="4250"/>
                </a:lnTo>
                <a:lnTo>
                  <a:pt x="12312" y="4642"/>
                </a:lnTo>
                <a:lnTo>
                  <a:pt x="12405" y="5041"/>
                </a:lnTo>
                <a:lnTo>
                  <a:pt x="12472" y="5445"/>
                </a:lnTo>
                <a:lnTo>
                  <a:pt x="12512" y="5853"/>
                </a:lnTo>
                <a:lnTo>
                  <a:pt x="12526" y="6263"/>
                </a:lnTo>
                <a:lnTo>
                  <a:pt x="12526" y="4329983"/>
                </a:lnTo>
                <a:lnTo>
                  <a:pt x="12512" y="4330392"/>
                </a:lnTo>
                <a:lnTo>
                  <a:pt x="12472" y="4330800"/>
                </a:lnTo>
                <a:lnTo>
                  <a:pt x="12405" y="4331204"/>
                </a:lnTo>
                <a:lnTo>
                  <a:pt x="12312" y="4331604"/>
                </a:lnTo>
                <a:lnTo>
                  <a:pt x="12193" y="4331996"/>
                </a:lnTo>
                <a:lnTo>
                  <a:pt x="12049" y="4332379"/>
                </a:lnTo>
                <a:lnTo>
                  <a:pt x="11880" y="4332753"/>
                </a:lnTo>
                <a:lnTo>
                  <a:pt x="11686" y="4333114"/>
                </a:lnTo>
                <a:lnTo>
                  <a:pt x="11470" y="4333462"/>
                </a:lnTo>
                <a:lnTo>
                  <a:pt x="11231" y="4333795"/>
                </a:lnTo>
                <a:lnTo>
                  <a:pt x="10971" y="4334112"/>
                </a:lnTo>
                <a:lnTo>
                  <a:pt x="10691" y="4334411"/>
                </a:lnTo>
                <a:lnTo>
                  <a:pt x="10392" y="4334691"/>
                </a:lnTo>
                <a:lnTo>
                  <a:pt x="10075" y="4334951"/>
                </a:lnTo>
                <a:lnTo>
                  <a:pt x="9742" y="4335190"/>
                </a:lnTo>
                <a:lnTo>
                  <a:pt x="9394" y="4335406"/>
                </a:lnTo>
                <a:lnTo>
                  <a:pt x="9033" y="4335600"/>
                </a:lnTo>
                <a:lnTo>
                  <a:pt x="8659" y="4335769"/>
                </a:lnTo>
                <a:lnTo>
                  <a:pt x="8276" y="4335913"/>
                </a:lnTo>
                <a:lnTo>
                  <a:pt x="7884" y="4336032"/>
                </a:lnTo>
                <a:lnTo>
                  <a:pt x="7631" y="4336091"/>
                </a:lnTo>
                <a:lnTo>
                  <a:pt x="4895" y="4336091"/>
                </a:lnTo>
                <a:lnTo>
                  <a:pt x="4642" y="4336032"/>
                </a:lnTo>
                <a:lnTo>
                  <a:pt x="4250" y="4335913"/>
                </a:lnTo>
                <a:lnTo>
                  <a:pt x="3866" y="4335769"/>
                </a:lnTo>
                <a:lnTo>
                  <a:pt x="3493" y="4335600"/>
                </a:lnTo>
                <a:lnTo>
                  <a:pt x="3131" y="4335406"/>
                </a:lnTo>
                <a:lnTo>
                  <a:pt x="2783" y="4335190"/>
                </a:lnTo>
                <a:lnTo>
                  <a:pt x="2450" y="4334951"/>
                </a:lnTo>
                <a:lnTo>
                  <a:pt x="2133" y="4334691"/>
                </a:lnTo>
                <a:lnTo>
                  <a:pt x="1834" y="4334411"/>
                </a:lnTo>
                <a:lnTo>
                  <a:pt x="1554" y="4334112"/>
                </a:lnTo>
                <a:lnTo>
                  <a:pt x="1294" y="4333795"/>
                </a:lnTo>
                <a:lnTo>
                  <a:pt x="1055" y="4333462"/>
                </a:lnTo>
                <a:lnTo>
                  <a:pt x="839" y="4333114"/>
                </a:lnTo>
                <a:lnTo>
                  <a:pt x="646" y="4332753"/>
                </a:lnTo>
                <a:lnTo>
                  <a:pt x="477" y="4332379"/>
                </a:lnTo>
                <a:lnTo>
                  <a:pt x="332" y="4331996"/>
                </a:lnTo>
                <a:lnTo>
                  <a:pt x="213" y="4331604"/>
                </a:lnTo>
                <a:lnTo>
                  <a:pt x="120" y="4331204"/>
                </a:lnTo>
                <a:lnTo>
                  <a:pt x="54" y="4330800"/>
                </a:lnTo>
                <a:lnTo>
                  <a:pt x="13" y="4330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08844-8E24-4159-B3C3-50AE92B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19" y="1328366"/>
            <a:ext cx="387089" cy="328295"/>
          </a:xfrm>
          <a:custGeom xmlns:a="http://schemas.openxmlformats.org/drawingml/2006/main">
            <a:pathLst>
              <a:path w="387089" h="328295">
                <a:moveTo>
                  <a:pt x="0" y="328295"/>
                </a:moveTo>
                <a:lnTo>
                  <a:pt x="0" y="0"/>
                </a:lnTo>
                <a:lnTo>
                  <a:pt x="387089" y="0"/>
                </a:lnTo>
                <a:lnTo>
                  <a:pt x="387089" y="328295"/>
                </a:lnTo>
                <a:lnTo>
                  <a:pt x="0" y="3282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A1021-29A1-4A98-AA73-95D1F97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1030885"/>
            <a:ext cx="2130244" cy="354974"/>
          </a:xfrm>
          <a:custGeom xmlns:a="http://schemas.openxmlformats.org/drawingml/2006/main">
            <a:pathLst>
              <a:path w="2130244" h="354974">
                <a:moveTo>
                  <a:pt x="177512" y="71145"/>
                </a:moveTo>
                <a:lnTo>
                  <a:pt x="1952883" y="71145"/>
                </a:lnTo>
                <a:lnTo>
                  <a:pt x="1952883" y="0"/>
                </a:lnTo>
                <a:lnTo>
                  <a:pt x="2130244" y="177612"/>
                </a:lnTo>
                <a:lnTo>
                  <a:pt x="1952883" y="354974"/>
                </a:lnTo>
                <a:lnTo>
                  <a:pt x="1952883" y="284079"/>
                </a:lnTo>
                <a:lnTo>
                  <a:pt x="177512" y="284079"/>
                </a:lnTo>
                <a:lnTo>
                  <a:pt x="177512" y="354974"/>
                </a:lnTo>
                <a:lnTo>
                  <a:pt x="0" y="177612"/>
                </a:lnTo>
                <a:lnTo>
                  <a:pt x="177512" y="0"/>
                </a:lnTo>
                <a:lnTo>
                  <a:pt x="177512" y="71145"/>
                </a:lnTo>
                <a:close/>
              </a:path>
            </a:pathLst>
          </a:custGeom>
          <a:solidFill xmlns:a="http://schemas.openxmlformats.org/drawingml/2006/main">
            <a:srgbClr val="DBEE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5EA84-FEC2-4908-AE53-3F6A682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1030885"/>
            <a:ext cx="2130244" cy="354974"/>
          </a:xfrm>
          <a:custGeom xmlns:a="http://schemas.openxmlformats.org/drawingml/2006/main">
            <a:pathLst>
              <a:path w="2130244" h="354974" fill="none">
                <a:moveTo>
                  <a:pt x="177512" y="71145"/>
                </a:moveTo>
                <a:lnTo>
                  <a:pt x="177512" y="0"/>
                </a:lnTo>
                <a:lnTo>
                  <a:pt x="0" y="177612"/>
                </a:lnTo>
                <a:lnTo>
                  <a:pt x="177512" y="354974"/>
                </a:lnTo>
                <a:lnTo>
                  <a:pt x="177512" y="284079"/>
                </a:lnTo>
                <a:lnTo>
                  <a:pt x="1952883" y="284079"/>
                </a:lnTo>
                <a:lnTo>
                  <a:pt x="1952883" y="354974"/>
                </a:lnTo>
                <a:lnTo>
                  <a:pt x="2130244" y="177612"/>
                </a:lnTo>
                <a:lnTo>
                  <a:pt x="1952883" y="0"/>
                </a:lnTo>
                <a:lnTo>
                  <a:pt x="1952883" y="71145"/>
                </a:lnTo>
                <a:lnTo>
                  <a:pt x="177512" y="711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1E4D51"/>
            </a:solidFill>
            <a:round/>
          </a:ln>
        </p:spPr>
      </p:sp>
      <p:sp>
        <p:nvSpPr>
          <p:cNvPr id="7" name="Text 1.Connectwallet">
            <a:extLst xmlns:a="http://schemas.openxmlformats.org/drawingml/2006/main">
              <a:ext uri="{FF2B5EF4-FFF2-40B4-BE49-F238E27FC236}">
                <a16:creationId xmlns:a16="http://schemas.microsoft.com/office/drawing/2014/main" id="{A89F98AA-3320-4CCE-86F1-1FDBEF82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559" y="1132909"/>
            <a:ext cx="1280643" cy="133209"/>
          </a:xfrm>
          <a:custGeom xmlns:a="http://schemas.openxmlformats.org/drawingml/2006/main">
            <a:pathLst>
              <a:path w="1280643" h="133209">
                <a:moveTo>
                  <a:pt x="27373" y="39404"/>
                </a:moveTo>
                <a:lnTo>
                  <a:pt x="27373" y="129197"/>
                </a:lnTo>
                <a:lnTo>
                  <a:pt x="42719" y="129197"/>
                </a:lnTo>
                <a:lnTo>
                  <a:pt x="42719" y="3139"/>
                </a:lnTo>
                <a:lnTo>
                  <a:pt x="32604" y="3139"/>
                </a:lnTo>
                <a:cubicBezTo>
                  <a:pt x="27200" y="22491"/>
                  <a:pt x="23713" y="25107"/>
                  <a:pt x="0" y="28246"/>
                </a:cubicBezTo>
                <a:lnTo>
                  <a:pt x="0" y="39404"/>
                </a:lnTo>
                <a:lnTo>
                  <a:pt x="27373" y="39404"/>
                </a:lnTo>
                <a:close/>
                <a:moveTo>
                  <a:pt x="112460" y="111066"/>
                </a:moveTo>
                <a:lnTo>
                  <a:pt x="94326" y="111066"/>
                </a:lnTo>
                <a:lnTo>
                  <a:pt x="94326" y="129197"/>
                </a:lnTo>
                <a:lnTo>
                  <a:pt x="112460" y="129197"/>
                </a:lnTo>
                <a:lnTo>
                  <a:pt x="112460" y="111066"/>
                </a:lnTo>
                <a:close/>
                <a:moveTo>
                  <a:pt x="246015" y="41498"/>
                </a:moveTo>
                <a:cubicBezTo>
                  <a:pt x="240960" y="13600"/>
                  <a:pt x="224921" y="0"/>
                  <a:pt x="197023" y="0"/>
                </a:cubicBezTo>
                <a:cubicBezTo>
                  <a:pt x="179935" y="0"/>
                  <a:pt x="166162" y="5406"/>
                  <a:pt x="156746" y="15867"/>
                </a:cubicBezTo>
                <a:cubicBezTo>
                  <a:pt x="145240" y="28422"/>
                  <a:pt x="138961" y="46553"/>
                  <a:pt x="138961" y="67129"/>
                </a:cubicBezTo>
                <a:cubicBezTo>
                  <a:pt x="138961" y="88050"/>
                  <a:pt x="145413" y="106008"/>
                  <a:pt x="157270" y="118388"/>
                </a:cubicBezTo>
                <a:cubicBezTo>
                  <a:pt x="167207" y="128500"/>
                  <a:pt x="179762" y="133209"/>
                  <a:pt x="196326" y="133209"/>
                </a:cubicBezTo>
                <a:cubicBezTo>
                  <a:pt x="227360" y="133209"/>
                  <a:pt x="244797" y="116469"/>
                  <a:pt x="248631" y="82820"/>
                </a:cubicBezTo>
                <a:lnTo>
                  <a:pt x="231894" y="82820"/>
                </a:lnTo>
                <a:cubicBezTo>
                  <a:pt x="230500" y="91538"/>
                  <a:pt x="228754" y="97466"/>
                  <a:pt x="226139" y="102521"/>
                </a:cubicBezTo>
                <a:cubicBezTo>
                  <a:pt x="220909" y="112984"/>
                  <a:pt x="210099" y="118912"/>
                  <a:pt x="196499" y="118912"/>
                </a:cubicBezTo>
                <a:cubicBezTo>
                  <a:pt x="171217" y="118912"/>
                  <a:pt x="155177" y="98687"/>
                  <a:pt x="155177" y="66953"/>
                </a:cubicBezTo>
                <a:cubicBezTo>
                  <a:pt x="155177" y="34349"/>
                  <a:pt x="170347" y="14297"/>
                  <a:pt x="195105" y="14297"/>
                </a:cubicBezTo>
                <a:cubicBezTo>
                  <a:pt x="205393" y="14297"/>
                  <a:pt x="214981" y="17261"/>
                  <a:pt x="220212" y="22319"/>
                </a:cubicBezTo>
                <a:cubicBezTo>
                  <a:pt x="224921" y="26676"/>
                  <a:pt x="227536" y="31907"/>
                  <a:pt x="229451" y="41498"/>
                </a:cubicBezTo>
                <a:lnTo>
                  <a:pt x="246015" y="41498"/>
                </a:lnTo>
                <a:close/>
                <a:moveTo>
                  <a:pt x="304773" y="35222"/>
                </a:moveTo>
                <a:cubicBezTo>
                  <a:pt x="278970" y="35222"/>
                  <a:pt x="263627" y="53528"/>
                  <a:pt x="263627" y="84214"/>
                </a:cubicBezTo>
                <a:cubicBezTo>
                  <a:pt x="263627" y="115075"/>
                  <a:pt x="278970" y="133209"/>
                  <a:pt x="304949" y="133209"/>
                </a:cubicBezTo>
                <a:cubicBezTo>
                  <a:pt x="330753" y="133209"/>
                  <a:pt x="346271" y="114902"/>
                  <a:pt x="346271" y="84911"/>
                </a:cubicBezTo>
                <a:cubicBezTo>
                  <a:pt x="346271" y="53180"/>
                  <a:pt x="331277" y="35222"/>
                  <a:pt x="304773" y="35222"/>
                </a:cubicBezTo>
                <a:moveTo>
                  <a:pt x="304949" y="48646"/>
                </a:moveTo>
                <a:cubicBezTo>
                  <a:pt x="321337" y="48646"/>
                  <a:pt x="331101" y="62071"/>
                  <a:pt x="331101" y="84738"/>
                </a:cubicBezTo>
                <a:cubicBezTo>
                  <a:pt x="331101" y="106357"/>
                  <a:pt x="320989" y="119784"/>
                  <a:pt x="304949" y="119784"/>
                </a:cubicBezTo>
                <a:cubicBezTo>
                  <a:pt x="288733" y="119784"/>
                  <a:pt x="278794" y="106357"/>
                  <a:pt x="278794" y="84214"/>
                </a:cubicBezTo>
                <a:cubicBezTo>
                  <a:pt x="278794" y="62071"/>
                  <a:pt x="288733" y="48646"/>
                  <a:pt x="304949" y="48646"/>
                </a:cubicBezTo>
                <a:close/>
                <a:moveTo>
                  <a:pt x="366496" y="37837"/>
                </a:moveTo>
                <a:lnTo>
                  <a:pt x="366496" y="129197"/>
                </a:lnTo>
                <a:lnTo>
                  <a:pt x="381142" y="129197"/>
                </a:lnTo>
                <a:lnTo>
                  <a:pt x="381142" y="78811"/>
                </a:lnTo>
                <a:cubicBezTo>
                  <a:pt x="381142" y="60153"/>
                  <a:pt x="390905" y="47949"/>
                  <a:pt x="405900" y="47949"/>
                </a:cubicBezTo>
                <a:cubicBezTo>
                  <a:pt x="417409" y="47949"/>
                  <a:pt x="424730" y="54922"/>
                  <a:pt x="424730" y="65907"/>
                </a:cubicBezTo>
                <a:lnTo>
                  <a:pt x="424730" y="129197"/>
                </a:lnTo>
                <a:lnTo>
                  <a:pt x="439203" y="129197"/>
                </a:lnTo>
                <a:lnTo>
                  <a:pt x="439203" y="60153"/>
                </a:lnTo>
                <a:cubicBezTo>
                  <a:pt x="439203" y="44986"/>
                  <a:pt x="427870" y="35222"/>
                  <a:pt x="410260" y="35222"/>
                </a:cubicBezTo>
                <a:cubicBezTo>
                  <a:pt x="396660" y="35222"/>
                  <a:pt x="387942" y="40452"/>
                  <a:pt x="379920" y="53180"/>
                </a:cubicBezTo>
                <a:lnTo>
                  <a:pt x="379920" y="37837"/>
                </a:lnTo>
                <a:lnTo>
                  <a:pt x="366496" y="37837"/>
                </a:lnTo>
                <a:close/>
                <a:moveTo>
                  <a:pt x="466053" y="37837"/>
                </a:moveTo>
                <a:lnTo>
                  <a:pt x="466053" y="129197"/>
                </a:lnTo>
                <a:lnTo>
                  <a:pt x="480699" y="129197"/>
                </a:lnTo>
                <a:lnTo>
                  <a:pt x="480699" y="78811"/>
                </a:lnTo>
                <a:cubicBezTo>
                  <a:pt x="480699" y="60153"/>
                  <a:pt x="490463" y="47949"/>
                  <a:pt x="505457" y="47949"/>
                </a:cubicBezTo>
                <a:cubicBezTo>
                  <a:pt x="516966" y="47949"/>
                  <a:pt x="524288" y="54922"/>
                  <a:pt x="524288" y="65907"/>
                </a:cubicBezTo>
                <a:lnTo>
                  <a:pt x="524288" y="129197"/>
                </a:lnTo>
                <a:lnTo>
                  <a:pt x="538760" y="129197"/>
                </a:lnTo>
                <a:lnTo>
                  <a:pt x="538760" y="60153"/>
                </a:lnTo>
                <a:cubicBezTo>
                  <a:pt x="538760" y="44986"/>
                  <a:pt x="527427" y="35222"/>
                  <a:pt x="509817" y="35222"/>
                </a:cubicBezTo>
                <a:cubicBezTo>
                  <a:pt x="496217" y="35222"/>
                  <a:pt x="487499" y="40452"/>
                  <a:pt x="479478" y="53180"/>
                </a:cubicBezTo>
                <a:lnTo>
                  <a:pt x="479478" y="37837"/>
                </a:lnTo>
                <a:lnTo>
                  <a:pt x="466053" y="37837"/>
                </a:lnTo>
                <a:close/>
                <a:moveTo>
                  <a:pt x="640235" y="88399"/>
                </a:moveTo>
                <a:cubicBezTo>
                  <a:pt x="640235" y="74450"/>
                  <a:pt x="639187" y="66080"/>
                  <a:pt x="636572" y="59283"/>
                </a:cubicBezTo>
                <a:cubicBezTo>
                  <a:pt x="630644" y="44286"/>
                  <a:pt x="616696" y="35222"/>
                  <a:pt x="599610" y="35222"/>
                </a:cubicBezTo>
                <a:cubicBezTo>
                  <a:pt x="574152" y="35222"/>
                  <a:pt x="557764" y="54574"/>
                  <a:pt x="557764" y="84738"/>
                </a:cubicBezTo>
                <a:cubicBezTo>
                  <a:pt x="557764" y="114902"/>
                  <a:pt x="573455" y="133209"/>
                  <a:pt x="599262" y="133209"/>
                </a:cubicBezTo>
                <a:cubicBezTo>
                  <a:pt x="620184" y="133209"/>
                  <a:pt x="634654" y="121351"/>
                  <a:pt x="638317" y="101475"/>
                </a:cubicBezTo>
                <a:lnTo>
                  <a:pt x="623671" y="101475"/>
                </a:lnTo>
                <a:cubicBezTo>
                  <a:pt x="619659" y="113506"/>
                  <a:pt x="611465" y="119784"/>
                  <a:pt x="599783" y="119784"/>
                </a:cubicBezTo>
                <a:cubicBezTo>
                  <a:pt x="590543" y="119784"/>
                  <a:pt x="582698" y="115599"/>
                  <a:pt x="577816" y="107927"/>
                </a:cubicBezTo>
                <a:cubicBezTo>
                  <a:pt x="574328" y="102696"/>
                  <a:pt x="573107" y="97466"/>
                  <a:pt x="572934" y="88399"/>
                </a:cubicBezTo>
                <a:lnTo>
                  <a:pt x="640235" y="88399"/>
                </a:lnTo>
                <a:moveTo>
                  <a:pt x="573282" y="76544"/>
                </a:moveTo>
                <a:cubicBezTo>
                  <a:pt x="574501" y="59631"/>
                  <a:pt x="584789" y="48646"/>
                  <a:pt x="599435" y="48646"/>
                </a:cubicBezTo>
                <a:cubicBezTo>
                  <a:pt x="614256" y="48646"/>
                  <a:pt x="624541" y="60153"/>
                  <a:pt x="624541" y="76544"/>
                </a:cubicBezTo>
                <a:lnTo>
                  <a:pt x="573282" y="76544"/>
                </a:lnTo>
                <a:close/>
                <a:moveTo>
                  <a:pt x="732468" y="68523"/>
                </a:moveTo>
                <a:cubicBezTo>
                  <a:pt x="731771" y="59631"/>
                  <a:pt x="729853" y="53877"/>
                  <a:pt x="726365" y="48819"/>
                </a:cubicBezTo>
                <a:cubicBezTo>
                  <a:pt x="720089" y="40277"/>
                  <a:pt x="709104" y="35222"/>
                  <a:pt x="696376" y="35222"/>
                </a:cubicBezTo>
                <a:cubicBezTo>
                  <a:pt x="671618" y="35222"/>
                  <a:pt x="655751" y="54750"/>
                  <a:pt x="655751" y="85087"/>
                </a:cubicBezTo>
                <a:cubicBezTo>
                  <a:pt x="655751" y="114551"/>
                  <a:pt x="671443" y="133209"/>
                  <a:pt x="696204" y="133209"/>
                </a:cubicBezTo>
                <a:cubicBezTo>
                  <a:pt x="717998" y="133209"/>
                  <a:pt x="731771" y="120133"/>
                  <a:pt x="733514" y="97814"/>
                </a:cubicBezTo>
                <a:lnTo>
                  <a:pt x="718868" y="97814"/>
                </a:lnTo>
                <a:cubicBezTo>
                  <a:pt x="716428" y="112460"/>
                  <a:pt x="708931" y="119784"/>
                  <a:pt x="696552" y="119784"/>
                </a:cubicBezTo>
                <a:cubicBezTo>
                  <a:pt x="680510" y="119784"/>
                  <a:pt x="670921" y="106706"/>
                  <a:pt x="670921" y="85087"/>
                </a:cubicBezTo>
                <a:cubicBezTo>
                  <a:pt x="670921" y="62247"/>
                  <a:pt x="680337" y="48646"/>
                  <a:pt x="696204" y="48646"/>
                </a:cubicBezTo>
                <a:cubicBezTo>
                  <a:pt x="708407" y="48646"/>
                  <a:pt x="716080" y="55795"/>
                  <a:pt x="717822" y="68523"/>
                </a:cubicBezTo>
                <a:lnTo>
                  <a:pt x="732468" y="68523"/>
                </a:lnTo>
                <a:close/>
                <a:moveTo>
                  <a:pt x="782161" y="37837"/>
                </a:moveTo>
                <a:lnTo>
                  <a:pt x="767166" y="37837"/>
                </a:lnTo>
                <a:lnTo>
                  <a:pt x="767166" y="12728"/>
                </a:lnTo>
                <a:lnTo>
                  <a:pt x="752693" y="12728"/>
                </a:lnTo>
                <a:lnTo>
                  <a:pt x="752693" y="37837"/>
                </a:lnTo>
                <a:lnTo>
                  <a:pt x="740314" y="37837"/>
                </a:lnTo>
                <a:lnTo>
                  <a:pt x="740314" y="49692"/>
                </a:lnTo>
                <a:lnTo>
                  <a:pt x="752693" y="49692"/>
                </a:lnTo>
                <a:lnTo>
                  <a:pt x="752693" y="118736"/>
                </a:lnTo>
                <a:cubicBezTo>
                  <a:pt x="752693" y="128151"/>
                  <a:pt x="758969" y="133209"/>
                  <a:pt x="770303" y="133209"/>
                </a:cubicBezTo>
                <a:cubicBezTo>
                  <a:pt x="774139" y="133209"/>
                  <a:pt x="777279" y="132860"/>
                  <a:pt x="782161" y="131988"/>
                </a:cubicBezTo>
                <a:lnTo>
                  <a:pt x="782161" y="119784"/>
                </a:lnTo>
                <a:cubicBezTo>
                  <a:pt x="780067" y="120306"/>
                  <a:pt x="778149" y="120481"/>
                  <a:pt x="775185" y="120481"/>
                </a:cubicBezTo>
                <a:cubicBezTo>
                  <a:pt x="768909" y="120481"/>
                  <a:pt x="767166" y="118736"/>
                  <a:pt x="767166" y="112285"/>
                </a:cubicBezTo>
                <a:lnTo>
                  <a:pt x="767166" y="49692"/>
                </a:lnTo>
                <a:lnTo>
                  <a:pt x="782161" y="49692"/>
                </a:lnTo>
                <a:lnTo>
                  <a:pt x="782161" y="37837"/>
                </a:lnTo>
                <a:close/>
                <a:moveTo>
                  <a:pt x="931410" y="129197"/>
                </a:moveTo>
                <a:lnTo>
                  <a:pt x="958259" y="37837"/>
                </a:lnTo>
                <a:lnTo>
                  <a:pt x="941871" y="37837"/>
                </a:lnTo>
                <a:lnTo>
                  <a:pt x="923737" y="108972"/>
                </a:lnTo>
                <a:lnTo>
                  <a:pt x="905779" y="37837"/>
                </a:lnTo>
                <a:lnTo>
                  <a:pt x="887994" y="37837"/>
                </a:lnTo>
                <a:lnTo>
                  <a:pt x="870557" y="108972"/>
                </a:lnTo>
                <a:lnTo>
                  <a:pt x="851902" y="37837"/>
                </a:lnTo>
                <a:lnTo>
                  <a:pt x="835862" y="37837"/>
                </a:lnTo>
                <a:lnTo>
                  <a:pt x="862363" y="129197"/>
                </a:lnTo>
                <a:lnTo>
                  <a:pt x="878754" y="129197"/>
                </a:lnTo>
                <a:lnTo>
                  <a:pt x="896364" y="57538"/>
                </a:lnTo>
                <a:lnTo>
                  <a:pt x="914846" y="129197"/>
                </a:lnTo>
                <a:lnTo>
                  <a:pt x="931410" y="129197"/>
                </a:lnTo>
                <a:close/>
                <a:moveTo>
                  <a:pt x="1055200" y="120654"/>
                </a:moveTo>
                <a:cubicBezTo>
                  <a:pt x="1053633" y="121003"/>
                  <a:pt x="1052933" y="121003"/>
                  <a:pt x="1052063" y="121003"/>
                </a:cubicBezTo>
                <a:cubicBezTo>
                  <a:pt x="1047006" y="121003"/>
                  <a:pt x="1044218" y="118388"/>
                  <a:pt x="1044218" y="113854"/>
                </a:cubicBezTo>
                <a:lnTo>
                  <a:pt x="1044218" y="60153"/>
                </a:lnTo>
                <a:cubicBezTo>
                  <a:pt x="1044218" y="43937"/>
                  <a:pt x="1032360" y="35222"/>
                  <a:pt x="1009868" y="35222"/>
                </a:cubicBezTo>
                <a:cubicBezTo>
                  <a:pt x="996444" y="35222"/>
                  <a:pt x="985807" y="39055"/>
                  <a:pt x="979531" y="45856"/>
                </a:cubicBezTo>
                <a:cubicBezTo>
                  <a:pt x="975346" y="50565"/>
                  <a:pt x="973601" y="55795"/>
                  <a:pt x="973253" y="64862"/>
                </a:cubicBezTo>
                <a:lnTo>
                  <a:pt x="987898" y="64862"/>
                </a:lnTo>
                <a:cubicBezTo>
                  <a:pt x="989120" y="53701"/>
                  <a:pt x="995747" y="48646"/>
                  <a:pt x="1009344" y="48646"/>
                </a:cubicBezTo>
                <a:cubicBezTo>
                  <a:pt x="1022596" y="48646"/>
                  <a:pt x="1029745" y="53528"/>
                  <a:pt x="1029745" y="62247"/>
                </a:cubicBezTo>
                <a:lnTo>
                  <a:pt x="1029745" y="66080"/>
                </a:lnTo>
                <a:cubicBezTo>
                  <a:pt x="1029572" y="72359"/>
                  <a:pt x="1026432" y="74626"/>
                  <a:pt x="1014575" y="76195"/>
                </a:cubicBezTo>
                <a:cubicBezTo>
                  <a:pt x="994002" y="78811"/>
                  <a:pt x="990862" y="79508"/>
                  <a:pt x="985283" y="81774"/>
                </a:cubicBezTo>
                <a:cubicBezTo>
                  <a:pt x="974649" y="86308"/>
                  <a:pt x="969243" y="94326"/>
                  <a:pt x="969243" y="106184"/>
                </a:cubicBezTo>
                <a:cubicBezTo>
                  <a:pt x="969243" y="122748"/>
                  <a:pt x="980750" y="133209"/>
                  <a:pt x="999232" y="133209"/>
                </a:cubicBezTo>
                <a:cubicBezTo>
                  <a:pt x="1010741" y="133209"/>
                  <a:pt x="1019981" y="129197"/>
                  <a:pt x="1030269" y="119784"/>
                </a:cubicBezTo>
                <a:cubicBezTo>
                  <a:pt x="1031314" y="129197"/>
                  <a:pt x="1035848" y="133209"/>
                  <a:pt x="1045263" y="133209"/>
                </a:cubicBezTo>
                <a:cubicBezTo>
                  <a:pt x="1048400" y="133209"/>
                  <a:pt x="1050318" y="132860"/>
                  <a:pt x="1055200" y="131639"/>
                </a:cubicBezTo>
                <a:lnTo>
                  <a:pt x="1055200" y="120654"/>
                </a:lnTo>
                <a:moveTo>
                  <a:pt x="1029745" y="100430"/>
                </a:moveTo>
                <a:cubicBezTo>
                  <a:pt x="1029745" y="105311"/>
                  <a:pt x="1028351" y="108275"/>
                  <a:pt x="1023990" y="112285"/>
                </a:cubicBezTo>
                <a:cubicBezTo>
                  <a:pt x="1018063" y="117691"/>
                  <a:pt x="1010914" y="120481"/>
                  <a:pt x="1002371" y="120481"/>
                </a:cubicBezTo>
                <a:cubicBezTo>
                  <a:pt x="991038" y="120481"/>
                  <a:pt x="984413" y="115075"/>
                  <a:pt x="984413" y="105836"/>
                </a:cubicBezTo>
                <a:cubicBezTo>
                  <a:pt x="984413" y="96245"/>
                  <a:pt x="990689" y="91363"/>
                  <a:pt x="1006381" y="89096"/>
                </a:cubicBezTo>
                <a:cubicBezTo>
                  <a:pt x="1021899" y="87005"/>
                  <a:pt x="1024863" y="86308"/>
                  <a:pt x="1029745" y="84041"/>
                </a:cubicBezTo>
                <a:lnTo>
                  <a:pt x="1029745" y="100430"/>
                </a:lnTo>
                <a:close/>
                <a:moveTo>
                  <a:pt x="1087980" y="2094"/>
                </a:moveTo>
                <a:lnTo>
                  <a:pt x="1073334" y="2094"/>
                </a:lnTo>
                <a:lnTo>
                  <a:pt x="1073334" y="129197"/>
                </a:lnTo>
                <a:lnTo>
                  <a:pt x="1087980" y="129197"/>
                </a:lnTo>
                <a:lnTo>
                  <a:pt x="1087980" y="2094"/>
                </a:lnTo>
                <a:close/>
                <a:moveTo>
                  <a:pt x="1126686" y="2094"/>
                </a:moveTo>
                <a:lnTo>
                  <a:pt x="1112041" y="2094"/>
                </a:lnTo>
                <a:lnTo>
                  <a:pt x="1112041" y="129197"/>
                </a:lnTo>
                <a:lnTo>
                  <a:pt x="1126686" y="129197"/>
                </a:lnTo>
                <a:lnTo>
                  <a:pt x="1126686" y="2094"/>
                </a:lnTo>
                <a:close/>
                <a:moveTo>
                  <a:pt x="1228860" y="88399"/>
                </a:moveTo>
                <a:cubicBezTo>
                  <a:pt x="1228860" y="74450"/>
                  <a:pt x="1227812" y="66080"/>
                  <a:pt x="1225197" y="59283"/>
                </a:cubicBezTo>
                <a:cubicBezTo>
                  <a:pt x="1219269" y="44286"/>
                  <a:pt x="1205321" y="35222"/>
                  <a:pt x="1188235" y="35222"/>
                </a:cubicBezTo>
                <a:cubicBezTo>
                  <a:pt x="1162777" y="35222"/>
                  <a:pt x="1146389" y="54574"/>
                  <a:pt x="1146389" y="84738"/>
                </a:cubicBezTo>
                <a:cubicBezTo>
                  <a:pt x="1146389" y="114902"/>
                  <a:pt x="1162080" y="133209"/>
                  <a:pt x="1187887" y="133209"/>
                </a:cubicBezTo>
                <a:cubicBezTo>
                  <a:pt x="1208809" y="133209"/>
                  <a:pt x="1223279" y="121351"/>
                  <a:pt x="1226942" y="101475"/>
                </a:cubicBezTo>
                <a:lnTo>
                  <a:pt x="1212296" y="101475"/>
                </a:lnTo>
                <a:cubicBezTo>
                  <a:pt x="1208284" y="113506"/>
                  <a:pt x="1200090" y="119784"/>
                  <a:pt x="1188408" y="119784"/>
                </a:cubicBezTo>
                <a:cubicBezTo>
                  <a:pt x="1179168" y="119784"/>
                  <a:pt x="1171323" y="115599"/>
                  <a:pt x="1166441" y="107927"/>
                </a:cubicBezTo>
                <a:cubicBezTo>
                  <a:pt x="1162953" y="102696"/>
                  <a:pt x="1161732" y="97466"/>
                  <a:pt x="1161559" y="88399"/>
                </a:cubicBezTo>
                <a:lnTo>
                  <a:pt x="1228860" y="88399"/>
                </a:lnTo>
                <a:moveTo>
                  <a:pt x="1161907" y="76544"/>
                </a:moveTo>
                <a:cubicBezTo>
                  <a:pt x="1163126" y="59631"/>
                  <a:pt x="1173414" y="48646"/>
                  <a:pt x="1188060" y="48646"/>
                </a:cubicBezTo>
                <a:cubicBezTo>
                  <a:pt x="1202881" y="48646"/>
                  <a:pt x="1213166" y="60153"/>
                  <a:pt x="1213166" y="76544"/>
                </a:cubicBezTo>
                <a:lnTo>
                  <a:pt x="1161907" y="76544"/>
                </a:lnTo>
                <a:close/>
                <a:moveTo>
                  <a:pt x="1280643" y="37837"/>
                </a:moveTo>
                <a:lnTo>
                  <a:pt x="1265649" y="37837"/>
                </a:lnTo>
                <a:lnTo>
                  <a:pt x="1265649" y="12728"/>
                </a:lnTo>
                <a:lnTo>
                  <a:pt x="1251176" y="12728"/>
                </a:lnTo>
                <a:lnTo>
                  <a:pt x="1251176" y="37837"/>
                </a:lnTo>
                <a:lnTo>
                  <a:pt x="1238797" y="37837"/>
                </a:lnTo>
                <a:lnTo>
                  <a:pt x="1238797" y="49692"/>
                </a:lnTo>
                <a:lnTo>
                  <a:pt x="1251176" y="49692"/>
                </a:lnTo>
                <a:lnTo>
                  <a:pt x="1251176" y="118736"/>
                </a:lnTo>
                <a:cubicBezTo>
                  <a:pt x="1251176" y="128151"/>
                  <a:pt x="1257452" y="133209"/>
                  <a:pt x="1268786" y="133209"/>
                </a:cubicBezTo>
                <a:cubicBezTo>
                  <a:pt x="1272622" y="133209"/>
                  <a:pt x="1275761" y="132860"/>
                  <a:pt x="1280643" y="131988"/>
                </a:cubicBezTo>
                <a:lnTo>
                  <a:pt x="1280643" y="119784"/>
                </a:lnTo>
                <a:cubicBezTo>
                  <a:pt x="1278550" y="120306"/>
                  <a:pt x="1276631" y="120481"/>
                  <a:pt x="1273668" y="120481"/>
                </a:cubicBezTo>
                <a:cubicBezTo>
                  <a:pt x="1267392" y="120481"/>
                  <a:pt x="1265649" y="118736"/>
                  <a:pt x="1265649" y="112285"/>
                </a:cubicBezTo>
                <a:lnTo>
                  <a:pt x="1265649" y="49692"/>
                </a:lnTo>
                <a:lnTo>
                  <a:pt x="1280643" y="49692"/>
                </a:lnTo>
                <a:lnTo>
                  <a:pt x="1280643" y="37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9C1A7-3A8B-4CDD-BF6D-9CD44F8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956021"/>
            <a:ext cx="2947010" cy="413343"/>
          </a:xfrm>
          <a:custGeom xmlns:a="http://schemas.openxmlformats.org/drawingml/2006/main">
            <a:pathLst>
              <a:path w="2947010" h="413343">
                <a:moveTo>
                  <a:pt x="2947010" y="206671"/>
                </a:moveTo>
                <a:lnTo>
                  <a:pt x="2698503" y="413343"/>
                </a:lnTo>
                <a:lnTo>
                  <a:pt x="2698503" y="310132"/>
                </a:lnTo>
                <a:lnTo>
                  <a:pt x="0" y="310132"/>
                </a:lnTo>
                <a:lnTo>
                  <a:pt x="0" y="103210"/>
                </a:lnTo>
                <a:lnTo>
                  <a:pt x="2698503" y="103210"/>
                </a:lnTo>
                <a:lnTo>
                  <a:pt x="2698503" y="0"/>
                </a:lnTo>
                <a:lnTo>
                  <a:pt x="2947010" y="206671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DDB27-BBC5-4F68-ACBD-EDE8FE35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956021"/>
            <a:ext cx="2947010" cy="413343"/>
          </a:xfrm>
          <a:custGeom xmlns:a="http://schemas.openxmlformats.org/drawingml/2006/main">
            <a:pathLst>
              <a:path w="2947010" h="413343" fill="none">
                <a:moveTo>
                  <a:pt x="2947010" y="206671"/>
                </a:moveTo>
                <a:lnTo>
                  <a:pt x="2698503" y="413343"/>
                </a:lnTo>
                <a:lnTo>
                  <a:pt x="2698503" y="310132"/>
                </a:lnTo>
                <a:lnTo>
                  <a:pt x="0" y="310132"/>
                </a:lnTo>
                <a:lnTo>
                  <a:pt x="0" y="103210"/>
                </a:lnTo>
                <a:lnTo>
                  <a:pt x="2698503" y="103210"/>
                </a:lnTo>
                <a:lnTo>
                  <a:pt x="2698503" y="0"/>
                </a:lnTo>
                <a:lnTo>
                  <a:pt x="2947010" y="2066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10" name="Text 4.QueryMessage">
            <a:extLst xmlns:a="http://schemas.openxmlformats.org/drawingml/2006/main">
              <a:ext uri="{FF2B5EF4-FFF2-40B4-BE49-F238E27FC236}">
                <a16:creationId xmlns:a16="http://schemas.microsoft.com/office/drawing/2014/main" id="{B2C3C003-E186-4D26-A71D-368E6BD5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00" y="2087606"/>
            <a:ext cx="1370610" cy="167207"/>
          </a:xfrm>
          <a:custGeom xmlns:a="http://schemas.openxmlformats.org/drawingml/2006/main">
            <a:pathLst>
              <a:path w="1370610" h="167207">
                <a:moveTo>
                  <a:pt x="52132" y="98687"/>
                </a:moveTo>
                <a:lnTo>
                  <a:pt x="52132" y="129197"/>
                </a:lnTo>
                <a:lnTo>
                  <a:pt x="67474" y="129197"/>
                </a:lnTo>
                <a:lnTo>
                  <a:pt x="67474" y="98687"/>
                </a:lnTo>
                <a:lnTo>
                  <a:pt x="85781" y="98687"/>
                </a:lnTo>
                <a:lnTo>
                  <a:pt x="85781" y="84911"/>
                </a:lnTo>
                <a:lnTo>
                  <a:pt x="67474" y="84911"/>
                </a:lnTo>
                <a:lnTo>
                  <a:pt x="67474" y="3139"/>
                </a:lnTo>
                <a:lnTo>
                  <a:pt x="56141" y="3139"/>
                </a:lnTo>
                <a:lnTo>
                  <a:pt x="0" y="82471"/>
                </a:lnTo>
                <a:lnTo>
                  <a:pt x="0" y="98687"/>
                </a:lnTo>
                <a:lnTo>
                  <a:pt x="52132" y="98687"/>
                </a:lnTo>
                <a:moveTo>
                  <a:pt x="52132" y="84911"/>
                </a:moveTo>
                <a:lnTo>
                  <a:pt x="13425" y="84911"/>
                </a:lnTo>
                <a:lnTo>
                  <a:pt x="52132" y="29292"/>
                </a:lnTo>
                <a:lnTo>
                  <a:pt x="52132" y="84911"/>
                </a:lnTo>
                <a:close/>
                <a:moveTo>
                  <a:pt x="124663" y="111066"/>
                </a:moveTo>
                <a:lnTo>
                  <a:pt x="106529" y="111066"/>
                </a:lnTo>
                <a:lnTo>
                  <a:pt x="106529" y="129197"/>
                </a:lnTo>
                <a:lnTo>
                  <a:pt x="124663" y="129197"/>
                </a:lnTo>
                <a:lnTo>
                  <a:pt x="124663" y="111066"/>
                </a:lnTo>
                <a:close/>
                <a:moveTo>
                  <a:pt x="270074" y="129373"/>
                </a:moveTo>
                <a:lnTo>
                  <a:pt x="253686" y="115948"/>
                </a:lnTo>
                <a:cubicBezTo>
                  <a:pt x="265716" y="102696"/>
                  <a:pt x="271644" y="86481"/>
                  <a:pt x="271644" y="66256"/>
                </a:cubicBezTo>
                <a:cubicBezTo>
                  <a:pt x="271644" y="26676"/>
                  <a:pt x="246886" y="0"/>
                  <a:pt x="210272" y="0"/>
                </a:cubicBezTo>
                <a:cubicBezTo>
                  <a:pt x="173481" y="0"/>
                  <a:pt x="148898" y="26676"/>
                  <a:pt x="148898" y="66604"/>
                </a:cubicBezTo>
                <a:cubicBezTo>
                  <a:pt x="148898" y="106357"/>
                  <a:pt x="173481" y="133209"/>
                  <a:pt x="210272" y="133209"/>
                </a:cubicBezTo>
                <a:cubicBezTo>
                  <a:pt x="223000" y="133209"/>
                  <a:pt x="233285" y="130418"/>
                  <a:pt x="243573" y="124315"/>
                </a:cubicBezTo>
                <a:lnTo>
                  <a:pt x="261880" y="139485"/>
                </a:lnTo>
                <a:lnTo>
                  <a:pt x="270074" y="129373"/>
                </a:lnTo>
                <a:moveTo>
                  <a:pt x="226137" y="93456"/>
                </a:moveTo>
                <a:lnTo>
                  <a:pt x="218118" y="103220"/>
                </a:lnTo>
                <a:lnTo>
                  <a:pt x="231019" y="114030"/>
                </a:lnTo>
                <a:cubicBezTo>
                  <a:pt x="223522" y="117691"/>
                  <a:pt x="217770" y="118912"/>
                  <a:pt x="210097" y="118912"/>
                </a:cubicBezTo>
                <a:cubicBezTo>
                  <a:pt x="183072" y="118912"/>
                  <a:pt x="165114" y="97990"/>
                  <a:pt x="165114" y="66604"/>
                </a:cubicBezTo>
                <a:cubicBezTo>
                  <a:pt x="165114" y="35222"/>
                  <a:pt x="183072" y="14297"/>
                  <a:pt x="210272" y="14297"/>
                </a:cubicBezTo>
                <a:cubicBezTo>
                  <a:pt x="237297" y="14297"/>
                  <a:pt x="255428" y="35222"/>
                  <a:pt x="255428" y="66429"/>
                </a:cubicBezTo>
                <a:cubicBezTo>
                  <a:pt x="255428" y="82993"/>
                  <a:pt x="251071" y="95548"/>
                  <a:pt x="241655" y="106184"/>
                </a:cubicBezTo>
                <a:lnTo>
                  <a:pt x="226137" y="93456"/>
                </a:lnTo>
                <a:close/>
                <a:moveTo>
                  <a:pt x="361961" y="129197"/>
                </a:moveTo>
                <a:lnTo>
                  <a:pt x="361961" y="37837"/>
                </a:lnTo>
                <a:lnTo>
                  <a:pt x="347488" y="37837"/>
                </a:lnTo>
                <a:lnTo>
                  <a:pt x="347488" y="89620"/>
                </a:lnTo>
                <a:cubicBezTo>
                  <a:pt x="347488" y="108275"/>
                  <a:pt x="337724" y="120481"/>
                  <a:pt x="322557" y="120481"/>
                </a:cubicBezTo>
                <a:cubicBezTo>
                  <a:pt x="311048" y="120481"/>
                  <a:pt x="303726" y="113506"/>
                  <a:pt x="303726" y="102521"/>
                </a:cubicBezTo>
                <a:lnTo>
                  <a:pt x="303726" y="37837"/>
                </a:lnTo>
                <a:lnTo>
                  <a:pt x="289253" y="37837"/>
                </a:lnTo>
                <a:lnTo>
                  <a:pt x="289253" y="108275"/>
                </a:lnTo>
                <a:cubicBezTo>
                  <a:pt x="289253" y="123445"/>
                  <a:pt x="300587" y="133209"/>
                  <a:pt x="318372" y="133209"/>
                </a:cubicBezTo>
                <a:cubicBezTo>
                  <a:pt x="331797" y="133209"/>
                  <a:pt x="340339" y="128500"/>
                  <a:pt x="348885" y="116469"/>
                </a:cubicBezTo>
                <a:lnTo>
                  <a:pt x="348885" y="129197"/>
                </a:lnTo>
                <a:lnTo>
                  <a:pt x="361961" y="129197"/>
                </a:lnTo>
                <a:close/>
                <a:moveTo>
                  <a:pt x="463263" y="88399"/>
                </a:moveTo>
                <a:cubicBezTo>
                  <a:pt x="463263" y="74450"/>
                  <a:pt x="462215" y="66080"/>
                  <a:pt x="459599" y="59283"/>
                </a:cubicBezTo>
                <a:cubicBezTo>
                  <a:pt x="453672" y="44286"/>
                  <a:pt x="439723" y="35222"/>
                  <a:pt x="422638" y="35222"/>
                </a:cubicBezTo>
                <a:cubicBezTo>
                  <a:pt x="397180" y="35222"/>
                  <a:pt x="380791" y="54574"/>
                  <a:pt x="380791" y="84738"/>
                </a:cubicBezTo>
                <a:cubicBezTo>
                  <a:pt x="380791" y="114902"/>
                  <a:pt x="396483" y="133209"/>
                  <a:pt x="422289" y="133209"/>
                </a:cubicBezTo>
                <a:cubicBezTo>
                  <a:pt x="443211" y="133209"/>
                  <a:pt x="457681" y="121351"/>
                  <a:pt x="461345" y="101475"/>
                </a:cubicBezTo>
                <a:lnTo>
                  <a:pt x="446699" y="101475"/>
                </a:lnTo>
                <a:cubicBezTo>
                  <a:pt x="442687" y="113506"/>
                  <a:pt x="434493" y="119784"/>
                  <a:pt x="422811" y="119784"/>
                </a:cubicBezTo>
                <a:cubicBezTo>
                  <a:pt x="413571" y="119784"/>
                  <a:pt x="405725" y="115599"/>
                  <a:pt x="400843" y="107927"/>
                </a:cubicBezTo>
                <a:cubicBezTo>
                  <a:pt x="397355" y="102696"/>
                  <a:pt x="396134" y="97466"/>
                  <a:pt x="395961" y="88399"/>
                </a:cubicBezTo>
                <a:lnTo>
                  <a:pt x="463263" y="88399"/>
                </a:lnTo>
                <a:moveTo>
                  <a:pt x="396310" y="76544"/>
                </a:moveTo>
                <a:cubicBezTo>
                  <a:pt x="397528" y="59631"/>
                  <a:pt x="407816" y="48646"/>
                  <a:pt x="422462" y="48646"/>
                </a:cubicBezTo>
                <a:cubicBezTo>
                  <a:pt x="437283" y="48646"/>
                  <a:pt x="447569" y="60153"/>
                  <a:pt x="447569" y="76544"/>
                </a:cubicBezTo>
                <a:lnTo>
                  <a:pt x="396310" y="76544"/>
                </a:lnTo>
                <a:close/>
                <a:moveTo>
                  <a:pt x="484881" y="37837"/>
                </a:moveTo>
                <a:lnTo>
                  <a:pt x="484881" y="129197"/>
                </a:lnTo>
                <a:lnTo>
                  <a:pt x="499529" y="129197"/>
                </a:lnTo>
                <a:lnTo>
                  <a:pt x="499529" y="81774"/>
                </a:lnTo>
                <a:cubicBezTo>
                  <a:pt x="499702" y="59804"/>
                  <a:pt x="508769" y="50040"/>
                  <a:pt x="528821" y="50565"/>
                </a:cubicBezTo>
                <a:lnTo>
                  <a:pt x="528821" y="35743"/>
                </a:lnTo>
                <a:cubicBezTo>
                  <a:pt x="526378" y="35395"/>
                  <a:pt x="524984" y="35222"/>
                  <a:pt x="523239" y="35222"/>
                </a:cubicBezTo>
                <a:cubicBezTo>
                  <a:pt x="513824" y="35222"/>
                  <a:pt x="506678" y="40801"/>
                  <a:pt x="498308" y="54398"/>
                </a:cubicBezTo>
                <a:lnTo>
                  <a:pt x="498308" y="37837"/>
                </a:lnTo>
                <a:lnTo>
                  <a:pt x="484881" y="37837"/>
                </a:lnTo>
                <a:close/>
                <a:moveTo>
                  <a:pt x="597691" y="37837"/>
                </a:moveTo>
                <a:lnTo>
                  <a:pt x="572409" y="108972"/>
                </a:lnTo>
                <a:lnTo>
                  <a:pt x="549045" y="37837"/>
                </a:lnTo>
                <a:lnTo>
                  <a:pt x="533526" y="37837"/>
                </a:lnTo>
                <a:lnTo>
                  <a:pt x="564388" y="129548"/>
                </a:lnTo>
                <a:lnTo>
                  <a:pt x="558809" y="144018"/>
                </a:lnTo>
                <a:cubicBezTo>
                  <a:pt x="556366" y="150470"/>
                  <a:pt x="553230" y="152910"/>
                  <a:pt x="547127" y="152910"/>
                </a:cubicBezTo>
                <a:cubicBezTo>
                  <a:pt x="544687" y="152910"/>
                  <a:pt x="542593" y="152561"/>
                  <a:pt x="539454" y="151864"/>
                </a:cubicBezTo>
                <a:lnTo>
                  <a:pt x="539454" y="164940"/>
                </a:lnTo>
                <a:cubicBezTo>
                  <a:pt x="542420" y="166510"/>
                  <a:pt x="545384" y="167207"/>
                  <a:pt x="549218" y="167207"/>
                </a:cubicBezTo>
                <a:cubicBezTo>
                  <a:pt x="553927" y="167207"/>
                  <a:pt x="558982" y="165640"/>
                  <a:pt x="562818" y="162849"/>
                </a:cubicBezTo>
                <a:cubicBezTo>
                  <a:pt x="567351" y="159537"/>
                  <a:pt x="569967" y="155700"/>
                  <a:pt x="572757" y="148376"/>
                </a:cubicBezTo>
                <a:lnTo>
                  <a:pt x="613383" y="37837"/>
                </a:lnTo>
                <a:lnTo>
                  <a:pt x="597691" y="37837"/>
                </a:lnTo>
                <a:close/>
                <a:moveTo>
                  <a:pt x="749727" y="129197"/>
                </a:moveTo>
                <a:lnTo>
                  <a:pt x="785470" y="22667"/>
                </a:lnTo>
                <a:lnTo>
                  <a:pt x="785470" y="129197"/>
                </a:lnTo>
                <a:lnTo>
                  <a:pt x="800813" y="129197"/>
                </a:lnTo>
                <a:lnTo>
                  <a:pt x="800813" y="2094"/>
                </a:lnTo>
                <a:lnTo>
                  <a:pt x="778321" y="2094"/>
                </a:lnTo>
                <a:lnTo>
                  <a:pt x="741359" y="112809"/>
                </a:lnTo>
                <a:lnTo>
                  <a:pt x="703698" y="2094"/>
                </a:lnTo>
                <a:lnTo>
                  <a:pt x="681207" y="2094"/>
                </a:lnTo>
                <a:lnTo>
                  <a:pt x="681207" y="129197"/>
                </a:lnTo>
                <a:lnTo>
                  <a:pt x="696549" y="129197"/>
                </a:lnTo>
                <a:lnTo>
                  <a:pt x="696549" y="22667"/>
                </a:lnTo>
                <a:lnTo>
                  <a:pt x="732641" y="129197"/>
                </a:lnTo>
                <a:lnTo>
                  <a:pt x="749727" y="129197"/>
                </a:lnTo>
                <a:close/>
                <a:moveTo>
                  <a:pt x="901942" y="88399"/>
                </a:moveTo>
                <a:cubicBezTo>
                  <a:pt x="901942" y="74450"/>
                  <a:pt x="900893" y="66080"/>
                  <a:pt x="898278" y="59283"/>
                </a:cubicBezTo>
                <a:cubicBezTo>
                  <a:pt x="892351" y="44286"/>
                  <a:pt x="878402" y="35222"/>
                  <a:pt x="861316" y="35222"/>
                </a:cubicBezTo>
                <a:cubicBezTo>
                  <a:pt x="835859" y="35222"/>
                  <a:pt x="819470" y="54574"/>
                  <a:pt x="819470" y="84738"/>
                </a:cubicBezTo>
                <a:cubicBezTo>
                  <a:pt x="819470" y="114902"/>
                  <a:pt x="835162" y="133209"/>
                  <a:pt x="860968" y="133209"/>
                </a:cubicBezTo>
                <a:cubicBezTo>
                  <a:pt x="881890" y="133209"/>
                  <a:pt x="896360" y="121351"/>
                  <a:pt x="900023" y="101475"/>
                </a:cubicBezTo>
                <a:lnTo>
                  <a:pt x="885378" y="101475"/>
                </a:lnTo>
                <a:cubicBezTo>
                  <a:pt x="881366" y="113506"/>
                  <a:pt x="873171" y="119784"/>
                  <a:pt x="861489" y="119784"/>
                </a:cubicBezTo>
                <a:cubicBezTo>
                  <a:pt x="852250" y="119784"/>
                  <a:pt x="844404" y="115599"/>
                  <a:pt x="839522" y="107927"/>
                </a:cubicBezTo>
                <a:cubicBezTo>
                  <a:pt x="836034" y="102696"/>
                  <a:pt x="834813" y="97466"/>
                  <a:pt x="834640" y="88399"/>
                </a:cubicBezTo>
                <a:lnTo>
                  <a:pt x="901942" y="88399"/>
                </a:lnTo>
                <a:moveTo>
                  <a:pt x="834989" y="76544"/>
                </a:moveTo>
                <a:cubicBezTo>
                  <a:pt x="836207" y="59631"/>
                  <a:pt x="846495" y="48646"/>
                  <a:pt x="861141" y="48646"/>
                </a:cubicBezTo>
                <a:cubicBezTo>
                  <a:pt x="875962" y="48646"/>
                  <a:pt x="886248" y="60153"/>
                  <a:pt x="886248" y="76544"/>
                </a:cubicBezTo>
                <a:lnTo>
                  <a:pt x="834989" y="76544"/>
                </a:lnTo>
                <a:close/>
                <a:moveTo>
                  <a:pt x="987897" y="63292"/>
                </a:moveTo>
                <a:cubicBezTo>
                  <a:pt x="987724" y="45334"/>
                  <a:pt x="975866" y="35222"/>
                  <a:pt x="954769" y="35222"/>
                </a:cubicBezTo>
                <a:cubicBezTo>
                  <a:pt x="933499" y="35222"/>
                  <a:pt x="919725" y="46204"/>
                  <a:pt x="919725" y="63117"/>
                </a:cubicBezTo>
                <a:cubicBezTo>
                  <a:pt x="919725" y="77414"/>
                  <a:pt x="927047" y="84214"/>
                  <a:pt x="948668" y="89444"/>
                </a:cubicBezTo>
                <a:lnTo>
                  <a:pt x="962269" y="92757"/>
                </a:lnTo>
                <a:cubicBezTo>
                  <a:pt x="972381" y="95199"/>
                  <a:pt x="976390" y="98860"/>
                  <a:pt x="976390" y="105311"/>
                </a:cubicBezTo>
                <a:cubicBezTo>
                  <a:pt x="976390" y="114030"/>
                  <a:pt x="967848" y="119784"/>
                  <a:pt x="955120" y="119784"/>
                </a:cubicBezTo>
                <a:cubicBezTo>
                  <a:pt x="947272" y="119784"/>
                  <a:pt x="940647" y="117518"/>
                  <a:pt x="936986" y="113681"/>
                </a:cubicBezTo>
                <a:cubicBezTo>
                  <a:pt x="934720" y="111066"/>
                  <a:pt x="933674" y="108451"/>
                  <a:pt x="932802" y="101999"/>
                </a:cubicBezTo>
                <a:lnTo>
                  <a:pt x="917459" y="101999"/>
                </a:lnTo>
                <a:cubicBezTo>
                  <a:pt x="918156" y="123097"/>
                  <a:pt x="930011" y="133209"/>
                  <a:pt x="953899" y="133209"/>
                </a:cubicBezTo>
                <a:cubicBezTo>
                  <a:pt x="976915" y="133209"/>
                  <a:pt x="991560" y="121875"/>
                  <a:pt x="991560" y="104266"/>
                </a:cubicBezTo>
                <a:cubicBezTo>
                  <a:pt x="991560" y="90666"/>
                  <a:pt x="983888" y="83168"/>
                  <a:pt x="965754" y="78811"/>
                </a:cubicBezTo>
                <a:lnTo>
                  <a:pt x="951805" y="75496"/>
                </a:lnTo>
                <a:cubicBezTo>
                  <a:pt x="939950" y="72708"/>
                  <a:pt x="934893" y="68871"/>
                  <a:pt x="934893" y="62420"/>
                </a:cubicBezTo>
                <a:cubicBezTo>
                  <a:pt x="934893" y="53877"/>
                  <a:pt x="942390" y="48646"/>
                  <a:pt x="954247" y="48646"/>
                </a:cubicBezTo>
                <a:cubicBezTo>
                  <a:pt x="965930" y="48646"/>
                  <a:pt x="972206" y="53701"/>
                  <a:pt x="972554" y="63292"/>
                </a:cubicBezTo>
                <a:lnTo>
                  <a:pt x="987897" y="63292"/>
                </a:lnTo>
                <a:close/>
                <a:moveTo>
                  <a:pt x="1075075" y="63292"/>
                </a:moveTo>
                <a:cubicBezTo>
                  <a:pt x="1074902" y="45334"/>
                  <a:pt x="1063044" y="35222"/>
                  <a:pt x="1041947" y="35222"/>
                </a:cubicBezTo>
                <a:cubicBezTo>
                  <a:pt x="1020676" y="35222"/>
                  <a:pt x="1006903" y="46204"/>
                  <a:pt x="1006903" y="63117"/>
                </a:cubicBezTo>
                <a:cubicBezTo>
                  <a:pt x="1006903" y="77414"/>
                  <a:pt x="1014225" y="84214"/>
                  <a:pt x="1035846" y="89444"/>
                </a:cubicBezTo>
                <a:lnTo>
                  <a:pt x="1049446" y="92757"/>
                </a:lnTo>
                <a:cubicBezTo>
                  <a:pt x="1059559" y="95199"/>
                  <a:pt x="1063568" y="98860"/>
                  <a:pt x="1063568" y="105311"/>
                </a:cubicBezTo>
                <a:cubicBezTo>
                  <a:pt x="1063568" y="114030"/>
                  <a:pt x="1055025" y="119784"/>
                  <a:pt x="1042298" y="119784"/>
                </a:cubicBezTo>
                <a:cubicBezTo>
                  <a:pt x="1034449" y="119784"/>
                  <a:pt x="1027825" y="117518"/>
                  <a:pt x="1024164" y="113681"/>
                </a:cubicBezTo>
                <a:cubicBezTo>
                  <a:pt x="1021897" y="111066"/>
                  <a:pt x="1020852" y="108451"/>
                  <a:pt x="1019979" y="101999"/>
                </a:cubicBezTo>
                <a:lnTo>
                  <a:pt x="1004636" y="101999"/>
                </a:lnTo>
                <a:cubicBezTo>
                  <a:pt x="1005333" y="123097"/>
                  <a:pt x="1017188" y="133209"/>
                  <a:pt x="1041077" y="133209"/>
                </a:cubicBezTo>
                <a:cubicBezTo>
                  <a:pt x="1064092" y="133209"/>
                  <a:pt x="1078738" y="121875"/>
                  <a:pt x="1078738" y="104266"/>
                </a:cubicBezTo>
                <a:cubicBezTo>
                  <a:pt x="1078738" y="90666"/>
                  <a:pt x="1071065" y="83168"/>
                  <a:pt x="1052932" y="78811"/>
                </a:cubicBezTo>
                <a:lnTo>
                  <a:pt x="1038983" y="75496"/>
                </a:lnTo>
                <a:cubicBezTo>
                  <a:pt x="1027128" y="72708"/>
                  <a:pt x="1022070" y="68871"/>
                  <a:pt x="1022070" y="62420"/>
                </a:cubicBezTo>
                <a:cubicBezTo>
                  <a:pt x="1022070" y="53877"/>
                  <a:pt x="1029568" y="48646"/>
                  <a:pt x="1041425" y="48646"/>
                </a:cubicBezTo>
                <a:cubicBezTo>
                  <a:pt x="1053107" y="48646"/>
                  <a:pt x="1059383" y="53701"/>
                  <a:pt x="1059732" y="63292"/>
                </a:cubicBezTo>
                <a:lnTo>
                  <a:pt x="1075075" y="63292"/>
                </a:lnTo>
                <a:close/>
                <a:moveTo>
                  <a:pt x="1179164" y="120654"/>
                </a:moveTo>
                <a:cubicBezTo>
                  <a:pt x="1177597" y="121003"/>
                  <a:pt x="1176898" y="121003"/>
                  <a:pt x="1176028" y="121003"/>
                </a:cubicBezTo>
                <a:cubicBezTo>
                  <a:pt x="1170970" y="121003"/>
                  <a:pt x="1168182" y="118388"/>
                  <a:pt x="1168182" y="113854"/>
                </a:cubicBezTo>
                <a:lnTo>
                  <a:pt x="1168182" y="60153"/>
                </a:lnTo>
                <a:cubicBezTo>
                  <a:pt x="1168182" y="43937"/>
                  <a:pt x="1156324" y="35222"/>
                  <a:pt x="1133833" y="35222"/>
                </a:cubicBezTo>
                <a:cubicBezTo>
                  <a:pt x="1120408" y="35222"/>
                  <a:pt x="1109772" y="39055"/>
                  <a:pt x="1103496" y="45856"/>
                </a:cubicBezTo>
                <a:cubicBezTo>
                  <a:pt x="1099311" y="50565"/>
                  <a:pt x="1097566" y="55795"/>
                  <a:pt x="1097217" y="64862"/>
                </a:cubicBezTo>
                <a:lnTo>
                  <a:pt x="1111863" y="64862"/>
                </a:lnTo>
                <a:cubicBezTo>
                  <a:pt x="1113084" y="53701"/>
                  <a:pt x="1119711" y="48646"/>
                  <a:pt x="1133309" y="48646"/>
                </a:cubicBezTo>
                <a:cubicBezTo>
                  <a:pt x="1146560" y="48646"/>
                  <a:pt x="1153709" y="53528"/>
                  <a:pt x="1153709" y="62247"/>
                </a:cubicBezTo>
                <a:lnTo>
                  <a:pt x="1153709" y="66080"/>
                </a:lnTo>
                <a:cubicBezTo>
                  <a:pt x="1153536" y="72359"/>
                  <a:pt x="1150397" y="74626"/>
                  <a:pt x="1138539" y="76195"/>
                </a:cubicBezTo>
                <a:cubicBezTo>
                  <a:pt x="1117966" y="78811"/>
                  <a:pt x="1114827" y="79508"/>
                  <a:pt x="1109248" y="81774"/>
                </a:cubicBezTo>
                <a:cubicBezTo>
                  <a:pt x="1098614" y="86308"/>
                  <a:pt x="1093208" y="94326"/>
                  <a:pt x="1093208" y="106184"/>
                </a:cubicBezTo>
                <a:cubicBezTo>
                  <a:pt x="1093208" y="122748"/>
                  <a:pt x="1104714" y="133209"/>
                  <a:pt x="1123196" y="133209"/>
                </a:cubicBezTo>
                <a:cubicBezTo>
                  <a:pt x="1134705" y="133209"/>
                  <a:pt x="1143945" y="129197"/>
                  <a:pt x="1154233" y="119784"/>
                </a:cubicBezTo>
                <a:cubicBezTo>
                  <a:pt x="1155279" y="129197"/>
                  <a:pt x="1159812" y="133209"/>
                  <a:pt x="1169228" y="133209"/>
                </a:cubicBezTo>
                <a:cubicBezTo>
                  <a:pt x="1172364" y="133209"/>
                  <a:pt x="1174282" y="132860"/>
                  <a:pt x="1179164" y="131639"/>
                </a:cubicBezTo>
                <a:lnTo>
                  <a:pt x="1179164" y="120654"/>
                </a:lnTo>
                <a:moveTo>
                  <a:pt x="1153709" y="100430"/>
                </a:moveTo>
                <a:cubicBezTo>
                  <a:pt x="1153709" y="105311"/>
                  <a:pt x="1152315" y="108275"/>
                  <a:pt x="1147955" y="112285"/>
                </a:cubicBezTo>
                <a:cubicBezTo>
                  <a:pt x="1142027" y="117691"/>
                  <a:pt x="1134878" y="120481"/>
                  <a:pt x="1126336" y="120481"/>
                </a:cubicBezTo>
                <a:cubicBezTo>
                  <a:pt x="1115002" y="120481"/>
                  <a:pt x="1108378" y="115075"/>
                  <a:pt x="1108378" y="105836"/>
                </a:cubicBezTo>
                <a:cubicBezTo>
                  <a:pt x="1108378" y="96245"/>
                  <a:pt x="1114654" y="91363"/>
                  <a:pt x="1130345" y="89096"/>
                </a:cubicBezTo>
                <a:cubicBezTo>
                  <a:pt x="1145863" y="87005"/>
                  <a:pt x="1148827" y="86308"/>
                  <a:pt x="1153709" y="84041"/>
                </a:cubicBezTo>
                <a:lnTo>
                  <a:pt x="1153709" y="100430"/>
                </a:lnTo>
                <a:close/>
                <a:moveTo>
                  <a:pt x="1255359" y="37837"/>
                </a:moveTo>
                <a:lnTo>
                  <a:pt x="1255359" y="51086"/>
                </a:lnTo>
                <a:cubicBezTo>
                  <a:pt x="1248037" y="40104"/>
                  <a:pt x="1240016" y="35222"/>
                  <a:pt x="1228510" y="35222"/>
                </a:cubicBezTo>
                <a:cubicBezTo>
                  <a:pt x="1206364" y="35222"/>
                  <a:pt x="1191021" y="55795"/>
                  <a:pt x="1191021" y="85087"/>
                </a:cubicBezTo>
                <a:cubicBezTo>
                  <a:pt x="1191021" y="100430"/>
                  <a:pt x="1194685" y="111587"/>
                  <a:pt x="1202530" y="120830"/>
                </a:cubicBezTo>
                <a:cubicBezTo>
                  <a:pt x="1209330" y="128849"/>
                  <a:pt x="1218046" y="133209"/>
                  <a:pt x="1227461" y="133209"/>
                </a:cubicBezTo>
                <a:cubicBezTo>
                  <a:pt x="1238446" y="133209"/>
                  <a:pt x="1246292" y="128327"/>
                  <a:pt x="1253965" y="116818"/>
                </a:cubicBezTo>
                <a:lnTo>
                  <a:pt x="1253965" y="121527"/>
                </a:lnTo>
                <a:cubicBezTo>
                  <a:pt x="1253965" y="145937"/>
                  <a:pt x="1247165" y="155003"/>
                  <a:pt x="1229031" y="155003"/>
                </a:cubicBezTo>
                <a:cubicBezTo>
                  <a:pt x="1216652" y="155003"/>
                  <a:pt x="1210200" y="150122"/>
                  <a:pt x="1208806" y="139661"/>
                </a:cubicBezTo>
                <a:lnTo>
                  <a:pt x="1193985" y="139661"/>
                </a:lnTo>
                <a:cubicBezTo>
                  <a:pt x="1195382" y="156573"/>
                  <a:pt x="1208806" y="167207"/>
                  <a:pt x="1228683" y="167207"/>
                </a:cubicBezTo>
                <a:cubicBezTo>
                  <a:pt x="1242107" y="167207"/>
                  <a:pt x="1253268" y="162849"/>
                  <a:pt x="1259195" y="155525"/>
                </a:cubicBezTo>
                <a:cubicBezTo>
                  <a:pt x="1266168" y="146982"/>
                  <a:pt x="1268784" y="135649"/>
                  <a:pt x="1268784" y="114203"/>
                </a:cubicBezTo>
                <a:lnTo>
                  <a:pt x="1268784" y="37837"/>
                </a:lnTo>
                <a:lnTo>
                  <a:pt x="1255359" y="37837"/>
                </a:lnTo>
                <a:moveTo>
                  <a:pt x="1229904" y="48646"/>
                </a:moveTo>
                <a:cubicBezTo>
                  <a:pt x="1245247" y="48646"/>
                  <a:pt x="1253965" y="61547"/>
                  <a:pt x="1253965" y="84738"/>
                </a:cubicBezTo>
                <a:cubicBezTo>
                  <a:pt x="1253965" y="106881"/>
                  <a:pt x="1245071" y="119784"/>
                  <a:pt x="1229904" y="119784"/>
                </a:cubicBezTo>
                <a:cubicBezTo>
                  <a:pt x="1214909" y="119784"/>
                  <a:pt x="1206191" y="106706"/>
                  <a:pt x="1206191" y="84214"/>
                </a:cubicBezTo>
                <a:cubicBezTo>
                  <a:pt x="1206191" y="61898"/>
                  <a:pt x="1214909" y="48646"/>
                  <a:pt x="1229904" y="48646"/>
                </a:cubicBezTo>
                <a:close/>
                <a:moveTo>
                  <a:pt x="1370610" y="88399"/>
                </a:moveTo>
                <a:cubicBezTo>
                  <a:pt x="1370610" y="74450"/>
                  <a:pt x="1369561" y="66080"/>
                  <a:pt x="1366946" y="59283"/>
                </a:cubicBezTo>
                <a:cubicBezTo>
                  <a:pt x="1361019" y="44286"/>
                  <a:pt x="1347070" y="35222"/>
                  <a:pt x="1329984" y="35222"/>
                </a:cubicBezTo>
                <a:cubicBezTo>
                  <a:pt x="1304527" y="35222"/>
                  <a:pt x="1288138" y="54574"/>
                  <a:pt x="1288138" y="84738"/>
                </a:cubicBezTo>
                <a:cubicBezTo>
                  <a:pt x="1288138" y="114902"/>
                  <a:pt x="1303830" y="133209"/>
                  <a:pt x="1329636" y="133209"/>
                </a:cubicBezTo>
                <a:cubicBezTo>
                  <a:pt x="1350558" y="133209"/>
                  <a:pt x="1365028" y="121351"/>
                  <a:pt x="1368691" y="101475"/>
                </a:cubicBezTo>
                <a:lnTo>
                  <a:pt x="1354046" y="101475"/>
                </a:lnTo>
                <a:cubicBezTo>
                  <a:pt x="1350034" y="113506"/>
                  <a:pt x="1341839" y="119784"/>
                  <a:pt x="1330157" y="119784"/>
                </a:cubicBezTo>
                <a:cubicBezTo>
                  <a:pt x="1320918" y="119784"/>
                  <a:pt x="1313072" y="115599"/>
                  <a:pt x="1308190" y="107927"/>
                </a:cubicBezTo>
                <a:cubicBezTo>
                  <a:pt x="1304702" y="102696"/>
                  <a:pt x="1303481" y="97466"/>
                  <a:pt x="1303308" y="88399"/>
                </a:cubicBezTo>
                <a:lnTo>
                  <a:pt x="1370610" y="88399"/>
                </a:lnTo>
                <a:moveTo>
                  <a:pt x="1303657" y="76544"/>
                </a:moveTo>
                <a:cubicBezTo>
                  <a:pt x="1304875" y="59631"/>
                  <a:pt x="1315163" y="48646"/>
                  <a:pt x="1329809" y="48646"/>
                </a:cubicBezTo>
                <a:cubicBezTo>
                  <a:pt x="1344630" y="48646"/>
                  <a:pt x="1354916" y="60153"/>
                  <a:pt x="1354916" y="76544"/>
                </a:cubicBezTo>
                <a:lnTo>
                  <a:pt x="1303657" y="765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F94CC-73CC-450D-8686-D9D3846B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368323"/>
            <a:ext cx="284079" cy="443655"/>
          </a:xfrm>
          <a:custGeom xmlns:a="http://schemas.openxmlformats.org/drawingml/2006/main">
            <a:pathLst>
              <a:path w="284079" h="443655">
                <a:moveTo>
                  <a:pt x="0" y="301615"/>
                </a:moveTo>
                <a:lnTo>
                  <a:pt x="142040" y="159575"/>
                </a:lnTo>
                <a:lnTo>
                  <a:pt x="142040" y="230721"/>
                </a:lnTo>
                <a:cubicBezTo>
                  <a:pt x="220450" y="230721"/>
                  <a:pt x="284079" y="127510"/>
                  <a:pt x="284079" y="0"/>
                </a:cubicBezTo>
                <a:lnTo>
                  <a:pt x="284079" y="141789"/>
                </a:lnTo>
                <a:cubicBezTo>
                  <a:pt x="284079" y="269299"/>
                  <a:pt x="220450" y="372760"/>
                  <a:pt x="142040" y="372760"/>
                </a:cubicBezTo>
                <a:lnTo>
                  <a:pt x="142040" y="443655"/>
                </a:lnTo>
                <a:lnTo>
                  <a:pt x="0" y="301615"/>
                </a:lnTo>
                <a:close/>
              </a:path>
            </a:pathLst>
          </a:custGeom>
          <a:solidFill xmlns:a="http://schemas.openxmlformats.org/drawingml/2006/main">
            <a:srgbClr val="B3DB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67567-D7D2-4756-B8D9-85130B99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368323"/>
            <a:ext cx="284079" cy="443655"/>
          </a:xfrm>
          <a:custGeom xmlns:a="http://schemas.openxmlformats.org/drawingml/2006/main">
            <a:pathLst>
              <a:path w="284079" h="443655" fill="none">
                <a:moveTo>
                  <a:pt x="0" y="301615"/>
                </a:moveTo>
                <a:lnTo>
                  <a:pt x="142040" y="159575"/>
                </a:lnTo>
                <a:lnTo>
                  <a:pt x="142040" y="230721"/>
                </a:lnTo>
                <a:cubicBezTo>
                  <a:pt x="220450" y="230721"/>
                  <a:pt x="284079" y="127510"/>
                  <a:pt x="284079" y="0"/>
                </a:cubicBezTo>
                <a:lnTo>
                  <a:pt x="284079" y="141789"/>
                </a:lnTo>
                <a:cubicBezTo>
                  <a:pt x="284079" y="269299"/>
                  <a:pt x="220450" y="372760"/>
                  <a:pt x="142040" y="372760"/>
                </a:cubicBezTo>
                <a:lnTo>
                  <a:pt x="142040" y="443655"/>
                </a:lnTo>
                <a:lnTo>
                  <a:pt x="0" y="3016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1E4D51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464D3-D7C7-4E1E-A64A-ECB654B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137352"/>
            <a:ext cx="284079" cy="372760"/>
          </a:xfrm>
          <a:custGeom xmlns:a="http://schemas.openxmlformats.org/drawingml/2006/main">
            <a:pathLst>
              <a:path w="284079" h="372760">
                <a:moveTo>
                  <a:pt x="0" y="0"/>
                </a:moveTo>
                <a:lnTo>
                  <a:pt x="251" y="0"/>
                </a:lnTo>
                <a:cubicBezTo>
                  <a:pt x="157070" y="0"/>
                  <a:pt x="284079" y="103461"/>
                  <a:pt x="284079" y="230971"/>
                </a:cubicBezTo>
                <a:lnTo>
                  <a:pt x="284079" y="372760"/>
                </a:lnTo>
                <a:cubicBezTo>
                  <a:pt x="284079" y="245250"/>
                  <a:pt x="156820" y="142040"/>
                  <a:pt x="0" y="14204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EE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BC33C-FD31-4D68-ADCE-C794961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1137352"/>
            <a:ext cx="284079" cy="372760"/>
          </a:xfrm>
          <a:custGeom xmlns:a="http://schemas.openxmlformats.org/drawingml/2006/main">
            <a:pathLst>
              <a:path w="284079" h="372760" fill="none">
                <a:moveTo>
                  <a:pt x="0" y="0"/>
                </a:moveTo>
                <a:lnTo>
                  <a:pt x="0" y="142040"/>
                </a:lnTo>
                <a:cubicBezTo>
                  <a:pt x="156820" y="142040"/>
                  <a:pt x="284079" y="245250"/>
                  <a:pt x="284079" y="372760"/>
                </a:cubicBezTo>
                <a:lnTo>
                  <a:pt x="284079" y="230971"/>
                </a:lnTo>
                <a:cubicBezTo>
                  <a:pt x="284079" y="103461"/>
                  <a:pt x="157070" y="0"/>
                  <a:pt x="251" y="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1E4D51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BFCE6-9A52-43F9-8043-A5A922B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662" y="1190710"/>
            <a:ext cx="1689445" cy="480480"/>
          </a:xfrm>
          <a:custGeom xmlns:a="http://schemas.openxmlformats.org/drawingml/2006/main">
            <a:pathLst>
              <a:path w="1689445" h="480480">
                <a:moveTo>
                  <a:pt x="142040" y="480480"/>
                </a:moveTo>
                <a:cubicBezTo>
                  <a:pt x="63379" y="480480"/>
                  <a:pt x="0" y="416850"/>
                  <a:pt x="0" y="338440"/>
                </a:cubicBezTo>
                <a:lnTo>
                  <a:pt x="0" y="142040"/>
                </a:lnTo>
                <a:cubicBezTo>
                  <a:pt x="0" y="63630"/>
                  <a:pt x="63379" y="0"/>
                  <a:pt x="142040" y="0"/>
                </a:cubicBezTo>
                <a:lnTo>
                  <a:pt x="1547406" y="0"/>
                </a:lnTo>
                <a:cubicBezTo>
                  <a:pt x="1626066" y="0"/>
                  <a:pt x="1689445" y="63630"/>
                  <a:pt x="1689445" y="142040"/>
                </a:cubicBezTo>
                <a:lnTo>
                  <a:pt x="1689445" y="338440"/>
                </a:lnTo>
                <a:cubicBezTo>
                  <a:pt x="1689445" y="416850"/>
                  <a:pt x="1626066" y="480480"/>
                  <a:pt x="1547406" y="480480"/>
                </a:cubicBezTo>
                <a:lnTo>
                  <a:pt x="142040" y="480480"/>
                </a:lnTo>
                <a:close/>
              </a:path>
            </a:pathLst>
          </a:custGeom>
          <a:solidFill xmlns:a="http://schemas.openxmlformats.org/drawingml/2006/main">
            <a:srgbClr val="DBEE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C7203-65E4-45F6-8918-7CA5D5BD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662" y="1190710"/>
            <a:ext cx="1689445" cy="480480"/>
          </a:xfrm>
          <a:custGeom xmlns:a="http://schemas.openxmlformats.org/drawingml/2006/main">
            <a:pathLst>
              <a:path w="1689445" h="480480" fill="none">
                <a:moveTo>
                  <a:pt x="142040" y="480480"/>
                </a:moveTo>
                <a:lnTo>
                  <a:pt x="1547406" y="480480"/>
                </a:lnTo>
                <a:cubicBezTo>
                  <a:pt x="1626066" y="480480"/>
                  <a:pt x="1689445" y="416850"/>
                  <a:pt x="1689445" y="338440"/>
                </a:cubicBezTo>
                <a:lnTo>
                  <a:pt x="1689445" y="142040"/>
                </a:lnTo>
                <a:cubicBezTo>
                  <a:pt x="1689445" y="63630"/>
                  <a:pt x="1626066" y="0"/>
                  <a:pt x="1547406" y="0"/>
                </a:cubicBezTo>
                <a:lnTo>
                  <a:pt x="142040" y="0"/>
                </a:lnTo>
                <a:cubicBezTo>
                  <a:pt x="63379" y="0"/>
                  <a:pt x="0" y="63630"/>
                  <a:pt x="0" y="142040"/>
                </a:cubicBezTo>
                <a:lnTo>
                  <a:pt x="0" y="338440"/>
                </a:lnTo>
                <a:cubicBezTo>
                  <a:pt x="0" y="416850"/>
                  <a:pt x="63379" y="480480"/>
                  <a:pt x="142040" y="480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1E4D51"/>
            </a:solidFill>
            <a:round/>
          </a:ln>
        </p:spPr>
      </p:sp>
      <p:sp>
        <p:nvSpPr>
          <p:cNvPr id="17" name="Text 2.Selectatarget">
            <a:extLst xmlns:a="http://schemas.openxmlformats.org/drawingml/2006/main">
              <a:ext uri="{FF2B5EF4-FFF2-40B4-BE49-F238E27FC236}">
                <a16:creationId xmlns:a16="http://schemas.microsoft.com/office/drawing/2014/main" id="{46C885DE-E400-498E-896D-DF543FEF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513" y="1250148"/>
            <a:ext cx="1267042" cy="167207"/>
          </a:xfrm>
          <a:custGeom xmlns:a="http://schemas.openxmlformats.org/drawingml/2006/main">
            <a:pathLst>
              <a:path w="1267042" h="167207">
                <a:moveTo>
                  <a:pt x="82296" y="114030"/>
                </a:moveTo>
                <a:lnTo>
                  <a:pt x="17261" y="114030"/>
                </a:lnTo>
                <a:cubicBezTo>
                  <a:pt x="18831" y="103569"/>
                  <a:pt x="24410" y="96942"/>
                  <a:pt x="39577" y="87702"/>
                </a:cubicBezTo>
                <a:lnTo>
                  <a:pt x="57014" y="77938"/>
                </a:lnTo>
                <a:cubicBezTo>
                  <a:pt x="74275" y="68347"/>
                  <a:pt x="83166" y="55447"/>
                  <a:pt x="83166" y="39928"/>
                </a:cubicBezTo>
                <a:cubicBezTo>
                  <a:pt x="83166" y="29467"/>
                  <a:pt x="78984" y="19703"/>
                  <a:pt x="71659" y="12903"/>
                </a:cubicBezTo>
                <a:cubicBezTo>
                  <a:pt x="64338" y="6279"/>
                  <a:pt x="55271" y="3139"/>
                  <a:pt x="43589" y="3139"/>
                </a:cubicBezTo>
                <a:cubicBezTo>
                  <a:pt x="27898" y="3139"/>
                  <a:pt x="16215" y="8718"/>
                  <a:pt x="9415" y="19528"/>
                </a:cubicBezTo>
                <a:cubicBezTo>
                  <a:pt x="5055" y="26155"/>
                  <a:pt x="3137" y="34001"/>
                  <a:pt x="2788" y="46728"/>
                </a:cubicBezTo>
                <a:lnTo>
                  <a:pt x="18131" y="46728"/>
                </a:lnTo>
                <a:cubicBezTo>
                  <a:pt x="18655" y="38186"/>
                  <a:pt x="19701" y="33128"/>
                  <a:pt x="21794" y="28943"/>
                </a:cubicBezTo>
                <a:cubicBezTo>
                  <a:pt x="25804" y="21273"/>
                  <a:pt x="33825" y="16564"/>
                  <a:pt x="43065" y="16564"/>
                </a:cubicBezTo>
                <a:cubicBezTo>
                  <a:pt x="57014" y="16564"/>
                  <a:pt x="67474" y="26676"/>
                  <a:pt x="67474" y="40277"/>
                </a:cubicBezTo>
                <a:cubicBezTo>
                  <a:pt x="67474" y="50389"/>
                  <a:pt x="61723" y="59107"/>
                  <a:pt x="50738" y="65383"/>
                </a:cubicBezTo>
                <a:lnTo>
                  <a:pt x="34695" y="74799"/>
                </a:lnTo>
                <a:cubicBezTo>
                  <a:pt x="8891" y="89620"/>
                  <a:pt x="1394" y="101475"/>
                  <a:pt x="0" y="129024"/>
                </a:cubicBezTo>
                <a:lnTo>
                  <a:pt x="82296" y="129024"/>
                </a:lnTo>
                <a:lnTo>
                  <a:pt x="82296" y="114030"/>
                </a:lnTo>
                <a:close/>
                <a:moveTo>
                  <a:pt x="123618" y="111066"/>
                </a:moveTo>
                <a:lnTo>
                  <a:pt x="105484" y="111066"/>
                </a:lnTo>
                <a:lnTo>
                  <a:pt x="105484" y="129197"/>
                </a:lnTo>
                <a:lnTo>
                  <a:pt x="123618" y="129197"/>
                </a:lnTo>
                <a:lnTo>
                  <a:pt x="123618" y="111066"/>
                </a:lnTo>
                <a:close/>
                <a:moveTo>
                  <a:pt x="245143" y="39404"/>
                </a:moveTo>
                <a:cubicBezTo>
                  <a:pt x="245143" y="30688"/>
                  <a:pt x="244619" y="28246"/>
                  <a:pt x="241831" y="22319"/>
                </a:cubicBezTo>
                <a:cubicBezTo>
                  <a:pt x="234855" y="7673"/>
                  <a:pt x="220037" y="0"/>
                  <a:pt x="198591" y="0"/>
                </a:cubicBezTo>
                <a:cubicBezTo>
                  <a:pt x="170693" y="0"/>
                  <a:pt x="153432" y="14297"/>
                  <a:pt x="153432" y="37313"/>
                </a:cubicBezTo>
                <a:cubicBezTo>
                  <a:pt x="153432" y="52831"/>
                  <a:pt x="161626" y="62595"/>
                  <a:pt x="178366" y="66953"/>
                </a:cubicBezTo>
                <a:lnTo>
                  <a:pt x="209924" y="75323"/>
                </a:lnTo>
                <a:cubicBezTo>
                  <a:pt x="226140" y="79508"/>
                  <a:pt x="233288" y="85959"/>
                  <a:pt x="233288" y="95896"/>
                </a:cubicBezTo>
                <a:cubicBezTo>
                  <a:pt x="233288" y="102696"/>
                  <a:pt x="229625" y="109669"/>
                  <a:pt x="224221" y="113506"/>
                </a:cubicBezTo>
                <a:cubicBezTo>
                  <a:pt x="219164" y="117169"/>
                  <a:pt x="211143" y="118912"/>
                  <a:pt x="200857" y="118912"/>
                </a:cubicBezTo>
                <a:cubicBezTo>
                  <a:pt x="186909" y="118912"/>
                  <a:pt x="177669" y="115599"/>
                  <a:pt x="171566" y="108275"/>
                </a:cubicBezTo>
                <a:cubicBezTo>
                  <a:pt x="166857" y="102696"/>
                  <a:pt x="164766" y="96593"/>
                  <a:pt x="164939" y="88747"/>
                </a:cubicBezTo>
                <a:lnTo>
                  <a:pt x="149596" y="88747"/>
                </a:lnTo>
                <a:cubicBezTo>
                  <a:pt x="149771" y="100430"/>
                  <a:pt x="152038" y="108102"/>
                  <a:pt x="157093" y="115075"/>
                </a:cubicBezTo>
                <a:cubicBezTo>
                  <a:pt x="165811" y="127106"/>
                  <a:pt x="180457" y="133209"/>
                  <a:pt x="199812" y="133209"/>
                </a:cubicBezTo>
                <a:cubicBezTo>
                  <a:pt x="214979" y="133209"/>
                  <a:pt x="227358" y="129721"/>
                  <a:pt x="235555" y="123445"/>
                </a:cubicBezTo>
                <a:cubicBezTo>
                  <a:pt x="244098" y="116645"/>
                  <a:pt x="249501" y="105311"/>
                  <a:pt x="249501" y="94326"/>
                </a:cubicBezTo>
                <a:cubicBezTo>
                  <a:pt x="249501" y="78635"/>
                  <a:pt x="239737" y="67129"/>
                  <a:pt x="222476" y="62420"/>
                </a:cubicBezTo>
                <a:lnTo>
                  <a:pt x="190569" y="53877"/>
                </a:lnTo>
                <a:cubicBezTo>
                  <a:pt x="175227" y="49692"/>
                  <a:pt x="169648" y="44810"/>
                  <a:pt x="169648" y="35046"/>
                </a:cubicBezTo>
                <a:cubicBezTo>
                  <a:pt x="169648" y="22143"/>
                  <a:pt x="180981" y="13600"/>
                  <a:pt x="198067" y="13600"/>
                </a:cubicBezTo>
                <a:cubicBezTo>
                  <a:pt x="218291" y="13600"/>
                  <a:pt x="229625" y="22667"/>
                  <a:pt x="229800" y="39404"/>
                </a:cubicBezTo>
                <a:lnTo>
                  <a:pt x="245143" y="39404"/>
                </a:lnTo>
                <a:close/>
                <a:moveTo>
                  <a:pt x="347666" y="88399"/>
                </a:moveTo>
                <a:cubicBezTo>
                  <a:pt x="347666" y="74450"/>
                  <a:pt x="346618" y="66080"/>
                  <a:pt x="344002" y="59283"/>
                </a:cubicBezTo>
                <a:cubicBezTo>
                  <a:pt x="338075" y="44286"/>
                  <a:pt x="324126" y="35222"/>
                  <a:pt x="307041" y="35222"/>
                </a:cubicBezTo>
                <a:cubicBezTo>
                  <a:pt x="281583" y="35222"/>
                  <a:pt x="265194" y="54574"/>
                  <a:pt x="265194" y="84738"/>
                </a:cubicBezTo>
                <a:cubicBezTo>
                  <a:pt x="265194" y="114902"/>
                  <a:pt x="280886" y="133209"/>
                  <a:pt x="306692" y="133209"/>
                </a:cubicBezTo>
                <a:cubicBezTo>
                  <a:pt x="327614" y="133209"/>
                  <a:pt x="342084" y="121351"/>
                  <a:pt x="345748" y="101475"/>
                </a:cubicBezTo>
                <a:lnTo>
                  <a:pt x="331102" y="101475"/>
                </a:lnTo>
                <a:cubicBezTo>
                  <a:pt x="327090" y="113506"/>
                  <a:pt x="318896" y="119784"/>
                  <a:pt x="307214" y="119784"/>
                </a:cubicBezTo>
                <a:cubicBezTo>
                  <a:pt x="297974" y="119784"/>
                  <a:pt x="290128" y="115599"/>
                  <a:pt x="285246" y="107927"/>
                </a:cubicBezTo>
                <a:cubicBezTo>
                  <a:pt x="281758" y="102696"/>
                  <a:pt x="280537" y="97466"/>
                  <a:pt x="280364" y="88399"/>
                </a:cubicBezTo>
                <a:lnTo>
                  <a:pt x="347666" y="88399"/>
                </a:lnTo>
                <a:moveTo>
                  <a:pt x="280713" y="76544"/>
                </a:moveTo>
                <a:cubicBezTo>
                  <a:pt x="281931" y="59631"/>
                  <a:pt x="292219" y="48646"/>
                  <a:pt x="306865" y="48646"/>
                </a:cubicBezTo>
                <a:cubicBezTo>
                  <a:pt x="321686" y="48646"/>
                  <a:pt x="331972" y="60153"/>
                  <a:pt x="331972" y="76544"/>
                </a:cubicBezTo>
                <a:lnTo>
                  <a:pt x="280713" y="76544"/>
                </a:lnTo>
                <a:close/>
                <a:moveTo>
                  <a:pt x="380966" y="2094"/>
                </a:moveTo>
                <a:lnTo>
                  <a:pt x="366321" y="2094"/>
                </a:lnTo>
                <a:lnTo>
                  <a:pt x="366321" y="129197"/>
                </a:lnTo>
                <a:lnTo>
                  <a:pt x="380966" y="129197"/>
                </a:lnTo>
                <a:lnTo>
                  <a:pt x="380966" y="2094"/>
                </a:lnTo>
                <a:close/>
                <a:moveTo>
                  <a:pt x="482617" y="88399"/>
                </a:moveTo>
                <a:cubicBezTo>
                  <a:pt x="482617" y="74450"/>
                  <a:pt x="481569" y="66080"/>
                  <a:pt x="478953" y="59283"/>
                </a:cubicBezTo>
                <a:cubicBezTo>
                  <a:pt x="473026" y="44286"/>
                  <a:pt x="459077" y="35222"/>
                  <a:pt x="441992" y="35222"/>
                </a:cubicBezTo>
                <a:cubicBezTo>
                  <a:pt x="416534" y="35222"/>
                  <a:pt x="400145" y="54574"/>
                  <a:pt x="400145" y="84738"/>
                </a:cubicBezTo>
                <a:cubicBezTo>
                  <a:pt x="400145" y="114902"/>
                  <a:pt x="415837" y="133209"/>
                  <a:pt x="441643" y="133209"/>
                </a:cubicBezTo>
                <a:cubicBezTo>
                  <a:pt x="462565" y="133209"/>
                  <a:pt x="477035" y="121351"/>
                  <a:pt x="480699" y="101475"/>
                </a:cubicBezTo>
                <a:lnTo>
                  <a:pt x="466053" y="101475"/>
                </a:lnTo>
                <a:cubicBezTo>
                  <a:pt x="462041" y="113506"/>
                  <a:pt x="453847" y="119784"/>
                  <a:pt x="442165" y="119784"/>
                </a:cubicBezTo>
                <a:cubicBezTo>
                  <a:pt x="432925" y="119784"/>
                  <a:pt x="425079" y="115599"/>
                  <a:pt x="420197" y="107927"/>
                </a:cubicBezTo>
                <a:cubicBezTo>
                  <a:pt x="416709" y="102696"/>
                  <a:pt x="415488" y="97466"/>
                  <a:pt x="415315" y="88399"/>
                </a:cubicBezTo>
                <a:lnTo>
                  <a:pt x="482617" y="88399"/>
                </a:lnTo>
                <a:moveTo>
                  <a:pt x="415664" y="76544"/>
                </a:moveTo>
                <a:cubicBezTo>
                  <a:pt x="416882" y="59631"/>
                  <a:pt x="427170" y="48646"/>
                  <a:pt x="441816" y="48646"/>
                </a:cubicBezTo>
                <a:cubicBezTo>
                  <a:pt x="456638" y="48646"/>
                  <a:pt x="466923" y="60153"/>
                  <a:pt x="466923" y="76544"/>
                </a:cubicBezTo>
                <a:lnTo>
                  <a:pt x="415664" y="76544"/>
                </a:lnTo>
                <a:close/>
                <a:moveTo>
                  <a:pt x="572235" y="68523"/>
                </a:moveTo>
                <a:cubicBezTo>
                  <a:pt x="571538" y="59631"/>
                  <a:pt x="569620" y="53877"/>
                  <a:pt x="566132" y="48819"/>
                </a:cubicBezTo>
                <a:cubicBezTo>
                  <a:pt x="559856" y="40277"/>
                  <a:pt x="548871" y="35222"/>
                  <a:pt x="536143" y="35222"/>
                </a:cubicBezTo>
                <a:cubicBezTo>
                  <a:pt x="511385" y="35222"/>
                  <a:pt x="495518" y="54750"/>
                  <a:pt x="495518" y="85087"/>
                </a:cubicBezTo>
                <a:cubicBezTo>
                  <a:pt x="495518" y="114551"/>
                  <a:pt x="511209" y="133209"/>
                  <a:pt x="535970" y="133209"/>
                </a:cubicBezTo>
                <a:cubicBezTo>
                  <a:pt x="557765" y="133209"/>
                  <a:pt x="571538" y="120133"/>
                  <a:pt x="573280" y="97814"/>
                </a:cubicBezTo>
                <a:lnTo>
                  <a:pt x="558635" y="97814"/>
                </a:lnTo>
                <a:cubicBezTo>
                  <a:pt x="556195" y="112460"/>
                  <a:pt x="548698" y="119784"/>
                  <a:pt x="536319" y="119784"/>
                </a:cubicBezTo>
                <a:cubicBezTo>
                  <a:pt x="520276" y="119784"/>
                  <a:pt x="510688" y="106706"/>
                  <a:pt x="510688" y="85087"/>
                </a:cubicBezTo>
                <a:cubicBezTo>
                  <a:pt x="510688" y="62247"/>
                  <a:pt x="520103" y="48646"/>
                  <a:pt x="535970" y="48646"/>
                </a:cubicBezTo>
                <a:cubicBezTo>
                  <a:pt x="548174" y="48646"/>
                  <a:pt x="555846" y="55795"/>
                  <a:pt x="557589" y="68523"/>
                </a:cubicBezTo>
                <a:lnTo>
                  <a:pt x="572235" y="68523"/>
                </a:lnTo>
                <a:close/>
                <a:moveTo>
                  <a:pt x="624019" y="37837"/>
                </a:moveTo>
                <a:lnTo>
                  <a:pt x="609025" y="37837"/>
                </a:lnTo>
                <a:lnTo>
                  <a:pt x="609025" y="12728"/>
                </a:lnTo>
                <a:lnTo>
                  <a:pt x="594552" y="12728"/>
                </a:lnTo>
                <a:lnTo>
                  <a:pt x="594552" y="37837"/>
                </a:lnTo>
                <a:lnTo>
                  <a:pt x="582173" y="37837"/>
                </a:lnTo>
                <a:lnTo>
                  <a:pt x="582173" y="49692"/>
                </a:lnTo>
                <a:lnTo>
                  <a:pt x="594552" y="49692"/>
                </a:lnTo>
                <a:lnTo>
                  <a:pt x="594552" y="118736"/>
                </a:lnTo>
                <a:cubicBezTo>
                  <a:pt x="594552" y="128151"/>
                  <a:pt x="600828" y="133209"/>
                  <a:pt x="612161" y="133209"/>
                </a:cubicBezTo>
                <a:cubicBezTo>
                  <a:pt x="615998" y="133209"/>
                  <a:pt x="619137" y="132860"/>
                  <a:pt x="624019" y="131988"/>
                </a:cubicBezTo>
                <a:lnTo>
                  <a:pt x="624019" y="119784"/>
                </a:lnTo>
                <a:cubicBezTo>
                  <a:pt x="621925" y="120306"/>
                  <a:pt x="620007" y="120481"/>
                  <a:pt x="617043" y="120481"/>
                </a:cubicBezTo>
                <a:cubicBezTo>
                  <a:pt x="610767" y="120481"/>
                  <a:pt x="609025" y="118736"/>
                  <a:pt x="609025" y="112285"/>
                </a:cubicBezTo>
                <a:lnTo>
                  <a:pt x="609025" y="49692"/>
                </a:lnTo>
                <a:lnTo>
                  <a:pt x="624019" y="49692"/>
                </a:lnTo>
                <a:lnTo>
                  <a:pt x="624019" y="37837"/>
                </a:lnTo>
                <a:close/>
                <a:moveTo>
                  <a:pt x="769255" y="120654"/>
                </a:moveTo>
                <a:cubicBezTo>
                  <a:pt x="767688" y="121003"/>
                  <a:pt x="766989" y="121003"/>
                  <a:pt x="766119" y="121003"/>
                </a:cubicBezTo>
                <a:cubicBezTo>
                  <a:pt x="761061" y="121003"/>
                  <a:pt x="758273" y="118388"/>
                  <a:pt x="758273" y="113854"/>
                </a:cubicBezTo>
                <a:lnTo>
                  <a:pt x="758273" y="60153"/>
                </a:lnTo>
                <a:cubicBezTo>
                  <a:pt x="758273" y="43937"/>
                  <a:pt x="746415" y="35222"/>
                  <a:pt x="723924" y="35222"/>
                </a:cubicBezTo>
                <a:cubicBezTo>
                  <a:pt x="710499" y="35222"/>
                  <a:pt x="699863" y="39055"/>
                  <a:pt x="693587" y="45856"/>
                </a:cubicBezTo>
                <a:cubicBezTo>
                  <a:pt x="689402" y="50565"/>
                  <a:pt x="687657" y="55795"/>
                  <a:pt x="687308" y="64862"/>
                </a:cubicBezTo>
                <a:lnTo>
                  <a:pt x="701954" y="64862"/>
                </a:lnTo>
                <a:cubicBezTo>
                  <a:pt x="703175" y="53701"/>
                  <a:pt x="709802" y="48646"/>
                  <a:pt x="723400" y="48646"/>
                </a:cubicBezTo>
                <a:cubicBezTo>
                  <a:pt x="736652" y="48646"/>
                  <a:pt x="743800" y="53528"/>
                  <a:pt x="743800" y="62247"/>
                </a:cubicBezTo>
                <a:lnTo>
                  <a:pt x="743800" y="66080"/>
                </a:lnTo>
                <a:cubicBezTo>
                  <a:pt x="743627" y="72359"/>
                  <a:pt x="740488" y="74626"/>
                  <a:pt x="728630" y="76195"/>
                </a:cubicBezTo>
                <a:cubicBezTo>
                  <a:pt x="708057" y="78811"/>
                  <a:pt x="704918" y="79508"/>
                  <a:pt x="699339" y="81774"/>
                </a:cubicBezTo>
                <a:cubicBezTo>
                  <a:pt x="688705" y="86308"/>
                  <a:pt x="683299" y="94326"/>
                  <a:pt x="683299" y="106184"/>
                </a:cubicBezTo>
                <a:cubicBezTo>
                  <a:pt x="683299" y="122748"/>
                  <a:pt x="694805" y="133209"/>
                  <a:pt x="713287" y="133209"/>
                </a:cubicBezTo>
                <a:cubicBezTo>
                  <a:pt x="724797" y="133209"/>
                  <a:pt x="734036" y="129197"/>
                  <a:pt x="744324" y="119784"/>
                </a:cubicBezTo>
                <a:cubicBezTo>
                  <a:pt x="745370" y="129197"/>
                  <a:pt x="749903" y="133209"/>
                  <a:pt x="759319" y="133209"/>
                </a:cubicBezTo>
                <a:cubicBezTo>
                  <a:pt x="762455" y="133209"/>
                  <a:pt x="764373" y="132860"/>
                  <a:pt x="769255" y="131639"/>
                </a:cubicBezTo>
                <a:lnTo>
                  <a:pt x="769255" y="120654"/>
                </a:lnTo>
                <a:moveTo>
                  <a:pt x="743800" y="100430"/>
                </a:moveTo>
                <a:cubicBezTo>
                  <a:pt x="743800" y="105311"/>
                  <a:pt x="742406" y="108275"/>
                  <a:pt x="738046" y="112285"/>
                </a:cubicBezTo>
                <a:cubicBezTo>
                  <a:pt x="732118" y="117691"/>
                  <a:pt x="724969" y="120481"/>
                  <a:pt x="716427" y="120481"/>
                </a:cubicBezTo>
                <a:cubicBezTo>
                  <a:pt x="705093" y="120481"/>
                  <a:pt x="698469" y="115075"/>
                  <a:pt x="698469" y="105836"/>
                </a:cubicBezTo>
                <a:cubicBezTo>
                  <a:pt x="698469" y="96245"/>
                  <a:pt x="704745" y="91363"/>
                  <a:pt x="720436" y="89096"/>
                </a:cubicBezTo>
                <a:cubicBezTo>
                  <a:pt x="735954" y="87005"/>
                  <a:pt x="738918" y="86308"/>
                  <a:pt x="743800" y="84041"/>
                </a:cubicBezTo>
                <a:lnTo>
                  <a:pt x="743800" y="100430"/>
                </a:lnTo>
                <a:close/>
                <a:moveTo>
                  <a:pt x="867419" y="37837"/>
                </a:moveTo>
                <a:lnTo>
                  <a:pt x="852424" y="37837"/>
                </a:lnTo>
                <a:lnTo>
                  <a:pt x="852424" y="12728"/>
                </a:lnTo>
                <a:lnTo>
                  <a:pt x="837951" y="12728"/>
                </a:lnTo>
                <a:lnTo>
                  <a:pt x="837951" y="37837"/>
                </a:lnTo>
                <a:lnTo>
                  <a:pt x="825572" y="37837"/>
                </a:lnTo>
                <a:lnTo>
                  <a:pt x="825572" y="49692"/>
                </a:lnTo>
                <a:lnTo>
                  <a:pt x="837951" y="49692"/>
                </a:lnTo>
                <a:lnTo>
                  <a:pt x="837951" y="118736"/>
                </a:lnTo>
                <a:cubicBezTo>
                  <a:pt x="837951" y="128151"/>
                  <a:pt x="844227" y="133209"/>
                  <a:pt x="855561" y="133209"/>
                </a:cubicBezTo>
                <a:cubicBezTo>
                  <a:pt x="859397" y="133209"/>
                  <a:pt x="862537" y="132860"/>
                  <a:pt x="867419" y="131988"/>
                </a:cubicBezTo>
                <a:lnTo>
                  <a:pt x="867419" y="119784"/>
                </a:lnTo>
                <a:cubicBezTo>
                  <a:pt x="865325" y="120306"/>
                  <a:pt x="863407" y="120481"/>
                  <a:pt x="860443" y="120481"/>
                </a:cubicBezTo>
                <a:cubicBezTo>
                  <a:pt x="854167" y="120481"/>
                  <a:pt x="852424" y="118736"/>
                  <a:pt x="852424" y="112285"/>
                </a:cubicBezTo>
                <a:lnTo>
                  <a:pt x="852424" y="49692"/>
                </a:lnTo>
                <a:lnTo>
                  <a:pt x="867419" y="49692"/>
                </a:lnTo>
                <a:lnTo>
                  <a:pt x="867419" y="37837"/>
                </a:lnTo>
                <a:close/>
                <a:moveTo>
                  <a:pt x="964882" y="120654"/>
                </a:moveTo>
                <a:cubicBezTo>
                  <a:pt x="963315" y="121003"/>
                  <a:pt x="962615" y="121003"/>
                  <a:pt x="961745" y="121003"/>
                </a:cubicBezTo>
                <a:cubicBezTo>
                  <a:pt x="956688" y="121003"/>
                  <a:pt x="953900" y="118388"/>
                  <a:pt x="953900" y="113854"/>
                </a:cubicBezTo>
                <a:lnTo>
                  <a:pt x="953900" y="60153"/>
                </a:lnTo>
                <a:cubicBezTo>
                  <a:pt x="953900" y="43937"/>
                  <a:pt x="942042" y="35222"/>
                  <a:pt x="919551" y="35222"/>
                </a:cubicBezTo>
                <a:cubicBezTo>
                  <a:pt x="906126" y="35222"/>
                  <a:pt x="895489" y="39055"/>
                  <a:pt x="889213" y="45856"/>
                </a:cubicBezTo>
                <a:cubicBezTo>
                  <a:pt x="885029" y="50565"/>
                  <a:pt x="883283" y="55795"/>
                  <a:pt x="882935" y="64862"/>
                </a:cubicBezTo>
                <a:lnTo>
                  <a:pt x="897581" y="64862"/>
                </a:lnTo>
                <a:cubicBezTo>
                  <a:pt x="898802" y="53701"/>
                  <a:pt x="905429" y="48646"/>
                  <a:pt x="919027" y="48646"/>
                </a:cubicBezTo>
                <a:cubicBezTo>
                  <a:pt x="932278" y="48646"/>
                  <a:pt x="939427" y="53528"/>
                  <a:pt x="939427" y="62247"/>
                </a:cubicBezTo>
                <a:lnTo>
                  <a:pt x="939427" y="66080"/>
                </a:lnTo>
                <a:cubicBezTo>
                  <a:pt x="939254" y="72359"/>
                  <a:pt x="936115" y="74626"/>
                  <a:pt x="924257" y="76195"/>
                </a:cubicBezTo>
                <a:cubicBezTo>
                  <a:pt x="903684" y="78811"/>
                  <a:pt x="900544" y="79508"/>
                  <a:pt x="894965" y="81774"/>
                </a:cubicBezTo>
                <a:cubicBezTo>
                  <a:pt x="884332" y="86308"/>
                  <a:pt x="878925" y="94326"/>
                  <a:pt x="878925" y="106184"/>
                </a:cubicBezTo>
                <a:cubicBezTo>
                  <a:pt x="878925" y="122748"/>
                  <a:pt x="890432" y="133209"/>
                  <a:pt x="908914" y="133209"/>
                </a:cubicBezTo>
                <a:cubicBezTo>
                  <a:pt x="920423" y="133209"/>
                  <a:pt x="929663" y="129197"/>
                  <a:pt x="939951" y="119784"/>
                </a:cubicBezTo>
                <a:cubicBezTo>
                  <a:pt x="940997" y="129197"/>
                  <a:pt x="945530" y="133209"/>
                  <a:pt x="954945" y="133209"/>
                </a:cubicBezTo>
                <a:cubicBezTo>
                  <a:pt x="958082" y="133209"/>
                  <a:pt x="960000" y="132860"/>
                  <a:pt x="964882" y="131639"/>
                </a:cubicBezTo>
                <a:lnTo>
                  <a:pt x="964882" y="120654"/>
                </a:lnTo>
                <a:moveTo>
                  <a:pt x="939427" y="100430"/>
                </a:moveTo>
                <a:cubicBezTo>
                  <a:pt x="939427" y="105311"/>
                  <a:pt x="938033" y="108275"/>
                  <a:pt x="933672" y="112285"/>
                </a:cubicBezTo>
                <a:cubicBezTo>
                  <a:pt x="927745" y="117691"/>
                  <a:pt x="920596" y="120481"/>
                  <a:pt x="912053" y="120481"/>
                </a:cubicBezTo>
                <a:cubicBezTo>
                  <a:pt x="900720" y="120481"/>
                  <a:pt x="894095" y="115075"/>
                  <a:pt x="894095" y="105836"/>
                </a:cubicBezTo>
                <a:cubicBezTo>
                  <a:pt x="894095" y="96245"/>
                  <a:pt x="900371" y="91363"/>
                  <a:pt x="916063" y="89096"/>
                </a:cubicBezTo>
                <a:cubicBezTo>
                  <a:pt x="931581" y="87005"/>
                  <a:pt x="934545" y="86308"/>
                  <a:pt x="939427" y="84041"/>
                </a:cubicBezTo>
                <a:lnTo>
                  <a:pt x="939427" y="100430"/>
                </a:lnTo>
                <a:close/>
                <a:moveTo>
                  <a:pt x="979527" y="37837"/>
                </a:moveTo>
                <a:lnTo>
                  <a:pt x="979527" y="129197"/>
                </a:lnTo>
                <a:lnTo>
                  <a:pt x="994176" y="129197"/>
                </a:lnTo>
                <a:lnTo>
                  <a:pt x="994176" y="81774"/>
                </a:lnTo>
                <a:cubicBezTo>
                  <a:pt x="994349" y="59804"/>
                  <a:pt x="1003415" y="50040"/>
                  <a:pt x="1023467" y="50565"/>
                </a:cubicBezTo>
                <a:lnTo>
                  <a:pt x="1023467" y="35743"/>
                </a:lnTo>
                <a:cubicBezTo>
                  <a:pt x="1021025" y="35395"/>
                  <a:pt x="1019631" y="35222"/>
                  <a:pt x="1017886" y="35222"/>
                </a:cubicBezTo>
                <a:cubicBezTo>
                  <a:pt x="1008470" y="35222"/>
                  <a:pt x="1001324" y="40801"/>
                  <a:pt x="992955" y="54398"/>
                </a:cubicBezTo>
                <a:lnTo>
                  <a:pt x="992955" y="37837"/>
                </a:lnTo>
                <a:lnTo>
                  <a:pt x="979527" y="37837"/>
                </a:lnTo>
                <a:close/>
                <a:moveTo>
                  <a:pt x="1097916" y="37837"/>
                </a:moveTo>
                <a:lnTo>
                  <a:pt x="1097916" y="51086"/>
                </a:lnTo>
                <a:cubicBezTo>
                  <a:pt x="1090594" y="40104"/>
                  <a:pt x="1082573" y="35222"/>
                  <a:pt x="1071067" y="35222"/>
                </a:cubicBezTo>
                <a:cubicBezTo>
                  <a:pt x="1048921" y="35222"/>
                  <a:pt x="1033578" y="55795"/>
                  <a:pt x="1033578" y="85087"/>
                </a:cubicBezTo>
                <a:cubicBezTo>
                  <a:pt x="1033578" y="100430"/>
                  <a:pt x="1037242" y="111587"/>
                  <a:pt x="1045087" y="120830"/>
                </a:cubicBezTo>
                <a:cubicBezTo>
                  <a:pt x="1051887" y="128849"/>
                  <a:pt x="1060603" y="133209"/>
                  <a:pt x="1070018" y="133209"/>
                </a:cubicBezTo>
                <a:cubicBezTo>
                  <a:pt x="1081003" y="133209"/>
                  <a:pt x="1088849" y="128327"/>
                  <a:pt x="1096522" y="116818"/>
                </a:cubicBezTo>
                <a:lnTo>
                  <a:pt x="1096522" y="121527"/>
                </a:lnTo>
                <a:cubicBezTo>
                  <a:pt x="1096522" y="145937"/>
                  <a:pt x="1089722" y="155003"/>
                  <a:pt x="1071588" y="155003"/>
                </a:cubicBezTo>
                <a:cubicBezTo>
                  <a:pt x="1059209" y="155003"/>
                  <a:pt x="1052757" y="150122"/>
                  <a:pt x="1051363" y="139661"/>
                </a:cubicBezTo>
                <a:lnTo>
                  <a:pt x="1036542" y="139661"/>
                </a:lnTo>
                <a:cubicBezTo>
                  <a:pt x="1037939" y="156573"/>
                  <a:pt x="1051363" y="167207"/>
                  <a:pt x="1071239" y="167207"/>
                </a:cubicBezTo>
                <a:cubicBezTo>
                  <a:pt x="1084664" y="167207"/>
                  <a:pt x="1095825" y="162849"/>
                  <a:pt x="1101752" y="155525"/>
                </a:cubicBezTo>
                <a:cubicBezTo>
                  <a:pt x="1108725" y="146982"/>
                  <a:pt x="1111341" y="135649"/>
                  <a:pt x="1111341" y="114203"/>
                </a:cubicBezTo>
                <a:lnTo>
                  <a:pt x="1111341" y="37837"/>
                </a:lnTo>
                <a:lnTo>
                  <a:pt x="1097916" y="37837"/>
                </a:lnTo>
                <a:moveTo>
                  <a:pt x="1072461" y="48646"/>
                </a:moveTo>
                <a:cubicBezTo>
                  <a:pt x="1087803" y="48646"/>
                  <a:pt x="1096522" y="61547"/>
                  <a:pt x="1096522" y="84738"/>
                </a:cubicBezTo>
                <a:cubicBezTo>
                  <a:pt x="1096522" y="106881"/>
                  <a:pt x="1087628" y="119784"/>
                  <a:pt x="1072461" y="119784"/>
                </a:cubicBezTo>
                <a:cubicBezTo>
                  <a:pt x="1057466" y="119784"/>
                  <a:pt x="1048748" y="106706"/>
                  <a:pt x="1048748" y="84214"/>
                </a:cubicBezTo>
                <a:cubicBezTo>
                  <a:pt x="1048748" y="61898"/>
                  <a:pt x="1057466" y="48646"/>
                  <a:pt x="1072461" y="48646"/>
                </a:cubicBezTo>
                <a:close/>
                <a:moveTo>
                  <a:pt x="1213166" y="88399"/>
                </a:moveTo>
                <a:cubicBezTo>
                  <a:pt x="1213166" y="74450"/>
                  <a:pt x="1212118" y="66080"/>
                  <a:pt x="1209503" y="59283"/>
                </a:cubicBezTo>
                <a:cubicBezTo>
                  <a:pt x="1203575" y="44286"/>
                  <a:pt x="1189626" y="35222"/>
                  <a:pt x="1172541" y="35222"/>
                </a:cubicBezTo>
                <a:cubicBezTo>
                  <a:pt x="1147083" y="35222"/>
                  <a:pt x="1130695" y="54574"/>
                  <a:pt x="1130695" y="84738"/>
                </a:cubicBezTo>
                <a:cubicBezTo>
                  <a:pt x="1130695" y="114902"/>
                  <a:pt x="1146386" y="133209"/>
                  <a:pt x="1172193" y="133209"/>
                </a:cubicBezTo>
                <a:cubicBezTo>
                  <a:pt x="1193114" y="133209"/>
                  <a:pt x="1207585" y="121351"/>
                  <a:pt x="1211248" y="101475"/>
                </a:cubicBezTo>
                <a:lnTo>
                  <a:pt x="1196602" y="101475"/>
                </a:lnTo>
                <a:cubicBezTo>
                  <a:pt x="1192590" y="113506"/>
                  <a:pt x="1184396" y="119784"/>
                  <a:pt x="1172714" y="119784"/>
                </a:cubicBezTo>
                <a:cubicBezTo>
                  <a:pt x="1163474" y="119784"/>
                  <a:pt x="1155629" y="115599"/>
                  <a:pt x="1150747" y="107927"/>
                </a:cubicBezTo>
                <a:cubicBezTo>
                  <a:pt x="1147259" y="102696"/>
                  <a:pt x="1146038" y="97466"/>
                  <a:pt x="1145865" y="88399"/>
                </a:cubicBezTo>
                <a:lnTo>
                  <a:pt x="1213166" y="88399"/>
                </a:lnTo>
                <a:moveTo>
                  <a:pt x="1146213" y="76544"/>
                </a:moveTo>
                <a:cubicBezTo>
                  <a:pt x="1147432" y="59631"/>
                  <a:pt x="1157720" y="48646"/>
                  <a:pt x="1172365" y="48646"/>
                </a:cubicBezTo>
                <a:cubicBezTo>
                  <a:pt x="1187187" y="48646"/>
                  <a:pt x="1197472" y="60153"/>
                  <a:pt x="1197472" y="76544"/>
                </a:cubicBezTo>
                <a:lnTo>
                  <a:pt x="1146213" y="76544"/>
                </a:lnTo>
                <a:close/>
                <a:moveTo>
                  <a:pt x="1267042" y="37837"/>
                </a:moveTo>
                <a:lnTo>
                  <a:pt x="1252048" y="37837"/>
                </a:lnTo>
                <a:lnTo>
                  <a:pt x="1252048" y="12728"/>
                </a:lnTo>
                <a:lnTo>
                  <a:pt x="1237575" y="12728"/>
                </a:lnTo>
                <a:lnTo>
                  <a:pt x="1237575" y="37837"/>
                </a:lnTo>
                <a:lnTo>
                  <a:pt x="1225196" y="37837"/>
                </a:lnTo>
                <a:lnTo>
                  <a:pt x="1225196" y="49692"/>
                </a:lnTo>
                <a:lnTo>
                  <a:pt x="1237575" y="49692"/>
                </a:lnTo>
                <a:lnTo>
                  <a:pt x="1237575" y="118736"/>
                </a:lnTo>
                <a:cubicBezTo>
                  <a:pt x="1237575" y="128151"/>
                  <a:pt x="1243851" y="133209"/>
                  <a:pt x="1255184" y="133209"/>
                </a:cubicBezTo>
                <a:cubicBezTo>
                  <a:pt x="1259021" y="133209"/>
                  <a:pt x="1262160" y="132860"/>
                  <a:pt x="1267042" y="131988"/>
                </a:cubicBezTo>
                <a:lnTo>
                  <a:pt x="1267042" y="119784"/>
                </a:lnTo>
                <a:cubicBezTo>
                  <a:pt x="1264948" y="120306"/>
                  <a:pt x="1263030" y="120481"/>
                  <a:pt x="1260066" y="120481"/>
                </a:cubicBezTo>
                <a:cubicBezTo>
                  <a:pt x="1253790" y="120481"/>
                  <a:pt x="1252048" y="118736"/>
                  <a:pt x="1252048" y="112285"/>
                </a:cubicBezTo>
                <a:lnTo>
                  <a:pt x="1252048" y="49692"/>
                </a:lnTo>
                <a:lnTo>
                  <a:pt x="1267042" y="49692"/>
                </a:lnTo>
                <a:lnTo>
                  <a:pt x="1267042" y="37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website">
            <a:extLst xmlns:a="http://schemas.openxmlformats.org/drawingml/2006/main">
              <a:ext uri="{FF2B5EF4-FFF2-40B4-BE49-F238E27FC236}">
                <a16:creationId xmlns:a16="http://schemas.microsoft.com/office/drawing/2014/main" id="{B0B5DCA1-360A-4DDE-BCB2-B94B9B2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078" y="1462671"/>
            <a:ext cx="584266" cy="131115"/>
          </a:xfrm>
          <a:custGeom xmlns:a="http://schemas.openxmlformats.org/drawingml/2006/main">
            <a:pathLst>
              <a:path w="584266" h="131115">
                <a:moveTo>
                  <a:pt x="95548" y="127103"/>
                </a:moveTo>
                <a:lnTo>
                  <a:pt x="122397" y="35743"/>
                </a:lnTo>
                <a:lnTo>
                  <a:pt x="106008" y="35743"/>
                </a:lnTo>
                <a:lnTo>
                  <a:pt x="87875" y="106878"/>
                </a:lnTo>
                <a:lnTo>
                  <a:pt x="69917" y="35743"/>
                </a:lnTo>
                <a:lnTo>
                  <a:pt x="52132" y="35743"/>
                </a:lnTo>
                <a:lnTo>
                  <a:pt x="34695" y="106878"/>
                </a:lnTo>
                <a:lnTo>
                  <a:pt x="16040" y="35743"/>
                </a:lnTo>
                <a:lnTo>
                  <a:pt x="0" y="35743"/>
                </a:lnTo>
                <a:lnTo>
                  <a:pt x="26501" y="127103"/>
                </a:lnTo>
                <a:lnTo>
                  <a:pt x="42892" y="127103"/>
                </a:lnTo>
                <a:lnTo>
                  <a:pt x="60501" y="55444"/>
                </a:lnTo>
                <a:lnTo>
                  <a:pt x="78984" y="127103"/>
                </a:lnTo>
                <a:lnTo>
                  <a:pt x="95548" y="127103"/>
                </a:lnTo>
                <a:close/>
                <a:moveTo>
                  <a:pt x="214284" y="86305"/>
                </a:moveTo>
                <a:cubicBezTo>
                  <a:pt x="214284" y="72356"/>
                  <a:pt x="213236" y="63987"/>
                  <a:pt x="210620" y="57189"/>
                </a:cubicBezTo>
                <a:cubicBezTo>
                  <a:pt x="204693" y="42192"/>
                  <a:pt x="190744" y="33128"/>
                  <a:pt x="173659" y="33128"/>
                </a:cubicBezTo>
                <a:cubicBezTo>
                  <a:pt x="148201" y="33128"/>
                  <a:pt x="131812" y="52480"/>
                  <a:pt x="131812" y="82644"/>
                </a:cubicBezTo>
                <a:cubicBezTo>
                  <a:pt x="131812" y="112809"/>
                  <a:pt x="147504" y="131115"/>
                  <a:pt x="173310" y="131115"/>
                </a:cubicBezTo>
                <a:cubicBezTo>
                  <a:pt x="194232" y="131115"/>
                  <a:pt x="208702" y="119258"/>
                  <a:pt x="212366" y="99381"/>
                </a:cubicBezTo>
                <a:lnTo>
                  <a:pt x="197720" y="99381"/>
                </a:lnTo>
                <a:cubicBezTo>
                  <a:pt x="193708" y="111412"/>
                  <a:pt x="185514" y="117691"/>
                  <a:pt x="173832" y="117691"/>
                </a:cubicBezTo>
                <a:cubicBezTo>
                  <a:pt x="164592" y="117691"/>
                  <a:pt x="156746" y="113506"/>
                  <a:pt x="151864" y="105833"/>
                </a:cubicBezTo>
                <a:cubicBezTo>
                  <a:pt x="148376" y="100602"/>
                  <a:pt x="147155" y="95372"/>
                  <a:pt x="146982" y="86305"/>
                </a:cubicBezTo>
                <a:lnTo>
                  <a:pt x="214284" y="86305"/>
                </a:lnTo>
                <a:moveTo>
                  <a:pt x="147331" y="74450"/>
                </a:moveTo>
                <a:cubicBezTo>
                  <a:pt x="148549" y="57538"/>
                  <a:pt x="158837" y="46553"/>
                  <a:pt x="173483" y="46553"/>
                </a:cubicBezTo>
                <a:cubicBezTo>
                  <a:pt x="188304" y="46553"/>
                  <a:pt x="198590" y="58059"/>
                  <a:pt x="198590" y="74450"/>
                </a:cubicBezTo>
                <a:lnTo>
                  <a:pt x="147331" y="74450"/>
                </a:lnTo>
                <a:close/>
                <a:moveTo>
                  <a:pt x="233635" y="0"/>
                </a:moveTo>
                <a:lnTo>
                  <a:pt x="233635" y="127103"/>
                </a:lnTo>
                <a:lnTo>
                  <a:pt x="246714" y="127103"/>
                </a:lnTo>
                <a:lnTo>
                  <a:pt x="246714" y="115424"/>
                </a:lnTo>
                <a:cubicBezTo>
                  <a:pt x="253687" y="126058"/>
                  <a:pt x="262929" y="131115"/>
                  <a:pt x="275657" y="131115"/>
                </a:cubicBezTo>
                <a:cubicBezTo>
                  <a:pt x="299718" y="131115"/>
                  <a:pt x="315409" y="111412"/>
                  <a:pt x="315409" y="81075"/>
                </a:cubicBezTo>
                <a:cubicBezTo>
                  <a:pt x="315409" y="51435"/>
                  <a:pt x="300588" y="33128"/>
                  <a:pt x="276354" y="33128"/>
                </a:cubicBezTo>
                <a:cubicBezTo>
                  <a:pt x="263799" y="33128"/>
                  <a:pt x="254908" y="37834"/>
                  <a:pt x="248108" y="48122"/>
                </a:cubicBezTo>
                <a:lnTo>
                  <a:pt x="248108" y="0"/>
                </a:lnTo>
                <a:lnTo>
                  <a:pt x="233635" y="0"/>
                </a:lnTo>
                <a:moveTo>
                  <a:pt x="273563" y="46726"/>
                </a:moveTo>
                <a:cubicBezTo>
                  <a:pt x="289779" y="46726"/>
                  <a:pt x="300239" y="60850"/>
                  <a:pt x="300239" y="82644"/>
                </a:cubicBezTo>
                <a:cubicBezTo>
                  <a:pt x="300239" y="103393"/>
                  <a:pt x="289430" y="117515"/>
                  <a:pt x="273563" y="117515"/>
                </a:cubicBezTo>
                <a:cubicBezTo>
                  <a:pt x="258047" y="117515"/>
                  <a:pt x="248108" y="103566"/>
                  <a:pt x="248108" y="82120"/>
                </a:cubicBezTo>
                <a:cubicBezTo>
                  <a:pt x="248108" y="60674"/>
                  <a:pt x="258047" y="46726"/>
                  <a:pt x="273563" y="46726"/>
                </a:cubicBezTo>
                <a:close/>
                <a:moveTo>
                  <a:pt x="396832" y="61198"/>
                </a:moveTo>
                <a:cubicBezTo>
                  <a:pt x="396659" y="43240"/>
                  <a:pt x="384801" y="33128"/>
                  <a:pt x="363704" y="33128"/>
                </a:cubicBezTo>
                <a:cubicBezTo>
                  <a:pt x="342434" y="33128"/>
                  <a:pt x="328661" y="44110"/>
                  <a:pt x="328661" y="61023"/>
                </a:cubicBezTo>
                <a:cubicBezTo>
                  <a:pt x="328661" y="75320"/>
                  <a:pt x="335982" y="82120"/>
                  <a:pt x="357604" y="87351"/>
                </a:cubicBezTo>
                <a:lnTo>
                  <a:pt x="371204" y="90663"/>
                </a:lnTo>
                <a:cubicBezTo>
                  <a:pt x="381316" y="93105"/>
                  <a:pt x="385326" y="96766"/>
                  <a:pt x="385326" y="103218"/>
                </a:cubicBezTo>
                <a:cubicBezTo>
                  <a:pt x="385326" y="111936"/>
                  <a:pt x="376783" y="117691"/>
                  <a:pt x="364055" y="117691"/>
                </a:cubicBezTo>
                <a:cubicBezTo>
                  <a:pt x="356207" y="117691"/>
                  <a:pt x="349582" y="115424"/>
                  <a:pt x="345922" y="111587"/>
                </a:cubicBezTo>
                <a:cubicBezTo>
                  <a:pt x="343655" y="108972"/>
                  <a:pt x="342609" y="106357"/>
                  <a:pt x="341737" y="99905"/>
                </a:cubicBezTo>
                <a:lnTo>
                  <a:pt x="326394" y="99905"/>
                </a:lnTo>
                <a:cubicBezTo>
                  <a:pt x="327091" y="121003"/>
                  <a:pt x="338946" y="131115"/>
                  <a:pt x="362834" y="131115"/>
                </a:cubicBezTo>
                <a:cubicBezTo>
                  <a:pt x="385850" y="131115"/>
                  <a:pt x="400495" y="119782"/>
                  <a:pt x="400495" y="102172"/>
                </a:cubicBezTo>
                <a:cubicBezTo>
                  <a:pt x="400495" y="88572"/>
                  <a:pt x="392823" y="81075"/>
                  <a:pt x="374689" y="76717"/>
                </a:cubicBezTo>
                <a:lnTo>
                  <a:pt x="360740" y="73402"/>
                </a:lnTo>
                <a:cubicBezTo>
                  <a:pt x="348885" y="70614"/>
                  <a:pt x="343828" y="66777"/>
                  <a:pt x="343828" y="60326"/>
                </a:cubicBezTo>
                <a:cubicBezTo>
                  <a:pt x="343828" y="51783"/>
                  <a:pt x="351325" y="46553"/>
                  <a:pt x="363183" y="46553"/>
                </a:cubicBezTo>
                <a:cubicBezTo>
                  <a:pt x="374865" y="46553"/>
                  <a:pt x="381141" y="51608"/>
                  <a:pt x="381489" y="61198"/>
                </a:cubicBezTo>
                <a:lnTo>
                  <a:pt x="396832" y="61198"/>
                </a:lnTo>
                <a:close/>
                <a:moveTo>
                  <a:pt x="433796" y="35743"/>
                </a:moveTo>
                <a:lnTo>
                  <a:pt x="419323" y="35743"/>
                </a:lnTo>
                <a:lnTo>
                  <a:pt x="419323" y="127103"/>
                </a:lnTo>
                <a:lnTo>
                  <a:pt x="433796" y="127103"/>
                </a:lnTo>
                <a:lnTo>
                  <a:pt x="433796" y="35743"/>
                </a:lnTo>
                <a:moveTo>
                  <a:pt x="433796" y="0"/>
                </a:moveTo>
                <a:lnTo>
                  <a:pt x="419151" y="0"/>
                </a:lnTo>
                <a:lnTo>
                  <a:pt x="419151" y="18307"/>
                </a:lnTo>
                <a:lnTo>
                  <a:pt x="433796" y="18307"/>
                </a:lnTo>
                <a:lnTo>
                  <a:pt x="433796" y="0"/>
                </a:lnTo>
                <a:close/>
                <a:moveTo>
                  <a:pt x="490637" y="35743"/>
                </a:moveTo>
                <a:lnTo>
                  <a:pt x="475643" y="35743"/>
                </a:lnTo>
                <a:lnTo>
                  <a:pt x="475643" y="10634"/>
                </a:lnTo>
                <a:lnTo>
                  <a:pt x="461170" y="10634"/>
                </a:lnTo>
                <a:lnTo>
                  <a:pt x="461170" y="35743"/>
                </a:lnTo>
                <a:lnTo>
                  <a:pt x="448791" y="35743"/>
                </a:lnTo>
                <a:lnTo>
                  <a:pt x="448791" y="47598"/>
                </a:lnTo>
                <a:lnTo>
                  <a:pt x="461170" y="47598"/>
                </a:lnTo>
                <a:lnTo>
                  <a:pt x="461170" y="116642"/>
                </a:lnTo>
                <a:cubicBezTo>
                  <a:pt x="461170" y="126058"/>
                  <a:pt x="467446" y="131115"/>
                  <a:pt x="478779" y="131115"/>
                </a:cubicBezTo>
                <a:cubicBezTo>
                  <a:pt x="482616" y="131115"/>
                  <a:pt x="485755" y="130767"/>
                  <a:pt x="490637" y="129894"/>
                </a:cubicBezTo>
                <a:lnTo>
                  <a:pt x="490637" y="117691"/>
                </a:lnTo>
                <a:cubicBezTo>
                  <a:pt x="488543" y="118212"/>
                  <a:pt x="486625" y="118388"/>
                  <a:pt x="483661" y="118388"/>
                </a:cubicBezTo>
                <a:cubicBezTo>
                  <a:pt x="477385" y="118388"/>
                  <a:pt x="475643" y="116642"/>
                  <a:pt x="475643" y="110191"/>
                </a:cubicBezTo>
                <a:lnTo>
                  <a:pt x="475643" y="47598"/>
                </a:lnTo>
                <a:lnTo>
                  <a:pt x="490637" y="47598"/>
                </a:lnTo>
                <a:lnTo>
                  <a:pt x="490637" y="35743"/>
                </a:lnTo>
                <a:close/>
                <a:moveTo>
                  <a:pt x="584266" y="86305"/>
                </a:moveTo>
                <a:cubicBezTo>
                  <a:pt x="584266" y="72356"/>
                  <a:pt x="583218" y="63987"/>
                  <a:pt x="580603" y="57189"/>
                </a:cubicBezTo>
                <a:cubicBezTo>
                  <a:pt x="574675" y="42192"/>
                  <a:pt x="560727" y="33128"/>
                  <a:pt x="543641" y="33128"/>
                </a:cubicBezTo>
                <a:cubicBezTo>
                  <a:pt x="518183" y="33128"/>
                  <a:pt x="501795" y="52480"/>
                  <a:pt x="501795" y="82644"/>
                </a:cubicBezTo>
                <a:cubicBezTo>
                  <a:pt x="501795" y="112809"/>
                  <a:pt x="517486" y="131115"/>
                  <a:pt x="543293" y="131115"/>
                </a:cubicBezTo>
                <a:cubicBezTo>
                  <a:pt x="564214" y="131115"/>
                  <a:pt x="578685" y="119258"/>
                  <a:pt x="582348" y="99381"/>
                </a:cubicBezTo>
                <a:lnTo>
                  <a:pt x="567702" y="99381"/>
                </a:lnTo>
                <a:cubicBezTo>
                  <a:pt x="563690" y="111412"/>
                  <a:pt x="555496" y="117691"/>
                  <a:pt x="543814" y="117691"/>
                </a:cubicBezTo>
                <a:cubicBezTo>
                  <a:pt x="534574" y="117691"/>
                  <a:pt x="526729" y="113506"/>
                  <a:pt x="521847" y="105833"/>
                </a:cubicBezTo>
                <a:cubicBezTo>
                  <a:pt x="518359" y="100602"/>
                  <a:pt x="517138" y="95372"/>
                  <a:pt x="516965" y="86305"/>
                </a:cubicBezTo>
                <a:lnTo>
                  <a:pt x="584266" y="86305"/>
                </a:lnTo>
                <a:moveTo>
                  <a:pt x="517313" y="74450"/>
                </a:moveTo>
                <a:cubicBezTo>
                  <a:pt x="518532" y="57538"/>
                  <a:pt x="528820" y="46553"/>
                  <a:pt x="543466" y="46553"/>
                </a:cubicBezTo>
                <a:cubicBezTo>
                  <a:pt x="558287" y="46553"/>
                  <a:pt x="568572" y="58059"/>
                  <a:pt x="568572" y="74450"/>
                </a:cubicBezTo>
                <a:lnTo>
                  <a:pt x="517313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C1B2E-641F-4634-B12D-6F11AC59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109" y="1064127"/>
            <a:ext cx="881846" cy="800760"/>
          </a:xfrm>
          <a:custGeom xmlns:a="http://schemas.openxmlformats.org/drawingml/2006/main">
            <a:pathLst>
              <a:path w="881846" h="800760">
                <a:moveTo>
                  <a:pt x="787934" y="313511"/>
                </a:moveTo>
                <a:lnTo>
                  <a:pt x="788321" y="313511"/>
                </a:lnTo>
                <a:lnTo>
                  <a:pt x="788708" y="313511"/>
                </a:lnTo>
                <a:lnTo>
                  <a:pt x="789094" y="313511"/>
                </a:lnTo>
                <a:lnTo>
                  <a:pt x="789481" y="313511"/>
                </a:lnTo>
                <a:lnTo>
                  <a:pt x="789868" y="313511"/>
                </a:lnTo>
                <a:lnTo>
                  <a:pt x="790254" y="313511"/>
                </a:lnTo>
                <a:lnTo>
                  <a:pt x="790641" y="313511"/>
                </a:lnTo>
                <a:lnTo>
                  <a:pt x="791027" y="313511"/>
                </a:lnTo>
                <a:lnTo>
                  <a:pt x="791414" y="313511"/>
                </a:lnTo>
                <a:lnTo>
                  <a:pt x="791800" y="313511"/>
                </a:lnTo>
                <a:lnTo>
                  <a:pt x="792186" y="313511"/>
                </a:lnTo>
                <a:lnTo>
                  <a:pt x="792572" y="313511"/>
                </a:lnTo>
                <a:lnTo>
                  <a:pt x="792958" y="313511"/>
                </a:lnTo>
                <a:lnTo>
                  <a:pt x="793344" y="313511"/>
                </a:lnTo>
                <a:lnTo>
                  <a:pt x="793729" y="313511"/>
                </a:lnTo>
                <a:lnTo>
                  <a:pt x="794115" y="313511"/>
                </a:lnTo>
                <a:lnTo>
                  <a:pt x="794500" y="313511"/>
                </a:lnTo>
                <a:lnTo>
                  <a:pt x="797462" y="313565"/>
                </a:lnTo>
                <a:lnTo>
                  <a:pt x="800412" y="313724"/>
                </a:lnTo>
                <a:lnTo>
                  <a:pt x="803350" y="313987"/>
                </a:lnTo>
                <a:lnTo>
                  <a:pt x="806274" y="314352"/>
                </a:lnTo>
                <a:lnTo>
                  <a:pt x="809184" y="314818"/>
                </a:lnTo>
                <a:lnTo>
                  <a:pt x="812078" y="315382"/>
                </a:lnTo>
                <a:lnTo>
                  <a:pt x="814957" y="316043"/>
                </a:lnTo>
                <a:lnTo>
                  <a:pt x="817818" y="316799"/>
                </a:lnTo>
                <a:lnTo>
                  <a:pt x="820662" y="317648"/>
                </a:lnTo>
                <a:lnTo>
                  <a:pt x="823486" y="318589"/>
                </a:lnTo>
                <a:lnTo>
                  <a:pt x="826291" y="319619"/>
                </a:lnTo>
                <a:lnTo>
                  <a:pt x="829075" y="320737"/>
                </a:lnTo>
                <a:lnTo>
                  <a:pt x="831837" y="321941"/>
                </a:lnTo>
                <a:lnTo>
                  <a:pt x="834577" y="323229"/>
                </a:lnTo>
                <a:lnTo>
                  <a:pt x="837294" y="324600"/>
                </a:lnTo>
                <a:lnTo>
                  <a:pt x="839986" y="326052"/>
                </a:lnTo>
                <a:lnTo>
                  <a:pt x="842653" y="327582"/>
                </a:lnTo>
                <a:lnTo>
                  <a:pt x="845294" y="329190"/>
                </a:lnTo>
                <a:lnTo>
                  <a:pt x="847908" y="330873"/>
                </a:lnTo>
                <a:lnTo>
                  <a:pt x="850495" y="332629"/>
                </a:lnTo>
                <a:lnTo>
                  <a:pt x="853052" y="334458"/>
                </a:lnTo>
                <a:lnTo>
                  <a:pt x="855580" y="336356"/>
                </a:lnTo>
                <a:lnTo>
                  <a:pt x="858077" y="338323"/>
                </a:lnTo>
                <a:lnTo>
                  <a:pt x="860542" y="340356"/>
                </a:lnTo>
                <a:lnTo>
                  <a:pt x="864234" y="344834"/>
                </a:lnTo>
                <a:lnTo>
                  <a:pt x="867572" y="349477"/>
                </a:lnTo>
                <a:lnTo>
                  <a:pt x="870557" y="354270"/>
                </a:lnTo>
                <a:lnTo>
                  <a:pt x="873191" y="359194"/>
                </a:lnTo>
                <a:lnTo>
                  <a:pt x="875473" y="364233"/>
                </a:lnTo>
                <a:lnTo>
                  <a:pt x="877405" y="369370"/>
                </a:lnTo>
                <a:lnTo>
                  <a:pt x="878988" y="374587"/>
                </a:lnTo>
                <a:lnTo>
                  <a:pt x="880223" y="379868"/>
                </a:lnTo>
                <a:lnTo>
                  <a:pt x="881110" y="385196"/>
                </a:lnTo>
                <a:lnTo>
                  <a:pt x="881651" y="390553"/>
                </a:lnTo>
                <a:lnTo>
                  <a:pt x="881846" y="395923"/>
                </a:lnTo>
                <a:lnTo>
                  <a:pt x="881696" y="401289"/>
                </a:lnTo>
                <a:lnTo>
                  <a:pt x="881202" y="406633"/>
                </a:lnTo>
                <a:lnTo>
                  <a:pt x="880365" y="411938"/>
                </a:lnTo>
                <a:lnTo>
                  <a:pt x="879186" y="417188"/>
                </a:lnTo>
                <a:lnTo>
                  <a:pt x="877665" y="422365"/>
                </a:lnTo>
                <a:lnTo>
                  <a:pt x="875804" y="427453"/>
                </a:lnTo>
                <a:lnTo>
                  <a:pt x="873603" y="432434"/>
                </a:lnTo>
                <a:lnTo>
                  <a:pt x="871064" y="437291"/>
                </a:lnTo>
                <a:lnTo>
                  <a:pt x="868187" y="442008"/>
                </a:lnTo>
                <a:lnTo>
                  <a:pt x="864973" y="446566"/>
                </a:lnTo>
                <a:lnTo>
                  <a:pt x="861423" y="450950"/>
                </a:lnTo>
                <a:lnTo>
                  <a:pt x="857537" y="455143"/>
                </a:lnTo>
                <a:lnTo>
                  <a:pt x="853318" y="459126"/>
                </a:lnTo>
                <a:lnTo>
                  <a:pt x="848844" y="462822"/>
                </a:lnTo>
                <a:lnTo>
                  <a:pt x="844205" y="466164"/>
                </a:lnTo>
                <a:lnTo>
                  <a:pt x="839417" y="469152"/>
                </a:lnTo>
                <a:lnTo>
                  <a:pt x="834498" y="471788"/>
                </a:lnTo>
                <a:lnTo>
                  <a:pt x="829464" y="474073"/>
                </a:lnTo>
                <a:lnTo>
                  <a:pt x="824332" y="476007"/>
                </a:lnTo>
                <a:lnTo>
                  <a:pt x="819119" y="477592"/>
                </a:lnTo>
                <a:lnTo>
                  <a:pt x="813843" y="478828"/>
                </a:lnTo>
                <a:lnTo>
                  <a:pt x="808520" y="479716"/>
                </a:lnTo>
                <a:lnTo>
                  <a:pt x="803168" y="480257"/>
                </a:lnTo>
                <a:lnTo>
                  <a:pt x="797803" y="480452"/>
                </a:lnTo>
                <a:lnTo>
                  <a:pt x="792443" y="480301"/>
                </a:lnTo>
                <a:lnTo>
                  <a:pt x="787104" y="479807"/>
                </a:lnTo>
                <a:lnTo>
                  <a:pt x="781804" y="478969"/>
                </a:lnTo>
                <a:lnTo>
                  <a:pt x="776559" y="477789"/>
                </a:lnTo>
                <a:lnTo>
                  <a:pt x="771387" y="476267"/>
                </a:lnTo>
                <a:lnTo>
                  <a:pt x="766304" y="474404"/>
                </a:lnTo>
                <a:lnTo>
                  <a:pt x="761328" y="472202"/>
                </a:lnTo>
                <a:lnTo>
                  <a:pt x="756476" y="469661"/>
                </a:lnTo>
                <a:lnTo>
                  <a:pt x="751764" y="466781"/>
                </a:lnTo>
                <a:lnTo>
                  <a:pt x="747210" y="463565"/>
                </a:lnTo>
                <a:lnTo>
                  <a:pt x="742831" y="460012"/>
                </a:lnTo>
                <a:lnTo>
                  <a:pt x="738644" y="456125"/>
                </a:lnTo>
                <a:lnTo>
                  <a:pt x="734665" y="451902"/>
                </a:lnTo>
                <a:lnTo>
                  <a:pt x="634576" y="503527"/>
                </a:lnTo>
                <a:lnTo>
                  <a:pt x="634953" y="504953"/>
                </a:lnTo>
                <a:lnTo>
                  <a:pt x="635308" y="506389"/>
                </a:lnTo>
                <a:lnTo>
                  <a:pt x="635643" y="507833"/>
                </a:lnTo>
                <a:lnTo>
                  <a:pt x="635957" y="509286"/>
                </a:lnTo>
                <a:lnTo>
                  <a:pt x="636252" y="510746"/>
                </a:lnTo>
                <a:lnTo>
                  <a:pt x="636528" y="512212"/>
                </a:lnTo>
                <a:lnTo>
                  <a:pt x="636784" y="513684"/>
                </a:lnTo>
                <a:lnTo>
                  <a:pt x="637023" y="515160"/>
                </a:lnTo>
                <a:lnTo>
                  <a:pt x="637243" y="516639"/>
                </a:lnTo>
                <a:lnTo>
                  <a:pt x="637446" y="518122"/>
                </a:lnTo>
                <a:lnTo>
                  <a:pt x="637632" y="519606"/>
                </a:lnTo>
                <a:lnTo>
                  <a:pt x="637802" y="521091"/>
                </a:lnTo>
                <a:lnTo>
                  <a:pt x="637955" y="522576"/>
                </a:lnTo>
                <a:lnTo>
                  <a:pt x="638093" y="524060"/>
                </a:lnTo>
                <a:lnTo>
                  <a:pt x="638215" y="525542"/>
                </a:lnTo>
                <a:lnTo>
                  <a:pt x="638323" y="527022"/>
                </a:lnTo>
                <a:lnTo>
                  <a:pt x="638416" y="528498"/>
                </a:lnTo>
                <a:lnTo>
                  <a:pt x="638495" y="529969"/>
                </a:lnTo>
                <a:lnTo>
                  <a:pt x="638561" y="531436"/>
                </a:lnTo>
                <a:lnTo>
                  <a:pt x="638614" y="532895"/>
                </a:lnTo>
                <a:lnTo>
                  <a:pt x="638654" y="534348"/>
                </a:lnTo>
                <a:lnTo>
                  <a:pt x="638683" y="535793"/>
                </a:lnTo>
                <a:lnTo>
                  <a:pt x="638699" y="537229"/>
                </a:lnTo>
                <a:lnTo>
                  <a:pt x="638705" y="538654"/>
                </a:lnTo>
                <a:lnTo>
                  <a:pt x="638603" y="544198"/>
                </a:lnTo>
                <a:lnTo>
                  <a:pt x="638300" y="549726"/>
                </a:lnTo>
                <a:lnTo>
                  <a:pt x="637798" y="555233"/>
                </a:lnTo>
                <a:lnTo>
                  <a:pt x="637099" y="560713"/>
                </a:lnTo>
                <a:lnTo>
                  <a:pt x="636208" y="566160"/>
                </a:lnTo>
                <a:lnTo>
                  <a:pt x="635125" y="571570"/>
                </a:lnTo>
                <a:lnTo>
                  <a:pt x="633854" y="576937"/>
                </a:lnTo>
                <a:lnTo>
                  <a:pt x="632398" y="582256"/>
                </a:lnTo>
                <a:lnTo>
                  <a:pt x="630759" y="587521"/>
                </a:lnTo>
                <a:lnTo>
                  <a:pt x="628940" y="592727"/>
                </a:lnTo>
                <a:lnTo>
                  <a:pt x="626944" y="597868"/>
                </a:lnTo>
                <a:lnTo>
                  <a:pt x="624773" y="602940"/>
                </a:lnTo>
                <a:lnTo>
                  <a:pt x="622430" y="607936"/>
                </a:lnTo>
                <a:lnTo>
                  <a:pt x="619918" y="612851"/>
                </a:lnTo>
                <a:lnTo>
                  <a:pt x="617239" y="617680"/>
                </a:lnTo>
                <a:lnTo>
                  <a:pt x="614397" y="622418"/>
                </a:lnTo>
                <a:lnTo>
                  <a:pt x="611393" y="627059"/>
                </a:lnTo>
                <a:lnTo>
                  <a:pt x="608231" y="631597"/>
                </a:lnTo>
                <a:lnTo>
                  <a:pt x="604913" y="636028"/>
                </a:lnTo>
                <a:lnTo>
                  <a:pt x="601442" y="640346"/>
                </a:lnTo>
                <a:lnTo>
                  <a:pt x="597820" y="644545"/>
                </a:lnTo>
                <a:lnTo>
                  <a:pt x="594051" y="648621"/>
                </a:lnTo>
                <a:lnTo>
                  <a:pt x="590137" y="652567"/>
                </a:lnTo>
                <a:lnTo>
                  <a:pt x="586080" y="656379"/>
                </a:lnTo>
                <a:lnTo>
                  <a:pt x="577648" y="663405"/>
                </a:lnTo>
                <a:lnTo>
                  <a:pt x="568884" y="669765"/>
                </a:lnTo>
                <a:lnTo>
                  <a:pt x="559821" y="675462"/>
                </a:lnTo>
                <a:lnTo>
                  <a:pt x="550494" y="680498"/>
                </a:lnTo>
                <a:lnTo>
                  <a:pt x="540936" y="684873"/>
                </a:lnTo>
                <a:lnTo>
                  <a:pt x="531181" y="688591"/>
                </a:lnTo>
                <a:lnTo>
                  <a:pt x="521262" y="691652"/>
                </a:lnTo>
                <a:lnTo>
                  <a:pt x="511212" y="694059"/>
                </a:lnTo>
                <a:lnTo>
                  <a:pt x="501066" y="695813"/>
                </a:lnTo>
                <a:lnTo>
                  <a:pt x="490856" y="696916"/>
                </a:lnTo>
                <a:lnTo>
                  <a:pt x="480618" y="697370"/>
                </a:lnTo>
                <a:lnTo>
                  <a:pt x="470383" y="697177"/>
                </a:lnTo>
                <a:lnTo>
                  <a:pt x="460186" y="696339"/>
                </a:lnTo>
                <a:lnTo>
                  <a:pt x="450060" y="694857"/>
                </a:lnTo>
                <a:lnTo>
                  <a:pt x="440039" y="692732"/>
                </a:lnTo>
                <a:lnTo>
                  <a:pt x="430157" y="689968"/>
                </a:lnTo>
                <a:lnTo>
                  <a:pt x="420447" y="686566"/>
                </a:lnTo>
                <a:lnTo>
                  <a:pt x="410942" y="682527"/>
                </a:lnTo>
                <a:lnTo>
                  <a:pt x="401677" y="677853"/>
                </a:lnTo>
                <a:lnTo>
                  <a:pt x="392684" y="672547"/>
                </a:lnTo>
                <a:lnTo>
                  <a:pt x="383998" y="666609"/>
                </a:lnTo>
                <a:lnTo>
                  <a:pt x="375652" y="660042"/>
                </a:lnTo>
                <a:lnTo>
                  <a:pt x="367679" y="652848"/>
                </a:lnTo>
                <a:lnTo>
                  <a:pt x="360114" y="645027"/>
                </a:lnTo>
                <a:lnTo>
                  <a:pt x="269301" y="692530"/>
                </a:lnTo>
                <a:lnTo>
                  <a:pt x="270560" y="697702"/>
                </a:lnTo>
                <a:lnTo>
                  <a:pt x="271501" y="702884"/>
                </a:lnTo>
                <a:lnTo>
                  <a:pt x="272130" y="708061"/>
                </a:lnTo>
                <a:lnTo>
                  <a:pt x="272451" y="713223"/>
                </a:lnTo>
                <a:lnTo>
                  <a:pt x="272469" y="718356"/>
                </a:lnTo>
                <a:lnTo>
                  <a:pt x="272190" y="723448"/>
                </a:lnTo>
                <a:lnTo>
                  <a:pt x="271618" y="728486"/>
                </a:lnTo>
                <a:lnTo>
                  <a:pt x="270757" y="733458"/>
                </a:lnTo>
                <a:lnTo>
                  <a:pt x="269614" y="738350"/>
                </a:lnTo>
                <a:lnTo>
                  <a:pt x="268192" y="743152"/>
                </a:lnTo>
                <a:lnTo>
                  <a:pt x="266498" y="747849"/>
                </a:lnTo>
                <a:lnTo>
                  <a:pt x="264534" y="752430"/>
                </a:lnTo>
                <a:lnTo>
                  <a:pt x="262308" y="756882"/>
                </a:lnTo>
                <a:lnTo>
                  <a:pt x="259823" y="761192"/>
                </a:lnTo>
                <a:lnTo>
                  <a:pt x="257084" y="765348"/>
                </a:lnTo>
                <a:lnTo>
                  <a:pt x="254097" y="769337"/>
                </a:lnTo>
                <a:lnTo>
                  <a:pt x="250866" y="773147"/>
                </a:lnTo>
                <a:lnTo>
                  <a:pt x="247396" y="776765"/>
                </a:lnTo>
                <a:lnTo>
                  <a:pt x="243693" y="780178"/>
                </a:lnTo>
                <a:lnTo>
                  <a:pt x="239760" y="783375"/>
                </a:lnTo>
                <a:lnTo>
                  <a:pt x="235603" y="786342"/>
                </a:lnTo>
                <a:lnTo>
                  <a:pt x="231227" y="789067"/>
                </a:lnTo>
                <a:lnTo>
                  <a:pt x="226637" y="791537"/>
                </a:lnTo>
                <a:lnTo>
                  <a:pt x="221837" y="793741"/>
                </a:lnTo>
                <a:lnTo>
                  <a:pt x="216514" y="795866"/>
                </a:lnTo>
                <a:lnTo>
                  <a:pt x="211133" y="797601"/>
                </a:lnTo>
                <a:lnTo>
                  <a:pt x="205710" y="798951"/>
                </a:lnTo>
                <a:lnTo>
                  <a:pt x="200261" y="799923"/>
                </a:lnTo>
                <a:lnTo>
                  <a:pt x="194803" y="800524"/>
                </a:lnTo>
                <a:lnTo>
                  <a:pt x="189352" y="800760"/>
                </a:lnTo>
                <a:lnTo>
                  <a:pt x="183926" y="800639"/>
                </a:lnTo>
                <a:lnTo>
                  <a:pt x="178541" y="800167"/>
                </a:lnTo>
                <a:lnTo>
                  <a:pt x="173213" y="799350"/>
                </a:lnTo>
                <a:lnTo>
                  <a:pt x="167959" y="798196"/>
                </a:lnTo>
                <a:lnTo>
                  <a:pt x="162795" y="796711"/>
                </a:lnTo>
                <a:lnTo>
                  <a:pt x="157738" y="794903"/>
                </a:lnTo>
                <a:lnTo>
                  <a:pt x="152805" y="792776"/>
                </a:lnTo>
                <a:lnTo>
                  <a:pt x="148012" y="790339"/>
                </a:lnTo>
                <a:lnTo>
                  <a:pt x="143376" y="787599"/>
                </a:lnTo>
                <a:lnTo>
                  <a:pt x="138913" y="784561"/>
                </a:lnTo>
                <a:lnTo>
                  <a:pt x="134640" y="781232"/>
                </a:lnTo>
                <a:lnTo>
                  <a:pt x="130574" y="777620"/>
                </a:lnTo>
                <a:lnTo>
                  <a:pt x="126730" y="773731"/>
                </a:lnTo>
                <a:lnTo>
                  <a:pt x="123126" y="769571"/>
                </a:lnTo>
                <a:lnTo>
                  <a:pt x="119778" y="765148"/>
                </a:lnTo>
                <a:lnTo>
                  <a:pt x="116703" y="760468"/>
                </a:lnTo>
                <a:lnTo>
                  <a:pt x="113917" y="755538"/>
                </a:lnTo>
                <a:lnTo>
                  <a:pt x="111437" y="750364"/>
                </a:lnTo>
                <a:lnTo>
                  <a:pt x="109313" y="745036"/>
                </a:lnTo>
                <a:lnTo>
                  <a:pt x="107580" y="739650"/>
                </a:lnTo>
                <a:lnTo>
                  <a:pt x="106232" y="734221"/>
                </a:lnTo>
                <a:lnTo>
                  <a:pt x="105261" y="728767"/>
                </a:lnTo>
                <a:lnTo>
                  <a:pt x="104660" y="723303"/>
                </a:lnTo>
                <a:lnTo>
                  <a:pt x="104424" y="717848"/>
                </a:lnTo>
                <a:lnTo>
                  <a:pt x="104545" y="712416"/>
                </a:lnTo>
                <a:lnTo>
                  <a:pt x="105017" y="707025"/>
                </a:lnTo>
                <a:lnTo>
                  <a:pt x="105833" y="701692"/>
                </a:lnTo>
                <a:lnTo>
                  <a:pt x="106986" y="696432"/>
                </a:lnTo>
                <a:lnTo>
                  <a:pt x="108470" y="691263"/>
                </a:lnTo>
                <a:lnTo>
                  <a:pt x="110277" y="686201"/>
                </a:lnTo>
                <a:lnTo>
                  <a:pt x="112401" y="681263"/>
                </a:lnTo>
                <a:lnTo>
                  <a:pt x="114836" y="676465"/>
                </a:lnTo>
                <a:lnTo>
                  <a:pt x="117575" y="671824"/>
                </a:lnTo>
                <a:lnTo>
                  <a:pt x="120610" y="667357"/>
                </a:lnTo>
                <a:lnTo>
                  <a:pt x="123936" y="663079"/>
                </a:lnTo>
                <a:lnTo>
                  <a:pt x="127545" y="659009"/>
                </a:lnTo>
                <a:lnTo>
                  <a:pt x="131431" y="655161"/>
                </a:lnTo>
                <a:lnTo>
                  <a:pt x="135587" y="651554"/>
                </a:lnTo>
                <a:lnTo>
                  <a:pt x="140006" y="648203"/>
                </a:lnTo>
                <a:lnTo>
                  <a:pt x="144682" y="645124"/>
                </a:lnTo>
                <a:lnTo>
                  <a:pt x="149608" y="642336"/>
                </a:lnTo>
                <a:lnTo>
                  <a:pt x="154777" y="639854"/>
                </a:lnTo>
                <a:lnTo>
                  <a:pt x="128978" y="484938"/>
                </a:lnTo>
                <a:lnTo>
                  <a:pt x="120151" y="484640"/>
                </a:lnTo>
                <a:lnTo>
                  <a:pt x="111484" y="483759"/>
                </a:lnTo>
                <a:lnTo>
                  <a:pt x="102995" y="482314"/>
                </a:lnTo>
                <a:lnTo>
                  <a:pt x="94703" y="480324"/>
                </a:lnTo>
                <a:lnTo>
                  <a:pt x="86628" y="477810"/>
                </a:lnTo>
                <a:lnTo>
                  <a:pt x="78789" y="474789"/>
                </a:lnTo>
                <a:lnTo>
                  <a:pt x="71206" y="471281"/>
                </a:lnTo>
                <a:lnTo>
                  <a:pt x="63896" y="467306"/>
                </a:lnTo>
                <a:lnTo>
                  <a:pt x="56881" y="462882"/>
                </a:lnTo>
                <a:lnTo>
                  <a:pt x="50179" y="458030"/>
                </a:lnTo>
                <a:lnTo>
                  <a:pt x="43809" y="452768"/>
                </a:lnTo>
                <a:lnTo>
                  <a:pt x="37790" y="447115"/>
                </a:lnTo>
                <a:lnTo>
                  <a:pt x="32143" y="441092"/>
                </a:lnTo>
                <a:lnTo>
                  <a:pt x="26885" y="434716"/>
                </a:lnTo>
                <a:lnTo>
                  <a:pt x="22037" y="428008"/>
                </a:lnTo>
                <a:lnTo>
                  <a:pt x="17617" y="420987"/>
                </a:lnTo>
                <a:lnTo>
                  <a:pt x="13646" y="413671"/>
                </a:lnTo>
                <a:lnTo>
                  <a:pt x="10141" y="406081"/>
                </a:lnTo>
                <a:lnTo>
                  <a:pt x="7123" y="398235"/>
                </a:lnTo>
                <a:lnTo>
                  <a:pt x="4610" y="390153"/>
                </a:lnTo>
                <a:lnTo>
                  <a:pt x="2622" y="381854"/>
                </a:lnTo>
                <a:lnTo>
                  <a:pt x="1178" y="373358"/>
                </a:lnTo>
                <a:lnTo>
                  <a:pt x="298" y="364683"/>
                </a:lnTo>
                <a:lnTo>
                  <a:pt x="0" y="355848"/>
                </a:lnTo>
                <a:lnTo>
                  <a:pt x="298" y="347014"/>
                </a:lnTo>
                <a:lnTo>
                  <a:pt x="1178" y="338339"/>
                </a:lnTo>
                <a:lnTo>
                  <a:pt x="2622" y="329842"/>
                </a:lnTo>
                <a:lnTo>
                  <a:pt x="4610" y="321543"/>
                </a:lnTo>
                <a:lnTo>
                  <a:pt x="7122" y="313461"/>
                </a:lnTo>
                <a:lnTo>
                  <a:pt x="10141" y="305616"/>
                </a:lnTo>
                <a:lnTo>
                  <a:pt x="13646" y="298025"/>
                </a:lnTo>
                <a:lnTo>
                  <a:pt x="17617" y="290710"/>
                </a:lnTo>
                <a:lnTo>
                  <a:pt x="22037" y="283689"/>
                </a:lnTo>
                <a:lnTo>
                  <a:pt x="26885" y="276980"/>
                </a:lnTo>
                <a:lnTo>
                  <a:pt x="32143" y="270605"/>
                </a:lnTo>
                <a:lnTo>
                  <a:pt x="37790" y="264581"/>
                </a:lnTo>
                <a:lnTo>
                  <a:pt x="43809" y="258929"/>
                </a:lnTo>
                <a:lnTo>
                  <a:pt x="50179" y="253667"/>
                </a:lnTo>
                <a:lnTo>
                  <a:pt x="56881" y="248815"/>
                </a:lnTo>
                <a:lnTo>
                  <a:pt x="63896" y="244391"/>
                </a:lnTo>
                <a:lnTo>
                  <a:pt x="71205" y="240416"/>
                </a:lnTo>
                <a:lnTo>
                  <a:pt x="78789" y="236908"/>
                </a:lnTo>
                <a:lnTo>
                  <a:pt x="86628" y="233887"/>
                </a:lnTo>
                <a:lnTo>
                  <a:pt x="94703" y="231372"/>
                </a:lnTo>
                <a:lnTo>
                  <a:pt x="102995" y="229383"/>
                </a:lnTo>
                <a:lnTo>
                  <a:pt x="111484" y="227938"/>
                </a:lnTo>
                <a:lnTo>
                  <a:pt x="120151" y="227057"/>
                </a:lnTo>
                <a:lnTo>
                  <a:pt x="128978" y="226759"/>
                </a:lnTo>
                <a:lnTo>
                  <a:pt x="132455" y="226807"/>
                </a:lnTo>
                <a:lnTo>
                  <a:pt x="135919" y="226951"/>
                </a:lnTo>
                <a:lnTo>
                  <a:pt x="139369" y="227190"/>
                </a:lnTo>
                <a:lnTo>
                  <a:pt x="142803" y="227523"/>
                </a:lnTo>
                <a:lnTo>
                  <a:pt x="146219" y="227950"/>
                </a:lnTo>
                <a:lnTo>
                  <a:pt x="149615" y="228468"/>
                </a:lnTo>
                <a:lnTo>
                  <a:pt x="152990" y="229078"/>
                </a:lnTo>
                <a:lnTo>
                  <a:pt x="156341" y="229779"/>
                </a:lnTo>
                <a:lnTo>
                  <a:pt x="159668" y="230569"/>
                </a:lnTo>
                <a:lnTo>
                  <a:pt x="162967" y="231448"/>
                </a:lnTo>
                <a:lnTo>
                  <a:pt x="166238" y="232415"/>
                </a:lnTo>
                <a:lnTo>
                  <a:pt x="169478" y="233468"/>
                </a:lnTo>
                <a:lnTo>
                  <a:pt x="172686" y="234608"/>
                </a:lnTo>
                <a:lnTo>
                  <a:pt x="175860" y="235833"/>
                </a:lnTo>
                <a:lnTo>
                  <a:pt x="178998" y="237142"/>
                </a:lnTo>
                <a:lnTo>
                  <a:pt x="182099" y="238535"/>
                </a:lnTo>
                <a:lnTo>
                  <a:pt x="185160" y="240010"/>
                </a:lnTo>
                <a:lnTo>
                  <a:pt x="188180" y="241567"/>
                </a:lnTo>
                <a:lnTo>
                  <a:pt x="191157" y="243204"/>
                </a:lnTo>
                <a:lnTo>
                  <a:pt x="194090" y="244921"/>
                </a:lnTo>
                <a:lnTo>
                  <a:pt x="196976" y="246718"/>
                </a:lnTo>
                <a:lnTo>
                  <a:pt x="199813" y="248592"/>
                </a:lnTo>
                <a:lnTo>
                  <a:pt x="202601" y="250544"/>
                </a:lnTo>
                <a:lnTo>
                  <a:pt x="205337" y="252571"/>
                </a:lnTo>
                <a:lnTo>
                  <a:pt x="320893" y="138961"/>
                </a:lnTo>
                <a:lnTo>
                  <a:pt x="320006" y="137279"/>
                </a:lnTo>
                <a:lnTo>
                  <a:pt x="319152" y="135586"/>
                </a:lnTo>
                <a:lnTo>
                  <a:pt x="318332" y="133883"/>
                </a:lnTo>
                <a:lnTo>
                  <a:pt x="317545" y="132171"/>
                </a:lnTo>
                <a:lnTo>
                  <a:pt x="316792" y="130450"/>
                </a:lnTo>
                <a:lnTo>
                  <a:pt x="316073" y="128720"/>
                </a:lnTo>
                <a:lnTo>
                  <a:pt x="315390" y="126982"/>
                </a:lnTo>
                <a:lnTo>
                  <a:pt x="314742" y="125236"/>
                </a:lnTo>
                <a:lnTo>
                  <a:pt x="314130" y="123483"/>
                </a:lnTo>
                <a:lnTo>
                  <a:pt x="313555" y="121723"/>
                </a:lnTo>
                <a:lnTo>
                  <a:pt x="313016" y="119957"/>
                </a:lnTo>
                <a:lnTo>
                  <a:pt x="312514" y="118184"/>
                </a:lnTo>
                <a:lnTo>
                  <a:pt x="312050" y="116407"/>
                </a:lnTo>
                <a:lnTo>
                  <a:pt x="311624" y="114624"/>
                </a:lnTo>
                <a:lnTo>
                  <a:pt x="311237" y="112837"/>
                </a:lnTo>
                <a:lnTo>
                  <a:pt x="310888" y="111046"/>
                </a:lnTo>
                <a:lnTo>
                  <a:pt x="310579" y="109251"/>
                </a:lnTo>
                <a:lnTo>
                  <a:pt x="310309" y="107453"/>
                </a:lnTo>
                <a:lnTo>
                  <a:pt x="310080" y="105652"/>
                </a:lnTo>
                <a:lnTo>
                  <a:pt x="309892" y="103849"/>
                </a:lnTo>
                <a:lnTo>
                  <a:pt x="309745" y="102044"/>
                </a:lnTo>
                <a:lnTo>
                  <a:pt x="309639" y="100238"/>
                </a:lnTo>
                <a:lnTo>
                  <a:pt x="309575" y="98431"/>
                </a:lnTo>
                <a:lnTo>
                  <a:pt x="309554" y="96624"/>
                </a:lnTo>
                <a:lnTo>
                  <a:pt x="309708" y="91494"/>
                </a:lnTo>
                <a:lnTo>
                  <a:pt x="310166" y="86439"/>
                </a:lnTo>
                <a:lnTo>
                  <a:pt x="310920" y="81469"/>
                </a:lnTo>
                <a:lnTo>
                  <a:pt x="311961" y="76592"/>
                </a:lnTo>
                <a:lnTo>
                  <a:pt x="313281" y="71819"/>
                </a:lnTo>
                <a:lnTo>
                  <a:pt x="314873" y="67161"/>
                </a:lnTo>
                <a:lnTo>
                  <a:pt x="316728" y="62625"/>
                </a:lnTo>
                <a:lnTo>
                  <a:pt x="318839" y="58224"/>
                </a:lnTo>
                <a:lnTo>
                  <a:pt x="321196" y="53965"/>
                </a:lnTo>
                <a:lnTo>
                  <a:pt x="323793" y="49860"/>
                </a:lnTo>
                <a:lnTo>
                  <a:pt x="326621" y="45918"/>
                </a:lnTo>
                <a:lnTo>
                  <a:pt x="329671" y="42149"/>
                </a:lnTo>
                <a:lnTo>
                  <a:pt x="332937" y="38563"/>
                </a:lnTo>
                <a:lnTo>
                  <a:pt x="336410" y="35169"/>
                </a:lnTo>
                <a:lnTo>
                  <a:pt x="340081" y="31978"/>
                </a:lnTo>
                <a:lnTo>
                  <a:pt x="343943" y="28999"/>
                </a:lnTo>
                <a:lnTo>
                  <a:pt x="347988" y="26243"/>
                </a:lnTo>
                <a:lnTo>
                  <a:pt x="352208" y="23719"/>
                </a:lnTo>
                <a:lnTo>
                  <a:pt x="356594" y="21436"/>
                </a:lnTo>
                <a:lnTo>
                  <a:pt x="361139" y="19406"/>
                </a:lnTo>
                <a:lnTo>
                  <a:pt x="365834" y="17637"/>
                </a:lnTo>
                <a:lnTo>
                  <a:pt x="370672" y="16140"/>
                </a:lnTo>
                <a:lnTo>
                  <a:pt x="375644" y="14924"/>
                </a:lnTo>
                <a:lnTo>
                  <a:pt x="380743" y="13999"/>
                </a:lnTo>
                <a:lnTo>
                  <a:pt x="386399" y="13299"/>
                </a:lnTo>
                <a:lnTo>
                  <a:pt x="392010" y="12996"/>
                </a:lnTo>
                <a:lnTo>
                  <a:pt x="397560" y="13079"/>
                </a:lnTo>
                <a:lnTo>
                  <a:pt x="403036" y="13538"/>
                </a:lnTo>
                <a:lnTo>
                  <a:pt x="408425" y="14360"/>
                </a:lnTo>
                <a:lnTo>
                  <a:pt x="413712" y="15536"/>
                </a:lnTo>
                <a:lnTo>
                  <a:pt x="418884" y="17052"/>
                </a:lnTo>
                <a:lnTo>
                  <a:pt x="423926" y="18900"/>
                </a:lnTo>
                <a:lnTo>
                  <a:pt x="428824" y="21066"/>
                </a:lnTo>
                <a:lnTo>
                  <a:pt x="433566" y="23540"/>
                </a:lnTo>
                <a:lnTo>
                  <a:pt x="438137" y="26310"/>
                </a:lnTo>
                <a:lnTo>
                  <a:pt x="442522" y="29367"/>
                </a:lnTo>
                <a:lnTo>
                  <a:pt x="446709" y="32697"/>
                </a:lnTo>
                <a:lnTo>
                  <a:pt x="450683" y="36290"/>
                </a:lnTo>
                <a:lnTo>
                  <a:pt x="454430" y="40136"/>
                </a:lnTo>
                <a:lnTo>
                  <a:pt x="457937" y="44222"/>
                </a:lnTo>
                <a:lnTo>
                  <a:pt x="461190" y="48537"/>
                </a:lnTo>
                <a:lnTo>
                  <a:pt x="464174" y="53071"/>
                </a:lnTo>
                <a:lnTo>
                  <a:pt x="466877" y="57811"/>
                </a:lnTo>
                <a:lnTo>
                  <a:pt x="469283" y="62748"/>
                </a:lnTo>
                <a:lnTo>
                  <a:pt x="471379" y="67868"/>
                </a:lnTo>
                <a:lnTo>
                  <a:pt x="473152" y="73163"/>
                </a:lnTo>
                <a:lnTo>
                  <a:pt x="474587" y="78619"/>
                </a:lnTo>
                <a:lnTo>
                  <a:pt x="475670" y="84227"/>
                </a:lnTo>
                <a:lnTo>
                  <a:pt x="571630" y="94560"/>
                </a:lnTo>
                <a:lnTo>
                  <a:pt x="572737" y="90451"/>
                </a:lnTo>
                <a:lnTo>
                  <a:pt x="573991" y="86388"/>
                </a:lnTo>
                <a:lnTo>
                  <a:pt x="575389" y="82376"/>
                </a:lnTo>
                <a:lnTo>
                  <a:pt x="576929" y="78417"/>
                </a:lnTo>
                <a:lnTo>
                  <a:pt x="578606" y="74516"/>
                </a:lnTo>
                <a:lnTo>
                  <a:pt x="580417" y="70676"/>
                </a:lnTo>
                <a:lnTo>
                  <a:pt x="582361" y="66900"/>
                </a:lnTo>
                <a:lnTo>
                  <a:pt x="584433" y="63192"/>
                </a:lnTo>
                <a:lnTo>
                  <a:pt x="586630" y="59556"/>
                </a:lnTo>
                <a:lnTo>
                  <a:pt x="588950" y="55996"/>
                </a:lnTo>
                <a:lnTo>
                  <a:pt x="591388" y="52514"/>
                </a:lnTo>
                <a:lnTo>
                  <a:pt x="593943" y="49115"/>
                </a:lnTo>
                <a:lnTo>
                  <a:pt x="596611" y="45801"/>
                </a:lnTo>
                <a:lnTo>
                  <a:pt x="599388" y="42578"/>
                </a:lnTo>
                <a:lnTo>
                  <a:pt x="602272" y="39448"/>
                </a:lnTo>
                <a:lnTo>
                  <a:pt x="605260" y="36414"/>
                </a:lnTo>
                <a:lnTo>
                  <a:pt x="608348" y="33481"/>
                </a:lnTo>
                <a:lnTo>
                  <a:pt x="611533" y="30652"/>
                </a:lnTo>
                <a:lnTo>
                  <a:pt x="614812" y="27931"/>
                </a:lnTo>
                <a:lnTo>
                  <a:pt x="618183" y="25320"/>
                </a:lnTo>
                <a:lnTo>
                  <a:pt x="621641" y="22825"/>
                </a:lnTo>
                <a:lnTo>
                  <a:pt x="625184" y="20448"/>
                </a:lnTo>
                <a:lnTo>
                  <a:pt x="628809" y="18193"/>
                </a:lnTo>
                <a:lnTo>
                  <a:pt x="632512" y="16063"/>
                </a:lnTo>
                <a:lnTo>
                  <a:pt x="640333" y="12092"/>
                </a:lnTo>
                <a:lnTo>
                  <a:pt x="648299" y="8696"/>
                </a:lnTo>
                <a:lnTo>
                  <a:pt x="656386" y="5867"/>
                </a:lnTo>
                <a:lnTo>
                  <a:pt x="664567" y="3599"/>
                </a:lnTo>
                <a:lnTo>
                  <a:pt x="672815" y="1885"/>
                </a:lnTo>
                <a:lnTo>
                  <a:pt x="681106" y="718"/>
                </a:lnTo>
                <a:lnTo>
                  <a:pt x="689413" y="92"/>
                </a:lnTo>
                <a:lnTo>
                  <a:pt x="697709" y="0"/>
                </a:lnTo>
                <a:lnTo>
                  <a:pt x="705970" y="435"/>
                </a:lnTo>
                <a:lnTo>
                  <a:pt x="714169" y="1390"/>
                </a:lnTo>
                <a:lnTo>
                  <a:pt x="722281" y="2860"/>
                </a:lnTo>
                <a:lnTo>
                  <a:pt x="730278" y="4836"/>
                </a:lnTo>
                <a:lnTo>
                  <a:pt x="738136" y="7312"/>
                </a:lnTo>
                <a:lnTo>
                  <a:pt x="745828" y="10282"/>
                </a:lnTo>
                <a:lnTo>
                  <a:pt x="753328" y="13738"/>
                </a:lnTo>
                <a:lnTo>
                  <a:pt x="760610" y="17675"/>
                </a:lnTo>
                <a:lnTo>
                  <a:pt x="767649" y="22084"/>
                </a:lnTo>
                <a:lnTo>
                  <a:pt x="774419" y="26961"/>
                </a:lnTo>
                <a:lnTo>
                  <a:pt x="780892" y="32297"/>
                </a:lnTo>
                <a:lnTo>
                  <a:pt x="787044" y="38086"/>
                </a:lnTo>
                <a:lnTo>
                  <a:pt x="792849" y="44321"/>
                </a:lnTo>
                <a:lnTo>
                  <a:pt x="798280" y="50996"/>
                </a:lnTo>
                <a:lnTo>
                  <a:pt x="803312" y="58104"/>
                </a:lnTo>
                <a:lnTo>
                  <a:pt x="807918" y="65638"/>
                </a:lnTo>
                <a:lnTo>
                  <a:pt x="811885" y="73466"/>
                </a:lnTo>
                <a:lnTo>
                  <a:pt x="815278" y="81440"/>
                </a:lnTo>
                <a:lnTo>
                  <a:pt x="818104" y="89534"/>
                </a:lnTo>
                <a:lnTo>
                  <a:pt x="820370" y="97723"/>
                </a:lnTo>
                <a:lnTo>
                  <a:pt x="822083" y="105979"/>
                </a:lnTo>
                <a:lnTo>
                  <a:pt x="823249" y="114277"/>
                </a:lnTo>
                <a:lnTo>
                  <a:pt x="823875" y="122591"/>
                </a:lnTo>
                <a:lnTo>
                  <a:pt x="823968" y="130896"/>
                </a:lnTo>
                <a:lnTo>
                  <a:pt x="823533" y="139164"/>
                </a:lnTo>
                <a:lnTo>
                  <a:pt x="822580" y="147371"/>
                </a:lnTo>
                <a:lnTo>
                  <a:pt x="821112" y="155489"/>
                </a:lnTo>
                <a:lnTo>
                  <a:pt x="819139" y="163494"/>
                </a:lnTo>
                <a:lnTo>
                  <a:pt x="816665" y="171359"/>
                </a:lnTo>
                <a:lnTo>
                  <a:pt x="813699" y="179058"/>
                </a:lnTo>
                <a:lnTo>
                  <a:pt x="810246" y="186565"/>
                </a:lnTo>
                <a:lnTo>
                  <a:pt x="806313" y="193854"/>
                </a:lnTo>
                <a:lnTo>
                  <a:pt x="801908" y="200899"/>
                </a:lnTo>
                <a:lnTo>
                  <a:pt x="797036" y="207675"/>
                </a:lnTo>
                <a:lnTo>
                  <a:pt x="791705" y="214155"/>
                </a:lnTo>
                <a:lnTo>
                  <a:pt x="785921" y="220313"/>
                </a:lnTo>
                <a:lnTo>
                  <a:pt x="779690" y="226123"/>
                </a:lnTo>
                <a:lnTo>
                  <a:pt x="773021" y="231559"/>
                </a:lnTo>
                <a:lnTo>
                  <a:pt x="765918" y="236596"/>
                </a:lnTo>
                <a:lnTo>
                  <a:pt x="758390" y="241206"/>
                </a:lnTo>
                <a:lnTo>
                  <a:pt x="785225" y="313511"/>
                </a:lnTo>
                <a:lnTo>
                  <a:pt x="785612" y="313511"/>
                </a:lnTo>
                <a:lnTo>
                  <a:pt x="785999" y="313511"/>
                </a:lnTo>
                <a:lnTo>
                  <a:pt x="786386" y="313511"/>
                </a:lnTo>
                <a:lnTo>
                  <a:pt x="786773" y="313511"/>
                </a:lnTo>
                <a:lnTo>
                  <a:pt x="787160" y="313511"/>
                </a:lnTo>
                <a:lnTo>
                  <a:pt x="787547" y="313511"/>
                </a:lnTo>
                <a:lnTo>
                  <a:pt x="787934" y="313511"/>
                </a:lnTo>
                <a:close/>
                <a:moveTo>
                  <a:pt x="815066" y="356117"/>
                </a:moveTo>
                <a:lnTo>
                  <a:pt x="814266" y="354826"/>
                </a:lnTo>
                <a:lnTo>
                  <a:pt x="813386" y="353595"/>
                </a:lnTo>
                <a:lnTo>
                  <a:pt x="812430" y="352429"/>
                </a:lnTo>
                <a:lnTo>
                  <a:pt x="811401" y="351329"/>
                </a:lnTo>
                <a:lnTo>
                  <a:pt x="810303" y="350299"/>
                </a:lnTo>
                <a:lnTo>
                  <a:pt x="809137" y="349342"/>
                </a:lnTo>
                <a:lnTo>
                  <a:pt x="807908" y="348461"/>
                </a:lnTo>
                <a:lnTo>
                  <a:pt x="806618" y="347660"/>
                </a:lnTo>
                <a:lnTo>
                  <a:pt x="805271" y="346941"/>
                </a:lnTo>
                <a:lnTo>
                  <a:pt x="803870" y="346308"/>
                </a:lnTo>
                <a:lnTo>
                  <a:pt x="802418" y="345764"/>
                </a:lnTo>
                <a:lnTo>
                  <a:pt x="800918" y="345311"/>
                </a:lnTo>
                <a:lnTo>
                  <a:pt x="799373" y="344954"/>
                </a:lnTo>
                <a:lnTo>
                  <a:pt x="797786" y="344695"/>
                </a:lnTo>
                <a:lnTo>
                  <a:pt x="796161" y="344537"/>
                </a:lnTo>
                <a:lnTo>
                  <a:pt x="794500" y="344484"/>
                </a:lnTo>
                <a:lnTo>
                  <a:pt x="792841" y="344537"/>
                </a:lnTo>
                <a:lnTo>
                  <a:pt x="791218" y="344695"/>
                </a:lnTo>
                <a:lnTo>
                  <a:pt x="789633" y="344954"/>
                </a:lnTo>
                <a:lnTo>
                  <a:pt x="788089" y="345311"/>
                </a:lnTo>
                <a:lnTo>
                  <a:pt x="786590" y="345764"/>
                </a:lnTo>
                <a:lnTo>
                  <a:pt x="785139" y="346308"/>
                </a:lnTo>
                <a:lnTo>
                  <a:pt x="783738" y="346941"/>
                </a:lnTo>
                <a:lnTo>
                  <a:pt x="782392" y="347660"/>
                </a:lnTo>
                <a:lnTo>
                  <a:pt x="781103" y="348461"/>
                </a:lnTo>
                <a:lnTo>
                  <a:pt x="779875" y="349342"/>
                </a:lnTo>
                <a:lnTo>
                  <a:pt x="778710" y="350299"/>
                </a:lnTo>
                <a:lnTo>
                  <a:pt x="777611" y="351329"/>
                </a:lnTo>
                <a:lnTo>
                  <a:pt x="776583" y="352429"/>
                </a:lnTo>
                <a:lnTo>
                  <a:pt x="775627" y="353595"/>
                </a:lnTo>
                <a:lnTo>
                  <a:pt x="774748" y="354826"/>
                </a:lnTo>
                <a:lnTo>
                  <a:pt x="773948" y="356117"/>
                </a:lnTo>
                <a:lnTo>
                  <a:pt x="773230" y="357465"/>
                </a:lnTo>
                <a:lnTo>
                  <a:pt x="772597" y="358868"/>
                </a:lnTo>
                <a:lnTo>
                  <a:pt x="772054" y="360321"/>
                </a:lnTo>
                <a:lnTo>
                  <a:pt x="771602" y="361823"/>
                </a:lnTo>
                <a:lnTo>
                  <a:pt x="771245" y="363369"/>
                </a:lnTo>
                <a:lnTo>
                  <a:pt x="770986" y="364957"/>
                </a:lnTo>
                <a:lnTo>
                  <a:pt x="770829" y="366584"/>
                </a:lnTo>
                <a:lnTo>
                  <a:pt x="770775" y="368246"/>
                </a:lnTo>
                <a:lnTo>
                  <a:pt x="770829" y="369906"/>
                </a:lnTo>
                <a:lnTo>
                  <a:pt x="770986" y="371531"/>
                </a:lnTo>
                <a:lnTo>
                  <a:pt x="771245" y="373118"/>
                </a:lnTo>
                <a:lnTo>
                  <a:pt x="771602" y="374663"/>
                </a:lnTo>
                <a:lnTo>
                  <a:pt x="772054" y="376163"/>
                </a:lnTo>
                <a:lnTo>
                  <a:pt x="772597" y="377616"/>
                </a:lnTo>
                <a:lnTo>
                  <a:pt x="773230" y="379018"/>
                </a:lnTo>
                <a:lnTo>
                  <a:pt x="773948" y="380365"/>
                </a:lnTo>
                <a:lnTo>
                  <a:pt x="774748" y="381655"/>
                </a:lnTo>
                <a:lnTo>
                  <a:pt x="775627" y="382885"/>
                </a:lnTo>
                <a:lnTo>
                  <a:pt x="776583" y="384051"/>
                </a:lnTo>
                <a:lnTo>
                  <a:pt x="777611" y="385151"/>
                </a:lnTo>
                <a:lnTo>
                  <a:pt x="778710" y="386180"/>
                </a:lnTo>
                <a:lnTo>
                  <a:pt x="779875" y="387137"/>
                </a:lnTo>
                <a:lnTo>
                  <a:pt x="781103" y="388017"/>
                </a:lnTo>
                <a:lnTo>
                  <a:pt x="782392" y="388818"/>
                </a:lnTo>
                <a:lnTo>
                  <a:pt x="783738" y="389537"/>
                </a:lnTo>
                <a:lnTo>
                  <a:pt x="785139" y="390170"/>
                </a:lnTo>
                <a:lnTo>
                  <a:pt x="786590" y="390714"/>
                </a:lnTo>
                <a:lnTo>
                  <a:pt x="788089" y="391167"/>
                </a:lnTo>
                <a:lnTo>
                  <a:pt x="789633" y="391524"/>
                </a:lnTo>
                <a:lnTo>
                  <a:pt x="791218" y="391783"/>
                </a:lnTo>
                <a:lnTo>
                  <a:pt x="792841" y="391941"/>
                </a:lnTo>
                <a:lnTo>
                  <a:pt x="794500" y="391994"/>
                </a:lnTo>
                <a:lnTo>
                  <a:pt x="796161" y="391941"/>
                </a:lnTo>
                <a:lnTo>
                  <a:pt x="797786" y="391783"/>
                </a:lnTo>
                <a:lnTo>
                  <a:pt x="799373" y="391524"/>
                </a:lnTo>
                <a:lnTo>
                  <a:pt x="800918" y="391167"/>
                </a:lnTo>
                <a:lnTo>
                  <a:pt x="802418" y="390714"/>
                </a:lnTo>
                <a:lnTo>
                  <a:pt x="803870" y="390170"/>
                </a:lnTo>
                <a:lnTo>
                  <a:pt x="805271" y="389537"/>
                </a:lnTo>
                <a:lnTo>
                  <a:pt x="806618" y="388818"/>
                </a:lnTo>
                <a:lnTo>
                  <a:pt x="807908" y="388017"/>
                </a:lnTo>
                <a:lnTo>
                  <a:pt x="809137" y="387137"/>
                </a:lnTo>
                <a:lnTo>
                  <a:pt x="810303" y="386180"/>
                </a:lnTo>
                <a:lnTo>
                  <a:pt x="811401" y="385151"/>
                </a:lnTo>
                <a:lnTo>
                  <a:pt x="812430" y="384051"/>
                </a:lnTo>
                <a:lnTo>
                  <a:pt x="813386" y="382885"/>
                </a:lnTo>
                <a:lnTo>
                  <a:pt x="814266" y="381655"/>
                </a:lnTo>
                <a:lnTo>
                  <a:pt x="815066" y="380365"/>
                </a:lnTo>
                <a:lnTo>
                  <a:pt x="815784" y="379018"/>
                </a:lnTo>
                <a:lnTo>
                  <a:pt x="816417" y="377616"/>
                </a:lnTo>
                <a:lnTo>
                  <a:pt x="816961" y="376164"/>
                </a:lnTo>
                <a:lnTo>
                  <a:pt x="817413" y="374663"/>
                </a:lnTo>
                <a:lnTo>
                  <a:pt x="817770" y="373118"/>
                </a:lnTo>
                <a:lnTo>
                  <a:pt x="818028" y="371531"/>
                </a:lnTo>
                <a:lnTo>
                  <a:pt x="818186" y="369906"/>
                </a:lnTo>
                <a:lnTo>
                  <a:pt x="818239" y="368246"/>
                </a:lnTo>
                <a:lnTo>
                  <a:pt x="818186" y="366584"/>
                </a:lnTo>
                <a:lnTo>
                  <a:pt x="818028" y="364957"/>
                </a:lnTo>
                <a:lnTo>
                  <a:pt x="817770" y="363369"/>
                </a:lnTo>
                <a:lnTo>
                  <a:pt x="817413" y="361823"/>
                </a:lnTo>
                <a:lnTo>
                  <a:pt x="816961" y="360321"/>
                </a:lnTo>
                <a:lnTo>
                  <a:pt x="816417" y="358868"/>
                </a:lnTo>
                <a:lnTo>
                  <a:pt x="815784" y="357465"/>
                </a:lnTo>
                <a:lnTo>
                  <a:pt x="815066" y="356117"/>
                </a:lnTo>
                <a:close/>
                <a:moveTo>
                  <a:pt x="725310" y="66231"/>
                </a:moveTo>
                <a:lnTo>
                  <a:pt x="723939" y="64349"/>
                </a:lnTo>
                <a:lnTo>
                  <a:pt x="722454" y="62556"/>
                </a:lnTo>
                <a:lnTo>
                  <a:pt x="720862" y="60860"/>
                </a:lnTo>
                <a:lnTo>
                  <a:pt x="719167" y="59266"/>
                </a:lnTo>
                <a:lnTo>
                  <a:pt x="717376" y="57780"/>
                </a:lnTo>
                <a:lnTo>
                  <a:pt x="715495" y="56408"/>
                </a:lnTo>
                <a:lnTo>
                  <a:pt x="713529" y="55156"/>
                </a:lnTo>
                <a:lnTo>
                  <a:pt x="711485" y="54029"/>
                </a:lnTo>
                <a:lnTo>
                  <a:pt x="709367" y="53034"/>
                </a:lnTo>
                <a:lnTo>
                  <a:pt x="707183" y="52175"/>
                </a:lnTo>
                <a:lnTo>
                  <a:pt x="704937" y="51460"/>
                </a:lnTo>
                <a:lnTo>
                  <a:pt x="702636" y="50893"/>
                </a:lnTo>
                <a:lnTo>
                  <a:pt x="700285" y="50481"/>
                </a:lnTo>
                <a:lnTo>
                  <a:pt x="697890" y="50230"/>
                </a:lnTo>
                <a:lnTo>
                  <a:pt x="695458" y="50145"/>
                </a:lnTo>
                <a:lnTo>
                  <a:pt x="692905" y="50230"/>
                </a:lnTo>
                <a:lnTo>
                  <a:pt x="690411" y="50481"/>
                </a:lnTo>
                <a:lnTo>
                  <a:pt x="687979" y="50893"/>
                </a:lnTo>
                <a:lnTo>
                  <a:pt x="685614" y="51460"/>
                </a:lnTo>
                <a:lnTo>
                  <a:pt x="683321" y="52175"/>
                </a:lnTo>
                <a:lnTo>
                  <a:pt x="681105" y="53034"/>
                </a:lnTo>
                <a:lnTo>
                  <a:pt x="678969" y="54029"/>
                </a:lnTo>
                <a:lnTo>
                  <a:pt x="676918" y="55156"/>
                </a:lnTo>
                <a:lnTo>
                  <a:pt x="674956" y="56408"/>
                </a:lnTo>
                <a:lnTo>
                  <a:pt x="673089" y="57780"/>
                </a:lnTo>
                <a:lnTo>
                  <a:pt x="671320" y="59266"/>
                </a:lnTo>
                <a:lnTo>
                  <a:pt x="669655" y="60860"/>
                </a:lnTo>
                <a:lnTo>
                  <a:pt x="668096" y="62556"/>
                </a:lnTo>
                <a:lnTo>
                  <a:pt x="666650" y="64348"/>
                </a:lnTo>
                <a:lnTo>
                  <a:pt x="665320" y="66231"/>
                </a:lnTo>
                <a:lnTo>
                  <a:pt x="664112" y="68199"/>
                </a:lnTo>
                <a:lnTo>
                  <a:pt x="663028" y="70246"/>
                </a:lnTo>
                <a:lnTo>
                  <a:pt x="662075" y="72365"/>
                </a:lnTo>
                <a:lnTo>
                  <a:pt x="661256" y="74552"/>
                </a:lnTo>
                <a:lnTo>
                  <a:pt x="660576" y="76800"/>
                </a:lnTo>
                <a:lnTo>
                  <a:pt x="660039" y="79104"/>
                </a:lnTo>
                <a:lnTo>
                  <a:pt x="659650" y="81458"/>
                </a:lnTo>
                <a:lnTo>
                  <a:pt x="659413" y="83855"/>
                </a:lnTo>
                <a:lnTo>
                  <a:pt x="659333" y="86291"/>
                </a:lnTo>
                <a:lnTo>
                  <a:pt x="659418" y="88728"/>
                </a:lnTo>
                <a:lnTo>
                  <a:pt x="659670" y="91126"/>
                </a:lnTo>
                <a:lnTo>
                  <a:pt x="660081" y="93481"/>
                </a:lnTo>
                <a:lnTo>
                  <a:pt x="660647" y="95786"/>
                </a:lnTo>
                <a:lnTo>
                  <a:pt x="661362" y="98034"/>
                </a:lnTo>
                <a:lnTo>
                  <a:pt x="662220" y="100222"/>
                </a:lnTo>
                <a:lnTo>
                  <a:pt x="663215" y="102341"/>
                </a:lnTo>
                <a:lnTo>
                  <a:pt x="664341" y="104388"/>
                </a:lnTo>
                <a:lnTo>
                  <a:pt x="665593" y="106356"/>
                </a:lnTo>
                <a:lnTo>
                  <a:pt x="666964" y="108238"/>
                </a:lnTo>
                <a:lnTo>
                  <a:pt x="668449" y="110031"/>
                </a:lnTo>
                <a:lnTo>
                  <a:pt x="670042" y="111726"/>
                </a:lnTo>
                <a:lnTo>
                  <a:pt x="671737" y="113320"/>
                </a:lnTo>
                <a:lnTo>
                  <a:pt x="673528" y="114805"/>
                </a:lnTo>
                <a:lnTo>
                  <a:pt x="675410" y="116177"/>
                </a:lnTo>
                <a:lnTo>
                  <a:pt x="677376" y="117428"/>
                </a:lnTo>
                <a:lnTo>
                  <a:pt x="679422" y="118555"/>
                </a:lnTo>
                <a:lnTo>
                  <a:pt x="681540" y="119550"/>
                </a:lnTo>
                <a:lnTo>
                  <a:pt x="683726" y="120407"/>
                </a:lnTo>
                <a:lnTo>
                  <a:pt x="685973" y="121122"/>
                </a:lnTo>
                <a:lnTo>
                  <a:pt x="688275" y="121688"/>
                </a:lnTo>
                <a:lnTo>
                  <a:pt x="690627" y="122100"/>
                </a:lnTo>
                <a:lnTo>
                  <a:pt x="693024" y="122351"/>
                </a:lnTo>
                <a:lnTo>
                  <a:pt x="695458" y="122436"/>
                </a:lnTo>
                <a:lnTo>
                  <a:pt x="697890" y="122351"/>
                </a:lnTo>
                <a:lnTo>
                  <a:pt x="700285" y="122100"/>
                </a:lnTo>
                <a:lnTo>
                  <a:pt x="702636" y="121688"/>
                </a:lnTo>
                <a:lnTo>
                  <a:pt x="704937" y="121122"/>
                </a:lnTo>
                <a:lnTo>
                  <a:pt x="707183" y="120407"/>
                </a:lnTo>
                <a:lnTo>
                  <a:pt x="709367" y="119550"/>
                </a:lnTo>
                <a:lnTo>
                  <a:pt x="711485" y="118555"/>
                </a:lnTo>
                <a:lnTo>
                  <a:pt x="713529" y="117428"/>
                </a:lnTo>
                <a:lnTo>
                  <a:pt x="715495" y="116177"/>
                </a:lnTo>
                <a:lnTo>
                  <a:pt x="717376" y="114805"/>
                </a:lnTo>
                <a:lnTo>
                  <a:pt x="719167" y="113320"/>
                </a:lnTo>
                <a:lnTo>
                  <a:pt x="720862" y="111726"/>
                </a:lnTo>
                <a:lnTo>
                  <a:pt x="722454" y="110031"/>
                </a:lnTo>
                <a:lnTo>
                  <a:pt x="723939" y="108239"/>
                </a:lnTo>
                <a:lnTo>
                  <a:pt x="725310" y="106356"/>
                </a:lnTo>
                <a:lnTo>
                  <a:pt x="726561" y="104388"/>
                </a:lnTo>
                <a:lnTo>
                  <a:pt x="727687" y="102341"/>
                </a:lnTo>
                <a:lnTo>
                  <a:pt x="728682" y="100222"/>
                </a:lnTo>
                <a:lnTo>
                  <a:pt x="729539" y="98034"/>
                </a:lnTo>
                <a:lnTo>
                  <a:pt x="730254" y="95786"/>
                </a:lnTo>
                <a:lnTo>
                  <a:pt x="730820" y="93481"/>
                </a:lnTo>
                <a:lnTo>
                  <a:pt x="731232" y="91126"/>
                </a:lnTo>
                <a:lnTo>
                  <a:pt x="731483" y="88728"/>
                </a:lnTo>
                <a:lnTo>
                  <a:pt x="731568" y="86291"/>
                </a:lnTo>
                <a:lnTo>
                  <a:pt x="731483" y="83855"/>
                </a:lnTo>
                <a:lnTo>
                  <a:pt x="731232" y="81458"/>
                </a:lnTo>
                <a:lnTo>
                  <a:pt x="730820" y="79104"/>
                </a:lnTo>
                <a:lnTo>
                  <a:pt x="730254" y="76800"/>
                </a:lnTo>
                <a:lnTo>
                  <a:pt x="729539" y="74552"/>
                </a:lnTo>
                <a:lnTo>
                  <a:pt x="728682" y="72365"/>
                </a:lnTo>
                <a:lnTo>
                  <a:pt x="727687" y="70246"/>
                </a:lnTo>
                <a:lnTo>
                  <a:pt x="726561" y="68199"/>
                </a:lnTo>
                <a:lnTo>
                  <a:pt x="725310" y="66231"/>
                </a:lnTo>
                <a:close/>
                <a:moveTo>
                  <a:pt x="624942" y="158611"/>
                </a:moveTo>
                <a:lnTo>
                  <a:pt x="624588" y="159238"/>
                </a:lnTo>
                <a:lnTo>
                  <a:pt x="624255" y="159879"/>
                </a:lnTo>
                <a:lnTo>
                  <a:pt x="623943" y="160530"/>
                </a:lnTo>
                <a:lnTo>
                  <a:pt x="623654" y="161189"/>
                </a:lnTo>
                <a:lnTo>
                  <a:pt x="623388" y="161856"/>
                </a:lnTo>
                <a:lnTo>
                  <a:pt x="623146" y="162529"/>
                </a:lnTo>
                <a:lnTo>
                  <a:pt x="622930" y="163205"/>
                </a:lnTo>
                <a:lnTo>
                  <a:pt x="622739" y="163882"/>
                </a:lnTo>
                <a:lnTo>
                  <a:pt x="622575" y="164560"/>
                </a:lnTo>
                <a:lnTo>
                  <a:pt x="622439" y="165235"/>
                </a:lnTo>
                <a:lnTo>
                  <a:pt x="622332" y="165907"/>
                </a:lnTo>
                <a:lnTo>
                  <a:pt x="622254" y="166574"/>
                </a:lnTo>
                <a:lnTo>
                  <a:pt x="622207" y="167233"/>
                </a:lnTo>
                <a:lnTo>
                  <a:pt x="622191" y="167883"/>
                </a:lnTo>
                <a:lnTo>
                  <a:pt x="622191" y="196805"/>
                </a:lnTo>
                <a:lnTo>
                  <a:pt x="766647" y="196805"/>
                </a:lnTo>
                <a:lnTo>
                  <a:pt x="766647" y="168915"/>
                </a:lnTo>
                <a:lnTo>
                  <a:pt x="766631" y="168265"/>
                </a:lnTo>
                <a:lnTo>
                  <a:pt x="766583" y="167606"/>
                </a:lnTo>
                <a:lnTo>
                  <a:pt x="766506" y="166939"/>
                </a:lnTo>
                <a:lnTo>
                  <a:pt x="766398" y="166267"/>
                </a:lnTo>
                <a:lnTo>
                  <a:pt x="766262" y="165592"/>
                </a:lnTo>
                <a:lnTo>
                  <a:pt x="766098" y="164914"/>
                </a:lnTo>
                <a:lnTo>
                  <a:pt x="765908" y="164237"/>
                </a:lnTo>
                <a:lnTo>
                  <a:pt x="765691" y="163561"/>
                </a:lnTo>
                <a:lnTo>
                  <a:pt x="765449" y="162888"/>
                </a:lnTo>
                <a:lnTo>
                  <a:pt x="765183" y="162221"/>
                </a:lnTo>
                <a:lnTo>
                  <a:pt x="764894" y="161562"/>
                </a:lnTo>
                <a:lnTo>
                  <a:pt x="764582" y="160911"/>
                </a:lnTo>
                <a:lnTo>
                  <a:pt x="764249" y="160270"/>
                </a:lnTo>
                <a:lnTo>
                  <a:pt x="763896" y="159643"/>
                </a:lnTo>
                <a:lnTo>
                  <a:pt x="763522" y="159030"/>
                </a:lnTo>
                <a:lnTo>
                  <a:pt x="763130" y="158433"/>
                </a:lnTo>
                <a:lnTo>
                  <a:pt x="762720" y="157853"/>
                </a:lnTo>
                <a:lnTo>
                  <a:pt x="762292" y="157294"/>
                </a:lnTo>
                <a:lnTo>
                  <a:pt x="761849" y="156756"/>
                </a:lnTo>
                <a:lnTo>
                  <a:pt x="761391" y="156242"/>
                </a:lnTo>
                <a:lnTo>
                  <a:pt x="760918" y="155753"/>
                </a:lnTo>
                <a:lnTo>
                  <a:pt x="760431" y="155290"/>
                </a:lnTo>
                <a:lnTo>
                  <a:pt x="759932" y="154857"/>
                </a:lnTo>
                <a:lnTo>
                  <a:pt x="759422" y="154454"/>
                </a:lnTo>
                <a:lnTo>
                  <a:pt x="758121" y="153433"/>
                </a:lnTo>
                <a:lnTo>
                  <a:pt x="756800" y="152434"/>
                </a:lnTo>
                <a:lnTo>
                  <a:pt x="755459" y="151457"/>
                </a:lnTo>
                <a:lnTo>
                  <a:pt x="754100" y="150503"/>
                </a:lnTo>
                <a:lnTo>
                  <a:pt x="752722" y="149572"/>
                </a:lnTo>
                <a:lnTo>
                  <a:pt x="751328" y="148665"/>
                </a:lnTo>
                <a:lnTo>
                  <a:pt x="749918" y="147782"/>
                </a:lnTo>
                <a:lnTo>
                  <a:pt x="748493" y="146924"/>
                </a:lnTo>
                <a:lnTo>
                  <a:pt x="747053" y="146091"/>
                </a:lnTo>
                <a:lnTo>
                  <a:pt x="745600" y="145283"/>
                </a:lnTo>
                <a:lnTo>
                  <a:pt x="744134" y="144501"/>
                </a:lnTo>
                <a:lnTo>
                  <a:pt x="742657" y="143746"/>
                </a:lnTo>
                <a:lnTo>
                  <a:pt x="741169" y="143017"/>
                </a:lnTo>
                <a:lnTo>
                  <a:pt x="739671" y="142316"/>
                </a:lnTo>
                <a:lnTo>
                  <a:pt x="738164" y="141642"/>
                </a:lnTo>
                <a:lnTo>
                  <a:pt x="736649" y="140996"/>
                </a:lnTo>
                <a:lnTo>
                  <a:pt x="735127" y="140379"/>
                </a:lnTo>
                <a:lnTo>
                  <a:pt x="733598" y="139791"/>
                </a:lnTo>
                <a:lnTo>
                  <a:pt x="732064" y="139233"/>
                </a:lnTo>
                <a:lnTo>
                  <a:pt x="730526" y="138704"/>
                </a:lnTo>
                <a:lnTo>
                  <a:pt x="728983" y="138206"/>
                </a:lnTo>
                <a:lnTo>
                  <a:pt x="727438" y="137738"/>
                </a:lnTo>
                <a:lnTo>
                  <a:pt x="725891" y="137302"/>
                </a:lnTo>
                <a:lnTo>
                  <a:pt x="724343" y="136897"/>
                </a:lnTo>
                <a:lnTo>
                  <a:pt x="723177" y="136639"/>
                </a:lnTo>
                <a:lnTo>
                  <a:pt x="722000" y="136382"/>
                </a:lnTo>
                <a:lnTo>
                  <a:pt x="720814" y="136127"/>
                </a:lnTo>
                <a:lnTo>
                  <a:pt x="719618" y="135875"/>
                </a:lnTo>
                <a:lnTo>
                  <a:pt x="718413" y="135626"/>
                </a:lnTo>
                <a:lnTo>
                  <a:pt x="717199" y="135382"/>
                </a:lnTo>
                <a:lnTo>
                  <a:pt x="715978" y="135143"/>
                </a:lnTo>
                <a:lnTo>
                  <a:pt x="714749" y="134910"/>
                </a:lnTo>
                <a:lnTo>
                  <a:pt x="713513" y="134684"/>
                </a:lnTo>
                <a:lnTo>
                  <a:pt x="712270" y="134467"/>
                </a:lnTo>
                <a:lnTo>
                  <a:pt x="711021" y="134258"/>
                </a:lnTo>
                <a:lnTo>
                  <a:pt x="709766" y="134059"/>
                </a:lnTo>
                <a:lnTo>
                  <a:pt x="708506" y="133871"/>
                </a:lnTo>
                <a:lnTo>
                  <a:pt x="707241" y="133695"/>
                </a:lnTo>
                <a:lnTo>
                  <a:pt x="705972" y="133531"/>
                </a:lnTo>
                <a:lnTo>
                  <a:pt x="704699" y="133381"/>
                </a:lnTo>
                <a:lnTo>
                  <a:pt x="703422" y="133245"/>
                </a:lnTo>
                <a:lnTo>
                  <a:pt x="702142" y="133124"/>
                </a:lnTo>
                <a:lnTo>
                  <a:pt x="700860" y="133019"/>
                </a:lnTo>
                <a:lnTo>
                  <a:pt x="699576" y="132932"/>
                </a:lnTo>
                <a:lnTo>
                  <a:pt x="698289" y="132862"/>
                </a:lnTo>
                <a:lnTo>
                  <a:pt x="697002" y="132811"/>
                </a:lnTo>
                <a:lnTo>
                  <a:pt x="695714" y="132780"/>
                </a:lnTo>
                <a:lnTo>
                  <a:pt x="694426" y="132769"/>
                </a:lnTo>
                <a:lnTo>
                  <a:pt x="693136" y="132775"/>
                </a:lnTo>
                <a:lnTo>
                  <a:pt x="691846" y="132792"/>
                </a:lnTo>
                <a:lnTo>
                  <a:pt x="690557" y="132820"/>
                </a:lnTo>
                <a:lnTo>
                  <a:pt x="689270" y="132860"/>
                </a:lnTo>
                <a:lnTo>
                  <a:pt x="687984" y="132913"/>
                </a:lnTo>
                <a:lnTo>
                  <a:pt x="686701" y="132979"/>
                </a:lnTo>
                <a:lnTo>
                  <a:pt x="685420" y="133058"/>
                </a:lnTo>
                <a:lnTo>
                  <a:pt x="684143" y="133152"/>
                </a:lnTo>
                <a:lnTo>
                  <a:pt x="682869" y="133259"/>
                </a:lnTo>
                <a:lnTo>
                  <a:pt x="681599" y="133382"/>
                </a:lnTo>
                <a:lnTo>
                  <a:pt x="680333" y="133519"/>
                </a:lnTo>
                <a:lnTo>
                  <a:pt x="679073" y="133672"/>
                </a:lnTo>
                <a:lnTo>
                  <a:pt x="677818" y="133842"/>
                </a:lnTo>
                <a:lnTo>
                  <a:pt x="676568" y="134028"/>
                </a:lnTo>
                <a:lnTo>
                  <a:pt x="675325" y="134231"/>
                </a:lnTo>
                <a:lnTo>
                  <a:pt x="674089" y="134451"/>
                </a:lnTo>
                <a:lnTo>
                  <a:pt x="672860" y="134689"/>
                </a:lnTo>
                <a:lnTo>
                  <a:pt x="671638" y="134946"/>
                </a:lnTo>
                <a:lnTo>
                  <a:pt x="670425" y="135222"/>
                </a:lnTo>
                <a:lnTo>
                  <a:pt x="669220" y="135516"/>
                </a:lnTo>
                <a:lnTo>
                  <a:pt x="668024" y="135831"/>
                </a:lnTo>
                <a:lnTo>
                  <a:pt x="666837" y="136166"/>
                </a:lnTo>
                <a:lnTo>
                  <a:pt x="665660" y="136521"/>
                </a:lnTo>
                <a:lnTo>
                  <a:pt x="664494" y="136897"/>
                </a:lnTo>
                <a:lnTo>
                  <a:pt x="662946" y="137302"/>
                </a:lnTo>
                <a:lnTo>
                  <a:pt x="661399" y="137738"/>
                </a:lnTo>
                <a:lnTo>
                  <a:pt x="659854" y="138204"/>
                </a:lnTo>
                <a:lnTo>
                  <a:pt x="658312" y="138699"/>
                </a:lnTo>
                <a:lnTo>
                  <a:pt x="656773" y="139223"/>
                </a:lnTo>
                <a:lnTo>
                  <a:pt x="655239" y="139775"/>
                </a:lnTo>
                <a:lnTo>
                  <a:pt x="653711" y="140354"/>
                </a:lnTo>
                <a:lnTo>
                  <a:pt x="652189" y="140958"/>
                </a:lnTo>
                <a:lnTo>
                  <a:pt x="650674" y="141588"/>
                </a:lnTo>
                <a:lnTo>
                  <a:pt x="649167" y="142241"/>
                </a:lnTo>
                <a:lnTo>
                  <a:pt x="647669" y="142918"/>
                </a:lnTo>
                <a:lnTo>
                  <a:pt x="646181" y="143617"/>
                </a:lnTo>
                <a:lnTo>
                  <a:pt x="644703" y="144337"/>
                </a:lnTo>
                <a:lnTo>
                  <a:pt x="643238" y="145078"/>
                </a:lnTo>
                <a:lnTo>
                  <a:pt x="641785" y="145839"/>
                </a:lnTo>
                <a:lnTo>
                  <a:pt x="640345" y="146618"/>
                </a:lnTo>
                <a:lnTo>
                  <a:pt x="638919" y="147416"/>
                </a:lnTo>
                <a:lnTo>
                  <a:pt x="637509" y="148230"/>
                </a:lnTo>
                <a:lnTo>
                  <a:pt x="636115" y="149060"/>
                </a:lnTo>
                <a:lnTo>
                  <a:pt x="634738" y="149906"/>
                </a:lnTo>
                <a:lnTo>
                  <a:pt x="633378" y="150766"/>
                </a:lnTo>
                <a:lnTo>
                  <a:pt x="632037" y="151639"/>
                </a:lnTo>
                <a:lnTo>
                  <a:pt x="630716" y="152525"/>
                </a:lnTo>
                <a:lnTo>
                  <a:pt x="629416" y="153422"/>
                </a:lnTo>
                <a:lnTo>
                  <a:pt x="628905" y="153825"/>
                </a:lnTo>
                <a:lnTo>
                  <a:pt x="628406" y="154258"/>
                </a:lnTo>
                <a:lnTo>
                  <a:pt x="627920" y="154721"/>
                </a:lnTo>
                <a:lnTo>
                  <a:pt x="627447" y="155210"/>
                </a:lnTo>
                <a:lnTo>
                  <a:pt x="626988" y="155724"/>
                </a:lnTo>
                <a:lnTo>
                  <a:pt x="626545" y="156262"/>
                </a:lnTo>
                <a:lnTo>
                  <a:pt x="626118" y="156821"/>
                </a:lnTo>
                <a:lnTo>
                  <a:pt x="625708" y="157401"/>
                </a:lnTo>
                <a:lnTo>
                  <a:pt x="625315" y="157998"/>
                </a:lnTo>
                <a:lnTo>
                  <a:pt x="624942" y="158611"/>
                </a:lnTo>
                <a:close/>
                <a:moveTo>
                  <a:pt x="410018" y="51896"/>
                </a:moveTo>
                <a:lnTo>
                  <a:pt x="408990" y="50797"/>
                </a:lnTo>
                <a:lnTo>
                  <a:pt x="407892" y="49767"/>
                </a:lnTo>
                <a:lnTo>
                  <a:pt x="406728" y="48811"/>
                </a:lnTo>
                <a:lnTo>
                  <a:pt x="405499" y="47930"/>
                </a:lnTo>
                <a:lnTo>
                  <a:pt x="404210" y="47129"/>
                </a:lnTo>
                <a:lnTo>
                  <a:pt x="402864" y="46410"/>
                </a:lnTo>
                <a:lnTo>
                  <a:pt x="401464" y="45777"/>
                </a:lnTo>
                <a:lnTo>
                  <a:pt x="400012" y="45233"/>
                </a:lnTo>
                <a:lnTo>
                  <a:pt x="398512" y="44781"/>
                </a:lnTo>
                <a:lnTo>
                  <a:pt x="396968" y="44423"/>
                </a:lnTo>
                <a:lnTo>
                  <a:pt x="395381" y="44164"/>
                </a:lnTo>
                <a:lnTo>
                  <a:pt x="393756" y="44006"/>
                </a:lnTo>
                <a:lnTo>
                  <a:pt x="392096" y="43953"/>
                </a:lnTo>
                <a:lnTo>
                  <a:pt x="390435" y="44012"/>
                </a:lnTo>
                <a:lnTo>
                  <a:pt x="388810" y="44184"/>
                </a:lnTo>
                <a:lnTo>
                  <a:pt x="387224" y="44466"/>
                </a:lnTo>
                <a:lnTo>
                  <a:pt x="385679" y="44852"/>
                </a:lnTo>
                <a:lnTo>
                  <a:pt x="384178" y="45339"/>
                </a:lnTo>
                <a:lnTo>
                  <a:pt x="382726" y="45922"/>
                </a:lnTo>
                <a:lnTo>
                  <a:pt x="381325" y="46597"/>
                </a:lnTo>
                <a:lnTo>
                  <a:pt x="379978" y="47358"/>
                </a:lnTo>
                <a:lnTo>
                  <a:pt x="378688" y="48202"/>
                </a:lnTo>
                <a:lnTo>
                  <a:pt x="377459" y="49124"/>
                </a:lnTo>
                <a:lnTo>
                  <a:pt x="376294" y="50119"/>
                </a:lnTo>
                <a:lnTo>
                  <a:pt x="375195" y="51184"/>
                </a:lnTo>
                <a:lnTo>
                  <a:pt x="374166" y="52312"/>
                </a:lnTo>
                <a:lnTo>
                  <a:pt x="373210" y="53501"/>
                </a:lnTo>
                <a:lnTo>
                  <a:pt x="372330" y="54746"/>
                </a:lnTo>
                <a:lnTo>
                  <a:pt x="371530" y="56041"/>
                </a:lnTo>
                <a:lnTo>
                  <a:pt x="370812" y="57383"/>
                </a:lnTo>
                <a:lnTo>
                  <a:pt x="370180" y="58767"/>
                </a:lnTo>
                <a:lnTo>
                  <a:pt x="369636" y="60188"/>
                </a:lnTo>
                <a:lnTo>
                  <a:pt x="369184" y="61643"/>
                </a:lnTo>
                <a:lnTo>
                  <a:pt x="368827" y="63126"/>
                </a:lnTo>
                <a:lnTo>
                  <a:pt x="368568" y="64633"/>
                </a:lnTo>
                <a:lnTo>
                  <a:pt x="368410" y="66160"/>
                </a:lnTo>
                <a:lnTo>
                  <a:pt x="368357" y="67702"/>
                </a:lnTo>
                <a:lnTo>
                  <a:pt x="368410" y="69364"/>
                </a:lnTo>
                <a:lnTo>
                  <a:pt x="368568" y="70990"/>
                </a:lnTo>
                <a:lnTo>
                  <a:pt x="368827" y="72578"/>
                </a:lnTo>
                <a:lnTo>
                  <a:pt x="369184" y="74125"/>
                </a:lnTo>
                <a:lnTo>
                  <a:pt x="369636" y="75626"/>
                </a:lnTo>
                <a:lnTo>
                  <a:pt x="370180" y="77080"/>
                </a:lnTo>
                <a:lnTo>
                  <a:pt x="370812" y="78482"/>
                </a:lnTo>
                <a:lnTo>
                  <a:pt x="371530" y="79831"/>
                </a:lnTo>
                <a:lnTo>
                  <a:pt x="372330" y="81122"/>
                </a:lnTo>
                <a:lnTo>
                  <a:pt x="373210" y="82352"/>
                </a:lnTo>
                <a:lnTo>
                  <a:pt x="374166" y="83519"/>
                </a:lnTo>
                <a:lnTo>
                  <a:pt x="375195" y="84619"/>
                </a:lnTo>
                <a:lnTo>
                  <a:pt x="376294" y="85649"/>
                </a:lnTo>
                <a:lnTo>
                  <a:pt x="377459" y="86606"/>
                </a:lnTo>
                <a:lnTo>
                  <a:pt x="378688" y="87486"/>
                </a:lnTo>
                <a:lnTo>
                  <a:pt x="379978" y="88288"/>
                </a:lnTo>
                <a:lnTo>
                  <a:pt x="381325" y="89006"/>
                </a:lnTo>
                <a:lnTo>
                  <a:pt x="382726" y="89640"/>
                </a:lnTo>
                <a:lnTo>
                  <a:pt x="384179" y="90184"/>
                </a:lnTo>
                <a:lnTo>
                  <a:pt x="385679" y="90636"/>
                </a:lnTo>
                <a:lnTo>
                  <a:pt x="387224" y="90994"/>
                </a:lnTo>
                <a:lnTo>
                  <a:pt x="388810" y="91253"/>
                </a:lnTo>
                <a:lnTo>
                  <a:pt x="390435" y="91411"/>
                </a:lnTo>
                <a:lnTo>
                  <a:pt x="392096" y="91464"/>
                </a:lnTo>
                <a:lnTo>
                  <a:pt x="393756" y="91411"/>
                </a:lnTo>
                <a:lnTo>
                  <a:pt x="395381" y="91253"/>
                </a:lnTo>
                <a:lnTo>
                  <a:pt x="396968" y="90994"/>
                </a:lnTo>
                <a:lnTo>
                  <a:pt x="398512" y="90636"/>
                </a:lnTo>
                <a:lnTo>
                  <a:pt x="400012" y="90184"/>
                </a:lnTo>
                <a:lnTo>
                  <a:pt x="401464" y="89640"/>
                </a:lnTo>
                <a:lnTo>
                  <a:pt x="402864" y="89006"/>
                </a:lnTo>
                <a:lnTo>
                  <a:pt x="404210" y="88288"/>
                </a:lnTo>
                <a:lnTo>
                  <a:pt x="405499" y="87486"/>
                </a:lnTo>
                <a:lnTo>
                  <a:pt x="406728" y="86606"/>
                </a:lnTo>
                <a:lnTo>
                  <a:pt x="407892" y="85649"/>
                </a:lnTo>
                <a:lnTo>
                  <a:pt x="408990" y="84619"/>
                </a:lnTo>
                <a:lnTo>
                  <a:pt x="410018" y="83519"/>
                </a:lnTo>
                <a:lnTo>
                  <a:pt x="410973" y="82352"/>
                </a:lnTo>
                <a:lnTo>
                  <a:pt x="411852" y="81122"/>
                </a:lnTo>
                <a:lnTo>
                  <a:pt x="412652" y="79831"/>
                </a:lnTo>
                <a:lnTo>
                  <a:pt x="413369" y="78482"/>
                </a:lnTo>
                <a:lnTo>
                  <a:pt x="414001" y="77080"/>
                </a:lnTo>
                <a:lnTo>
                  <a:pt x="414544" y="75626"/>
                </a:lnTo>
                <a:lnTo>
                  <a:pt x="414995" y="74125"/>
                </a:lnTo>
                <a:lnTo>
                  <a:pt x="415352" y="72578"/>
                </a:lnTo>
                <a:lnTo>
                  <a:pt x="415611" y="70990"/>
                </a:lnTo>
                <a:lnTo>
                  <a:pt x="415768" y="69364"/>
                </a:lnTo>
                <a:lnTo>
                  <a:pt x="415821" y="67702"/>
                </a:lnTo>
                <a:lnTo>
                  <a:pt x="415768" y="66041"/>
                </a:lnTo>
                <a:lnTo>
                  <a:pt x="415611" y="64416"/>
                </a:lnTo>
                <a:lnTo>
                  <a:pt x="415352" y="62830"/>
                </a:lnTo>
                <a:lnTo>
                  <a:pt x="414995" y="61284"/>
                </a:lnTo>
                <a:lnTo>
                  <a:pt x="414544" y="59784"/>
                </a:lnTo>
                <a:lnTo>
                  <a:pt x="414001" y="58331"/>
                </a:lnTo>
                <a:lnTo>
                  <a:pt x="413369" y="56930"/>
                </a:lnTo>
                <a:lnTo>
                  <a:pt x="412652" y="55582"/>
                </a:lnTo>
                <a:lnTo>
                  <a:pt x="411852" y="54292"/>
                </a:lnTo>
                <a:lnTo>
                  <a:pt x="410973" y="53062"/>
                </a:lnTo>
                <a:lnTo>
                  <a:pt x="410018" y="51896"/>
                </a:lnTo>
                <a:close/>
                <a:moveTo>
                  <a:pt x="345019" y="115986"/>
                </a:moveTo>
                <a:lnTo>
                  <a:pt x="344802" y="116379"/>
                </a:lnTo>
                <a:lnTo>
                  <a:pt x="344600" y="116782"/>
                </a:lnTo>
                <a:lnTo>
                  <a:pt x="344416" y="117196"/>
                </a:lnTo>
                <a:lnTo>
                  <a:pt x="344250" y="117620"/>
                </a:lnTo>
                <a:lnTo>
                  <a:pt x="344101" y="118056"/>
                </a:lnTo>
                <a:lnTo>
                  <a:pt x="343971" y="118502"/>
                </a:lnTo>
                <a:lnTo>
                  <a:pt x="343859" y="118959"/>
                </a:lnTo>
                <a:lnTo>
                  <a:pt x="343767" y="119426"/>
                </a:lnTo>
                <a:lnTo>
                  <a:pt x="343695" y="119905"/>
                </a:lnTo>
                <a:lnTo>
                  <a:pt x="343642" y="120394"/>
                </a:lnTo>
                <a:lnTo>
                  <a:pt x="343611" y="120894"/>
                </a:lnTo>
                <a:lnTo>
                  <a:pt x="343600" y="121404"/>
                </a:lnTo>
                <a:lnTo>
                  <a:pt x="344632" y="121404"/>
                </a:lnTo>
                <a:lnTo>
                  <a:pt x="344632" y="141039"/>
                </a:lnTo>
                <a:lnTo>
                  <a:pt x="439560" y="141039"/>
                </a:lnTo>
                <a:lnTo>
                  <a:pt x="439560" y="122436"/>
                </a:lnTo>
                <a:lnTo>
                  <a:pt x="439549" y="122044"/>
                </a:lnTo>
                <a:lnTo>
                  <a:pt x="439518" y="121642"/>
                </a:lnTo>
                <a:lnTo>
                  <a:pt x="439465" y="121233"/>
                </a:lnTo>
                <a:lnTo>
                  <a:pt x="439393" y="120817"/>
                </a:lnTo>
                <a:lnTo>
                  <a:pt x="439300" y="120395"/>
                </a:lnTo>
                <a:lnTo>
                  <a:pt x="439189" y="119969"/>
                </a:lnTo>
                <a:lnTo>
                  <a:pt x="439059" y="119541"/>
                </a:lnTo>
                <a:lnTo>
                  <a:pt x="438910" y="119111"/>
                </a:lnTo>
                <a:lnTo>
                  <a:pt x="438744" y="118681"/>
                </a:lnTo>
                <a:lnTo>
                  <a:pt x="438559" y="118253"/>
                </a:lnTo>
                <a:lnTo>
                  <a:pt x="438358" y="117827"/>
                </a:lnTo>
                <a:lnTo>
                  <a:pt x="438141" y="117405"/>
                </a:lnTo>
                <a:lnTo>
                  <a:pt x="437907" y="116989"/>
                </a:lnTo>
                <a:lnTo>
                  <a:pt x="437658" y="116579"/>
                </a:lnTo>
                <a:lnTo>
                  <a:pt x="437393" y="116178"/>
                </a:lnTo>
                <a:lnTo>
                  <a:pt x="437113" y="115786"/>
                </a:lnTo>
                <a:lnTo>
                  <a:pt x="436820" y="115404"/>
                </a:lnTo>
                <a:lnTo>
                  <a:pt x="436512" y="115035"/>
                </a:lnTo>
                <a:lnTo>
                  <a:pt x="436191" y="114679"/>
                </a:lnTo>
                <a:lnTo>
                  <a:pt x="435857" y="114338"/>
                </a:lnTo>
                <a:lnTo>
                  <a:pt x="435510" y="114013"/>
                </a:lnTo>
                <a:lnTo>
                  <a:pt x="435151" y="113706"/>
                </a:lnTo>
                <a:lnTo>
                  <a:pt x="434781" y="113417"/>
                </a:lnTo>
                <a:lnTo>
                  <a:pt x="434399" y="113149"/>
                </a:lnTo>
                <a:lnTo>
                  <a:pt x="433496" y="112509"/>
                </a:lnTo>
                <a:lnTo>
                  <a:pt x="432593" y="111880"/>
                </a:lnTo>
                <a:lnTo>
                  <a:pt x="431688" y="111263"/>
                </a:lnTo>
                <a:lnTo>
                  <a:pt x="430782" y="110658"/>
                </a:lnTo>
                <a:lnTo>
                  <a:pt x="429874" y="110066"/>
                </a:lnTo>
                <a:lnTo>
                  <a:pt x="428965" y="109486"/>
                </a:lnTo>
                <a:lnTo>
                  <a:pt x="428052" y="108920"/>
                </a:lnTo>
                <a:lnTo>
                  <a:pt x="427136" y="108367"/>
                </a:lnTo>
                <a:lnTo>
                  <a:pt x="426217" y="107829"/>
                </a:lnTo>
                <a:lnTo>
                  <a:pt x="425294" y="107306"/>
                </a:lnTo>
                <a:lnTo>
                  <a:pt x="424366" y="106798"/>
                </a:lnTo>
                <a:lnTo>
                  <a:pt x="423433" y="106305"/>
                </a:lnTo>
                <a:lnTo>
                  <a:pt x="422495" y="105829"/>
                </a:lnTo>
                <a:lnTo>
                  <a:pt x="421551" y="105369"/>
                </a:lnTo>
                <a:lnTo>
                  <a:pt x="420601" y="104926"/>
                </a:lnTo>
                <a:lnTo>
                  <a:pt x="419644" y="104501"/>
                </a:lnTo>
                <a:lnTo>
                  <a:pt x="418680" y="104093"/>
                </a:lnTo>
                <a:lnTo>
                  <a:pt x="417708" y="103704"/>
                </a:lnTo>
                <a:lnTo>
                  <a:pt x="416728" y="103334"/>
                </a:lnTo>
                <a:lnTo>
                  <a:pt x="415740" y="102984"/>
                </a:lnTo>
                <a:lnTo>
                  <a:pt x="414743" y="102653"/>
                </a:lnTo>
                <a:lnTo>
                  <a:pt x="413736" y="102342"/>
                </a:lnTo>
                <a:lnTo>
                  <a:pt x="412719" y="102052"/>
                </a:lnTo>
                <a:lnTo>
                  <a:pt x="411693" y="101783"/>
                </a:lnTo>
                <a:lnTo>
                  <a:pt x="410915" y="101531"/>
                </a:lnTo>
                <a:lnTo>
                  <a:pt x="410127" y="101289"/>
                </a:lnTo>
                <a:lnTo>
                  <a:pt x="409331" y="101058"/>
                </a:lnTo>
                <a:lnTo>
                  <a:pt x="408526" y="100837"/>
                </a:lnTo>
                <a:lnTo>
                  <a:pt x="407713" y="100628"/>
                </a:lnTo>
                <a:lnTo>
                  <a:pt x="406895" y="100429"/>
                </a:lnTo>
                <a:lnTo>
                  <a:pt x="406071" y="100241"/>
                </a:lnTo>
                <a:lnTo>
                  <a:pt x="405242" y="100063"/>
                </a:lnTo>
                <a:lnTo>
                  <a:pt x="404410" y="99897"/>
                </a:lnTo>
                <a:lnTo>
                  <a:pt x="403574" y="99741"/>
                </a:lnTo>
                <a:lnTo>
                  <a:pt x="402737" y="99596"/>
                </a:lnTo>
                <a:lnTo>
                  <a:pt x="401899" y="99462"/>
                </a:lnTo>
                <a:lnTo>
                  <a:pt x="401061" y="99338"/>
                </a:lnTo>
                <a:lnTo>
                  <a:pt x="400224" y="99225"/>
                </a:lnTo>
                <a:lnTo>
                  <a:pt x="399389" y="99123"/>
                </a:lnTo>
                <a:lnTo>
                  <a:pt x="398556" y="99032"/>
                </a:lnTo>
                <a:lnTo>
                  <a:pt x="397727" y="98951"/>
                </a:lnTo>
                <a:lnTo>
                  <a:pt x="396902" y="98881"/>
                </a:lnTo>
                <a:lnTo>
                  <a:pt x="396082" y="98822"/>
                </a:lnTo>
                <a:lnTo>
                  <a:pt x="395269" y="98774"/>
                </a:lnTo>
                <a:lnTo>
                  <a:pt x="394463" y="98736"/>
                </a:lnTo>
                <a:lnTo>
                  <a:pt x="393665" y="98709"/>
                </a:lnTo>
                <a:lnTo>
                  <a:pt x="392875" y="98693"/>
                </a:lnTo>
                <a:lnTo>
                  <a:pt x="392096" y="98688"/>
                </a:lnTo>
                <a:lnTo>
                  <a:pt x="391317" y="98693"/>
                </a:lnTo>
                <a:lnTo>
                  <a:pt x="390528" y="98709"/>
                </a:lnTo>
                <a:lnTo>
                  <a:pt x="389729" y="98736"/>
                </a:lnTo>
                <a:lnTo>
                  <a:pt x="388923" y="98774"/>
                </a:lnTo>
                <a:lnTo>
                  <a:pt x="388110" y="98822"/>
                </a:lnTo>
                <a:lnTo>
                  <a:pt x="387290" y="98881"/>
                </a:lnTo>
                <a:lnTo>
                  <a:pt x="386465" y="98951"/>
                </a:lnTo>
                <a:lnTo>
                  <a:pt x="385636" y="99032"/>
                </a:lnTo>
                <a:lnTo>
                  <a:pt x="384803" y="99123"/>
                </a:lnTo>
                <a:lnTo>
                  <a:pt x="383967" y="99225"/>
                </a:lnTo>
                <a:lnTo>
                  <a:pt x="383129" y="99338"/>
                </a:lnTo>
                <a:lnTo>
                  <a:pt x="382291" y="99462"/>
                </a:lnTo>
                <a:lnTo>
                  <a:pt x="381452" y="99596"/>
                </a:lnTo>
                <a:lnTo>
                  <a:pt x="380615" y="99741"/>
                </a:lnTo>
                <a:lnTo>
                  <a:pt x="379779" y="99897"/>
                </a:lnTo>
                <a:lnTo>
                  <a:pt x="378946" y="100063"/>
                </a:lnTo>
                <a:lnTo>
                  <a:pt x="378117" y="100241"/>
                </a:lnTo>
                <a:lnTo>
                  <a:pt x="377292" y="100429"/>
                </a:lnTo>
                <a:lnTo>
                  <a:pt x="376472" y="100628"/>
                </a:lnTo>
                <a:lnTo>
                  <a:pt x="375659" y="100837"/>
                </a:lnTo>
                <a:lnTo>
                  <a:pt x="374852" y="101058"/>
                </a:lnTo>
                <a:lnTo>
                  <a:pt x="374054" y="101289"/>
                </a:lnTo>
                <a:lnTo>
                  <a:pt x="373265" y="101531"/>
                </a:lnTo>
                <a:lnTo>
                  <a:pt x="372486" y="101783"/>
                </a:lnTo>
                <a:lnTo>
                  <a:pt x="371454" y="102047"/>
                </a:lnTo>
                <a:lnTo>
                  <a:pt x="370422" y="102322"/>
                </a:lnTo>
                <a:lnTo>
                  <a:pt x="369392" y="102608"/>
                </a:lnTo>
                <a:lnTo>
                  <a:pt x="368363" y="102907"/>
                </a:lnTo>
                <a:lnTo>
                  <a:pt x="367336" y="103219"/>
                </a:lnTo>
                <a:lnTo>
                  <a:pt x="366311" y="103543"/>
                </a:lnTo>
                <a:lnTo>
                  <a:pt x="365289" y="103881"/>
                </a:lnTo>
                <a:lnTo>
                  <a:pt x="364270" y="104233"/>
                </a:lnTo>
                <a:lnTo>
                  <a:pt x="363255" y="104599"/>
                </a:lnTo>
                <a:lnTo>
                  <a:pt x="362244" y="104981"/>
                </a:lnTo>
                <a:lnTo>
                  <a:pt x="361238" y="105377"/>
                </a:lnTo>
                <a:lnTo>
                  <a:pt x="360236" y="105789"/>
                </a:lnTo>
                <a:lnTo>
                  <a:pt x="359240" y="106217"/>
                </a:lnTo>
                <a:lnTo>
                  <a:pt x="358249" y="106662"/>
                </a:lnTo>
                <a:lnTo>
                  <a:pt x="357265" y="107124"/>
                </a:lnTo>
                <a:lnTo>
                  <a:pt x="356288" y="107603"/>
                </a:lnTo>
                <a:lnTo>
                  <a:pt x="355317" y="108100"/>
                </a:lnTo>
                <a:lnTo>
                  <a:pt x="354354" y="108616"/>
                </a:lnTo>
                <a:lnTo>
                  <a:pt x="353400" y="109150"/>
                </a:lnTo>
                <a:lnTo>
                  <a:pt x="352453" y="109703"/>
                </a:lnTo>
                <a:lnTo>
                  <a:pt x="351516" y="110276"/>
                </a:lnTo>
                <a:lnTo>
                  <a:pt x="350587" y="110869"/>
                </a:lnTo>
                <a:lnTo>
                  <a:pt x="349669" y="111482"/>
                </a:lnTo>
                <a:lnTo>
                  <a:pt x="348761" y="112117"/>
                </a:lnTo>
                <a:lnTo>
                  <a:pt x="348379" y="112380"/>
                </a:lnTo>
                <a:lnTo>
                  <a:pt x="348009" y="112654"/>
                </a:lnTo>
                <a:lnTo>
                  <a:pt x="347650" y="112939"/>
                </a:lnTo>
                <a:lnTo>
                  <a:pt x="347303" y="113235"/>
                </a:lnTo>
                <a:lnTo>
                  <a:pt x="346969" y="113541"/>
                </a:lnTo>
                <a:lnTo>
                  <a:pt x="346648" y="113858"/>
                </a:lnTo>
                <a:lnTo>
                  <a:pt x="346340" y="114186"/>
                </a:lnTo>
                <a:lnTo>
                  <a:pt x="346047" y="114524"/>
                </a:lnTo>
                <a:lnTo>
                  <a:pt x="345767" y="114874"/>
                </a:lnTo>
                <a:lnTo>
                  <a:pt x="345502" y="115234"/>
                </a:lnTo>
                <a:lnTo>
                  <a:pt x="345253" y="115605"/>
                </a:lnTo>
                <a:lnTo>
                  <a:pt x="345019" y="115986"/>
                </a:lnTo>
                <a:close/>
                <a:moveTo>
                  <a:pt x="150631" y="286474"/>
                </a:moveTo>
                <a:lnTo>
                  <a:pt x="148840" y="284988"/>
                </a:lnTo>
                <a:lnTo>
                  <a:pt x="146958" y="283616"/>
                </a:lnTo>
                <a:lnTo>
                  <a:pt x="144992" y="282363"/>
                </a:lnTo>
                <a:lnTo>
                  <a:pt x="142947" y="281236"/>
                </a:lnTo>
                <a:lnTo>
                  <a:pt x="140829" y="280241"/>
                </a:lnTo>
                <a:lnTo>
                  <a:pt x="138644" y="279382"/>
                </a:lnTo>
                <a:lnTo>
                  <a:pt x="136397" y="278667"/>
                </a:lnTo>
                <a:lnTo>
                  <a:pt x="134095" y="278100"/>
                </a:lnTo>
                <a:lnTo>
                  <a:pt x="131744" y="277688"/>
                </a:lnTo>
                <a:lnTo>
                  <a:pt x="129348" y="277437"/>
                </a:lnTo>
                <a:lnTo>
                  <a:pt x="126915" y="277352"/>
                </a:lnTo>
                <a:lnTo>
                  <a:pt x="124486" y="277437"/>
                </a:lnTo>
                <a:lnTo>
                  <a:pt x="122105" y="277688"/>
                </a:lnTo>
                <a:lnTo>
                  <a:pt x="119777" y="278100"/>
                </a:lnTo>
                <a:lnTo>
                  <a:pt x="117504" y="278667"/>
                </a:lnTo>
                <a:lnTo>
                  <a:pt x="115293" y="279382"/>
                </a:lnTo>
                <a:lnTo>
                  <a:pt x="113146" y="280241"/>
                </a:lnTo>
                <a:lnTo>
                  <a:pt x="111070" y="281236"/>
                </a:lnTo>
                <a:lnTo>
                  <a:pt x="109068" y="282363"/>
                </a:lnTo>
                <a:lnTo>
                  <a:pt x="107145" y="283616"/>
                </a:lnTo>
                <a:lnTo>
                  <a:pt x="105305" y="284988"/>
                </a:lnTo>
                <a:lnTo>
                  <a:pt x="103553" y="286474"/>
                </a:lnTo>
                <a:lnTo>
                  <a:pt x="101893" y="288068"/>
                </a:lnTo>
                <a:lnTo>
                  <a:pt x="100330" y="289765"/>
                </a:lnTo>
                <a:lnTo>
                  <a:pt x="98868" y="291558"/>
                </a:lnTo>
                <a:lnTo>
                  <a:pt x="97512" y="293442"/>
                </a:lnTo>
                <a:lnTo>
                  <a:pt x="96266" y="295410"/>
                </a:lnTo>
                <a:lnTo>
                  <a:pt x="95134" y="297457"/>
                </a:lnTo>
                <a:lnTo>
                  <a:pt x="94122" y="299578"/>
                </a:lnTo>
                <a:lnTo>
                  <a:pt x="93233" y="301766"/>
                </a:lnTo>
                <a:lnTo>
                  <a:pt x="92473" y="304015"/>
                </a:lnTo>
                <a:lnTo>
                  <a:pt x="91844" y="306320"/>
                </a:lnTo>
                <a:lnTo>
                  <a:pt x="91353" y="308675"/>
                </a:lnTo>
                <a:lnTo>
                  <a:pt x="91004" y="311074"/>
                </a:lnTo>
                <a:lnTo>
                  <a:pt x="90800" y="313511"/>
                </a:lnTo>
                <a:lnTo>
                  <a:pt x="90885" y="315947"/>
                </a:lnTo>
                <a:lnTo>
                  <a:pt x="91136" y="318344"/>
                </a:lnTo>
                <a:lnTo>
                  <a:pt x="91548" y="320698"/>
                </a:lnTo>
                <a:lnTo>
                  <a:pt x="92114" y="323001"/>
                </a:lnTo>
                <a:lnTo>
                  <a:pt x="92828" y="325250"/>
                </a:lnTo>
                <a:lnTo>
                  <a:pt x="93686" y="327436"/>
                </a:lnTo>
                <a:lnTo>
                  <a:pt x="94681" y="329556"/>
                </a:lnTo>
                <a:lnTo>
                  <a:pt x="95806" y="331603"/>
                </a:lnTo>
                <a:lnTo>
                  <a:pt x="97058" y="333570"/>
                </a:lnTo>
                <a:lnTo>
                  <a:pt x="98429" y="335453"/>
                </a:lnTo>
                <a:lnTo>
                  <a:pt x="99913" y="337246"/>
                </a:lnTo>
                <a:lnTo>
                  <a:pt x="101506" y="338942"/>
                </a:lnTo>
                <a:lnTo>
                  <a:pt x="103200" y="340536"/>
                </a:lnTo>
                <a:lnTo>
                  <a:pt x="104991" y="342021"/>
                </a:lnTo>
                <a:lnTo>
                  <a:pt x="106872" y="343393"/>
                </a:lnTo>
                <a:lnTo>
                  <a:pt x="108838" y="344646"/>
                </a:lnTo>
                <a:lnTo>
                  <a:pt x="110883" y="345773"/>
                </a:lnTo>
                <a:lnTo>
                  <a:pt x="113001" y="346768"/>
                </a:lnTo>
                <a:lnTo>
                  <a:pt x="115186" y="347627"/>
                </a:lnTo>
                <a:lnTo>
                  <a:pt x="117432" y="348342"/>
                </a:lnTo>
                <a:lnTo>
                  <a:pt x="119734" y="348908"/>
                </a:lnTo>
                <a:lnTo>
                  <a:pt x="122086" y="349320"/>
                </a:lnTo>
                <a:lnTo>
                  <a:pt x="124481" y="349572"/>
                </a:lnTo>
                <a:lnTo>
                  <a:pt x="126915" y="349657"/>
                </a:lnTo>
                <a:lnTo>
                  <a:pt x="129348" y="349572"/>
                </a:lnTo>
                <a:lnTo>
                  <a:pt x="131744" y="349320"/>
                </a:lnTo>
                <a:lnTo>
                  <a:pt x="134095" y="348908"/>
                </a:lnTo>
                <a:lnTo>
                  <a:pt x="136397" y="348342"/>
                </a:lnTo>
                <a:lnTo>
                  <a:pt x="138644" y="347627"/>
                </a:lnTo>
                <a:lnTo>
                  <a:pt x="140829" y="346768"/>
                </a:lnTo>
                <a:lnTo>
                  <a:pt x="142947" y="345773"/>
                </a:lnTo>
                <a:lnTo>
                  <a:pt x="144992" y="344646"/>
                </a:lnTo>
                <a:lnTo>
                  <a:pt x="146958" y="343394"/>
                </a:lnTo>
                <a:lnTo>
                  <a:pt x="148840" y="342021"/>
                </a:lnTo>
                <a:lnTo>
                  <a:pt x="150631" y="340536"/>
                </a:lnTo>
                <a:lnTo>
                  <a:pt x="152326" y="338942"/>
                </a:lnTo>
                <a:lnTo>
                  <a:pt x="153919" y="337246"/>
                </a:lnTo>
                <a:lnTo>
                  <a:pt x="155404" y="335453"/>
                </a:lnTo>
                <a:lnTo>
                  <a:pt x="156775" y="333570"/>
                </a:lnTo>
                <a:lnTo>
                  <a:pt x="158026" y="331603"/>
                </a:lnTo>
                <a:lnTo>
                  <a:pt x="159152" y="329556"/>
                </a:lnTo>
                <a:lnTo>
                  <a:pt x="160147" y="327436"/>
                </a:lnTo>
                <a:lnTo>
                  <a:pt x="161005" y="325250"/>
                </a:lnTo>
                <a:lnTo>
                  <a:pt x="161720" y="323001"/>
                </a:lnTo>
                <a:lnTo>
                  <a:pt x="162286" y="320698"/>
                </a:lnTo>
                <a:lnTo>
                  <a:pt x="162697" y="318344"/>
                </a:lnTo>
                <a:lnTo>
                  <a:pt x="162949" y="315947"/>
                </a:lnTo>
                <a:lnTo>
                  <a:pt x="163034" y="313511"/>
                </a:lnTo>
                <a:lnTo>
                  <a:pt x="162949" y="311074"/>
                </a:lnTo>
                <a:lnTo>
                  <a:pt x="162697" y="308675"/>
                </a:lnTo>
                <a:lnTo>
                  <a:pt x="162286" y="306320"/>
                </a:lnTo>
                <a:lnTo>
                  <a:pt x="161720" y="304015"/>
                </a:lnTo>
                <a:lnTo>
                  <a:pt x="161005" y="301766"/>
                </a:lnTo>
                <a:lnTo>
                  <a:pt x="160147" y="299578"/>
                </a:lnTo>
                <a:lnTo>
                  <a:pt x="159152" y="297457"/>
                </a:lnTo>
                <a:lnTo>
                  <a:pt x="158026" y="295410"/>
                </a:lnTo>
                <a:lnTo>
                  <a:pt x="156775" y="293442"/>
                </a:lnTo>
                <a:lnTo>
                  <a:pt x="155404" y="291558"/>
                </a:lnTo>
                <a:lnTo>
                  <a:pt x="153919" y="289765"/>
                </a:lnTo>
                <a:lnTo>
                  <a:pt x="152326" y="288069"/>
                </a:lnTo>
                <a:lnTo>
                  <a:pt x="150631" y="286474"/>
                </a:lnTo>
                <a:close/>
                <a:moveTo>
                  <a:pt x="55884" y="389067"/>
                </a:moveTo>
                <a:lnTo>
                  <a:pt x="55642" y="389739"/>
                </a:lnTo>
                <a:lnTo>
                  <a:pt x="55425" y="390414"/>
                </a:lnTo>
                <a:lnTo>
                  <a:pt x="55235" y="391091"/>
                </a:lnTo>
                <a:lnTo>
                  <a:pt x="55071" y="391768"/>
                </a:lnTo>
                <a:lnTo>
                  <a:pt x="54935" y="392443"/>
                </a:lnTo>
                <a:lnTo>
                  <a:pt x="54828" y="393115"/>
                </a:lnTo>
                <a:lnTo>
                  <a:pt x="54750" y="393781"/>
                </a:lnTo>
                <a:lnTo>
                  <a:pt x="54703" y="394440"/>
                </a:lnTo>
                <a:lnTo>
                  <a:pt x="54687" y="395090"/>
                </a:lnTo>
                <a:lnTo>
                  <a:pt x="54687" y="422980"/>
                </a:lnTo>
                <a:lnTo>
                  <a:pt x="199144" y="424012"/>
                </a:lnTo>
                <a:lnTo>
                  <a:pt x="199144" y="396122"/>
                </a:lnTo>
                <a:lnTo>
                  <a:pt x="199128" y="395472"/>
                </a:lnTo>
                <a:lnTo>
                  <a:pt x="199081" y="394813"/>
                </a:lnTo>
                <a:lnTo>
                  <a:pt x="199003" y="394147"/>
                </a:lnTo>
                <a:lnTo>
                  <a:pt x="198896" y="393475"/>
                </a:lnTo>
                <a:lnTo>
                  <a:pt x="198760" y="392800"/>
                </a:lnTo>
                <a:lnTo>
                  <a:pt x="198596" y="392123"/>
                </a:lnTo>
                <a:lnTo>
                  <a:pt x="198405" y="391446"/>
                </a:lnTo>
                <a:lnTo>
                  <a:pt x="198188" y="390771"/>
                </a:lnTo>
                <a:lnTo>
                  <a:pt x="197947" y="390099"/>
                </a:lnTo>
                <a:lnTo>
                  <a:pt x="197681" y="389432"/>
                </a:lnTo>
                <a:lnTo>
                  <a:pt x="197392" y="388773"/>
                </a:lnTo>
                <a:lnTo>
                  <a:pt x="197080" y="388123"/>
                </a:lnTo>
                <a:lnTo>
                  <a:pt x="196747" y="387483"/>
                </a:lnTo>
                <a:lnTo>
                  <a:pt x="196393" y="386856"/>
                </a:lnTo>
                <a:lnTo>
                  <a:pt x="196020" y="386242"/>
                </a:lnTo>
                <a:lnTo>
                  <a:pt x="195627" y="385645"/>
                </a:lnTo>
                <a:lnTo>
                  <a:pt x="195217" y="385066"/>
                </a:lnTo>
                <a:lnTo>
                  <a:pt x="194790" y="384507"/>
                </a:lnTo>
                <a:lnTo>
                  <a:pt x="194347" y="383968"/>
                </a:lnTo>
                <a:lnTo>
                  <a:pt x="193888" y="383453"/>
                </a:lnTo>
                <a:lnTo>
                  <a:pt x="193415" y="382963"/>
                </a:lnTo>
                <a:lnTo>
                  <a:pt x="192929" y="382500"/>
                </a:lnTo>
                <a:lnTo>
                  <a:pt x="192430" y="382065"/>
                </a:lnTo>
                <a:lnTo>
                  <a:pt x="191919" y="381661"/>
                </a:lnTo>
                <a:lnTo>
                  <a:pt x="190619" y="380640"/>
                </a:lnTo>
                <a:lnTo>
                  <a:pt x="189297" y="379641"/>
                </a:lnTo>
                <a:lnTo>
                  <a:pt x="187957" y="378664"/>
                </a:lnTo>
                <a:lnTo>
                  <a:pt x="186597" y="377710"/>
                </a:lnTo>
                <a:lnTo>
                  <a:pt x="185220" y="376779"/>
                </a:lnTo>
                <a:lnTo>
                  <a:pt x="183826" y="375872"/>
                </a:lnTo>
                <a:lnTo>
                  <a:pt x="182415" y="374989"/>
                </a:lnTo>
                <a:lnTo>
                  <a:pt x="180990" y="374131"/>
                </a:lnTo>
                <a:lnTo>
                  <a:pt x="179550" y="373298"/>
                </a:lnTo>
                <a:lnTo>
                  <a:pt x="178097" y="372490"/>
                </a:lnTo>
                <a:lnTo>
                  <a:pt x="176631" y="371708"/>
                </a:lnTo>
                <a:lnTo>
                  <a:pt x="175154" y="370953"/>
                </a:lnTo>
                <a:lnTo>
                  <a:pt x="173666" y="370224"/>
                </a:lnTo>
                <a:lnTo>
                  <a:pt x="172168" y="369523"/>
                </a:lnTo>
                <a:lnTo>
                  <a:pt x="170661" y="368849"/>
                </a:lnTo>
                <a:lnTo>
                  <a:pt x="169146" y="368203"/>
                </a:lnTo>
                <a:lnTo>
                  <a:pt x="167624" y="367586"/>
                </a:lnTo>
                <a:lnTo>
                  <a:pt x="166096" y="366998"/>
                </a:lnTo>
                <a:lnTo>
                  <a:pt x="164562" y="366440"/>
                </a:lnTo>
                <a:lnTo>
                  <a:pt x="163023" y="365911"/>
                </a:lnTo>
                <a:lnTo>
                  <a:pt x="161481" y="365413"/>
                </a:lnTo>
                <a:lnTo>
                  <a:pt x="159936" y="364945"/>
                </a:lnTo>
                <a:lnTo>
                  <a:pt x="158389" y="364509"/>
                </a:lnTo>
                <a:lnTo>
                  <a:pt x="156841" y="364104"/>
                </a:lnTo>
                <a:lnTo>
                  <a:pt x="155674" y="363846"/>
                </a:lnTo>
                <a:lnTo>
                  <a:pt x="154498" y="363589"/>
                </a:lnTo>
                <a:lnTo>
                  <a:pt x="153311" y="363334"/>
                </a:lnTo>
                <a:lnTo>
                  <a:pt x="152115" y="363082"/>
                </a:lnTo>
                <a:lnTo>
                  <a:pt x="150910" y="362833"/>
                </a:lnTo>
                <a:lnTo>
                  <a:pt x="149697" y="362588"/>
                </a:lnTo>
                <a:lnTo>
                  <a:pt x="148475" y="362349"/>
                </a:lnTo>
                <a:lnTo>
                  <a:pt x="147246" y="362117"/>
                </a:lnTo>
                <a:lnTo>
                  <a:pt x="146010" y="361891"/>
                </a:lnTo>
                <a:lnTo>
                  <a:pt x="144767" y="361673"/>
                </a:lnTo>
                <a:lnTo>
                  <a:pt x="143518" y="361465"/>
                </a:lnTo>
                <a:lnTo>
                  <a:pt x="142263" y="361266"/>
                </a:lnTo>
                <a:lnTo>
                  <a:pt x="141002" y="361078"/>
                </a:lnTo>
                <a:lnTo>
                  <a:pt x="139737" y="360902"/>
                </a:lnTo>
                <a:lnTo>
                  <a:pt x="138468" y="360738"/>
                </a:lnTo>
                <a:lnTo>
                  <a:pt x="137194" y="360588"/>
                </a:lnTo>
                <a:lnTo>
                  <a:pt x="135917" y="360452"/>
                </a:lnTo>
                <a:lnTo>
                  <a:pt x="134636" y="360331"/>
                </a:lnTo>
                <a:lnTo>
                  <a:pt x="133353" y="360226"/>
                </a:lnTo>
                <a:lnTo>
                  <a:pt x="132068" y="360139"/>
                </a:lnTo>
                <a:lnTo>
                  <a:pt x="130781" y="360069"/>
                </a:lnTo>
                <a:lnTo>
                  <a:pt x="129493" y="360018"/>
                </a:lnTo>
                <a:lnTo>
                  <a:pt x="128204" y="359987"/>
                </a:lnTo>
                <a:lnTo>
                  <a:pt x="126915" y="359976"/>
                </a:lnTo>
                <a:lnTo>
                  <a:pt x="125625" y="359982"/>
                </a:lnTo>
                <a:lnTo>
                  <a:pt x="124336" y="359998"/>
                </a:lnTo>
                <a:lnTo>
                  <a:pt x="123047" y="360027"/>
                </a:lnTo>
                <a:lnTo>
                  <a:pt x="121760" y="360067"/>
                </a:lnTo>
                <a:lnTo>
                  <a:pt x="120475" y="360120"/>
                </a:lnTo>
                <a:lnTo>
                  <a:pt x="119192" y="360186"/>
                </a:lnTo>
                <a:lnTo>
                  <a:pt x="117912" y="360265"/>
                </a:lnTo>
                <a:lnTo>
                  <a:pt x="116635" y="360358"/>
                </a:lnTo>
                <a:lnTo>
                  <a:pt x="115361" y="360466"/>
                </a:lnTo>
                <a:lnTo>
                  <a:pt x="114092" y="360588"/>
                </a:lnTo>
                <a:lnTo>
                  <a:pt x="112827" y="360726"/>
                </a:lnTo>
                <a:lnTo>
                  <a:pt x="111567" y="360879"/>
                </a:lnTo>
                <a:lnTo>
                  <a:pt x="110312" y="361049"/>
                </a:lnTo>
                <a:lnTo>
                  <a:pt x="109063" y="361234"/>
                </a:lnTo>
                <a:lnTo>
                  <a:pt x="107820" y="361437"/>
                </a:lnTo>
                <a:lnTo>
                  <a:pt x="106584" y="361658"/>
                </a:lnTo>
                <a:lnTo>
                  <a:pt x="105355" y="361896"/>
                </a:lnTo>
                <a:lnTo>
                  <a:pt x="104134" y="362153"/>
                </a:lnTo>
                <a:lnTo>
                  <a:pt x="102921" y="362429"/>
                </a:lnTo>
                <a:lnTo>
                  <a:pt x="101716" y="362723"/>
                </a:lnTo>
                <a:lnTo>
                  <a:pt x="100521" y="363038"/>
                </a:lnTo>
                <a:lnTo>
                  <a:pt x="99334" y="363372"/>
                </a:lnTo>
                <a:lnTo>
                  <a:pt x="98158" y="363728"/>
                </a:lnTo>
                <a:lnTo>
                  <a:pt x="96991" y="364104"/>
                </a:lnTo>
                <a:lnTo>
                  <a:pt x="95444" y="364509"/>
                </a:lnTo>
                <a:lnTo>
                  <a:pt x="93897" y="364944"/>
                </a:lnTo>
                <a:lnTo>
                  <a:pt x="92352" y="365411"/>
                </a:lnTo>
                <a:lnTo>
                  <a:pt x="90810" y="365906"/>
                </a:lnTo>
                <a:lnTo>
                  <a:pt x="89272" y="366430"/>
                </a:lnTo>
                <a:lnTo>
                  <a:pt x="87737" y="366982"/>
                </a:lnTo>
                <a:lnTo>
                  <a:pt x="86209" y="367561"/>
                </a:lnTo>
                <a:lnTo>
                  <a:pt x="84686" y="368165"/>
                </a:lnTo>
                <a:lnTo>
                  <a:pt x="83171" y="368794"/>
                </a:lnTo>
                <a:lnTo>
                  <a:pt x="81664" y="369448"/>
                </a:lnTo>
                <a:lnTo>
                  <a:pt x="80165" y="370125"/>
                </a:lnTo>
                <a:lnTo>
                  <a:pt x="78677" y="370824"/>
                </a:lnTo>
                <a:lnTo>
                  <a:pt x="77199" y="371544"/>
                </a:lnTo>
                <a:lnTo>
                  <a:pt x="75733" y="372285"/>
                </a:lnTo>
                <a:lnTo>
                  <a:pt x="74279" y="373046"/>
                </a:lnTo>
                <a:lnTo>
                  <a:pt x="72839" y="373825"/>
                </a:lnTo>
                <a:lnTo>
                  <a:pt x="71414" y="374622"/>
                </a:lnTo>
                <a:lnTo>
                  <a:pt x="70003" y="375437"/>
                </a:lnTo>
                <a:lnTo>
                  <a:pt x="68609" y="376267"/>
                </a:lnTo>
                <a:lnTo>
                  <a:pt x="67231" y="377113"/>
                </a:lnTo>
                <a:lnTo>
                  <a:pt x="65872" y="377972"/>
                </a:lnTo>
                <a:lnTo>
                  <a:pt x="64531" y="378846"/>
                </a:lnTo>
                <a:lnTo>
                  <a:pt x="63211" y="379731"/>
                </a:lnTo>
                <a:lnTo>
                  <a:pt x="61910" y="380629"/>
                </a:lnTo>
                <a:lnTo>
                  <a:pt x="61400" y="381033"/>
                </a:lnTo>
                <a:lnTo>
                  <a:pt x="60901" y="381468"/>
                </a:lnTo>
                <a:lnTo>
                  <a:pt x="60415" y="381931"/>
                </a:lnTo>
                <a:lnTo>
                  <a:pt x="59942" y="382421"/>
                </a:lnTo>
                <a:lnTo>
                  <a:pt x="59483" y="382936"/>
                </a:lnTo>
                <a:lnTo>
                  <a:pt x="59040" y="383475"/>
                </a:lnTo>
                <a:lnTo>
                  <a:pt x="58613" y="384034"/>
                </a:lnTo>
                <a:lnTo>
                  <a:pt x="58203" y="384613"/>
                </a:lnTo>
                <a:lnTo>
                  <a:pt x="57810" y="385210"/>
                </a:lnTo>
                <a:lnTo>
                  <a:pt x="57437" y="385824"/>
                </a:lnTo>
                <a:lnTo>
                  <a:pt x="57083" y="386451"/>
                </a:lnTo>
                <a:lnTo>
                  <a:pt x="56750" y="387091"/>
                </a:lnTo>
                <a:lnTo>
                  <a:pt x="56439" y="387741"/>
                </a:lnTo>
                <a:lnTo>
                  <a:pt x="56150" y="388400"/>
                </a:lnTo>
                <a:lnTo>
                  <a:pt x="55884" y="389067"/>
                </a:lnTo>
                <a:close/>
                <a:moveTo>
                  <a:pt x="137732" y="737719"/>
                </a:moveTo>
                <a:lnTo>
                  <a:pt x="137602" y="738165"/>
                </a:lnTo>
                <a:lnTo>
                  <a:pt x="137490" y="738622"/>
                </a:lnTo>
                <a:lnTo>
                  <a:pt x="137398" y="739090"/>
                </a:lnTo>
                <a:lnTo>
                  <a:pt x="137325" y="739569"/>
                </a:lnTo>
                <a:lnTo>
                  <a:pt x="137273" y="740059"/>
                </a:lnTo>
                <a:lnTo>
                  <a:pt x="137241" y="740559"/>
                </a:lnTo>
                <a:lnTo>
                  <a:pt x="137231" y="741070"/>
                </a:lnTo>
                <a:lnTo>
                  <a:pt x="137231" y="759660"/>
                </a:lnTo>
                <a:lnTo>
                  <a:pt x="233191" y="759660"/>
                </a:lnTo>
                <a:lnTo>
                  <a:pt x="233191" y="741070"/>
                </a:lnTo>
                <a:lnTo>
                  <a:pt x="233180" y="740677"/>
                </a:lnTo>
                <a:lnTo>
                  <a:pt x="233148" y="740275"/>
                </a:lnTo>
                <a:lnTo>
                  <a:pt x="233096" y="739865"/>
                </a:lnTo>
                <a:lnTo>
                  <a:pt x="233023" y="739449"/>
                </a:lnTo>
                <a:lnTo>
                  <a:pt x="232931" y="739027"/>
                </a:lnTo>
                <a:lnTo>
                  <a:pt x="232820" y="738601"/>
                </a:lnTo>
                <a:lnTo>
                  <a:pt x="232689" y="738172"/>
                </a:lnTo>
                <a:lnTo>
                  <a:pt x="232541" y="737742"/>
                </a:lnTo>
                <a:lnTo>
                  <a:pt x="232374" y="737311"/>
                </a:lnTo>
                <a:lnTo>
                  <a:pt x="232190" y="736883"/>
                </a:lnTo>
                <a:lnTo>
                  <a:pt x="231989" y="736457"/>
                </a:lnTo>
                <a:lnTo>
                  <a:pt x="231771" y="736034"/>
                </a:lnTo>
                <a:lnTo>
                  <a:pt x="231538" y="735618"/>
                </a:lnTo>
                <a:lnTo>
                  <a:pt x="231288" y="735208"/>
                </a:lnTo>
                <a:lnTo>
                  <a:pt x="231024" y="734806"/>
                </a:lnTo>
                <a:lnTo>
                  <a:pt x="230744" y="734413"/>
                </a:lnTo>
                <a:lnTo>
                  <a:pt x="230450" y="734032"/>
                </a:lnTo>
                <a:lnTo>
                  <a:pt x="230143" y="733662"/>
                </a:lnTo>
                <a:lnTo>
                  <a:pt x="229821" y="733306"/>
                </a:lnTo>
                <a:lnTo>
                  <a:pt x="229487" y="732965"/>
                </a:lnTo>
                <a:lnTo>
                  <a:pt x="229141" y="732639"/>
                </a:lnTo>
                <a:lnTo>
                  <a:pt x="228782" y="732332"/>
                </a:lnTo>
                <a:lnTo>
                  <a:pt x="228412" y="732043"/>
                </a:lnTo>
                <a:lnTo>
                  <a:pt x="228030" y="731774"/>
                </a:lnTo>
                <a:lnTo>
                  <a:pt x="227127" y="731134"/>
                </a:lnTo>
                <a:lnTo>
                  <a:pt x="226223" y="730506"/>
                </a:lnTo>
                <a:lnTo>
                  <a:pt x="225319" y="729888"/>
                </a:lnTo>
                <a:lnTo>
                  <a:pt x="224414" y="729284"/>
                </a:lnTo>
                <a:lnTo>
                  <a:pt x="223507" y="728691"/>
                </a:lnTo>
                <a:lnTo>
                  <a:pt x="222597" y="728112"/>
                </a:lnTo>
                <a:lnTo>
                  <a:pt x="221685" y="727546"/>
                </a:lnTo>
                <a:lnTo>
                  <a:pt x="220770" y="726993"/>
                </a:lnTo>
                <a:lnTo>
                  <a:pt x="219852" y="726456"/>
                </a:lnTo>
                <a:lnTo>
                  <a:pt x="218929" y="725933"/>
                </a:lnTo>
                <a:lnTo>
                  <a:pt x="218002" y="725425"/>
                </a:lnTo>
                <a:lnTo>
                  <a:pt x="217071" y="724933"/>
                </a:lnTo>
                <a:lnTo>
                  <a:pt x="216133" y="724457"/>
                </a:lnTo>
                <a:lnTo>
                  <a:pt x="215190" y="723997"/>
                </a:lnTo>
                <a:lnTo>
                  <a:pt x="214241" y="723555"/>
                </a:lnTo>
                <a:lnTo>
                  <a:pt x="213285" y="723130"/>
                </a:lnTo>
                <a:lnTo>
                  <a:pt x="212321" y="722723"/>
                </a:lnTo>
                <a:lnTo>
                  <a:pt x="211350" y="722335"/>
                </a:lnTo>
                <a:lnTo>
                  <a:pt x="210371" y="721965"/>
                </a:lnTo>
                <a:lnTo>
                  <a:pt x="209383" y="721614"/>
                </a:lnTo>
                <a:lnTo>
                  <a:pt x="208386" y="721284"/>
                </a:lnTo>
                <a:lnTo>
                  <a:pt x="207380" y="720973"/>
                </a:lnTo>
                <a:lnTo>
                  <a:pt x="206364" y="720683"/>
                </a:lnTo>
                <a:lnTo>
                  <a:pt x="205337" y="720414"/>
                </a:lnTo>
                <a:lnTo>
                  <a:pt x="204558" y="720162"/>
                </a:lnTo>
                <a:lnTo>
                  <a:pt x="203769" y="719920"/>
                </a:lnTo>
                <a:lnTo>
                  <a:pt x="202970" y="719688"/>
                </a:lnTo>
                <a:lnTo>
                  <a:pt x="202164" y="719468"/>
                </a:lnTo>
                <a:lnTo>
                  <a:pt x="201351" y="719258"/>
                </a:lnTo>
                <a:lnTo>
                  <a:pt x="200531" y="719059"/>
                </a:lnTo>
                <a:lnTo>
                  <a:pt x="199706" y="718871"/>
                </a:lnTo>
                <a:lnTo>
                  <a:pt x="198877" y="718693"/>
                </a:lnTo>
                <a:lnTo>
                  <a:pt x="198044" y="718526"/>
                </a:lnTo>
                <a:lnTo>
                  <a:pt x="197208" y="718370"/>
                </a:lnTo>
                <a:lnTo>
                  <a:pt x="196370" y="718225"/>
                </a:lnTo>
                <a:lnTo>
                  <a:pt x="195532" y="718091"/>
                </a:lnTo>
                <a:lnTo>
                  <a:pt x="194693" y="717967"/>
                </a:lnTo>
                <a:lnTo>
                  <a:pt x="193856" y="717854"/>
                </a:lnTo>
                <a:lnTo>
                  <a:pt x="193020" y="717752"/>
                </a:lnTo>
                <a:lnTo>
                  <a:pt x="192187" y="717660"/>
                </a:lnTo>
                <a:lnTo>
                  <a:pt x="191358" y="717579"/>
                </a:lnTo>
                <a:lnTo>
                  <a:pt x="190532" y="717510"/>
                </a:lnTo>
                <a:lnTo>
                  <a:pt x="189713" y="717450"/>
                </a:lnTo>
                <a:lnTo>
                  <a:pt x="188899" y="717402"/>
                </a:lnTo>
                <a:lnTo>
                  <a:pt x="188093" y="717364"/>
                </a:lnTo>
                <a:lnTo>
                  <a:pt x="187295" y="717337"/>
                </a:lnTo>
                <a:lnTo>
                  <a:pt x="186506" y="717321"/>
                </a:lnTo>
                <a:lnTo>
                  <a:pt x="185727" y="717316"/>
                </a:lnTo>
                <a:lnTo>
                  <a:pt x="184947" y="717321"/>
                </a:lnTo>
                <a:lnTo>
                  <a:pt x="184158" y="717337"/>
                </a:lnTo>
                <a:lnTo>
                  <a:pt x="183360" y="717364"/>
                </a:lnTo>
                <a:lnTo>
                  <a:pt x="182554" y="717402"/>
                </a:lnTo>
                <a:lnTo>
                  <a:pt x="181741" y="717450"/>
                </a:lnTo>
                <a:lnTo>
                  <a:pt x="180921" y="717510"/>
                </a:lnTo>
                <a:lnTo>
                  <a:pt x="180096" y="717579"/>
                </a:lnTo>
                <a:lnTo>
                  <a:pt x="179267" y="717660"/>
                </a:lnTo>
                <a:lnTo>
                  <a:pt x="178434" y="717752"/>
                </a:lnTo>
                <a:lnTo>
                  <a:pt x="177598" y="717854"/>
                </a:lnTo>
                <a:lnTo>
                  <a:pt x="176761" y="717967"/>
                </a:lnTo>
                <a:lnTo>
                  <a:pt x="175923" y="718091"/>
                </a:lnTo>
                <a:lnTo>
                  <a:pt x="175085" y="718225"/>
                </a:lnTo>
                <a:lnTo>
                  <a:pt x="174248" y="718370"/>
                </a:lnTo>
                <a:lnTo>
                  <a:pt x="173413" y="718526"/>
                </a:lnTo>
                <a:lnTo>
                  <a:pt x="172581" y="718693"/>
                </a:lnTo>
                <a:lnTo>
                  <a:pt x="171752" y="718871"/>
                </a:lnTo>
                <a:lnTo>
                  <a:pt x="170928" y="719059"/>
                </a:lnTo>
                <a:lnTo>
                  <a:pt x="170109" y="719258"/>
                </a:lnTo>
                <a:lnTo>
                  <a:pt x="169297" y="719468"/>
                </a:lnTo>
                <a:lnTo>
                  <a:pt x="168492" y="719688"/>
                </a:lnTo>
                <a:lnTo>
                  <a:pt x="167695" y="719920"/>
                </a:lnTo>
                <a:lnTo>
                  <a:pt x="166908" y="720162"/>
                </a:lnTo>
                <a:lnTo>
                  <a:pt x="166130" y="720414"/>
                </a:lnTo>
                <a:lnTo>
                  <a:pt x="165098" y="720683"/>
                </a:lnTo>
                <a:lnTo>
                  <a:pt x="164066" y="720973"/>
                </a:lnTo>
                <a:lnTo>
                  <a:pt x="163036" y="721284"/>
                </a:lnTo>
                <a:lnTo>
                  <a:pt x="162006" y="721614"/>
                </a:lnTo>
                <a:lnTo>
                  <a:pt x="160979" y="721965"/>
                </a:lnTo>
                <a:lnTo>
                  <a:pt x="159953" y="722335"/>
                </a:lnTo>
                <a:lnTo>
                  <a:pt x="158931" y="722723"/>
                </a:lnTo>
                <a:lnTo>
                  <a:pt x="157911" y="723130"/>
                </a:lnTo>
                <a:lnTo>
                  <a:pt x="156895" y="723555"/>
                </a:lnTo>
                <a:lnTo>
                  <a:pt x="155884" y="723997"/>
                </a:lnTo>
                <a:lnTo>
                  <a:pt x="154876" y="724457"/>
                </a:lnTo>
                <a:lnTo>
                  <a:pt x="153874" y="724933"/>
                </a:lnTo>
                <a:lnTo>
                  <a:pt x="152877" y="725425"/>
                </a:lnTo>
                <a:lnTo>
                  <a:pt x="151885" y="725933"/>
                </a:lnTo>
                <a:lnTo>
                  <a:pt x="150900" y="726456"/>
                </a:lnTo>
                <a:lnTo>
                  <a:pt x="149922" y="726993"/>
                </a:lnTo>
                <a:lnTo>
                  <a:pt x="148951" y="727546"/>
                </a:lnTo>
                <a:lnTo>
                  <a:pt x="147987" y="728112"/>
                </a:lnTo>
                <a:lnTo>
                  <a:pt x="147032" y="728691"/>
                </a:lnTo>
                <a:lnTo>
                  <a:pt x="146085" y="729283"/>
                </a:lnTo>
                <a:lnTo>
                  <a:pt x="145147" y="729888"/>
                </a:lnTo>
                <a:lnTo>
                  <a:pt x="144218" y="730505"/>
                </a:lnTo>
                <a:lnTo>
                  <a:pt x="143300" y="731134"/>
                </a:lnTo>
                <a:lnTo>
                  <a:pt x="142391" y="731774"/>
                </a:lnTo>
                <a:lnTo>
                  <a:pt x="142010" y="732038"/>
                </a:lnTo>
                <a:lnTo>
                  <a:pt x="141639" y="732312"/>
                </a:lnTo>
                <a:lnTo>
                  <a:pt x="141281" y="732597"/>
                </a:lnTo>
                <a:lnTo>
                  <a:pt x="140934" y="732893"/>
                </a:lnTo>
                <a:lnTo>
                  <a:pt x="140600" y="733200"/>
                </a:lnTo>
                <a:lnTo>
                  <a:pt x="140279" y="733517"/>
                </a:lnTo>
                <a:lnTo>
                  <a:pt x="139971" y="733845"/>
                </a:lnTo>
                <a:lnTo>
                  <a:pt x="139677" y="734184"/>
                </a:lnTo>
                <a:lnTo>
                  <a:pt x="139398" y="734534"/>
                </a:lnTo>
                <a:lnTo>
                  <a:pt x="139133" y="734894"/>
                </a:lnTo>
                <a:lnTo>
                  <a:pt x="138884" y="735265"/>
                </a:lnTo>
                <a:lnTo>
                  <a:pt x="138650" y="735647"/>
                </a:lnTo>
                <a:lnTo>
                  <a:pt x="138432" y="736040"/>
                </a:lnTo>
                <a:lnTo>
                  <a:pt x="138231" y="736444"/>
                </a:lnTo>
                <a:lnTo>
                  <a:pt x="138047" y="736858"/>
                </a:lnTo>
                <a:lnTo>
                  <a:pt x="137880" y="737283"/>
                </a:lnTo>
                <a:lnTo>
                  <a:pt x="137732" y="737719"/>
                </a:lnTo>
                <a:close/>
                <a:moveTo>
                  <a:pt x="164139" y="675241"/>
                </a:moveTo>
                <a:lnTo>
                  <a:pt x="163421" y="676589"/>
                </a:lnTo>
                <a:lnTo>
                  <a:pt x="162790" y="677991"/>
                </a:lnTo>
                <a:lnTo>
                  <a:pt x="162246" y="679444"/>
                </a:lnTo>
                <a:lnTo>
                  <a:pt x="161795" y="680945"/>
                </a:lnTo>
                <a:lnTo>
                  <a:pt x="161439" y="682491"/>
                </a:lnTo>
                <a:lnTo>
                  <a:pt x="161180" y="684078"/>
                </a:lnTo>
                <a:lnTo>
                  <a:pt x="161023" y="685704"/>
                </a:lnTo>
                <a:lnTo>
                  <a:pt x="160969" y="687366"/>
                </a:lnTo>
                <a:lnTo>
                  <a:pt x="161146" y="689033"/>
                </a:lnTo>
                <a:lnTo>
                  <a:pt x="161417" y="690673"/>
                </a:lnTo>
                <a:lnTo>
                  <a:pt x="161777" y="692283"/>
                </a:lnTo>
                <a:lnTo>
                  <a:pt x="162225" y="693859"/>
                </a:lnTo>
                <a:lnTo>
                  <a:pt x="162757" y="695394"/>
                </a:lnTo>
                <a:lnTo>
                  <a:pt x="163370" y="696886"/>
                </a:lnTo>
                <a:lnTo>
                  <a:pt x="164061" y="698330"/>
                </a:lnTo>
                <a:lnTo>
                  <a:pt x="164827" y="699720"/>
                </a:lnTo>
                <a:lnTo>
                  <a:pt x="165664" y="701054"/>
                </a:lnTo>
                <a:lnTo>
                  <a:pt x="166570" y="702325"/>
                </a:lnTo>
                <a:lnTo>
                  <a:pt x="167541" y="703530"/>
                </a:lnTo>
                <a:lnTo>
                  <a:pt x="168574" y="704664"/>
                </a:lnTo>
                <a:lnTo>
                  <a:pt x="169667" y="705723"/>
                </a:lnTo>
                <a:lnTo>
                  <a:pt x="170816" y="706702"/>
                </a:lnTo>
                <a:lnTo>
                  <a:pt x="172017" y="707597"/>
                </a:lnTo>
                <a:lnTo>
                  <a:pt x="173268" y="708403"/>
                </a:lnTo>
                <a:lnTo>
                  <a:pt x="174566" y="709116"/>
                </a:lnTo>
                <a:lnTo>
                  <a:pt x="175908" y="709731"/>
                </a:lnTo>
                <a:lnTo>
                  <a:pt x="177289" y="710244"/>
                </a:lnTo>
                <a:lnTo>
                  <a:pt x="178708" y="710650"/>
                </a:lnTo>
                <a:lnTo>
                  <a:pt x="180161" y="710945"/>
                </a:lnTo>
                <a:lnTo>
                  <a:pt x="181646" y="711125"/>
                </a:lnTo>
                <a:lnTo>
                  <a:pt x="183158" y="711184"/>
                </a:lnTo>
                <a:lnTo>
                  <a:pt x="184695" y="711119"/>
                </a:lnTo>
                <a:lnTo>
                  <a:pt x="186355" y="711065"/>
                </a:lnTo>
                <a:lnTo>
                  <a:pt x="187980" y="710908"/>
                </a:lnTo>
                <a:lnTo>
                  <a:pt x="189567" y="710649"/>
                </a:lnTo>
                <a:lnTo>
                  <a:pt x="191112" y="710291"/>
                </a:lnTo>
                <a:lnTo>
                  <a:pt x="192612" y="709839"/>
                </a:lnTo>
                <a:lnTo>
                  <a:pt x="194064" y="709295"/>
                </a:lnTo>
                <a:lnTo>
                  <a:pt x="195465" y="708662"/>
                </a:lnTo>
                <a:lnTo>
                  <a:pt x="196812" y="707944"/>
                </a:lnTo>
                <a:lnTo>
                  <a:pt x="198102" y="707143"/>
                </a:lnTo>
                <a:lnTo>
                  <a:pt x="199331" y="706263"/>
                </a:lnTo>
                <a:lnTo>
                  <a:pt x="200497" y="705306"/>
                </a:lnTo>
                <a:lnTo>
                  <a:pt x="201596" y="704277"/>
                </a:lnTo>
                <a:lnTo>
                  <a:pt x="202624" y="703177"/>
                </a:lnTo>
                <a:lnTo>
                  <a:pt x="203580" y="702011"/>
                </a:lnTo>
                <a:lnTo>
                  <a:pt x="204460" y="700781"/>
                </a:lnTo>
                <a:lnTo>
                  <a:pt x="205261" y="699491"/>
                </a:lnTo>
                <a:lnTo>
                  <a:pt x="205979" y="698143"/>
                </a:lnTo>
                <a:lnTo>
                  <a:pt x="206611" y="696741"/>
                </a:lnTo>
                <a:lnTo>
                  <a:pt x="207155" y="695288"/>
                </a:lnTo>
                <a:lnTo>
                  <a:pt x="207607" y="693787"/>
                </a:lnTo>
                <a:lnTo>
                  <a:pt x="207964" y="692241"/>
                </a:lnTo>
                <a:lnTo>
                  <a:pt x="208223" y="690654"/>
                </a:lnTo>
                <a:lnTo>
                  <a:pt x="208380" y="689027"/>
                </a:lnTo>
                <a:lnTo>
                  <a:pt x="208433" y="687366"/>
                </a:lnTo>
                <a:lnTo>
                  <a:pt x="208380" y="685704"/>
                </a:lnTo>
                <a:lnTo>
                  <a:pt x="208223" y="684078"/>
                </a:lnTo>
                <a:lnTo>
                  <a:pt x="207964" y="682491"/>
                </a:lnTo>
                <a:lnTo>
                  <a:pt x="207607" y="680945"/>
                </a:lnTo>
                <a:lnTo>
                  <a:pt x="207155" y="679444"/>
                </a:lnTo>
                <a:lnTo>
                  <a:pt x="206611" y="677991"/>
                </a:lnTo>
                <a:lnTo>
                  <a:pt x="205979" y="676589"/>
                </a:lnTo>
                <a:lnTo>
                  <a:pt x="205261" y="675241"/>
                </a:lnTo>
                <a:lnTo>
                  <a:pt x="204460" y="673951"/>
                </a:lnTo>
                <a:lnTo>
                  <a:pt x="203580" y="672721"/>
                </a:lnTo>
                <a:lnTo>
                  <a:pt x="202624" y="671555"/>
                </a:lnTo>
                <a:lnTo>
                  <a:pt x="201596" y="670456"/>
                </a:lnTo>
                <a:lnTo>
                  <a:pt x="200497" y="669427"/>
                </a:lnTo>
                <a:lnTo>
                  <a:pt x="199331" y="668471"/>
                </a:lnTo>
                <a:lnTo>
                  <a:pt x="198102" y="667591"/>
                </a:lnTo>
                <a:lnTo>
                  <a:pt x="196812" y="666790"/>
                </a:lnTo>
                <a:lnTo>
                  <a:pt x="195465" y="666072"/>
                </a:lnTo>
                <a:lnTo>
                  <a:pt x="194064" y="665439"/>
                </a:lnTo>
                <a:lnTo>
                  <a:pt x="192612" y="664895"/>
                </a:lnTo>
                <a:lnTo>
                  <a:pt x="191112" y="664443"/>
                </a:lnTo>
                <a:lnTo>
                  <a:pt x="189567" y="664086"/>
                </a:lnTo>
                <a:lnTo>
                  <a:pt x="187980" y="663827"/>
                </a:lnTo>
                <a:lnTo>
                  <a:pt x="186355" y="663669"/>
                </a:lnTo>
                <a:lnTo>
                  <a:pt x="184695" y="663616"/>
                </a:lnTo>
                <a:lnTo>
                  <a:pt x="183034" y="663669"/>
                </a:lnTo>
                <a:lnTo>
                  <a:pt x="181409" y="663827"/>
                </a:lnTo>
                <a:lnTo>
                  <a:pt x="179823" y="664086"/>
                </a:lnTo>
                <a:lnTo>
                  <a:pt x="178278" y="664443"/>
                </a:lnTo>
                <a:lnTo>
                  <a:pt x="176779" y="664895"/>
                </a:lnTo>
                <a:lnTo>
                  <a:pt x="175327" y="665439"/>
                </a:lnTo>
                <a:lnTo>
                  <a:pt x="173926" y="666072"/>
                </a:lnTo>
                <a:lnTo>
                  <a:pt x="172580" y="666790"/>
                </a:lnTo>
                <a:lnTo>
                  <a:pt x="171291" y="667591"/>
                </a:lnTo>
                <a:lnTo>
                  <a:pt x="170063" y="668471"/>
                </a:lnTo>
                <a:lnTo>
                  <a:pt x="168898" y="669427"/>
                </a:lnTo>
                <a:lnTo>
                  <a:pt x="167800" y="670456"/>
                </a:lnTo>
                <a:lnTo>
                  <a:pt x="166772" y="671555"/>
                </a:lnTo>
                <a:lnTo>
                  <a:pt x="165817" y="672721"/>
                </a:lnTo>
                <a:lnTo>
                  <a:pt x="164938" y="673951"/>
                </a:lnTo>
                <a:lnTo>
                  <a:pt x="164139" y="675241"/>
                </a:lnTo>
                <a:close/>
                <a:moveTo>
                  <a:pt x="230585" y="648044"/>
                </a:moveTo>
                <a:lnTo>
                  <a:pt x="232564" y="649363"/>
                </a:lnTo>
                <a:lnTo>
                  <a:pt x="234502" y="650738"/>
                </a:lnTo>
                <a:lnTo>
                  <a:pt x="236398" y="652169"/>
                </a:lnTo>
                <a:lnTo>
                  <a:pt x="238249" y="653655"/>
                </a:lnTo>
                <a:lnTo>
                  <a:pt x="240053" y="655197"/>
                </a:lnTo>
                <a:lnTo>
                  <a:pt x="241808" y="656793"/>
                </a:lnTo>
                <a:lnTo>
                  <a:pt x="243512" y="658443"/>
                </a:lnTo>
                <a:lnTo>
                  <a:pt x="333279" y="613009"/>
                </a:lnTo>
                <a:lnTo>
                  <a:pt x="330792" y="608068"/>
                </a:lnTo>
                <a:lnTo>
                  <a:pt x="328488" y="603056"/>
                </a:lnTo>
                <a:lnTo>
                  <a:pt x="326367" y="597979"/>
                </a:lnTo>
                <a:lnTo>
                  <a:pt x="324430" y="592843"/>
                </a:lnTo>
                <a:lnTo>
                  <a:pt x="322678" y="587653"/>
                </a:lnTo>
                <a:lnTo>
                  <a:pt x="321111" y="582415"/>
                </a:lnTo>
                <a:lnTo>
                  <a:pt x="319729" y="577134"/>
                </a:lnTo>
                <a:lnTo>
                  <a:pt x="318533" y="571815"/>
                </a:lnTo>
                <a:lnTo>
                  <a:pt x="317523" y="566463"/>
                </a:lnTo>
                <a:lnTo>
                  <a:pt x="316699" y="561085"/>
                </a:lnTo>
                <a:lnTo>
                  <a:pt x="316063" y="555685"/>
                </a:lnTo>
                <a:lnTo>
                  <a:pt x="315614" y="550269"/>
                </a:lnTo>
                <a:lnTo>
                  <a:pt x="315353" y="544842"/>
                </a:lnTo>
                <a:lnTo>
                  <a:pt x="315281" y="539410"/>
                </a:lnTo>
                <a:lnTo>
                  <a:pt x="315398" y="533977"/>
                </a:lnTo>
                <a:lnTo>
                  <a:pt x="315704" y="528550"/>
                </a:lnTo>
                <a:lnTo>
                  <a:pt x="316200" y="523133"/>
                </a:lnTo>
                <a:lnTo>
                  <a:pt x="316886" y="517733"/>
                </a:lnTo>
                <a:lnTo>
                  <a:pt x="317762" y="512354"/>
                </a:lnTo>
                <a:lnTo>
                  <a:pt x="318830" y="507002"/>
                </a:lnTo>
                <a:lnTo>
                  <a:pt x="320090" y="501682"/>
                </a:lnTo>
                <a:lnTo>
                  <a:pt x="321541" y="496400"/>
                </a:lnTo>
                <a:lnTo>
                  <a:pt x="323185" y="491161"/>
                </a:lnTo>
                <a:lnTo>
                  <a:pt x="325022" y="485970"/>
                </a:lnTo>
                <a:lnTo>
                  <a:pt x="229062" y="435377"/>
                </a:lnTo>
                <a:lnTo>
                  <a:pt x="227096" y="437932"/>
                </a:lnTo>
                <a:lnTo>
                  <a:pt x="225067" y="440432"/>
                </a:lnTo>
                <a:lnTo>
                  <a:pt x="222977" y="442876"/>
                </a:lnTo>
                <a:lnTo>
                  <a:pt x="220825" y="445264"/>
                </a:lnTo>
                <a:lnTo>
                  <a:pt x="218615" y="447594"/>
                </a:lnTo>
                <a:lnTo>
                  <a:pt x="216346" y="449867"/>
                </a:lnTo>
                <a:lnTo>
                  <a:pt x="214021" y="452080"/>
                </a:lnTo>
                <a:lnTo>
                  <a:pt x="211641" y="454233"/>
                </a:lnTo>
                <a:lnTo>
                  <a:pt x="209207" y="456325"/>
                </a:lnTo>
                <a:lnTo>
                  <a:pt x="206720" y="458355"/>
                </a:lnTo>
                <a:lnTo>
                  <a:pt x="204183" y="460323"/>
                </a:lnTo>
                <a:lnTo>
                  <a:pt x="201595" y="462227"/>
                </a:lnTo>
                <a:lnTo>
                  <a:pt x="198960" y="464066"/>
                </a:lnTo>
                <a:lnTo>
                  <a:pt x="196277" y="465840"/>
                </a:lnTo>
                <a:lnTo>
                  <a:pt x="193549" y="467547"/>
                </a:lnTo>
                <a:lnTo>
                  <a:pt x="190776" y="469187"/>
                </a:lnTo>
                <a:lnTo>
                  <a:pt x="187960" y="470759"/>
                </a:lnTo>
                <a:lnTo>
                  <a:pt x="185103" y="472262"/>
                </a:lnTo>
                <a:lnTo>
                  <a:pt x="182206" y="473695"/>
                </a:lnTo>
                <a:lnTo>
                  <a:pt x="179269" y="475057"/>
                </a:lnTo>
                <a:lnTo>
                  <a:pt x="176295" y="476347"/>
                </a:lnTo>
                <a:lnTo>
                  <a:pt x="173285" y="477565"/>
                </a:lnTo>
                <a:lnTo>
                  <a:pt x="170240" y="478709"/>
                </a:lnTo>
                <a:lnTo>
                  <a:pt x="167162" y="479778"/>
                </a:lnTo>
                <a:lnTo>
                  <a:pt x="192951" y="634694"/>
                </a:lnTo>
                <a:lnTo>
                  <a:pt x="195273" y="634984"/>
                </a:lnTo>
                <a:lnTo>
                  <a:pt x="197593" y="635339"/>
                </a:lnTo>
                <a:lnTo>
                  <a:pt x="199908" y="635757"/>
                </a:lnTo>
                <a:lnTo>
                  <a:pt x="202216" y="636238"/>
                </a:lnTo>
                <a:lnTo>
                  <a:pt x="204515" y="636782"/>
                </a:lnTo>
                <a:lnTo>
                  <a:pt x="206802" y="637389"/>
                </a:lnTo>
                <a:lnTo>
                  <a:pt x="209077" y="638057"/>
                </a:lnTo>
                <a:lnTo>
                  <a:pt x="211335" y="638787"/>
                </a:lnTo>
                <a:lnTo>
                  <a:pt x="213575" y="639578"/>
                </a:lnTo>
                <a:lnTo>
                  <a:pt x="215796" y="640429"/>
                </a:lnTo>
                <a:lnTo>
                  <a:pt x="217994" y="641341"/>
                </a:lnTo>
                <a:lnTo>
                  <a:pt x="220167" y="642312"/>
                </a:lnTo>
                <a:lnTo>
                  <a:pt x="222313" y="643342"/>
                </a:lnTo>
                <a:lnTo>
                  <a:pt x="224430" y="644430"/>
                </a:lnTo>
                <a:lnTo>
                  <a:pt x="226516" y="645577"/>
                </a:lnTo>
                <a:lnTo>
                  <a:pt x="228569" y="646782"/>
                </a:lnTo>
                <a:lnTo>
                  <a:pt x="230585" y="648044"/>
                </a:lnTo>
                <a:close/>
                <a:moveTo>
                  <a:pt x="252016" y="389790"/>
                </a:moveTo>
                <a:lnTo>
                  <a:pt x="251597" y="391472"/>
                </a:lnTo>
                <a:lnTo>
                  <a:pt x="251156" y="393152"/>
                </a:lnTo>
                <a:lnTo>
                  <a:pt x="250694" y="394831"/>
                </a:lnTo>
                <a:lnTo>
                  <a:pt x="250210" y="396509"/>
                </a:lnTo>
                <a:lnTo>
                  <a:pt x="249704" y="398186"/>
                </a:lnTo>
                <a:lnTo>
                  <a:pt x="344632" y="447761"/>
                </a:lnTo>
                <a:lnTo>
                  <a:pt x="350100" y="440463"/>
                </a:lnTo>
                <a:lnTo>
                  <a:pt x="355913" y="433548"/>
                </a:lnTo>
                <a:lnTo>
                  <a:pt x="362052" y="427022"/>
                </a:lnTo>
                <a:lnTo>
                  <a:pt x="368497" y="420892"/>
                </a:lnTo>
                <a:lnTo>
                  <a:pt x="375229" y="415162"/>
                </a:lnTo>
                <a:lnTo>
                  <a:pt x="382228" y="409841"/>
                </a:lnTo>
                <a:lnTo>
                  <a:pt x="389474" y="404934"/>
                </a:lnTo>
                <a:lnTo>
                  <a:pt x="396947" y="400447"/>
                </a:lnTo>
                <a:lnTo>
                  <a:pt x="404629" y="396387"/>
                </a:lnTo>
                <a:lnTo>
                  <a:pt x="412498" y="392760"/>
                </a:lnTo>
                <a:lnTo>
                  <a:pt x="420536" y="389572"/>
                </a:lnTo>
                <a:lnTo>
                  <a:pt x="428723" y="386829"/>
                </a:lnTo>
                <a:lnTo>
                  <a:pt x="437038" y="384539"/>
                </a:lnTo>
                <a:lnTo>
                  <a:pt x="445463" y="382706"/>
                </a:lnTo>
                <a:lnTo>
                  <a:pt x="453978" y="381338"/>
                </a:lnTo>
                <a:lnTo>
                  <a:pt x="462562" y="380441"/>
                </a:lnTo>
                <a:lnTo>
                  <a:pt x="471197" y="380021"/>
                </a:lnTo>
                <a:lnTo>
                  <a:pt x="479862" y="380084"/>
                </a:lnTo>
                <a:lnTo>
                  <a:pt x="488538" y="380636"/>
                </a:lnTo>
                <a:lnTo>
                  <a:pt x="497206" y="381684"/>
                </a:lnTo>
                <a:lnTo>
                  <a:pt x="505844" y="383235"/>
                </a:lnTo>
                <a:lnTo>
                  <a:pt x="514434" y="385294"/>
                </a:lnTo>
                <a:lnTo>
                  <a:pt x="522957" y="387868"/>
                </a:lnTo>
                <a:lnTo>
                  <a:pt x="531392" y="390962"/>
                </a:lnTo>
                <a:lnTo>
                  <a:pt x="615998" y="232951"/>
                </a:lnTo>
                <a:lnTo>
                  <a:pt x="612318" y="230047"/>
                </a:lnTo>
                <a:lnTo>
                  <a:pt x="608758" y="227019"/>
                </a:lnTo>
                <a:lnTo>
                  <a:pt x="605320" y="223871"/>
                </a:lnTo>
                <a:lnTo>
                  <a:pt x="602008" y="220607"/>
                </a:lnTo>
                <a:lnTo>
                  <a:pt x="598823" y="217232"/>
                </a:lnTo>
                <a:lnTo>
                  <a:pt x="595767" y="213750"/>
                </a:lnTo>
                <a:lnTo>
                  <a:pt x="592842" y="210166"/>
                </a:lnTo>
                <a:lnTo>
                  <a:pt x="590052" y="206484"/>
                </a:lnTo>
                <a:lnTo>
                  <a:pt x="587397" y="202709"/>
                </a:lnTo>
                <a:lnTo>
                  <a:pt x="584881" y="198845"/>
                </a:lnTo>
                <a:lnTo>
                  <a:pt x="582506" y="194896"/>
                </a:lnTo>
                <a:lnTo>
                  <a:pt x="580273" y="190868"/>
                </a:lnTo>
                <a:lnTo>
                  <a:pt x="578185" y="186764"/>
                </a:lnTo>
                <a:lnTo>
                  <a:pt x="576245" y="182590"/>
                </a:lnTo>
                <a:lnTo>
                  <a:pt x="574454" y="178349"/>
                </a:lnTo>
                <a:lnTo>
                  <a:pt x="572815" y="174046"/>
                </a:lnTo>
                <a:lnTo>
                  <a:pt x="571330" y="169685"/>
                </a:lnTo>
                <a:lnTo>
                  <a:pt x="570001" y="165272"/>
                </a:lnTo>
                <a:lnTo>
                  <a:pt x="568831" y="160810"/>
                </a:lnTo>
                <a:lnTo>
                  <a:pt x="567822" y="156304"/>
                </a:lnTo>
                <a:lnTo>
                  <a:pt x="566976" y="151758"/>
                </a:lnTo>
                <a:lnTo>
                  <a:pt x="566295" y="147178"/>
                </a:lnTo>
                <a:lnTo>
                  <a:pt x="565781" y="142566"/>
                </a:lnTo>
                <a:lnTo>
                  <a:pt x="565438" y="137929"/>
                </a:lnTo>
                <a:lnTo>
                  <a:pt x="469478" y="127610"/>
                </a:lnTo>
                <a:lnTo>
                  <a:pt x="469220" y="128255"/>
                </a:lnTo>
                <a:lnTo>
                  <a:pt x="468961" y="128900"/>
                </a:lnTo>
                <a:lnTo>
                  <a:pt x="468702" y="129545"/>
                </a:lnTo>
                <a:lnTo>
                  <a:pt x="468441" y="130190"/>
                </a:lnTo>
                <a:lnTo>
                  <a:pt x="468178" y="130835"/>
                </a:lnTo>
                <a:lnTo>
                  <a:pt x="467913" y="131480"/>
                </a:lnTo>
                <a:lnTo>
                  <a:pt x="467646" y="132125"/>
                </a:lnTo>
                <a:lnTo>
                  <a:pt x="467375" y="132770"/>
                </a:lnTo>
                <a:lnTo>
                  <a:pt x="467101" y="133415"/>
                </a:lnTo>
                <a:lnTo>
                  <a:pt x="466823" y="134060"/>
                </a:lnTo>
                <a:lnTo>
                  <a:pt x="466540" y="134706"/>
                </a:lnTo>
                <a:lnTo>
                  <a:pt x="466252" y="135351"/>
                </a:lnTo>
                <a:lnTo>
                  <a:pt x="465959" y="135996"/>
                </a:lnTo>
                <a:lnTo>
                  <a:pt x="465660" y="136642"/>
                </a:lnTo>
                <a:lnTo>
                  <a:pt x="465355" y="137287"/>
                </a:lnTo>
                <a:lnTo>
                  <a:pt x="465043" y="137933"/>
                </a:lnTo>
                <a:lnTo>
                  <a:pt x="464724" y="138579"/>
                </a:lnTo>
                <a:lnTo>
                  <a:pt x="464398" y="139225"/>
                </a:lnTo>
                <a:lnTo>
                  <a:pt x="464063" y="139871"/>
                </a:lnTo>
                <a:lnTo>
                  <a:pt x="463720" y="140517"/>
                </a:lnTo>
                <a:lnTo>
                  <a:pt x="463368" y="141163"/>
                </a:lnTo>
                <a:lnTo>
                  <a:pt x="463006" y="141809"/>
                </a:lnTo>
                <a:lnTo>
                  <a:pt x="462635" y="142456"/>
                </a:lnTo>
                <a:lnTo>
                  <a:pt x="462253" y="143103"/>
                </a:lnTo>
                <a:lnTo>
                  <a:pt x="459145" y="147862"/>
                </a:lnTo>
                <a:lnTo>
                  <a:pt x="455764" y="152328"/>
                </a:lnTo>
                <a:lnTo>
                  <a:pt x="452128" y="156497"/>
                </a:lnTo>
                <a:lnTo>
                  <a:pt x="448254" y="160367"/>
                </a:lnTo>
                <a:lnTo>
                  <a:pt x="444160" y="163933"/>
                </a:lnTo>
                <a:lnTo>
                  <a:pt x="439863" y="167194"/>
                </a:lnTo>
                <a:lnTo>
                  <a:pt x="435380" y="170145"/>
                </a:lnTo>
                <a:lnTo>
                  <a:pt x="430730" y="172783"/>
                </a:lnTo>
                <a:lnTo>
                  <a:pt x="425928" y="175106"/>
                </a:lnTo>
                <a:lnTo>
                  <a:pt x="420994" y="177111"/>
                </a:lnTo>
                <a:lnTo>
                  <a:pt x="415944" y="178794"/>
                </a:lnTo>
                <a:lnTo>
                  <a:pt x="410796" y="180151"/>
                </a:lnTo>
                <a:lnTo>
                  <a:pt x="405568" y="181181"/>
                </a:lnTo>
                <a:lnTo>
                  <a:pt x="400276" y="181879"/>
                </a:lnTo>
                <a:lnTo>
                  <a:pt x="394939" y="182242"/>
                </a:lnTo>
                <a:lnTo>
                  <a:pt x="389573" y="182269"/>
                </a:lnTo>
                <a:lnTo>
                  <a:pt x="384197" y="181954"/>
                </a:lnTo>
                <a:lnTo>
                  <a:pt x="378827" y="181295"/>
                </a:lnTo>
                <a:lnTo>
                  <a:pt x="373482" y="180290"/>
                </a:lnTo>
                <a:lnTo>
                  <a:pt x="368178" y="178934"/>
                </a:lnTo>
                <a:lnTo>
                  <a:pt x="362933" y="177225"/>
                </a:lnTo>
                <a:lnTo>
                  <a:pt x="357765" y="175160"/>
                </a:lnTo>
                <a:lnTo>
                  <a:pt x="352691" y="172735"/>
                </a:lnTo>
                <a:lnTo>
                  <a:pt x="347729" y="169947"/>
                </a:lnTo>
                <a:lnTo>
                  <a:pt x="232158" y="282525"/>
                </a:lnTo>
                <a:lnTo>
                  <a:pt x="234056" y="285257"/>
                </a:lnTo>
                <a:lnTo>
                  <a:pt x="235878" y="288031"/>
                </a:lnTo>
                <a:lnTo>
                  <a:pt x="237623" y="290844"/>
                </a:lnTo>
                <a:lnTo>
                  <a:pt x="239292" y="293697"/>
                </a:lnTo>
                <a:lnTo>
                  <a:pt x="240884" y="296588"/>
                </a:lnTo>
                <a:lnTo>
                  <a:pt x="242399" y="299515"/>
                </a:lnTo>
                <a:lnTo>
                  <a:pt x="243835" y="302476"/>
                </a:lnTo>
                <a:lnTo>
                  <a:pt x="245194" y="305472"/>
                </a:lnTo>
                <a:lnTo>
                  <a:pt x="246473" y="308499"/>
                </a:lnTo>
                <a:lnTo>
                  <a:pt x="247673" y="311558"/>
                </a:lnTo>
                <a:lnTo>
                  <a:pt x="248793" y="314646"/>
                </a:lnTo>
                <a:lnTo>
                  <a:pt x="249833" y="317763"/>
                </a:lnTo>
                <a:lnTo>
                  <a:pt x="250793" y="320906"/>
                </a:lnTo>
                <a:lnTo>
                  <a:pt x="251671" y="324075"/>
                </a:lnTo>
                <a:lnTo>
                  <a:pt x="252468" y="327269"/>
                </a:lnTo>
                <a:lnTo>
                  <a:pt x="253183" y="330485"/>
                </a:lnTo>
                <a:lnTo>
                  <a:pt x="253815" y="333723"/>
                </a:lnTo>
                <a:lnTo>
                  <a:pt x="254365" y="336981"/>
                </a:lnTo>
                <a:lnTo>
                  <a:pt x="254831" y="340258"/>
                </a:lnTo>
                <a:lnTo>
                  <a:pt x="255214" y="343553"/>
                </a:lnTo>
                <a:lnTo>
                  <a:pt x="255512" y="346864"/>
                </a:lnTo>
                <a:lnTo>
                  <a:pt x="255726" y="350189"/>
                </a:lnTo>
                <a:lnTo>
                  <a:pt x="255854" y="353529"/>
                </a:lnTo>
                <a:lnTo>
                  <a:pt x="255897" y="356880"/>
                </a:lnTo>
                <a:lnTo>
                  <a:pt x="255886" y="358683"/>
                </a:lnTo>
                <a:lnTo>
                  <a:pt x="255854" y="360475"/>
                </a:lnTo>
                <a:lnTo>
                  <a:pt x="255800" y="362257"/>
                </a:lnTo>
                <a:lnTo>
                  <a:pt x="255725" y="364030"/>
                </a:lnTo>
                <a:lnTo>
                  <a:pt x="255628" y="365793"/>
                </a:lnTo>
                <a:lnTo>
                  <a:pt x="255510" y="367549"/>
                </a:lnTo>
                <a:lnTo>
                  <a:pt x="255370" y="369296"/>
                </a:lnTo>
                <a:lnTo>
                  <a:pt x="255209" y="371035"/>
                </a:lnTo>
                <a:lnTo>
                  <a:pt x="255026" y="372767"/>
                </a:lnTo>
                <a:lnTo>
                  <a:pt x="254822" y="374493"/>
                </a:lnTo>
                <a:lnTo>
                  <a:pt x="254596" y="376212"/>
                </a:lnTo>
                <a:lnTo>
                  <a:pt x="254349" y="377925"/>
                </a:lnTo>
                <a:lnTo>
                  <a:pt x="254080" y="379633"/>
                </a:lnTo>
                <a:lnTo>
                  <a:pt x="253790" y="381336"/>
                </a:lnTo>
                <a:lnTo>
                  <a:pt x="253478" y="383034"/>
                </a:lnTo>
                <a:lnTo>
                  <a:pt x="253145" y="384728"/>
                </a:lnTo>
                <a:lnTo>
                  <a:pt x="252790" y="386419"/>
                </a:lnTo>
                <a:lnTo>
                  <a:pt x="252414" y="388106"/>
                </a:lnTo>
                <a:lnTo>
                  <a:pt x="252016" y="389790"/>
                </a:lnTo>
                <a:close/>
                <a:moveTo>
                  <a:pt x="517501" y="500662"/>
                </a:moveTo>
                <a:lnTo>
                  <a:pt x="518395" y="497869"/>
                </a:lnTo>
                <a:lnTo>
                  <a:pt x="519103" y="494997"/>
                </a:lnTo>
                <a:lnTo>
                  <a:pt x="519618" y="492053"/>
                </a:lnTo>
                <a:lnTo>
                  <a:pt x="519932" y="489041"/>
                </a:lnTo>
                <a:lnTo>
                  <a:pt x="520038" y="485970"/>
                </a:lnTo>
                <a:lnTo>
                  <a:pt x="519937" y="482900"/>
                </a:lnTo>
                <a:lnTo>
                  <a:pt x="519638" y="479891"/>
                </a:lnTo>
                <a:lnTo>
                  <a:pt x="519148" y="476948"/>
                </a:lnTo>
                <a:lnTo>
                  <a:pt x="518472" y="474077"/>
                </a:lnTo>
                <a:lnTo>
                  <a:pt x="517617" y="471285"/>
                </a:lnTo>
                <a:lnTo>
                  <a:pt x="516589" y="468578"/>
                </a:lnTo>
                <a:lnTo>
                  <a:pt x="515395" y="465963"/>
                </a:lnTo>
                <a:lnTo>
                  <a:pt x="514040" y="463445"/>
                </a:lnTo>
                <a:lnTo>
                  <a:pt x="512531" y="461031"/>
                </a:lnTo>
                <a:lnTo>
                  <a:pt x="510875" y="458728"/>
                </a:lnTo>
                <a:lnTo>
                  <a:pt x="509077" y="456541"/>
                </a:lnTo>
                <a:lnTo>
                  <a:pt x="507144" y="454477"/>
                </a:lnTo>
                <a:lnTo>
                  <a:pt x="505081" y="452542"/>
                </a:lnTo>
                <a:lnTo>
                  <a:pt x="502896" y="450742"/>
                </a:lnTo>
                <a:lnTo>
                  <a:pt x="500594" y="449084"/>
                </a:lnTo>
                <a:lnTo>
                  <a:pt x="498183" y="447574"/>
                </a:lnTo>
                <a:lnTo>
                  <a:pt x="495667" y="446217"/>
                </a:lnTo>
                <a:lnTo>
                  <a:pt x="493053" y="445022"/>
                </a:lnTo>
                <a:lnTo>
                  <a:pt x="490348" y="443993"/>
                </a:lnTo>
                <a:lnTo>
                  <a:pt x="487558" y="443137"/>
                </a:lnTo>
                <a:lnTo>
                  <a:pt x="484689" y="442460"/>
                </a:lnTo>
                <a:lnTo>
                  <a:pt x="481747" y="441969"/>
                </a:lnTo>
                <a:lnTo>
                  <a:pt x="478739" y="441670"/>
                </a:lnTo>
                <a:lnTo>
                  <a:pt x="475671" y="441569"/>
                </a:lnTo>
                <a:lnTo>
                  <a:pt x="474639" y="441569"/>
                </a:lnTo>
                <a:lnTo>
                  <a:pt x="471572" y="441670"/>
                </a:lnTo>
                <a:lnTo>
                  <a:pt x="468565" y="441969"/>
                </a:lnTo>
                <a:lnTo>
                  <a:pt x="465624" y="442460"/>
                </a:lnTo>
                <a:lnTo>
                  <a:pt x="462756" y="443137"/>
                </a:lnTo>
                <a:lnTo>
                  <a:pt x="459966" y="443993"/>
                </a:lnTo>
                <a:lnTo>
                  <a:pt x="457262" y="445022"/>
                </a:lnTo>
                <a:lnTo>
                  <a:pt x="454648" y="446217"/>
                </a:lnTo>
                <a:lnTo>
                  <a:pt x="452133" y="447574"/>
                </a:lnTo>
                <a:lnTo>
                  <a:pt x="449721" y="449084"/>
                </a:lnTo>
                <a:lnTo>
                  <a:pt x="447419" y="450742"/>
                </a:lnTo>
                <a:lnTo>
                  <a:pt x="445234" y="452542"/>
                </a:lnTo>
                <a:lnTo>
                  <a:pt x="443171" y="454477"/>
                </a:lnTo>
                <a:lnTo>
                  <a:pt x="441237" y="456541"/>
                </a:lnTo>
                <a:lnTo>
                  <a:pt x="439438" y="458728"/>
                </a:lnTo>
                <a:lnTo>
                  <a:pt x="437781" y="461031"/>
                </a:lnTo>
                <a:lnTo>
                  <a:pt x="436272" y="463445"/>
                </a:lnTo>
                <a:lnTo>
                  <a:pt x="434917" y="465963"/>
                </a:lnTo>
                <a:lnTo>
                  <a:pt x="433722" y="468578"/>
                </a:lnTo>
                <a:lnTo>
                  <a:pt x="432694" y="471285"/>
                </a:lnTo>
                <a:lnTo>
                  <a:pt x="431838" y="474077"/>
                </a:lnTo>
                <a:lnTo>
                  <a:pt x="431162" y="476948"/>
                </a:lnTo>
                <a:lnTo>
                  <a:pt x="430671" y="479891"/>
                </a:lnTo>
                <a:lnTo>
                  <a:pt x="430372" y="482900"/>
                </a:lnTo>
                <a:lnTo>
                  <a:pt x="430271" y="485970"/>
                </a:lnTo>
                <a:lnTo>
                  <a:pt x="430372" y="489041"/>
                </a:lnTo>
                <a:lnTo>
                  <a:pt x="430671" y="492052"/>
                </a:lnTo>
                <a:lnTo>
                  <a:pt x="431162" y="494997"/>
                </a:lnTo>
                <a:lnTo>
                  <a:pt x="431838" y="497869"/>
                </a:lnTo>
                <a:lnTo>
                  <a:pt x="432694" y="500662"/>
                </a:lnTo>
                <a:lnTo>
                  <a:pt x="433722" y="503370"/>
                </a:lnTo>
                <a:lnTo>
                  <a:pt x="434917" y="505986"/>
                </a:lnTo>
                <a:lnTo>
                  <a:pt x="436272" y="508505"/>
                </a:lnTo>
                <a:lnTo>
                  <a:pt x="437781" y="510919"/>
                </a:lnTo>
                <a:lnTo>
                  <a:pt x="439438" y="513223"/>
                </a:lnTo>
                <a:lnTo>
                  <a:pt x="441237" y="515411"/>
                </a:lnTo>
                <a:lnTo>
                  <a:pt x="443171" y="517475"/>
                </a:lnTo>
                <a:lnTo>
                  <a:pt x="445234" y="519411"/>
                </a:lnTo>
                <a:lnTo>
                  <a:pt x="447419" y="521211"/>
                </a:lnTo>
                <a:lnTo>
                  <a:pt x="449721" y="522869"/>
                </a:lnTo>
                <a:lnTo>
                  <a:pt x="452133" y="524380"/>
                </a:lnTo>
                <a:lnTo>
                  <a:pt x="454648" y="525736"/>
                </a:lnTo>
                <a:lnTo>
                  <a:pt x="457262" y="526932"/>
                </a:lnTo>
                <a:lnTo>
                  <a:pt x="459966" y="527961"/>
                </a:lnTo>
                <a:lnTo>
                  <a:pt x="462756" y="528817"/>
                </a:lnTo>
                <a:lnTo>
                  <a:pt x="465624" y="529494"/>
                </a:lnTo>
                <a:lnTo>
                  <a:pt x="468565" y="529985"/>
                </a:lnTo>
                <a:lnTo>
                  <a:pt x="471572" y="530284"/>
                </a:lnTo>
                <a:lnTo>
                  <a:pt x="474639" y="530385"/>
                </a:lnTo>
                <a:lnTo>
                  <a:pt x="477712" y="530284"/>
                </a:lnTo>
                <a:lnTo>
                  <a:pt x="480735" y="529985"/>
                </a:lnTo>
                <a:lnTo>
                  <a:pt x="483701" y="529494"/>
                </a:lnTo>
                <a:lnTo>
                  <a:pt x="486603" y="528817"/>
                </a:lnTo>
                <a:lnTo>
                  <a:pt x="489432" y="527961"/>
                </a:lnTo>
                <a:lnTo>
                  <a:pt x="492182" y="526932"/>
                </a:lnTo>
                <a:lnTo>
                  <a:pt x="494847" y="525736"/>
                </a:lnTo>
                <a:lnTo>
                  <a:pt x="497418" y="524380"/>
                </a:lnTo>
                <a:lnTo>
                  <a:pt x="499889" y="522869"/>
                </a:lnTo>
                <a:lnTo>
                  <a:pt x="502252" y="521211"/>
                </a:lnTo>
                <a:lnTo>
                  <a:pt x="504501" y="519411"/>
                </a:lnTo>
                <a:lnTo>
                  <a:pt x="506627" y="517475"/>
                </a:lnTo>
                <a:lnTo>
                  <a:pt x="508625" y="515411"/>
                </a:lnTo>
                <a:lnTo>
                  <a:pt x="510487" y="513223"/>
                </a:lnTo>
                <a:lnTo>
                  <a:pt x="512205" y="510919"/>
                </a:lnTo>
                <a:lnTo>
                  <a:pt x="513773" y="508505"/>
                </a:lnTo>
                <a:lnTo>
                  <a:pt x="515183" y="505986"/>
                </a:lnTo>
                <a:lnTo>
                  <a:pt x="516428" y="503370"/>
                </a:lnTo>
                <a:lnTo>
                  <a:pt x="517501" y="500662"/>
                </a:lnTo>
                <a:close/>
                <a:moveTo>
                  <a:pt x="385968" y="585400"/>
                </a:moveTo>
                <a:lnTo>
                  <a:pt x="385920" y="586286"/>
                </a:lnTo>
                <a:lnTo>
                  <a:pt x="385903" y="587183"/>
                </a:lnTo>
                <a:lnTo>
                  <a:pt x="385903" y="621265"/>
                </a:lnTo>
                <a:lnTo>
                  <a:pt x="564406" y="621265"/>
                </a:lnTo>
                <a:lnTo>
                  <a:pt x="565438" y="587183"/>
                </a:lnTo>
                <a:lnTo>
                  <a:pt x="565417" y="586404"/>
                </a:lnTo>
                <a:lnTo>
                  <a:pt x="565354" y="585616"/>
                </a:lnTo>
                <a:lnTo>
                  <a:pt x="565250" y="584821"/>
                </a:lnTo>
                <a:lnTo>
                  <a:pt x="565108" y="584021"/>
                </a:lnTo>
                <a:lnTo>
                  <a:pt x="564928" y="583216"/>
                </a:lnTo>
                <a:lnTo>
                  <a:pt x="564712" y="582410"/>
                </a:lnTo>
                <a:lnTo>
                  <a:pt x="564461" y="581604"/>
                </a:lnTo>
                <a:lnTo>
                  <a:pt x="564176" y="580800"/>
                </a:lnTo>
                <a:lnTo>
                  <a:pt x="563859" y="579999"/>
                </a:lnTo>
                <a:lnTo>
                  <a:pt x="563512" y="579204"/>
                </a:lnTo>
                <a:lnTo>
                  <a:pt x="563134" y="578416"/>
                </a:lnTo>
                <a:lnTo>
                  <a:pt x="562729" y="577636"/>
                </a:lnTo>
                <a:lnTo>
                  <a:pt x="562296" y="576867"/>
                </a:lnTo>
                <a:lnTo>
                  <a:pt x="561838" y="576111"/>
                </a:lnTo>
                <a:lnTo>
                  <a:pt x="561356" y="575369"/>
                </a:lnTo>
                <a:lnTo>
                  <a:pt x="560851" y="574643"/>
                </a:lnTo>
                <a:lnTo>
                  <a:pt x="560324" y="573935"/>
                </a:lnTo>
                <a:lnTo>
                  <a:pt x="559777" y="573246"/>
                </a:lnTo>
                <a:lnTo>
                  <a:pt x="559212" y="572579"/>
                </a:lnTo>
                <a:lnTo>
                  <a:pt x="558629" y="571935"/>
                </a:lnTo>
                <a:lnTo>
                  <a:pt x="558030" y="571316"/>
                </a:lnTo>
                <a:lnTo>
                  <a:pt x="557416" y="570724"/>
                </a:lnTo>
                <a:lnTo>
                  <a:pt x="556788" y="570160"/>
                </a:lnTo>
                <a:lnTo>
                  <a:pt x="556149" y="569627"/>
                </a:lnTo>
                <a:lnTo>
                  <a:pt x="554586" y="568353"/>
                </a:lnTo>
                <a:lnTo>
                  <a:pt x="552993" y="567111"/>
                </a:lnTo>
                <a:lnTo>
                  <a:pt x="551370" y="565901"/>
                </a:lnTo>
                <a:lnTo>
                  <a:pt x="549718" y="564724"/>
                </a:lnTo>
                <a:lnTo>
                  <a:pt x="548040" y="563578"/>
                </a:lnTo>
                <a:lnTo>
                  <a:pt x="546335" y="562465"/>
                </a:lnTo>
                <a:lnTo>
                  <a:pt x="544607" y="561384"/>
                </a:lnTo>
                <a:lnTo>
                  <a:pt x="542856" y="560335"/>
                </a:lnTo>
                <a:lnTo>
                  <a:pt x="541083" y="559319"/>
                </a:lnTo>
                <a:lnTo>
                  <a:pt x="539289" y="558334"/>
                </a:lnTo>
                <a:lnTo>
                  <a:pt x="537477" y="557382"/>
                </a:lnTo>
                <a:lnTo>
                  <a:pt x="535647" y="556462"/>
                </a:lnTo>
                <a:lnTo>
                  <a:pt x="533801" y="555575"/>
                </a:lnTo>
                <a:lnTo>
                  <a:pt x="531941" y="554719"/>
                </a:lnTo>
                <a:lnTo>
                  <a:pt x="530066" y="553896"/>
                </a:lnTo>
                <a:lnTo>
                  <a:pt x="528180" y="553105"/>
                </a:lnTo>
                <a:lnTo>
                  <a:pt x="526283" y="552347"/>
                </a:lnTo>
                <a:lnTo>
                  <a:pt x="524376" y="551620"/>
                </a:lnTo>
                <a:lnTo>
                  <a:pt x="522461" y="550926"/>
                </a:lnTo>
                <a:lnTo>
                  <a:pt x="520540" y="550265"/>
                </a:lnTo>
                <a:lnTo>
                  <a:pt x="518613" y="549636"/>
                </a:lnTo>
                <a:lnTo>
                  <a:pt x="516682" y="549039"/>
                </a:lnTo>
                <a:lnTo>
                  <a:pt x="514748" y="548474"/>
                </a:lnTo>
                <a:lnTo>
                  <a:pt x="512813" y="547942"/>
                </a:lnTo>
                <a:lnTo>
                  <a:pt x="511267" y="547560"/>
                </a:lnTo>
                <a:lnTo>
                  <a:pt x="509720" y="547190"/>
                </a:lnTo>
                <a:lnTo>
                  <a:pt x="508173" y="546831"/>
                </a:lnTo>
                <a:lnTo>
                  <a:pt x="506626" y="546485"/>
                </a:lnTo>
                <a:lnTo>
                  <a:pt x="505079" y="546151"/>
                </a:lnTo>
                <a:lnTo>
                  <a:pt x="503532" y="545830"/>
                </a:lnTo>
                <a:lnTo>
                  <a:pt x="501985" y="545522"/>
                </a:lnTo>
                <a:lnTo>
                  <a:pt x="500438" y="545228"/>
                </a:lnTo>
                <a:lnTo>
                  <a:pt x="498890" y="544949"/>
                </a:lnTo>
                <a:lnTo>
                  <a:pt x="497343" y="544684"/>
                </a:lnTo>
                <a:lnTo>
                  <a:pt x="495795" y="544435"/>
                </a:lnTo>
                <a:lnTo>
                  <a:pt x="494247" y="544201"/>
                </a:lnTo>
                <a:lnTo>
                  <a:pt x="492699" y="543984"/>
                </a:lnTo>
                <a:lnTo>
                  <a:pt x="491152" y="543782"/>
                </a:lnTo>
                <a:lnTo>
                  <a:pt x="489604" y="543598"/>
                </a:lnTo>
                <a:lnTo>
                  <a:pt x="488056" y="543432"/>
                </a:lnTo>
                <a:lnTo>
                  <a:pt x="486508" y="543283"/>
                </a:lnTo>
                <a:lnTo>
                  <a:pt x="484960" y="543153"/>
                </a:lnTo>
                <a:lnTo>
                  <a:pt x="483411" y="543042"/>
                </a:lnTo>
                <a:lnTo>
                  <a:pt x="481863" y="542949"/>
                </a:lnTo>
                <a:lnTo>
                  <a:pt x="480315" y="542877"/>
                </a:lnTo>
                <a:lnTo>
                  <a:pt x="478767" y="542825"/>
                </a:lnTo>
                <a:lnTo>
                  <a:pt x="477219" y="542793"/>
                </a:lnTo>
                <a:lnTo>
                  <a:pt x="475671" y="542782"/>
                </a:lnTo>
                <a:lnTo>
                  <a:pt x="474123" y="542793"/>
                </a:lnTo>
                <a:lnTo>
                  <a:pt x="472575" y="542825"/>
                </a:lnTo>
                <a:lnTo>
                  <a:pt x="471027" y="542877"/>
                </a:lnTo>
                <a:lnTo>
                  <a:pt x="469479" y="542949"/>
                </a:lnTo>
                <a:lnTo>
                  <a:pt x="467931" y="543042"/>
                </a:lnTo>
                <a:lnTo>
                  <a:pt x="466384" y="543153"/>
                </a:lnTo>
                <a:lnTo>
                  <a:pt x="464836" y="543283"/>
                </a:lnTo>
                <a:lnTo>
                  <a:pt x="463289" y="543432"/>
                </a:lnTo>
                <a:lnTo>
                  <a:pt x="461741" y="543598"/>
                </a:lnTo>
                <a:lnTo>
                  <a:pt x="460194" y="543782"/>
                </a:lnTo>
                <a:lnTo>
                  <a:pt x="458647" y="543983"/>
                </a:lnTo>
                <a:lnTo>
                  <a:pt x="457099" y="544201"/>
                </a:lnTo>
                <a:lnTo>
                  <a:pt x="455552" y="544435"/>
                </a:lnTo>
                <a:lnTo>
                  <a:pt x="454005" y="544684"/>
                </a:lnTo>
                <a:lnTo>
                  <a:pt x="452457" y="544949"/>
                </a:lnTo>
                <a:lnTo>
                  <a:pt x="450910" y="545228"/>
                </a:lnTo>
                <a:lnTo>
                  <a:pt x="449362" y="545522"/>
                </a:lnTo>
                <a:lnTo>
                  <a:pt x="447815" y="545830"/>
                </a:lnTo>
                <a:lnTo>
                  <a:pt x="446267" y="546151"/>
                </a:lnTo>
                <a:lnTo>
                  <a:pt x="444720" y="546485"/>
                </a:lnTo>
                <a:lnTo>
                  <a:pt x="443172" y="546831"/>
                </a:lnTo>
                <a:lnTo>
                  <a:pt x="441624" y="547190"/>
                </a:lnTo>
                <a:lnTo>
                  <a:pt x="440076" y="547560"/>
                </a:lnTo>
                <a:lnTo>
                  <a:pt x="438528" y="547942"/>
                </a:lnTo>
                <a:lnTo>
                  <a:pt x="436598" y="548598"/>
                </a:lnTo>
                <a:lnTo>
                  <a:pt x="434679" y="549275"/>
                </a:lnTo>
                <a:lnTo>
                  <a:pt x="432771" y="549974"/>
                </a:lnTo>
                <a:lnTo>
                  <a:pt x="430874" y="550695"/>
                </a:lnTo>
                <a:lnTo>
                  <a:pt x="428988" y="551437"/>
                </a:lnTo>
                <a:lnTo>
                  <a:pt x="427112" y="552201"/>
                </a:lnTo>
                <a:lnTo>
                  <a:pt x="425248" y="552986"/>
                </a:lnTo>
                <a:lnTo>
                  <a:pt x="423394" y="553793"/>
                </a:lnTo>
                <a:lnTo>
                  <a:pt x="421551" y="554622"/>
                </a:lnTo>
                <a:lnTo>
                  <a:pt x="419718" y="555472"/>
                </a:lnTo>
                <a:lnTo>
                  <a:pt x="417897" y="556343"/>
                </a:lnTo>
                <a:lnTo>
                  <a:pt x="416086" y="557236"/>
                </a:lnTo>
                <a:lnTo>
                  <a:pt x="414286" y="558151"/>
                </a:lnTo>
                <a:lnTo>
                  <a:pt x="412497" y="559087"/>
                </a:lnTo>
                <a:lnTo>
                  <a:pt x="410718" y="560044"/>
                </a:lnTo>
                <a:lnTo>
                  <a:pt x="408951" y="561023"/>
                </a:lnTo>
                <a:lnTo>
                  <a:pt x="407194" y="562024"/>
                </a:lnTo>
                <a:lnTo>
                  <a:pt x="405447" y="563046"/>
                </a:lnTo>
                <a:lnTo>
                  <a:pt x="403711" y="564089"/>
                </a:lnTo>
                <a:lnTo>
                  <a:pt x="401986" y="565154"/>
                </a:lnTo>
                <a:lnTo>
                  <a:pt x="400272" y="566240"/>
                </a:lnTo>
                <a:lnTo>
                  <a:pt x="398568" y="567347"/>
                </a:lnTo>
                <a:lnTo>
                  <a:pt x="396875" y="568476"/>
                </a:lnTo>
                <a:lnTo>
                  <a:pt x="395193" y="569627"/>
                </a:lnTo>
                <a:lnTo>
                  <a:pt x="394435" y="570155"/>
                </a:lnTo>
                <a:lnTo>
                  <a:pt x="393709" y="570704"/>
                </a:lnTo>
                <a:lnTo>
                  <a:pt x="393015" y="571274"/>
                </a:lnTo>
                <a:lnTo>
                  <a:pt x="392354" y="571863"/>
                </a:lnTo>
                <a:lnTo>
                  <a:pt x="391725" y="572473"/>
                </a:lnTo>
                <a:lnTo>
                  <a:pt x="391129" y="573101"/>
                </a:lnTo>
                <a:lnTo>
                  <a:pt x="390564" y="573748"/>
                </a:lnTo>
                <a:lnTo>
                  <a:pt x="390032" y="574414"/>
                </a:lnTo>
                <a:lnTo>
                  <a:pt x="389532" y="575097"/>
                </a:lnTo>
                <a:lnTo>
                  <a:pt x="389064" y="575798"/>
                </a:lnTo>
                <a:lnTo>
                  <a:pt x="388629" y="576515"/>
                </a:lnTo>
                <a:lnTo>
                  <a:pt x="388226" y="577249"/>
                </a:lnTo>
                <a:lnTo>
                  <a:pt x="387855" y="577999"/>
                </a:lnTo>
                <a:lnTo>
                  <a:pt x="387516" y="578765"/>
                </a:lnTo>
                <a:lnTo>
                  <a:pt x="387210" y="579546"/>
                </a:lnTo>
                <a:lnTo>
                  <a:pt x="386936" y="580341"/>
                </a:lnTo>
                <a:lnTo>
                  <a:pt x="386694" y="581151"/>
                </a:lnTo>
                <a:lnTo>
                  <a:pt x="386484" y="581975"/>
                </a:lnTo>
                <a:lnTo>
                  <a:pt x="386307" y="582812"/>
                </a:lnTo>
                <a:lnTo>
                  <a:pt x="386162" y="583662"/>
                </a:lnTo>
                <a:lnTo>
                  <a:pt x="386049" y="584525"/>
                </a:lnTo>
                <a:lnTo>
                  <a:pt x="385968" y="585400"/>
                </a:lnTo>
                <a:close/>
                <a:moveTo>
                  <a:pt x="710974" y="400512"/>
                </a:moveTo>
                <a:lnTo>
                  <a:pt x="710947" y="399737"/>
                </a:lnTo>
                <a:lnTo>
                  <a:pt x="710931" y="398962"/>
                </a:lnTo>
                <a:lnTo>
                  <a:pt x="710926" y="398186"/>
                </a:lnTo>
                <a:lnTo>
                  <a:pt x="710872" y="394713"/>
                </a:lnTo>
                <a:lnTo>
                  <a:pt x="710967" y="391265"/>
                </a:lnTo>
                <a:lnTo>
                  <a:pt x="711210" y="387847"/>
                </a:lnTo>
                <a:lnTo>
                  <a:pt x="711600" y="384462"/>
                </a:lnTo>
                <a:lnTo>
                  <a:pt x="712134" y="381114"/>
                </a:lnTo>
                <a:lnTo>
                  <a:pt x="712813" y="377809"/>
                </a:lnTo>
                <a:lnTo>
                  <a:pt x="713633" y="374549"/>
                </a:lnTo>
                <a:lnTo>
                  <a:pt x="714595" y="371338"/>
                </a:lnTo>
                <a:lnTo>
                  <a:pt x="715697" y="368181"/>
                </a:lnTo>
                <a:lnTo>
                  <a:pt x="716937" y="365082"/>
                </a:lnTo>
                <a:lnTo>
                  <a:pt x="718314" y="362045"/>
                </a:lnTo>
                <a:lnTo>
                  <a:pt x="719826" y="359073"/>
                </a:lnTo>
                <a:lnTo>
                  <a:pt x="721473" y="356172"/>
                </a:lnTo>
                <a:lnTo>
                  <a:pt x="723253" y="353344"/>
                </a:lnTo>
                <a:lnTo>
                  <a:pt x="725165" y="350595"/>
                </a:lnTo>
                <a:lnTo>
                  <a:pt x="727206" y="347927"/>
                </a:lnTo>
                <a:lnTo>
                  <a:pt x="729377" y="345345"/>
                </a:lnTo>
                <a:lnTo>
                  <a:pt x="731675" y="342854"/>
                </a:lnTo>
                <a:lnTo>
                  <a:pt x="734100" y="340456"/>
                </a:lnTo>
                <a:lnTo>
                  <a:pt x="736649" y="338157"/>
                </a:lnTo>
                <a:lnTo>
                  <a:pt x="739322" y="335960"/>
                </a:lnTo>
                <a:lnTo>
                  <a:pt x="742117" y="333869"/>
                </a:lnTo>
                <a:lnTo>
                  <a:pt x="745033" y="331889"/>
                </a:lnTo>
                <a:lnTo>
                  <a:pt x="748069" y="330023"/>
                </a:lnTo>
                <a:lnTo>
                  <a:pt x="721247" y="257731"/>
                </a:lnTo>
                <a:lnTo>
                  <a:pt x="720215" y="257860"/>
                </a:lnTo>
                <a:lnTo>
                  <a:pt x="719183" y="257989"/>
                </a:lnTo>
                <a:lnTo>
                  <a:pt x="718151" y="258116"/>
                </a:lnTo>
                <a:lnTo>
                  <a:pt x="717119" y="258242"/>
                </a:lnTo>
                <a:lnTo>
                  <a:pt x="716087" y="258367"/>
                </a:lnTo>
                <a:lnTo>
                  <a:pt x="715055" y="258489"/>
                </a:lnTo>
                <a:lnTo>
                  <a:pt x="714023" y="258609"/>
                </a:lnTo>
                <a:lnTo>
                  <a:pt x="712991" y="258725"/>
                </a:lnTo>
                <a:lnTo>
                  <a:pt x="711959" y="258838"/>
                </a:lnTo>
                <a:lnTo>
                  <a:pt x="710927" y="258947"/>
                </a:lnTo>
                <a:lnTo>
                  <a:pt x="709895" y="259051"/>
                </a:lnTo>
                <a:lnTo>
                  <a:pt x="708863" y="259150"/>
                </a:lnTo>
                <a:lnTo>
                  <a:pt x="707832" y="259244"/>
                </a:lnTo>
                <a:lnTo>
                  <a:pt x="706800" y="259332"/>
                </a:lnTo>
                <a:lnTo>
                  <a:pt x="705769" y="259414"/>
                </a:lnTo>
                <a:lnTo>
                  <a:pt x="704737" y="259489"/>
                </a:lnTo>
                <a:lnTo>
                  <a:pt x="703706" y="259557"/>
                </a:lnTo>
                <a:lnTo>
                  <a:pt x="702675" y="259618"/>
                </a:lnTo>
                <a:lnTo>
                  <a:pt x="701644" y="259670"/>
                </a:lnTo>
                <a:lnTo>
                  <a:pt x="700613" y="259714"/>
                </a:lnTo>
                <a:lnTo>
                  <a:pt x="699582" y="259749"/>
                </a:lnTo>
                <a:lnTo>
                  <a:pt x="698551" y="259774"/>
                </a:lnTo>
                <a:lnTo>
                  <a:pt x="697520" y="259790"/>
                </a:lnTo>
                <a:lnTo>
                  <a:pt x="696490" y="259795"/>
                </a:lnTo>
                <a:lnTo>
                  <a:pt x="694684" y="259784"/>
                </a:lnTo>
                <a:lnTo>
                  <a:pt x="692878" y="259752"/>
                </a:lnTo>
                <a:lnTo>
                  <a:pt x="691073" y="259696"/>
                </a:lnTo>
                <a:lnTo>
                  <a:pt x="689270" y="259618"/>
                </a:lnTo>
                <a:lnTo>
                  <a:pt x="687468" y="259517"/>
                </a:lnTo>
                <a:lnTo>
                  <a:pt x="685669" y="259392"/>
                </a:lnTo>
                <a:lnTo>
                  <a:pt x="683872" y="259243"/>
                </a:lnTo>
                <a:lnTo>
                  <a:pt x="682078" y="259069"/>
                </a:lnTo>
                <a:lnTo>
                  <a:pt x="680288" y="258870"/>
                </a:lnTo>
                <a:lnTo>
                  <a:pt x="678502" y="258646"/>
                </a:lnTo>
                <a:lnTo>
                  <a:pt x="676721" y="258395"/>
                </a:lnTo>
                <a:lnTo>
                  <a:pt x="674944" y="258118"/>
                </a:lnTo>
                <a:lnTo>
                  <a:pt x="673173" y="257814"/>
                </a:lnTo>
                <a:lnTo>
                  <a:pt x="671408" y="257483"/>
                </a:lnTo>
                <a:lnTo>
                  <a:pt x="669649" y="257125"/>
                </a:lnTo>
                <a:lnTo>
                  <a:pt x="667896" y="256737"/>
                </a:lnTo>
                <a:lnTo>
                  <a:pt x="666151" y="256322"/>
                </a:lnTo>
                <a:lnTo>
                  <a:pt x="664413" y="255877"/>
                </a:lnTo>
                <a:lnTo>
                  <a:pt x="662684" y="255403"/>
                </a:lnTo>
                <a:lnTo>
                  <a:pt x="660963" y="254898"/>
                </a:lnTo>
                <a:lnTo>
                  <a:pt x="659251" y="254363"/>
                </a:lnTo>
                <a:lnTo>
                  <a:pt x="657548" y="253798"/>
                </a:lnTo>
                <a:lnTo>
                  <a:pt x="655855" y="253200"/>
                </a:lnTo>
                <a:lnTo>
                  <a:pt x="654173" y="252571"/>
                </a:lnTo>
                <a:lnTo>
                  <a:pt x="569566" y="410583"/>
                </a:lnTo>
                <a:lnTo>
                  <a:pt x="572130" y="412412"/>
                </a:lnTo>
                <a:lnTo>
                  <a:pt x="574660" y="414284"/>
                </a:lnTo>
                <a:lnTo>
                  <a:pt x="577155" y="416199"/>
                </a:lnTo>
                <a:lnTo>
                  <a:pt x="579614" y="418158"/>
                </a:lnTo>
                <a:lnTo>
                  <a:pt x="582035" y="420159"/>
                </a:lnTo>
                <a:lnTo>
                  <a:pt x="584417" y="422203"/>
                </a:lnTo>
                <a:lnTo>
                  <a:pt x="586759" y="424290"/>
                </a:lnTo>
                <a:lnTo>
                  <a:pt x="589058" y="426420"/>
                </a:lnTo>
                <a:lnTo>
                  <a:pt x="591315" y="428593"/>
                </a:lnTo>
                <a:lnTo>
                  <a:pt x="593528" y="430809"/>
                </a:lnTo>
                <a:lnTo>
                  <a:pt x="595694" y="433068"/>
                </a:lnTo>
                <a:lnTo>
                  <a:pt x="597814" y="435370"/>
                </a:lnTo>
                <a:lnTo>
                  <a:pt x="599885" y="437715"/>
                </a:lnTo>
                <a:lnTo>
                  <a:pt x="601907" y="440104"/>
                </a:lnTo>
                <a:lnTo>
                  <a:pt x="603877" y="442535"/>
                </a:lnTo>
                <a:lnTo>
                  <a:pt x="605795" y="445009"/>
                </a:lnTo>
                <a:lnTo>
                  <a:pt x="607660" y="447526"/>
                </a:lnTo>
                <a:lnTo>
                  <a:pt x="609469" y="450086"/>
                </a:lnTo>
                <a:lnTo>
                  <a:pt x="611222" y="452689"/>
                </a:lnTo>
                <a:lnTo>
                  <a:pt x="612917" y="455335"/>
                </a:lnTo>
                <a:lnTo>
                  <a:pt x="614553" y="458024"/>
                </a:lnTo>
                <a:lnTo>
                  <a:pt x="616129" y="460756"/>
                </a:lnTo>
                <a:lnTo>
                  <a:pt x="617643" y="463531"/>
                </a:lnTo>
                <a:lnTo>
                  <a:pt x="619094" y="466349"/>
                </a:lnTo>
                <a:lnTo>
                  <a:pt x="714022" y="416775"/>
                </a:lnTo>
                <a:lnTo>
                  <a:pt x="713770" y="416001"/>
                </a:lnTo>
                <a:lnTo>
                  <a:pt x="713528" y="415227"/>
                </a:lnTo>
                <a:lnTo>
                  <a:pt x="713297" y="414453"/>
                </a:lnTo>
                <a:lnTo>
                  <a:pt x="713076" y="413679"/>
                </a:lnTo>
                <a:lnTo>
                  <a:pt x="712867" y="412905"/>
                </a:lnTo>
                <a:lnTo>
                  <a:pt x="712668" y="412131"/>
                </a:lnTo>
                <a:lnTo>
                  <a:pt x="712479" y="411357"/>
                </a:lnTo>
                <a:lnTo>
                  <a:pt x="712302" y="410583"/>
                </a:lnTo>
                <a:lnTo>
                  <a:pt x="712135" y="409808"/>
                </a:lnTo>
                <a:lnTo>
                  <a:pt x="711980" y="409034"/>
                </a:lnTo>
                <a:lnTo>
                  <a:pt x="711834" y="408260"/>
                </a:lnTo>
                <a:lnTo>
                  <a:pt x="711700" y="407486"/>
                </a:lnTo>
                <a:lnTo>
                  <a:pt x="711576" y="406711"/>
                </a:lnTo>
                <a:lnTo>
                  <a:pt x="711463" y="405937"/>
                </a:lnTo>
                <a:lnTo>
                  <a:pt x="711361" y="405162"/>
                </a:lnTo>
                <a:lnTo>
                  <a:pt x="711270" y="404387"/>
                </a:lnTo>
                <a:lnTo>
                  <a:pt x="711189" y="403613"/>
                </a:lnTo>
                <a:lnTo>
                  <a:pt x="711119" y="402838"/>
                </a:lnTo>
                <a:lnTo>
                  <a:pt x="711060" y="402063"/>
                </a:lnTo>
                <a:lnTo>
                  <a:pt x="711012" y="401288"/>
                </a:lnTo>
                <a:lnTo>
                  <a:pt x="710974" y="400512"/>
                </a:lnTo>
                <a:close/>
                <a:moveTo>
                  <a:pt x="746004" y="420916"/>
                </a:moveTo>
                <a:lnTo>
                  <a:pt x="746004" y="439505"/>
                </a:lnTo>
                <a:lnTo>
                  <a:pt x="841964" y="439505"/>
                </a:lnTo>
                <a:lnTo>
                  <a:pt x="841964" y="420916"/>
                </a:lnTo>
                <a:lnTo>
                  <a:pt x="841954" y="420524"/>
                </a:lnTo>
                <a:lnTo>
                  <a:pt x="841922" y="420122"/>
                </a:lnTo>
                <a:lnTo>
                  <a:pt x="841870" y="419713"/>
                </a:lnTo>
                <a:lnTo>
                  <a:pt x="841797" y="419296"/>
                </a:lnTo>
                <a:lnTo>
                  <a:pt x="841705" y="418874"/>
                </a:lnTo>
                <a:lnTo>
                  <a:pt x="841594" y="418447"/>
                </a:lnTo>
                <a:lnTo>
                  <a:pt x="841463" y="418018"/>
                </a:lnTo>
                <a:lnTo>
                  <a:pt x="841315" y="417588"/>
                </a:lnTo>
                <a:lnTo>
                  <a:pt x="841149" y="417157"/>
                </a:lnTo>
                <a:lnTo>
                  <a:pt x="840965" y="416728"/>
                </a:lnTo>
                <a:lnTo>
                  <a:pt x="840764" y="416301"/>
                </a:lnTo>
                <a:lnTo>
                  <a:pt x="840547" y="415879"/>
                </a:lnTo>
                <a:lnTo>
                  <a:pt x="840314" y="415462"/>
                </a:lnTo>
                <a:lnTo>
                  <a:pt x="840065" y="415051"/>
                </a:lnTo>
                <a:lnTo>
                  <a:pt x="839801" y="414649"/>
                </a:lnTo>
                <a:lnTo>
                  <a:pt x="839522" y="414256"/>
                </a:lnTo>
                <a:lnTo>
                  <a:pt x="839229" y="413874"/>
                </a:lnTo>
                <a:lnTo>
                  <a:pt x="838922" y="413504"/>
                </a:lnTo>
                <a:lnTo>
                  <a:pt x="838602" y="413147"/>
                </a:lnTo>
                <a:lnTo>
                  <a:pt x="838269" y="412806"/>
                </a:lnTo>
                <a:lnTo>
                  <a:pt x="837924" y="412480"/>
                </a:lnTo>
                <a:lnTo>
                  <a:pt x="837566" y="412173"/>
                </a:lnTo>
                <a:lnTo>
                  <a:pt x="837197" y="411884"/>
                </a:lnTo>
                <a:lnTo>
                  <a:pt x="836817" y="411615"/>
                </a:lnTo>
                <a:lnTo>
                  <a:pt x="835914" y="410976"/>
                </a:lnTo>
                <a:lnTo>
                  <a:pt x="835011" y="410347"/>
                </a:lnTo>
                <a:lnTo>
                  <a:pt x="834106" y="409731"/>
                </a:lnTo>
                <a:lnTo>
                  <a:pt x="833200" y="409126"/>
                </a:lnTo>
                <a:lnTo>
                  <a:pt x="832293" y="408534"/>
                </a:lnTo>
                <a:lnTo>
                  <a:pt x="831383" y="407955"/>
                </a:lnTo>
                <a:lnTo>
                  <a:pt x="830470" y="407389"/>
                </a:lnTo>
                <a:lnTo>
                  <a:pt x="829554" y="406838"/>
                </a:lnTo>
                <a:lnTo>
                  <a:pt x="828635" y="406300"/>
                </a:lnTo>
                <a:lnTo>
                  <a:pt x="827712" y="405778"/>
                </a:lnTo>
                <a:lnTo>
                  <a:pt x="826784" y="405270"/>
                </a:lnTo>
                <a:lnTo>
                  <a:pt x="825851" y="404778"/>
                </a:lnTo>
                <a:lnTo>
                  <a:pt x="824913" y="404303"/>
                </a:lnTo>
                <a:lnTo>
                  <a:pt x="823969" y="403844"/>
                </a:lnTo>
                <a:lnTo>
                  <a:pt x="823019" y="403402"/>
                </a:lnTo>
                <a:lnTo>
                  <a:pt x="822062" y="402977"/>
                </a:lnTo>
                <a:lnTo>
                  <a:pt x="821098" y="402571"/>
                </a:lnTo>
                <a:lnTo>
                  <a:pt x="820126" y="402182"/>
                </a:lnTo>
                <a:lnTo>
                  <a:pt x="819146" y="401813"/>
                </a:lnTo>
                <a:lnTo>
                  <a:pt x="818158" y="401463"/>
                </a:lnTo>
                <a:lnTo>
                  <a:pt x="817161" y="401132"/>
                </a:lnTo>
                <a:lnTo>
                  <a:pt x="816154" y="400822"/>
                </a:lnTo>
                <a:lnTo>
                  <a:pt x="815138" y="400532"/>
                </a:lnTo>
                <a:lnTo>
                  <a:pt x="814111" y="400264"/>
                </a:lnTo>
                <a:lnTo>
                  <a:pt x="813331" y="400009"/>
                </a:lnTo>
                <a:lnTo>
                  <a:pt x="812542" y="399766"/>
                </a:lnTo>
                <a:lnTo>
                  <a:pt x="811744" y="399534"/>
                </a:lnTo>
                <a:lnTo>
                  <a:pt x="810938" y="399312"/>
                </a:lnTo>
                <a:lnTo>
                  <a:pt x="810125" y="399101"/>
                </a:lnTo>
                <a:lnTo>
                  <a:pt x="809305" y="398901"/>
                </a:lnTo>
                <a:lnTo>
                  <a:pt x="808480" y="398712"/>
                </a:lnTo>
                <a:lnTo>
                  <a:pt x="807650" y="398534"/>
                </a:lnTo>
                <a:lnTo>
                  <a:pt x="806817" y="398367"/>
                </a:lnTo>
                <a:lnTo>
                  <a:pt x="805982" y="398210"/>
                </a:lnTo>
                <a:lnTo>
                  <a:pt x="805144" y="398065"/>
                </a:lnTo>
                <a:lnTo>
                  <a:pt x="804306" y="397930"/>
                </a:lnTo>
                <a:lnTo>
                  <a:pt x="803467" y="397806"/>
                </a:lnTo>
                <a:lnTo>
                  <a:pt x="802630" y="397693"/>
                </a:lnTo>
                <a:lnTo>
                  <a:pt x="801794" y="397590"/>
                </a:lnTo>
                <a:lnTo>
                  <a:pt x="800961" y="397499"/>
                </a:lnTo>
                <a:lnTo>
                  <a:pt x="800131" y="397418"/>
                </a:lnTo>
                <a:lnTo>
                  <a:pt x="799306" y="397348"/>
                </a:lnTo>
                <a:lnTo>
                  <a:pt x="798487" y="397289"/>
                </a:lnTo>
                <a:lnTo>
                  <a:pt x="797673" y="397240"/>
                </a:lnTo>
                <a:lnTo>
                  <a:pt x="796867" y="397202"/>
                </a:lnTo>
                <a:lnTo>
                  <a:pt x="796069" y="397176"/>
                </a:lnTo>
                <a:lnTo>
                  <a:pt x="795280" y="397159"/>
                </a:lnTo>
                <a:lnTo>
                  <a:pt x="794500" y="397154"/>
                </a:lnTo>
                <a:lnTo>
                  <a:pt x="793723" y="397159"/>
                </a:lnTo>
                <a:lnTo>
                  <a:pt x="792935" y="397176"/>
                </a:lnTo>
                <a:lnTo>
                  <a:pt x="792138" y="397202"/>
                </a:lnTo>
                <a:lnTo>
                  <a:pt x="791333" y="397240"/>
                </a:lnTo>
                <a:lnTo>
                  <a:pt x="790521" y="397289"/>
                </a:lnTo>
                <a:lnTo>
                  <a:pt x="789703" y="397348"/>
                </a:lnTo>
                <a:lnTo>
                  <a:pt x="788878" y="397418"/>
                </a:lnTo>
                <a:lnTo>
                  <a:pt x="788050" y="397499"/>
                </a:lnTo>
                <a:lnTo>
                  <a:pt x="787217" y="397590"/>
                </a:lnTo>
                <a:lnTo>
                  <a:pt x="786382" y="397693"/>
                </a:lnTo>
                <a:lnTo>
                  <a:pt x="785545" y="397806"/>
                </a:lnTo>
                <a:lnTo>
                  <a:pt x="784707" y="397930"/>
                </a:lnTo>
                <a:lnTo>
                  <a:pt x="783869" y="398065"/>
                </a:lnTo>
                <a:lnTo>
                  <a:pt x="783032" y="398210"/>
                </a:lnTo>
                <a:lnTo>
                  <a:pt x="782196" y="398367"/>
                </a:lnTo>
                <a:lnTo>
                  <a:pt x="781364" y="398534"/>
                </a:lnTo>
                <a:lnTo>
                  <a:pt x="780534" y="398712"/>
                </a:lnTo>
                <a:lnTo>
                  <a:pt x="779709" y="398901"/>
                </a:lnTo>
                <a:lnTo>
                  <a:pt x="778890" y="399101"/>
                </a:lnTo>
                <a:lnTo>
                  <a:pt x="778077" y="399312"/>
                </a:lnTo>
                <a:lnTo>
                  <a:pt x="777270" y="399534"/>
                </a:lnTo>
                <a:lnTo>
                  <a:pt x="776472" y="399766"/>
                </a:lnTo>
                <a:lnTo>
                  <a:pt x="775683" y="400009"/>
                </a:lnTo>
                <a:lnTo>
                  <a:pt x="774904" y="400264"/>
                </a:lnTo>
                <a:lnTo>
                  <a:pt x="773872" y="400532"/>
                </a:lnTo>
                <a:lnTo>
                  <a:pt x="772840" y="400822"/>
                </a:lnTo>
                <a:lnTo>
                  <a:pt x="771809" y="401132"/>
                </a:lnTo>
                <a:lnTo>
                  <a:pt x="770780" y="401463"/>
                </a:lnTo>
                <a:lnTo>
                  <a:pt x="769753" y="401813"/>
                </a:lnTo>
                <a:lnTo>
                  <a:pt x="768727" y="402182"/>
                </a:lnTo>
                <a:lnTo>
                  <a:pt x="767705" y="402571"/>
                </a:lnTo>
                <a:lnTo>
                  <a:pt x="766685" y="402977"/>
                </a:lnTo>
                <a:lnTo>
                  <a:pt x="765669" y="403402"/>
                </a:lnTo>
                <a:lnTo>
                  <a:pt x="764657" y="403844"/>
                </a:lnTo>
                <a:lnTo>
                  <a:pt x="763650" y="404303"/>
                </a:lnTo>
                <a:lnTo>
                  <a:pt x="762647" y="404778"/>
                </a:lnTo>
                <a:lnTo>
                  <a:pt x="761650" y="405270"/>
                </a:lnTo>
                <a:lnTo>
                  <a:pt x="760659" y="405778"/>
                </a:lnTo>
                <a:lnTo>
                  <a:pt x="759674" y="406300"/>
                </a:lnTo>
                <a:lnTo>
                  <a:pt x="758696" y="406838"/>
                </a:lnTo>
                <a:lnTo>
                  <a:pt x="757725" y="407389"/>
                </a:lnTo>
                <a:lnTo>
                  <a:pt x="756761" y="407955"/>
                </a:lnTo>
                <a:lnTo>
                  <a:pt x="755806" y="408534"/>
                </a:lnTo>
                <a:lnTo>
                  <a:pt x="754859" y="409126"/>
                </a:lnTo>
                <a:lnTo>
                  <a:pt x="753921" y="409731"/>
                </a:lnTo>
                <a:lnTo>
                  <a:pt x="752992" y="410347"/>
                </a:lnTo>
                <a:lnTo>
                  <a:pt x="752073" y="410976"/>
                </a:lnTo>
                <a:lnTo>
                  <a:pt x="751165" y="411615"/>
                </a:lnTo>
                <a:lnTo>
                  <a:pt x="750783" y="411878"/>
                </a:lnTo>
                <a:lnTo>
                  <a:pt x="750413" y="412153"/>
                </a:lnTo>
                <a:lnTo>
                  <a:pt x="750054" y="412437"/>
                </a:lnTo>
                <a:lnTo>
                  <a:pt x="749708" y="412733"/>
                </a:lnTo>
                <a:lnTo>
                  <a:pt x="749373" y="413039"/>
                </a:lnTo>
                <a:lnTo>
                  <a:pt x="749052" y="413357"/>
                </a:lnTo>
                <a:lnTo>
                  <a:pt x="748745" y="413685"/>
                </a:lnTo>
                <a:lnTo>
                  <a:pt x="748451" y="414023"/>
                </a:lnTo>
                <a:lnTo>
                  <a:pt x="748171" y="414373"/>
                </a:lnTo>
                <a:lnTo>
                  <a:pt x="747907" y="414733"/>
                </a:lnTo>
                <a:lnTo>
                  <a:pt x="747657" y="415105"/>
                </a:lnTo>
                <a:lnTo>
                  <a:pt x="747424" y="415487"/>
                </a:lnTo>
                <a:lnTo>
                  <a:pt x="747206" y="415879"/>
                </a:lnTo>
                <a:lnTo>
                  <a:pt x="747005" y="416283"/>
                </a:lnTo>
                <a:lnTo>
                  <a:pt x="746821" y="416698"/>
                </a:lnTo>
                <a:lnTo>
                  <a:pt x="746654" y="417123"/>
                </a:lnTo>
                <a:lnTo>
                  <a:pt x="746506" y="417559"/>
                </a:lnTo>
                <a:lnTo>
                  <a:pt x="746375" y="418006"/>
                </a:lnTo>
                <a:lnTo>
                  <a:pt x="746264" y="418464"/>
                </a:lnTo>
                <a:lnTo>
                  <a:pt x="746172" y="418933"/>
                </a:lnTo>
                <a:lnTo>
                  <a:pt x="746099" y="419412"/>
                </a:lnTo>
                <a:lnTo>
                  <a:pt x="746047" y="419903"/>
                </a:lnTo>
                <a:lnTo>
                  <a:pt x="746015" y="420404"/>
                </a:lnTo>
                <a:lnTo>
                  <a:pt x="746004" y="420916"/>
                </a:ln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E652-EEFB-4508-B773-581208EE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1956021"/>
            <a:ext cx="2130244" cy="413343"/>
          </a:xfrm>
          <a:custGeom xmlns:a="http://schemas.openxmlformats.org/drawingml/2006/main">
            <a:pathLst>
              <a:path w="2130244" h="413343">
                <a:moveTo>
                  <a:pt x="2130244" y="206671"/>
                </a:moveTo>
                <a:lnTo>
                  <a:pt x="1881738" y="413343"/>
                </a:lnTo>
                <a:lnTo>
                  <a:pt x="1881738" y="310132"/>
                </a:lnTo>
                <a:lnTo>
                  <a:pt x="0" y="310132"/>
                </a:lnTo>
                <a:lnTo>
                  <a:pt x="0" y="103210"/>
                </a:lnTo>
                <a:lnTo>
                  <a:pt x="1881738" y="103210"/>
                </a:lnTo>
                <a:lnTo>
                  <a:pt x="1881738" y="0"/>
                </a:lnTo>
                <a:lnTo>
                  <a:pt x="2130244" y="206671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7B789-868E-46B9-A179-332CE82F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1956021"/>
            <a:ext cx="2130244" cy="413343"/>
          </a:xfrm>
          <a:custGeom xmlns:a="http://schemas.openxmlformats.org/drawingml/2006/main">
            <a:pathLst>
              <a:path w="2130244" h="413343" fill="none">
                <a:moveTo>
                  <a:pt x="2130244" y="206671"/>
                </a:moveTo>
                <a:lnTo>
                  <a:pt x="1881738" y="413343"/>
                </a:lnTo>
                <a:lnTo>
                  <a:pt x="1881738" y="310132"/>
                </a:lnTo>
                <a:lnTo>
                  <a:pt x="0" y="310132"/>
                </a:lnTo>
                <a:lnTo>
                  <a:pt x="0" y="103210"/>
                </a:lnTo>
                <a:lnTo>
                  <a:pt x="1881738" y="103210"/>
                </a:lnTo>
                <a:lnTo>
                  <a:pt x="1881738" y="0"/>
                </a:lnTo>
                <a:lnTo>
                  <a:pt x="2130244" y="2066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custDash>
              <a:ds d="700000" sp="500000"/>
            </a:custDash>
            <a:round/>
          </a:ln>
        </p:spPr>
      </p:sp>
      <p:sp>
        <p:nvSpPr>
          <p:cNvPr id="22" name="Text 3.Login">
            <a:extLst xmlns:a="http://schemas.openxmlformats.org/drawingml/2006/main">
              <a:ext uri="{FF2B5EF4-FFF2-40B4-BE49-F238E27FC236}">
                <a16:creationId xmlns:a16="http://schemas.microsoft.com/office/drawing/2014/main" id="{D7B9D386-BDA9-41B2-8A85-9F4812ED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92" y="2089700"/>
            <a:ext cx="559856" cy="165113"/>
          </a:xfrm>
          <a:custGeom xmlns:a="http://schemas.openxmlformats.org/drawingml/2006/main">
            <a:pathLst>
              <a:path w="559856" h="165113">
                <a:moveTo>
                  <a:pt x="32952" y="69044"/>
                </a:moveTo>
                <a:lnTo>
                  <a:pt x="34871" y="69044"/>
                </a:lnTo>
                <a:lnTo>
                  <a:pt x="41322" y="69044"/>
                </a:lnTo>
                <a:cubicBezTo>
                  <a:pt x="58059" y="69044"/>
                  <a:pt x="66953" y="76890"/>
                  <a:pt x="66953" y="92060"/>
                </a:cubicBezTo>
                <a:cubicBezTo>
                  <a:pt x="66953" y="107927"/>
                  <a:pt x="57362" y="117515"/>
                  <a:pt x="41495" y="117515"/>
                </a:cubicBezTo>
                <a:cubicBezTo>
                  <a:pt x="24583" y="117515"/>
                  <a:pt x="16388" y="108972"/>
                  <a:pt x="15343" y="90490"/>
                </a:cubicBezTo>
                <a:lnTo>
                  <a:pt x="0" y="90490"/>
                </a:lnTo>
                <a:cubicBezTo>
                  <a:pt x="697" y="100602"/>
                  <a:pt x="2440" y="107227"/>
                  <a:pt x="5403" y="112809"/>
                </a:cubicBezTo>
                <a:cubicBezTo>
                  <a:pt x="11855" y="125012"/>
                  <a:pt x="23886" y="131115"/>
                  <a:pt x="40798" y="131115"/>
                </a:cubicBezTo>
                <a:cubicBezTo>
                  <a:pt x="66253" y="131115"/>
                  <a:pt x="82644" y="115772"/>
                  <a:pt x="82644" y="91884"/>
                </a:cubicBezTo>
                <a:cubicBezTo>
                  <a:pt x="82644" y="75844"/>
                  <a:pt x="76541" y="67126"/>
                  <a:pt x="61720" y="61895"/>
                </a:cubicBezTo>
                <a:cubicBezTo>
                  <a:pt x="73229" y="57189"/>
                  <a:pt x="78984" y="48471"/>
                  <a:pt x="78984" y="35743"/>
                </a:cubicBezTo>
                <a:cubicBezTo>
                  <a:pt x="78984" y="14122"/>
                  <a:pt x="64859" y="1046"/>
                  <a:pt x="41322" y="1046"/>
                </a:cubicBezTo>
                <a:cubicBezTo>
                  <a:pt x="16388" y="1046"/>
                  <a:pt x="3137" y="14994"/>
                  <a:pt x="2615" y="41671"/>
                </a:cubicBezTo>
                <a:lnTo>
                  <a:pt x="17958" y="41671"/>
                </a:lnTo>
                <a:cubicBezTo>
                  <a:pt x="18131" y="33998"/>
                  <a:pt x="18831" y="29640"/>
                  <a:pt x="20746" y="25804"/>
                </a:cubicBezTo>
                <a:cubicBezTo>
                  <a:pt x="24234" y="18655"/>
                  <a:pt x="31907" y="14470"/>
                  <a:pt x="41495" y="14470"/>
                </a:cubicBezTo>
                <a:cubicBezTo>
                  <a:pt x="55095" y="14470"/>
                  <a:pt x="63290" y="22664"/>
                  <a:pt x="63290" y="36265"/>
                </a:cubicBezTo>
                <a:cubicBezTo>
                  <a:pt x="63290" y="45159"/>
                  <a:pt x="60153" y="50562"/>
                  <a:pt x="53353" y="53526"/>
                </a:cubicBezTo>
                <a:cubicBezTo>
                  <a:pt x="49168" y="55271"/>
                  <a:pt x="43589" y="55968"/>
                  <a:pt x="32952" y="56141"/>
                </a:cubicBezTo>
                <a:lnTo>
                  <a:pt x="32952" y="69044"/>
                </a:lnTo>
                <a:close/>
                <a:moveTo>
                  <a:pt x="124664" y="108972"/>
                </a:moveTo>
                <a:lnTo>
                  <a:pt x="106530" y="108972"/>
                </a:lnTo>
                <a:lnTo>
                  <a:pt x="106530" y="127103"/>
                </a:lnTo>
                <a:lnTo>
                  <a:pt x="124664" y="127103"/>
                </a:lnTo>
                <a:lnTo>
                  <a:pt x="124664" y="108972"/>
                </a:lnTo>
                <a:close/>
                <a:moveTo>
                  <a:pt x="172959" y="0"/>
                </a:moveTo>
                <a:lnTo>
                  <a:pt x="156744" y="0"/>
                </a:lnTo>
                <a:lnTo>
                  <a:pt x="156744" y="127103"/>
                </a:lnTo>
                <a:lnTo>
                  <a:pt x="235727" y="127103"/>
                </a:lnTo>
                <a:lnTo>
                  <a:pt x="235727" y="112809"/>
                </a:lnTo>
                <a:lnTo>
                  <a:pt x="172959" y="112809"/>
                </a:lnTo>
                <a:lnTo>
                  <a:pt x="172959" y="0"/>
                </a:lnTo>
                <a:close/>
                <a:moveTo>
                  <a:pt x="287162" y="33128"/>
                </a:moveTo>
                <a:cubicBezTo>
                  <a:pt x="261358" y="33128"/>
                  <a:pt x="246015" y="51435"/>
                  <a:pt x="246015" y="82120"/>
                </a:cubicBezTo>
                <a:cubicBezTo>
                  <a:pt x="246015" y="112982"/>
                  <a:pt x="261358" y="131115"/>
                  <a:pt x="287337" y="131115"/>
                </a:cubicBezTo>
                <a:cubicBezTo>
                  <a:pt x="313141" y="131115"/>
                  <a:pt x="328660" y="112809"/>
                  <a:pt x="328660" y="82817"/>
                </a:cubicBezTo>
                <a:cubicBezTo>
                  <a:pt x="328660" y="51086"/>
                  <a:pt x="313665" y="33128"/>
                  <a:pt x="287162" y="33128"/>
                </a:cubicBezTo>
                <a:moveTo>
                  <a:pt x="287337" y="46553"/>
                </a:moveTo>
                <a:cubicBezTo>
                  <a:pt x="303726" y="46553"/>
                  <a:pt x="313490" y="59977"/>
                  <a:pt x="313490" y="82644"/>
                </a:cubicBezTo>
                <a:cubicBezTo>
                  <a:pt x="313490" y="104263"/>
                  <a:pt x="303377" y="117691"/>
                  <a:pt x="287337" y="117691"/>
                </a:cubicBezTo>
                <a:cubicBezTo>
                  <a:pt x="271122" y="117691"/>
                  <a:pt x="261182" y="104263"/>
                  <a:pt x="261182" y="82120"/>
                </a:cubicBezTo>
                <a:cubicBezTo>
                  <a:pt x="261182" y="59977"/>
                  <a:pt x="271122" y="46553"/>
                  <a:pt x="287337" y="46553"/>
                </a:cubicBezTo>
                <a:close/>
                <a:moveTo>
                  <a:pt x="409734" y="35743"/>
                </a:moveTo>
                <a:lnTo>
                  <a:pt x="409734" y="48992"/>
                </a:lnTo>
                <a:cubicBezTo>
                  <a:pt x="402413" y="38010"/>
                  <a:pt x="394391" y="33128"/>
                  <a:pt x="382885" y="33128"/>
                </a:cubicBezTo>
                <a:cubicBezTo>
                  <a:pt x="360739" y="33128"/>
                  <a:pt x="345397" y="53701"/>
                  <a:pt x="345397" y="82993"/>
                </a:cubicBezTo>
                <a:cubicBezTo>
                  <a:pt x="345397" y="98336"/>
                  <a:pt x="349060" y="109494"/>
                  <a:pt x="356906" y="118736"/>
                </a:cubicBezTo>
                <a:cubicBezTo>
                  <a:pt x="363706" y="126755"/>
                  <a:pt x="372421" y="131115"/>
                  <a:pt x="381837" y="131115"/>
                </a:cubicBezTo>
                <a:cubicBezTo>
                  <a:pt x="392822" y="131115"/>
                  <a:pt x="400668" y="126233"/>
                  <a:pt x="408340" y="114724"/>
                </a:cubicBezTo>
                <a:lnTo>
                  <a:pt x="408340" y="119433"/>
                </a:lnTo>
                <a:cubicBezTo>
                  <a:pt x="408340" y="143843"/>
                  <a:pt x="401540" y="152910"/>
                  <a:pt x="383406" y="152910"/>
                </a:cubicBezTo>
                <a:cubicBezTo>
                  <a:pt x="371027" y="152910"/>
                  <a:pt x="364576" y="148028"/>
                  <a:pt x="363182" y="137567"/>
                </a:cubicBezTo>
                <a:lnTo>
                  <a:pt x="348360" y="137567"/>
                </a:lnTo>
                <a:cubicBezTo>
                  <a:pt x="349757" y="154479"/>
                  <a:pt x="363182" y="165113"/>
                  <a:pt x="383058" y="165113"/>
                </a:cubicBezTo>
                <a:cubicBezTo>
                  <a:pt x="396483" y="165113"/>
                  <a:pt x="407643" y="160755"/>
                  <a:pt x="413571" y="153431"/>
                </a:cubicBezTo>
                <a:cubicBezTo>
                  <a:pt x="420544" y="144888"/>
                  <a:pt x="423159" y="133555"/>
                  <a:pt x="423159" y="112109"/>
                </a:cubicBezTo>
                <a:lnTo>
                  <a:pt x="423159" y="35743"/>
                </a:lnTo>
                <a:lnTo>
                  <a:pt x="409734" y="35743"/>
                </a:lnTo>
                <a:moveTo>
                  <a:pt x="384279" y="46553"/>
                </a:moveTo>
                <a:cubicBezTo>
                  <a:pt x="399622" y="46553"/>
                  <a:pt x="408340" y="59453"/>
                  <a:pt x="408340" y="82644"/>
                </a:cubicBezTo>
                <a:cubicBezTo>
                  <a:pt x="408340" y="104787"/>
                  <a:pt x="399446" y="117691"/>
                  <a:pt x="384279" y="117691"/>
                </a:cubicBezTo>
                <a:cubicBezTo>
                  <a:pt x="369285" y="117691"/>
                  <a:pt x="360566" y="104612"/>
                  <a:pt x="360566" y="82120"/>
                </a:cubicBezTo>
                <a:cubicBezTo>
                  <a:pt x="360566" y="59804"/>
                  <a:pt x="369285" y="46553"/>
                  <a:pt x="384279" y="46553"/>
                </a:cubicBezTo>
                <a:close/>
                <a:moveTo>
                  <a:pt x="462390" y="35743"/>
                </a:moveTo>
                <a:lnTo>
                  <a:pt x="447917" y="35743"/>
                </a:lnTo>
                <a:lnTo>
                  <a:pt x="447917" y="127103"/>
                </a:lnTo>
                <a:lnTo>
                  <a:pt x="462390" y="127103"/>
                </a:lnTo>
                <a:lnTo>
                  <a:pt x="462390" y="35743"/>
                </a:lnTo>
                <a:moveTo>
                  <a:pt x="462390" y="0"/>
                </a:moveTo>
                <a:lnTo>
                  <a:pt x="447744" y="0"/>
                </a:lnTo>
                <a:lnTo>
                  <a:pt x="447744" y="18307"/>
                </a:lnTo>
                <a:lnTo>
                  <a:pt x="462390" y="18307"/>
                </a:lnTo>
                <a:lnTo>
                  <a:pt x="462390" y="0"/>
                </a:lnTo>
                <a:close/>
                <a:moveTo>
                  <a:pt x="487148" y="35743"/>
                </a:moveTo>
                <a:lnTo>
                  <a:pt x="487148" y="127103"/>
                </a:lnTo>
                <a:lnTo>
                  <a:pt x="501794" y="127103"/>
                </a:lnTo>
                <a:lnTo>
                  <a:pt x="501794" y="76717"/>
                </a:lnTo>
                <a:cubicBezTo>
                  <a:pt x="501794" y="58059"/>
                  <a:pt x="511558" y="45856"/>
                  <a:pt x="526552" y="45856"/>
                </a:cubicBezTo>
                <a:cubicBezTo>
                  <a:pt x="538061" y="45856"/>
                  <a:pt x="545383" y="52829"/>
                  <a:pt x="545383" y="63814"/>
                </a:cubicBezTo>
                <a:lnTo>
                  <a:pt x="545383" y="127103"/>
                </a:lnTo>
                <a:lnTo>
                  <a:pt x="559856" y="127103"/>
                </a:lnTo>
                <a:lnTo>
                  <a:pt x="559856" y="58059"/>
                </a:lnTo>
                <a:cubicBezTo>
                  <a:pt x="559856" y="42892"/>
                  <a:pt x="548522" y="33128"/>
                  <a:pt x="530913" y="33128"/>
                </a:cubicBezTo>
                <a:cubicBezTo>
                  <a:pt x="517313" y="33128"/>
                  <a:pt x="508594" y="38358"/>
                  <a:pt x="500573" y="51086"/>
                </a:cubicBezTo>
                <a:lnTo>
                  <a:pt x="500573" y="35743"/>
                </a:lnTo>
                <a:lnTo>
                  <a:pt x="487148" y="35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9594A-F724-4D03-BE13-B26B378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894550"/>
            <a:ext cx="2947010" cy="413468"/>
          </a:xfrm>
          <a:custGeom xmlns:a="http://schemas.openxmlformats.org/drawingml/2006/main">
            <a:pathLst>
              <a:path w="2947010" h="413468">
                <a:moveTo>
                  <a:pt x="2947010" y="206747"/>
                </a:moveTo>
                <a:lnTo>
                  <a:pt x="2698503" y="413468"/>
                </a:lnTo>
                <a:lnTo>
                  <a:pt x="2698503" y="310107"/>
                </a:lnTo>
                <a:lnTo>
                  <a:pt x="0" y="310107"/>
                </a:lnTo>
                <a:lnTo>
                  <a:pt x="0" y="103386"/>
                </a:lnTo>
                <a:lnTo>
                  <a:pt x="2698503" y="103386"/>
                </a:lnTo>
                <a:lnTo>
                  <a:pt x="2698503" y="0"/>
                </a:lnTo>
                <a:lnTo>
                  <a:pt x="2947010" y="206747"/>
                </a:lnTo>
                <a:close/>
              </a:path>
            </a:pathLst>
          </a:custGeom>
          <a:solidFill xmlns:a="http://schemas.openxmlformats.org/drawingml/2006/main">
            <a:srgbClr val="EE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B8419-6983-4466-8904-F465E9E3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894550"/>
            <a:ext cx="2947010" cy="413468"/>
          </a:xfrm>
          <a:custGeom xmlns:a="http://schemas.openxmlformats.org/drawingml/2006/main">
            <a:pathLst>
              <a:path w="2947010" h="413468" fill="none">
                <a:moveTo>
                  <a:pt x="2947010" y="206747"/>
                </a:moveTo>
                <a:lnTo>
                  <a:pt x="2698503" y="413468"/>
                </a:lnTo>
                <a:lnTo>
                  <a:pt x="2698503" y="310107"/>
                </a:lnTo>
                <a:lnTo>
                  <a:pt x="0" y="310107"/>
                </a:lnTo>
                <a:lnTo>
                  <a:pt x="0" y="103386"/>
                </a:lnTo>
                <a:lnTo>
                  <a:pt x="2698503" y="103386"/>
                </a:lnTo>
                <a:lnTo>
                  <a:pt x="2698503" y="0"/>
                </a:lnTo>
                <a:lnTo>
                  <a:pt x="2947010" y="206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4A3A5F"/>
            </a:solidFill>
            <a:round/>
          </a:ln>
        </p:spPr>
      </p:sp>
      <p:sp>
        <p:nvSpPr>
          <p:cNvPr id="25" name="Text 11.Message,Signature,Address">
            <a:extLst xmlns:a="http://schemas.openxmlformats.org/drawingml/2006/main">
              <a:ext uri="{FF2B5EF4-FFF2-40B4-BE49-F238E27FC236}">
                <a16:creationId xmlns:a16="http://schemas.microsoft.com/office/drawing/2014/main" id="{A55AC367-3C9C-4A38-9C2F-098128B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718" y="4027111"/>
            <a:ext cx="2516825" cy="167207"/>
          </a:xfrm>
          <a:custGeom xmlns:a="http://schemas.openxmlformats.org/drawingml/2006/main">
            <a:pathLst>
              <a:path w="2516825" h="167207">
                <a:moveTo>
                  <a:pt x="27373" y="39404"/>
                </a:moveTo>
                <a:lnTo>
                  <a:pt x="27373" y="129197"/>
                </a:lnTo>
                <a:lnTo>
                  <a:pt x="42719" y="129197"/>
                </a:lnTo>
                <a:lnTo>
                  <a:pt x="42719" y="3139"/>
                </a:lnTo>
                <a:lnTo>
                  <a:pt x="32604" y="3139"/>
                </a:lnTo>
                <a:cubicBezTo>
                  <a:pt x="27200" y="22491"/>
                  <a:pt x="23713" y="25107"/>
                  <a:pt x="0" y="28246"/>
                </a:cubicBezTo>
                <a:lnTo>
                  <a:pt x="0" y="39404"/>
                </a:lnTo>
                <a:lnTo>
                  <a:pt x="27373" y="39404"/>
                </a:lnTo>
                <a:close/>
                <a:moveTo>
                  <a:pt x="123618" y="39404"/>
                </a:moveTo>
                <a:lnTo>
                  <a:pt x="123618" y="129197"/>
                </a:lnTo>
                <a:lnTo>
                  <a:pt x="138963" y="129197"/>
                </a:lnTo>
                <a:lnTo>
                  <a:pt x="138963" y="3139"/>
                </a:lnTo>
                <a:lnTo>
                  <a:pt x="128848" y="3139"/>
                </a:lnTo>
                <a:cubicBezTo>
                  <a:pt x="123445" y="22491"/>
                  <a:pt x="119957" y="25107"/>
                  <a:pt x="96244" y="28246"/>
                </a:cubicBezTo>
                <a:lnTo>
                  <a:pt x="96244" y="39404"/>
                </a:lnTo>
                <a:lnTo>
                  <a:pt x="123618" y="39404"/>
                </a:lnTo>
                <a:close/>
                <a:moveTo>
                  <a:pt x="210797" y="111066"/>
                </a:moveTo>
                <a:lnTo>
                  <a:pt x="192663" y="111066"/>
                </a:lnTo>
                <a:lnTo>
                  <a:pt x="192663" y="129197"/>
                </a:lnTo>
                <a:lnTo>
                  <a:pt x="210797" y="129197"/>
                </a:lnTo>
                <a:lnTo>
                  <a:pt x="210797" y="111066"/>
                </a:lnTo>
                <a:close/>
                <a:moveTo>
                  <a:pt x="307563" y="129197"/>
                </a:moveTo>
                <a:lnTo>
                  <a:pt x="343306" y="22667"/>
                </a:lnTo>
                <a:lnTo>
                  <a:pt x="343306" y="129197"/>
                </a:lnTo>
                <a:lnTo>
                  <a:pt x="358649" y="129197"/>
                </a:lnTo>
                <a:lnTo>
                  <a:pt x="358649" y="2094"/>
                </a:lnTo>
                <a:lnTo>
                  <a:pt x="336157" y="2094"/>
                </a:lnTo>
                <a:lnTo>
                  <a:pt x="299196" y="112809"/>
                </a:lnTo>
                <a:lnTo>
                  <a:pt x="261534" y="2094"/>
                </a:lnTo>
                <a:lnTo>
                  <a:pt x="239043" y="2094"/>
                </a:lnTo>
                <a:lnTo>
                  <a:pt x="239043" y="129197"/>
                </a:lnTo>
                <a:lnTo>
                  <a:pt x="254386" y="129197"/>
                </a:lnTo>
                <a:lnTo>
                  <a:pt x="254386" y="22667"/>
                </a:lnTo>
                <a:lnTo>
                  <a:pt x="290477" y="129197"/>
                </a:lnTo>
                <a:lnTo>
                  <a:pt x="307563" y="129197"/>
                </a:lnTo>
                <a:close/>
                <a:moveTo>
                  <a:pt x="462219" y="88399"/>
                </a:moveTo>
                <a:cubicBezTo>
                  <a:pt x="462219" y="74450"/>
                  <a:pt x="461170" y="66080"/>
                  <a:pt x="458555" y="59283"/>
                </a:cubicBezTo>
                <a:cubicBezTo>
                  <a:pt x="452628" y="44286"/>
                  <a:pt x="438679" y="35222"/>
                  <a:pt x="421593" y="35222"/>
                </a:cubicBezTo>
                <a:cubicBezTo>
                  <a:pt x="396136" y="35222"/>
                  <a:pt x="379747" y="54574"/>
                  <a:pt x="379747" y="84738"/>
                </a:cubicBezTo>
                <a:cubicBezTo>
                  <a:pt x="379747" y="114902"/>
                  <a:pt x="395438" y="133209"/>
                  <a:pt x="421245" y="133209"/>
                </a:cubicBezTo>
                <a:cubicBezTo>
                  <a:pt x="442167" y="133209"/>
                  <a:pt x="456637" y="121351"/>
                  <a:pt x="460300" y="101475"/>
                </a:cubicBezTo>
                <a:lnTo>
                  <a:pt x="445655" y="101475"/>
                </a:lnTo>
                <a:cubicBezTo>
                  <a:pt x="441643" y="113506"/>
                  <a:pt x="433448" y="119784"/>
                  <a:pt x="421766" y="119784"/>
                </a:cubicBezTo>
                <a:cubicBezTo>
                  <a:pt x="412527" y="119784"/>
                  <a:pt x="404681" y="115599"/>
                  <a:pt x="399799" y="107927"/>
                </a:cubicBezTo>
                <a:cubicBezTo>
                  <a:pt x="396311" y="102696"/>
                  <a:pt x="395090" y="97466"/>
                  <a:pt x="394917" y="88399"/>
                </a:cubicBezTo>
                <a:lnTo>
                  <a:pt x="462219" y="88399"/>
                </a:lnTo>
                <a:moveTo>
                  <a:pt x="395266" y="76544"/>
                </a:moveTo>
                <a:cubicBezTo>
                  <a:pt x="396484" y="59631"/>
                  <a:pt x="406772" y="48646"/>
                  <a:pt x="421418" y="48646"/>
                </a:cubicBezTo>
                <a:cubicBezTo>
                  <a:pt x="436239" y="48646"/>
                  <a:pt x="446525" y="60153"/>
                  <a:pt x="446525" y="76544"/>
                </a:cubicBezTo>
                <a:lnTo>
                  <a:pt x="395266" y="76544"/>
                </a:lnTo>
                <a:close/>
                <a:moveTo>
                  <a:pt x="545384" y="63292"/>
                </a:moveTo>
                <a:cubicBezTo>
                  <a:pt x="545211" y="45334"/>
                  <a:pt x="533354" y="35222"/>
                  <a:pt x="512256" y="35222"/>
                </a:cubicBezTo>
                <a:cubicBezTo>
                  <a:pt x="490986" y="35222"/>
                  <a:pt x="477213" y="46204"/>
                  <a:pt x="477213" y="63117"/>
                </a:cubicBezTo>
                <a:cubicBezTo>
                  <a:pt x="477213" y="77414"/>
                  <a:pt x="484534" y="84214"/>
                  <a:pt x="506156" y="89444"/>
                </a:cubicBezTo>
                <a:lnTo>
                  <a:pt x="519756" y="92757"/>
                </a:lnTo>
                <a:cubicBezTo>
                  <a:pt x="529868" y="95199"/>
                  <a:pt x="533878" y="98860"/>
                  <a:pt x="533878" y="105311"/>
                </a:cubicBezTo>
                <a:cubicBezTo>
                  <a:pt x="533878" y="114030"/>
                  <a:pt x="525335" y="119784"/>
                  <a:pt x="512607" y="119784"/>
                </a:cubicBezTo>
                <a:cubicBezTo>
                  <a:pt x="504759" y="119784"/>
                  <a:pt x="498134" y="117518"/>
                  <a:pt x="494474" y="113681"/>
                </a:cubicBezTo>
                <a:cubicBezTo>
                  <a:pt x="492207" y="111066"/>
                  <a:pt x="491161" y="108451"/>
                  <a:pt x="490289" y="101999"/>
                </a:cubicBezTo>
                <a:lnTo>
                  <a:pt x="474946" y="101999"/>
                </a:lnTo>
                <a:cubicBezTo>
                  <a:pt x="475643" y="123097"/>
                  <a:pt x="487498" y="133209"/>
                  <a:pt x="511386" y="133209"/>
                </a:cubicBezTo>
                <a:cubicBezTo>
                  <a:pt x="534402" y="133209"/>
                  <a:pt x="549048" y="121875"/>
                  <a:pt x="549048" y="104266"/>
                </a:cubicBezTo>
                <a:cubicBezTo>
                  <a:pt x="549048" y="90666"/>
                  <a:pt x="541375" y="83168"/>
                  <a:pt x="523241" y="78811"/>
                </a:cubicBezTo>
                <a:lnTo>
                  <a:pt x="509292" y="75496"/>
                </a:lnTo>
                <a:cubicBezTo>
                  <a:pt x="497437" y="72708"/>
                  <a:pt x="492380" y="68871"/>
                  <a:pt x="492380" y="62420"/>
                </a:cubicBezTo>
                <a:cubicBezTo>
                  <a:pt x="492380" y="53877"/>
                  <a:pt x="499877" y="48646"/>
                  <a:pt x="511735" y="48646"/>
                </a:cubicBezTo>
                <a:cubicBezTo>
                  <a:pt x="523417" y="48646"/>
                  <a:pt x="529693" y="53701"/>
                  <a:pt x="530041" y="63292"/>
                </a:cubicBezTo>
                <a:lnTo>
                  <a:pt x="545384" y="63292"/>
                </a:lnTo>
                <a:close/>
                <a:moveTo>
                  <a:pt x="632562" y="63292"/>
                </a:moveTo>
                <a:cubicBezTo>
                  <a:pt x="632389" y="45334"/>
                  <a:pt x="620531" y="35222"/>
                  <a:pt x="599434" y="35222"/>
                </a:cubicBezTo>
                <a:cubicBezTo>
                  <a:pt x="578164" y="35222"/>
                  <a:pt x="564390" y="46204"/>
                  <a:pt x="564390" y="63117"/>
                </a:cubicBezTo>
                <a:cubicBezTo>
                  <a:pt x="564390" y="77414"/>
                  <a:pt x="571712" y="84214"/>
                  <a:pt x="593333" y="89444"/>
                </a:cubicBezTo>
                <a:lnTo>
                  <a:pt x="606934" y="92757"/>
                </a:lnTo>
                <a:cubicBezTo>
                  <a:pt x="617046" y="95199"/>
                  <a:pt x="621055" y="98860"/>
                  <a:pt x="621055" y="105311"/>
                </a:cubicBezTo>
                <a:cubicBezTo>
                  <a:pt x="621055" y="114030"/>
                  <a:pt x="612513" y="119784"/>
                  <a:pt x="599785" y="119784"/>
                </a:cubicBezTo>
                <a:cubicBezTo>
                  <a:pt x="591937" y="119784"/>
                  <a:pt x="585312" y="117518"/>
                  <a:pt x="581651" y="113681"/>
                </a:cubicBezTo>
                <a:cubicBezTo>
                  <a:pt x="579385" y="111066"/>
                  <a:pt x="578339" y="108451"/>
                  <a:pt x="577467" y="101999"/>
                </a:cubicBezTo>
                <a:lnTo>
                  <a:pt x="562124" y="101999"/>
                </a:lnTo>
                <a:cubicBezTo>
                  <a:pt x="562821" y="123097"/>
                  <a:pt x="574676" y="133209"/>
                  <a:pt x="598564" y="133209"/>
                </a:cubicBezTo>
                <a:cubicBezTo>
                  <a:pt x="621580" y="133209"/>
                  <a:pt x="636225" y="121875"/>
                  <a:pt x="636225" y="104266"/>
                </a:cubicBezTo>
                <a:cubicBezTo>
                  <a:pt x="636225" y="90666"/>
                  <a:pt x="628553" y="83168"/>
                  <a:pt x="610419" y="78811"/>
                </a:cubicBezTo>
                <a:lnTo>
                  <a:pt x="596470" y="75496"/>
                </a:lnTo>
                <a:cubicBezTo>
                  <a:pt x="584615" y="72708"/>
                  <a:pt x="579558" y="68871"/>
                  <a:pt x="579558" y="62420"/>
                </a:cubicBezTo>
                <a:cubicBezTo>
                  <a:pt x="579558" y="53877"/>
                  <a:pt x="587055" y="48646"/>
                  <a:pt x="598912" y="48646"/>
                </a:cubicBezTo>
                <a:cubicBezTo>
                  <a:pt x="610594" y="48646"/>
                  <a:pt x="616871" y="53701"/>
                  <a:pt x="617219" y="63292"/>
                </a:cubicBezTo>
                <a:lnTo>
                  <a:pt x="632562" y="63292"/>
                </a:lnTo>
                <a:close/>
                <a:moveTo>
                  <a:pt x="736652" y="120654"/>
                </a:moveTo>
                <a:cubicBezTo>
                  <a:pt x="735085" y="121003"/>
                  <a:pt x="734385" y="121003"/>
                  <a:pt x="733515" y="121003"/>
                </a:cubicBezTo>
                <a:cubicBezTo>
                  <a:pt x="728458" y="121003"/>
                  <a:pt x="725669" y="118388"/>
                  <a:pt x="725669" y="113854"/>
                </a:cubicBezTo>
                <a:lnTo>
                  <a:pt x="725669" y="60153"/>
                </a:lnTo>
                <a:cubicBezTo>
                  <a:pt x="725669" y="43937"/>
                  <a:pt x="713812" y="35222"/>
                  <a:pt x="691320" y="35222"/>
                </a:cubicBezTo>
                <a:cubicBezTo>
                  <a:pt x="677896" y="35222"/>
                  <a:pt x="667259" y="39055"/>
                  <a:pt x="660983" y="45856"/>
                </a:cubicBezTo>
                <a:cubicBezTo>
                  <a:pt x="656798" y="50565"/>
                  <a:pt x="655053" y="55795"/>
                  <a:pt x="654705" y="64862"/>
                </a:cubicBezTo>
                <a:lnTo>
                  <a:pt x="669350" y="64862"/>
                </a:lnTo>
                <a:cubicBezTo>
                  <a:pt x="670571" y="53701"/>
                  <a:pt x="677199" y="48646"/>
                  <a:pt x="690796" y="48646"/>
                </a:cubicBezTo>
                <a:cubicBezTo>
                  <a:pt x="704048" y="48646"/>
                  <a:pt x="711197" y="53528"/>
                  <a:pt x="711197" y="62247"/>
                </a:cubicBezTo>
                <a:lnTo>
                  <a:pt x="711197" y="66080"/>
                </a:lnTo>
                <a:cubicBezTo>
                  <a:pt x="711024" y="72359"/>
                  <a:pt x="707884" y="74626"/>
                  <a:pt x="696027" y="76195"/>
                </a:cubicBezTo>
                <a:cubicBezTo>
                  <a:pt x="675453" y="78811"/>
                  <a:pt x="672314" y="79508"/>
                  <a:pt x="666735" y="81774"/>
                </a:cubicBezTo>
                <a:cubicBezTo>
                  <a:pt x="656101" y="86308"/>
                  <a:pt x="650695" y="94326"/>
                  <a:pt x="650695" y="106184"/>
                </a:cubicBezTo>
                <a:cubicBezTo>
                  <a:pt x="650695" y="122748"/>
                  <a:pt x="662202" y="133209"/>
                  <a:pt x="680684" y="133209"/>
                </a:cubicBezTo>
                <a:cubicBezTo>
                  <a:pt x="692193" y="133209"/>
                  <a:pt x="701433" y="129197"/>
                  <a:pt x="711721" y="119784"/>
                </a:cubicBezTo>
                <a:cubicBezTo>
                  <a:pt x="712766" y="129197"/>
                  <a:pt x="717300" y="133209"/>
                  <a:pt x="726715" y="133209"/>
                </a:cubicBezTo>
                <a:cubicBezTo>
                  <a:pt x="729852" y="133209"/>
                  <a:pt x="731770" y="132860"/>
                  <a:pt x="736652" y="131639"/>
                </a:cubicBezTo>
                <a:lnTo>
                  <a:pt x="736652" y="120654"/>
                </a:lnTo>
                <a:moveTo>
                  <a:pt x="711197" y="100430"/>
                </a:moveTo>
                <a:cubicBezTo>
                  <a:pt x="711197" y="105311"/>
                  <a:pt x="709803" y="108275"/>
                  <a:pt x="705442" y="112285"/>
                </a:cubicBezTo>
                <a:cubicBezTo>
                  <a:pt x="699515" y="117691"/>
                  <a:pt x="692366" y="120481"/>
                  <a:pt x="683823" y="120481"/>
                </a:cubicBezTo>
                <a:cubicBezTo>
                  <a:pt x="672490" y="120481"/>
                  <a:pt x="665865" y="115075"/>
                  <a:pt x="665865" y="105836"/>
                </a:cubicBezTo>
                <a:cubicBezTo>
                  <a:pt x="665865" y="96245"/>
                  <a:pt x="672141" y="91363"/>
                  <a:pt x="687833" y="89096"/>
                </a:cubicBezTo>
                <a:cubicBezTo>
                  <a:pt x="703351" y="87005"/>
                  <a:pt x="706315" y="86308"/>
                  <a:pt x="711197" y="84041"/>
                </a:cubicBezTo>
                <a:lnTo>
                  <a:pt x="711197" y="100430"/>
                </a:lnTo>
                <a:close/>
                <a:moveTo>
                  <a:pt x="812846" y="37837"/>
                </a:moveTo>
                <a:lnTo>
                  <a:pt x="812846" y="51086"/>
                </a:lnTo>
                <a:cubicBezTo>
                  <a:pt x="805525" y="40104"/>
                  <a:pt x="797503" y="35222"/>
                  <a:pt x="785997" y="35222"/>
                </a:cubicBezTo>
                <a:cubicBezTo>
                  <a:pt x="763851" y="35222"/>
                  <a:pt x="748508" y="55795"/>
                  <a:pt x="748508" y="85087"/>
                </a:cubicBezTo>
                <a:cubicBezTo>
                  <a:pt x="748508" y="100430"/>
                  <a:pt x="752172" y="111587"/>
                  <a:pt x="760018" y="120830"/>
                </a:cubicBezTo>
                <a:cubicBezTo>
                  <a:pt x="766818" y="128849"/>
                  <a:pt x="775533" y="133209"/>
                  <a:pt x="784949" y="133209"/>
                </a:cubicBezTo>
                <a:cubicBezTo>
                  <a:pt x="795934" y="133209"/>
                  <a:pt x="803779" y="128327"/>
                  <a:pt x="811452" y="116818"/>
                </a:cubicBezTo>
                <a:lnTo>
                  <a:pt x="811452" y="121527"/>
                </a:lnTo>
                <a:cubicBezTo>
                  <a:pt x="811452" y="145937"/>
                  <a:pt x="804652" y="155003"/>
                  <a:pt x="786518" y="155003"/>
                </a:cubicBezTo>
                <a:cubicBezTo>
                  <a:pt x="774139" y="155003"/>
                  <a:pt x="767688" y="150122"/>
                  <a:pt x="766294" y="139661"/>
                </a:cubicBezTo>
                <a:lnTo>
                  <a:pt x="751472" y="139661"/>
                </a:lnTo>
                <a:cubicBezTo>
                  <a:pt x="752869" y="156573"/>
                  <a:pt x="766294" y="167207"/>
                  <a:pt x="786170" y="167207"/>
                </a:cubicBezTo>
                <a:cubicBezTo>
                  <a:pt x="799594" y="167207"/>
                  <a:pt x="810755" y="162849"/>
                  <a:pt x="816683" y="155525"/>
                </a:cubicBezTo>
                <a:cubicBezTo>
                  <a:pt x="823656" y="146982"/>
                  <a:pt x="826271" y="135649"/>
                  <a:pt x="826271" y="114203"/>
                </a:cubicBezTo>
                <a:lnTo>
                  <a:pt x="826271" y="37837"/>
                </a:lnTo>
                <a:lnTo>
                  <a:pt x="812846" y="37837"/>
                </a:lnTo>
                <a:moveTo>
                  <a:pt x="787391" y="48646"/>
                </a:moveTo>
                <a:cubicBezTo>
                  <a:pt x="802734" y="48646"/>
                  <a:pt x="811452" y="61547"/>
                  <a:pt x="811452" y="84738"/>
                </a:cubicBezTo>
                <a:cubicBezTo>
                  <a:pt x="811452" y="106881"/>
                  <a:pt x="802558" y="119784"/>
                  <a:pt x="787391" y="119784"/>
                </a:cubicBezTo>
                <a:cubicBezTo>
                  <a:pt x="772397" y="119784"/>
                  <a:pt x="763678" y="106706"/>
                  <a:pt x="763678" y="84214"/>
                </a:cubicBezTo>
                <a:cubicBezTo>
                  <a:pt x="763678" y="61898"/>
                  <a:pt x="772397" y="48646"/>
                  <a:pt x="787391" y="48646"/>
                </a:cubicBezTo>
                <a:close/>
                <a:moveTo>
                  <a:pt x="928097" y="88399"/>
                </a:moveTo>
                <a:cubicBezTo>
                  <a:pt x="928097" y="74450"/>
                  <a:pt x="927048" y="66080"/>
                  <a:pt x="924433" y="59283"/>
                </a:cubicBezTo>
                <a:cubicBezTo>
                  <a:pt x="918506" y="44286"/>
                  <a:pt x="904557" y="35222"/>
                  <a:pt x="887471" y="35222"/>
                </a:cubicBezTo>
                <a:cubicBezTo>
                  <a:pt x="862014" y="35222"/>
                  <a:pt x="845625" y="54574"/>
                  <a:pt x="845625" y="84738"/>
                </a:cubicBezTo>
                <a:cubicBezTo>
                  <a:pt x="845625" y="114902"/>
                  <a:pt x="861316" y="133209"/>
                  <a:pt x="887123" y="133209"/>
                </a:cubicBezTo>
                <a:cubicBezTo>
                  <a:pt x="908045" y="133209"/>
                  <a:pt x="922515" y="121351"/>
                  <a:pt x="926178" y="101475"/>
                </a:cubicBezTo>
                <a:lnTo>
                  <a:pt x="911533" y="101475"/>
                </a:lnTo>
                <a:cubicBezTo>
                  <a:pt x="907521" y="113506"/>
                  <a:pt x="899326" y="119784"/>
                  <a:pt x="887644" y="119784"/>
                </a:cubicBezTo>
                <a:cubicBezTo>
                  <a:pt x="878405" y="119784"/>
                  <a:pt x="870559" y="115599"/>
                  <a:pt x="865677" y="107927"/>
                </a:cubicBezTo>
                <a:cubicBezTo>
                  <a:pt x="862189" y="102696"/>
                  <a:pt x="860968" y="97466"/>
                  <a:pt x="860795" y="88399"/>
                </a:cubicBezTo>
                <a:lnTo>
                  <a:pt x="928097" y="88399"/>
                </a:lnTo>
                <a:moveTo>
                  <a:pt x="861144" y="76544"/>
                </a:moveTo>
                <a:cubicBezTo>
                  <a:pt x="862362" y="59631"/>
                  <a:pt x="872650" y="48646"/>
                  <a:pt x="887296" y="48646"/>
                </a:cubicBezTo>
                <a:cubicBezTo>
                  <a:pt x="902117" y="48646"/>
                  <a:pt x="912403" y="60153"/>
                  <a:pt x="912403" y="76544"/>
                </a:cubicBezTo>
                <a:lnTo>
                  <a:pt x="861144" y="76544"/>
                </a:lnTo>
                <a:close/>
                <a:moveTo>
                  <a:pt x="952854" y="111066"/>
                </a:moveTo>
                <a:lnTo>
                  <a:pt x="952854" y="129197"/>
                </a:lnTo>
                <a:lnTo>
                  <a:pt x="963315" y="129197"/>
                </a:lnTo>
                <a:lnTo>
                  <a:pt x="963315" y="132336"/>
                </a:lnTo>
                <a:cubicBezTo>
                  <a:pt x="963315" y="144367"/>
                  <a:pt x="961048" y="147855"/>
                  <a:pt x="952854" y="148203"/>
                </a:cubicBezTo>
                <a:lnTo>
                  <a:pt x="952854" y="154828"/>
                </a:lnTo>
                <a:cubicBezTo>
                  <a:pt x="964363" y="155176"/>
                  <a:pt x="971161" y="146809"/>
                  <a:pt x="971161" y="131988"/>
                </a:cubicBezTo>
                <a:lnTo>
                  <a:pt x="971161" y="111066"/>
                </a:lnTo>
                <a:lnTo>
                  <a:pt x="952854" y="111066"/>
                </a:lnTo>
                <a:close/>
                <a:moveTo>
                  <a:pt x="1137845" y="39404"/>
                </a:moveTo>
                <a:cubicBezTo>
                  <a:pt x="1137845" y="30688"/>
                  <a:pt x="1137321" y="28246"/>
                  <a:pt x="1134533" y="22319"/>
                </a:cubicBezTo>
                <a:cubicBezTo>
                  <a:pt x="1127557" y="7673"/>
                  <a:pt x="1112739" y="0"/>
                  <a:pt x="1091293" y="0"/>
                </a:cubicBezTo>
                <a:cubicBezTo>
                  <a:pt x="1063395" y="0"/>
                  <a:pt x="1046134" y="14297"/>
                  <a:pt x="1046134" y="37313"/>
                </a:cubicBezTo>
                <a:cubicBezTo>
                  <a:pt x="1046134" y="52831"/>
                  <a:pt x="1054328" y="62595"/>
                  <a:pt x="1071068" y="66953"/>
                </a:cubicBezTo>
                <a:lnTo>
                  <a:pt x="1102626" y="75323"/>
                </a:lnTo>
                <a:cubicBezTo>
                  <a:pt x="1118842" y="79508"/>
                  <a:pt x="1125990" y="85959"/>
                  <a:pt x="1125990" y="95896"/>
                </a:cubicBezTo>
                <a:cubicBezTo>
                  <a:pt x="1125990" y="102696"/>
                  <a:pt x="1122327" y="109669"/>
                  <a:pt x="1116924" y="113506"/>
                </a:cubicBezTo>
                <a:cubicBezTo>
                  <a:pt x="1111866" y="117169"/>
                  <a:pt x="1103845" y="118912"/>
                  <a:pt x="1093560" y="118912"/>
                </a:cubicBezTo>
                <a:cubicBezTo>
                  <a:pt x="1079611" y="118912"/>
                  <a:pt x="1070371" y="115599"/>
                  <a:pt x="1064268" y="108275"/>
                </a:cubicBezTo>
                <a:cubicBezTo>
                  <a:pt x="1059559" y="102696"/>
                  <a:pt x="1057468" y="96593"/>
                  <a:pt x="1057641" y="88747"/>
                </a:cubicBezTo>
                <a:lnTo>
                  <a:pt x="1042298" y="88747"/>
                </a:lnTo>
                <a:cubicBezTo>
                  <a:pt x="1042473" y="100430"/>
                  <a:pt x="1044740" y="108102"/>
                  <a:pt x="1049795" y="115075"/>
                </a:cubicBezTo>
                <a:cubicBezTo>
                  <a:pt x="1058513" y="127106"/>
                  <a:pt x="1073159" y="133209"/>
                  <a:pt x="1092514" y="133209"/>
                </a:cubicBezTo>
                <a:cubicBezTo>
                  <a:pt x="1107681" y="133209"/>
                  <a:pt x="1120060" y="129721"/>
                  <a:pt x="1128257" y="123445"/>
                </a:cubicBezTo>
                <a:cubicBezTo>
                  <a:pt x="1136800" y="116645"/>
                  <a:pt x="1142203" y="105311"/>
                  <a:pt x="1142203" y="94326"/>
                </a:cubicBezTo>
                <a:cubicBezTo>
                  <a:pt x="1142203" y="78635"/>
                  <a:pt x="1132439" y="67129"/>
                  <a:pt x="1115178" y="62420"/>
                </a:cubicBezTo>
                <a:lnTo>
                  <a:pt x="1083272" y="53877"/>
                </a:lnTo>
                <a:cubicBezTo>
                  <a:pt x="1067929" y="49692"/>
                  <a:pt x="1062350" y="44810"/>
                  <a:pt x="1062350" y="35046"/>
                </a:cubicBezTo>
                <a:cubicBezTo>
                  <a:pt x="1062350" y="22143"/>
                  <a:pt x="1073683" y="13600"/>
                  <a:pt x="1090769" y="13600"/>
                </a:cubicBezTo>
                <a:cubicBezTo>
                  <a:pt x="1110993" y="13600"/>
                  <a:pt x="1122327" y="22667"/>
                  <a:pt x="1122503" y="39404"/>
                </a:cubicBezTo>
                <a:lnTo>
                  <a:pt x="1137845" y="39404"/>
                </a:lnTo>
                <a:close/>
                <a:moveTo>
                  <a:pt x="1177075" y="37837"/>
                </a:moveTo>
                <a:lnTo>
                  <a:pt x="1162602" y="37837"/>
                </a:lnTo>
                <a:lnTo>
                  <a:pt x="1162602" y="129197"/>
                </a:lnTo>
                <a:lnTo>
                  <a:pt x="1177075" y="129197"/>
                </a:lnTo>
                <a:lnTo>
                  <a:pt x="1177075" y="37837"/>
                </a:lnTo>
                <a:moveTo>
                  <a:pt x="1177075" y="2094"/>
                </a:moveTo>
                <a:lnTo>
                  <a:pt x="1162430" y="2094"/>
                </a:lnTo>
                <a:lnTo>
                  <a:pt x="1162430" y="20400"/>
                </a:lnTo>
                <a:lnTo>
                  <a:pt x="1177075" y="20400"/>
                </a:lnTo>
                <a:lnTo>
                  <a:pt x="1177075" y="2094"/>
                </a:lnTo>
                <a:close/>
                <a:moveTo>
                  <a:pt x="1260068" y="37837"/>
                </a:moveTo>
                <a:lnTo>
                  <a:pt x="1260068" y="51086"/>
                </a:lnTo>
                <a:cubicBezTo>
                  <a:pt x="1252747" y="40104"/>
                  <a:pt x="1244726" y="35222"/>
                  <a:pt x="1233219" y="35222"/>
                </a:cubicBezTo>
                <a:cubicBezTo>
                  <a:pt x="1211073" y="35222"/>
                  <a:pt x="1195731" y="55795"/>
                  <a:pt x="1195731" y="85087"/>
                </a:cubicBezTo>
                <a:cubicBezTo>
                  <a:pt x="1195731" y="100430"/>
                  <a:pt x="1199394" y="111587"/>
                  <a:pt x="1207240" y="120830"/>
                </a:cubicBezTo>
                <a:cubicBezTo>
                  <a:pt x="1214040" y="128849"/>
                  <a:pt x="1222756" y="133209"/>
                  <a:pt x="1232171" y="133209"/>
                </a:cubicBezTo>
                <a:cubicBezTo>
                  <a:pt x="1243156" y="133209"/>
                  <a:pt x="1251002" y="128327"/>
                  <a:pt x="1258674" y="116818"/>
                </a:cubicBezTo>
                <a:lnTo>
                  <a:pt x="1258674" y="121527"/>
                </a:lnTo>
                <a:cubicBezTo>
                  <a:pt x="1258674" y="145937"/>
                  <a:pt x="1251874" y="155003"/>
                  <a:pt x="1233741" y="155003"/>
                </a:cubicBezTo>
                <a:cubicBezTo>
                  <a:pt x="1221361" y="155003"/>
                  <a:pt x="1214910" y="150122"/>
                  <a:pt x="1213516" y="139661"/>
                </a:cubicBezTo>
                <a:lnTo>
                  <a:pt x="1198694" y="139661"/>
                </a:lnTo>
                <a:cubicBezTo>
                  <a:pt x="1200091" y="156573"/>
                  <a:pt x="1213516" y="167207"/>
                  <a:pt x="1233392" y="167207"/>
                </a:cubicBezTo>
                <a:cubicBezTo>
                  <a:pt x="1246817" y="167207"/>
                  <a:pt x="1257977" y="162849"/>
                  <a:pt x="1263905" y="155525"/>
                </a:cubicBezTo>
                <a:cubicBezTo>
                  <a:pt x="1270878" y="146982"/>
                  <a:pt x="1273493" y="135649"/>
                  <a:pt x="1273493" y="114203"/>
                </a:cubicBezTo>
                <a:lnTo>
                  <a:pt x="1273493" y="37837"/>
                </a:lnTo>
                <a:lnTo>
                  <a:pt x="1260068" y="37837"/>
                </a:lnTo>
                <a:moveTo>
                  <a:pt x="1234613" y="48646"/>
                </a:moveTo>
                <a:cubicBezTo>
                  <a:pt x="1249956" y="48646"/>
                  <a:pt x="1258674" y="61547"/>
                  <a:pt x="1258674" y="84738"/>
                </a:cubicBezTo>
                <a:cubicBezTo>
                  <a:pt x="1258674" y="106881"/>
                  <a:pt x="1249780" y="119784"/>
                  <a:pt x="1234613" y="119784"/>
                </a:cubicBezTo>
                <a:cubicBezTo>
                  <a:pt x="1219619" y="119784"/>
                  <a:pt x="1210901" y="106706"/>
                  <a:pt x="1210901" y="84214"/>
                </a:cubicBezTo>
                <a:cubicBezTo>
                  <a:pt x="1210901" y="61898"/>
                  <a:pt x="1219619" y="48646"/>
                  <a:pt x="1234613" y="48646"/>
                </a:cubicBezTo>
                <a:close/>
                <a:moveTo>
                  <a:pt x="1301217" y="37837"/>
                </a:moveTo>
                <a:lnTo>
                  <a:pt x="1301217" y="129197"/>
                </a:lnTo>
                <a:lnTo>
                  <a:pt x="1315863" y="129197"/>
                </a:lnTo>
                <a:lnTo>
                  <a:pt x="1315863" y="78811"/>
                </a:lnTo>
                <a:cubicBezTo>
                  <a:pt x="1315863" y="60153"/>
                  <a:pt x="1325626" y="47949"/>
                  <a:pt x="1340621" y="47949"/>
                </a:cubicBezTo>
                <a:cubicBezTo>
                  <a:pt x="1352130" y="47949"/>
                  <a:pt x="1359451" y="54922"/>
                  <a:pt x="1359451" y="65907"/>
                </a:cubicBezTo>
                <a:lnTo>
                  <a:pt x="1359451" y="129197"/>
                </a:lnTo>
                <a:lnTo>
                  <a:pt x="1373924" y="129197"/>
                </a:lnTo>
                <a:lnTo>
                  <a:pt x="1373924" y="60153"/>
                </a:lnTo>
                <a:cubicBezTo>
                  <a:pt x="1373924" y="44986"/>
                  <a:pt x="1362591" y="35222"/>
                  <a:pt x="1344981" y="35222"/>
                </a:cubicBezTo>
                <a:cubicBezTo>
                  <a:pt x="1331381" y="35222"/>
                  <a:pt x="1322663" y="40452"/>
                  <a:pt x="1314641" y="53180"/>
                </a:cubicBezTo>
                <a:lnTo>
                  <a:pt x="1314641" y="37837"/>
                </a:lnTo>
                <a:lnTo>
                  <a:pt x="1301217" y="37837"/>
                </a:lnTo>
                <a:close/>
                <a:moveTo>
                  <a:pt x="1478535" y="120654"/>
                </a:moveTo>
                <a:cubicBezTo>
                  <a:pt x="1476968" y="121003"/>
                  <a:pt x="1476269" y="121003"/>
                  <a:pt x="1475399" y="121003"/>
                </a:cubicBezTo>
                <a:cubicBezTo>
                  <a:pt x="1470341" y="121003"/>
                  <a:pt x="1467553" y="118388"/>
                  <a:pt x="1467553" y="113854"/>
                </a:cubicBezTo>
                <a:lnTo>
                  <a:pt x="1467553" y="60153"/>
                </a:lnTo>
                <a:cubicBezTo>
                  <a:pt x="1467553" y="43937"/>
                  <a:pt x="1455695" y="35222"/>
                  <a:pt x="1433204" y="35222"/>
                </a:cubicBezTo>
                <a:cubicBezTo>
                  <a:pt x="1419779" y="35222"/>
                  <a:pt x="1409143" y="39055"/>
                  <a:pt x="1402867" y="45856"/>
                </a:cubicBezTo>
                <a:cubicBezTo>
                  <a:pt x="1398682" y="50565"/>
                  <a:pt x="1396937" y="55795"/>
                  <a:pt x="1396588" y="64862"/>
                </a:cubicBezTo>
                <a:lnTo>
                  <a:pt x="1411234" y="64862"/>
                </a:lnTo>
                <a:cubicBezTo>
                  <a:pt x="1412455" y="53701"/>
                  <a:pt x="1419082" y="48646"/>
                  <a:pt x="1432680" y="48646"/>
                </a:cubicBezTo>
                <a:cubicBezTo>
                  <a:pt x="1445932" y="48646"/>
                  <a:pt x="1453080" y="53528"/>
                  <a:pt x="1453080" y="62247"/>
                </a:cubicBezTo>
                <a:lnTo>
                  <a:pt x="1453080" y="66080"/>
                </a:lnTo>
                <a:cubicBezTo>
                  <a:pt x="1452907" y="72359"/>
                  <a:pt x="1449768" y="74626"/>
                  <a:pt x="1437910" y="76195"/>
                </a:cubicBezTo>
                <a:cubicBezTo>
                  <a:pt x="1417337" y="78811"/>
                  <a:pt x="1414198" y="79508"/>
                  <a:pt x="1408619" y="81774"/>
                </a:cubicBezTo>
                <a:cubicBezTo>
                  <a:pt x="1397985" y="86308"/>
                  <a:pt x="1392579" y="94326"/>
                  <a:pt x="1392579" y="106184"/>
                </a:cubicBezTo>
                <a:cubicBezTo>
                  <a:pt x="1392579" y="122748"/>
                  <a:pt x="1404085" y="133209"/>
                  <a:pt x="1422567" y="133209"/>
                </a:cubicBezTo>
                <a:cubicBezTo>
                  <a:pt x="1434077" y="133209"/>
                  <a:pt x="1443316" y="129197"/>
                  <a:pt x="1453604" y="119784"/>
                </a:cubicBezTo>
                <a:cubicBezTo>
                  <a:pt x="1454650" y="129197"/>
                  <a:pt x="1459183" y="133209"/>
                  <a:pt x="1468599" y="133209"/>
                </a:cubicBezTo>
                <a:cubicBezTo>
                  <a:pt x="1471735" y="133209"/>
                  <a:pt x="1473653" y="132860"/>
                  <a:pt x="1478535" y="131639"/>
                </a:cubicBezTo>
                <a:lnTo>
                  <a:pt x="1478535" y="120654"/>
                </a:lnTo>
                <a:moveTo>
                  <a:pt x="1453080" y="100430"/>
                </a:moveTo>
                <a:cubicBezTo>
                  <a:pt x="1453080" y="105311"/>
                  <a:pt x="1451686" y="108275"/>
                  <a:pt x="1447326" y="112285"/>
                </a:cubicBezTo>
                <a:cubicBezTo>
                  <a:pt x="1441398" y="117691"/>
                  <a:pt x="1434249" y="120481"/>
                  <a:pt x="1425707" y="120481"/>
                </a:cubicBezTo>
                <a:cubicBezTo>
                  <a:pt x="1414373" y="120481"/>
                  <a:pt x="1407749" y="115075"/>
                  <a:pt x="1407749" y="105836"/>
                </a:cubicBezTo>
                <a:cubicBezTo>
                  <a:pt x="1407749" y="96245"/>
                  <a:pt x="1414025" y="91363"/>
                  <a:pt x="1429716" y="89096"/>
                </a:cubicBezTo>
                <a:cubicBezTo>
                  <a:pt x="1445235" y="87005"/>
                  <a:pt x="1448198" y="86308"/>
                  <a:pt x="1453080" y="84041"/>
                </a:cubicBezTo>
                <a:lnTo>
                  <a:pt x="1453080" y="100430"/>
                </a:lnTo>
                <a:close/>
                <a:moveTo>
                  <a:pt x="1525787" y="37837"/>
                </a:moveTo>
                <a:lnTo>
                  <a:pt x="1510793" y="37837"/>
                </a:lnTo>
                <a:lnTo>
                  <a:pt x="1510793" y="12728"/>
                </a:lnTo>
                <a:lnTo>
                  <a:pt x="1496320" y="12728"/>
                </a:lnTo>
                <a:lnTo>
                  <a:pt x="1496320" y="37837"/>
                </a:lnTo>
                <a:lnTo>
                  <a:pt x="1483941" y="37837"/>
                </a:lnTo>
                <a:lnTo>
                  <a:pt x="1483941" y="49692"/>
                </a:lnTo>
                <a:lnTo>
                  <a:pt x="1496320" y="49692"/>
                </a:lnTo>
                <a:lnTo>
                  <a:pt x="1496320" y="118736"/>
                </a:lnTo>
                <a:cubicBezTo>
                  <a:pt x="1496320" y="128151"/>
                  <a:pt x="1502596" y="133209"/>
                  <a:pt x="1513930" y="133209"/>
                </a:cubicBezTo>
                <a:cubicBezTo>
                  <a:pt x="1517766" y="133209"/>
                  <a:pt x="1520906" y="132860"/>
                  <a:pt x="1525787" y="131988"/>
                </a:cubicBezTo>
                <a:lnTo>
                  <a:pt x="1525787" y="119784"/>
                </a:lnTo>
                <a:cubicBezTo>
                  <a:pt x="1523694" y="120306"/>
                  <a:pt x="1521776" y="120481"/>
                  <a:pt x="1518812" y="120481"/>
                </a:cubicBezTo>
                <a:cubicBezTo>
                  <a:pt x="1512536" y="120481"/>
                  <a:pt x="1510793" y="118736"/>
                  <a:pt x="1510793" y="112285"/>
                </a:cubicBezTo>
                <a:lnTo>
                  <a:pt x="1510793" y="49692"/>
                </a:lnTo>
                <a:lnTo>
                  <a:pt x="1525787" y="49692"/>
                </a:lnTo>
                <a:lnTo>
                  <a:pt x="1525787" y="37837"/>
                </a:lnTo>
                <a:close/>
                <a:moveTo>
                  <a:pt x="1616452" y="129197"/>
                </a:moveTo>
                <a:lnTo>
                  <a:pt x="1616452" y="37837"/>
                </a:lnTo>
                <a:lnTo>
                  <a:pt x="1601979" y="37837"/>
                </a:lnTo>
                <a:lnTo>
                  <a:pt x="1601979" y="89620"/>
                </a:lnTo>
                <a:cubicBezTo>
                  <a:pt x="1601979" y="108275"/>
                  <a:pt x="1592215" y="120481"/>
                  <a:pt x="1577048" y="120481"/>
                </a:cubicBezTo>
                <a:cubicBezTo>
                  <a:pt x="1565539" y="120481"/>
                  <a:pt x="1558217" y="113506"/>
                  <a:pt x="1558217" y="102521"/>
                </a:cubicBezTo>
                <a:lnTo>
                  <a:pt x="1558217" y="37837"/>
                </a:lnTo>
                <a:lnTo>
                  <a:pt x="1543744" y="37837"/>
                </a:lnTo>
                <a:lnTo>
                  <a:pt x="1543744" y="108275"/>
                </a:lnTo>
                <a:cubicBezTo>
                  <a:pt x="1543744" y="123445"/>
                  <a:pt x="1555078" y="133209"/>
                  <a:pt x="1572863" y="133209"/>
                </a:cubicBezTo>
                <a:cubicBezTo>
                  <a:pt x="1586288" y="133209"/>
                  <a:pt x="1594830" y="128500"/>
                  <a:pt x="1603376" y="116469"/>
                </a:cubicBezTo>
                <a:lnTo>
                  <a:pt x="1603376" y="129197"/>
                </a:lnTo>
                <a:lnTo>
                  <a:pt x="1616452" y="129197"/>
                </a:lnTo>
                <a:close/>
                <a:moveTo>
                  <a:pt x="1640685" y="37837"/>
                </a:moveTo>
                <a:lnTo>
                  <a:pt x="1640685" y="129197"/>
                </a:lnTo>
                <a:lnTo>
                  <a:pt x="1655334" y="129197"/>
                </a:lnTo>
                <a:lnTo>
                  <a:pt x="1655334" y="81774"/>
                </a:lnTo>
                <a:cubicBezTo>
                  <a:pt x="1655507" y="59804"/>
                  <a:pt x="1664573" y="50040"/>
                  <a:pt x="1684625" y="50565"/>
                </a:cubicBezTo>
                <a:lnTo>
                  <a:pt x="1684625" y="35743"/>
                </a:lnTo>
                <a:cubicBezTo>
                  <a:pt x="1682183" y="35395"/>
                  <a:pt x="1680789" y="35222"/>
                  <a:pt x="1679044" y="35222"/>
                </a:cubicBezTo>
                <a:cubicBezTo>
                  <a:pt x="1669628" y="35222"/>
                  <a:pt x="1662482" y="40801"/>
                  <a:pt x="1654113" y="54398"/>
                </a:cubicBezTo>
                <a:lnTo>
                  <a:pt x="1654113" y="37837"/>
                </a:lnTo>
                <a:lnTo>
                  <a:pt x="1640685" y="37837"/>
                </a:lnTo>
                <a:close/>
                <a:moveTo>
                  <a:pt x="1775290" y="88399"/>
                </a:moveTo>
                <a:cubicBezTo>
                  <a:pt x="1775290" y="74450"/>
                  <a:pt x="1774242" y="66080"/>
                  <a:pt x="1771627" y="59283"/>
                </a:cubicBezTo>
                <a:cubicBezTo>
                  <a:pt x="1765699" y="44286"/>
                  <a:pt x="1751750" y="35222"/>
                  <a:pt x="1734665" y="35222"/>
                </a:cubicBezTo>
                <a:cubicBezTo>
                  <a:pt x="1709207" y="35222"/>
                  <a:pt x="1692819" y="54574"/>
                  <a:pt x="1692819" y="84738"/>
                </a:cubicBezTo>
                <a:cubicBezTo>
                  <a:pt x="1692819" y="114902"/>
                  <a:pt x="1708510" y="133209"/>
                  <a:pt x="1734316" y="133209"/>
                </a:cubicBezTo>
                <a:cubicBezTo>
                  <a:pt x="1755238" y="133209"/>
                  <a:pt x="1769709" y="121351"/>
                  <a:pt x="1773372" y="101475"/>
                </a:cubicBezTo>
                <a:lnTo>
                  <a:pt x="1758726" y="101475"/>
                </a:lnTo>
                <a:cubicBezTo>
                  <a:pt x="1754714" y="113506"/>
                  <a:pt x="1746520" y="119784"/>
                  <a:pt x="1734838" y="119784"/>
                </a:cubicBezTo>
                <a:cubicBezTo>
                  <a:pt x="1725598" y="119784"/>
                  <a:pt x="1717752" y="115599"/>
                  <a:pt x="1712871" y="107927"/>
                </a:cubicBezTo>
                <a:cubicBezTo>
                  <a:pt x="1709383" y="102696"/>
                  <a:pt x="1708162" y="97466"/>
                  <a:pt x="1707989" y="88399"/>
                </a:cubicBezTo>
                <a:lnTo>
                  <a:pt x="1775290" y="88399"/>
                </a:lnTo>
                <a:moveTo>
                  <a:pt x="1708337" y="76544"/>
                </a:moveTo>
                <a:cubicBezTo>
                  <a:pt x="1709556" y="59631"/>
                  <a:pt x="1719844" y="48646"/>
                  <a:pt x="1734489" y="48646"/>
                </a:cubicBezTo>
                <a:cubicBezTo>
                  <a:pt x="1749311" y="48646"/>
                  <a:pt x="1759596" y="60153"/>
                  <a:pt x="1759596" y="76544"/>
                </a:cubicBezTo>
                <a:lnTo>
                  <a:pt x="1708337" y="76544"/>
                </a:lnTo>
                <a:close/>
                <a:moveTo>
                  <a:pt x="1800048" y="111066"/>
                </a:moveTo>
                <a:lnTo>
                  <a:pt x="1800048" y="129197"/>
                </a:lnTo>
                <a:lnTo>
                  <a:pt x="1810508" y="129197"/>
                </a:lnTo>
                <a:lnTo>
                  <a:pt x="1810508" y="132336"/>
                </a:lnTo>
                <a:cubicBezTo>
                  <a:pt x="1810508" y="144367"/>
                  <a:pt x="1808242" y="147855"/>
                  <a:pt x="1800048" y="148203"/>
                </a:cubicBezTo>
                <a:lnTo>
                  <a:pt x="1800048" y="154828"/>
                </a:lnTo>
                <a:cubicBezTo>
                  <a:pt x="1811557" y="155176"/>
                  <a:pt x="1818354" y="146809"/>
                  <a:pt x="1818354" y="131988"/>
                </a:cubicBezTo>
                <a:lnTo>
                  <a:pt x="1818354" y="111066"/>
                </a:lnTo>
                <a:lnTo>
                  <a:pt x="1800048" y="111066"/>
                </a:lnTo>
                <a:close/>
                <a:moveTo>
                  <a:pt x="1963769" y="91014"/>
                </a:moveTo>
                <a:lnTo>
                  <a:pt x="1976845" y="129197"/>
                </a:lnTo>
                <a:lnTo>
                  <a:pt x="1994979" y="129197"/>
                </a:lnTo>
                <a:lnTo>
                  <a:pt x="1950341" y="2094"/>
                </a:lnTo>
                <a:lnTo>
                  <a:pt x="1929420" y="2094"/>
                </a:lnTo>
                <a:lnTo>
                  <a:pt x="1884088" y="129197"/>
                </a:lnTo>
                <a:lnTo>
                  <a:pt x="1901349" y="129197"/>
                </a:lnTo>
                <a:lnTo>
                  <a:pt x="1914774" y="91014"/>
                </a:lnTo>
                <a:lnTo>
                  <a:pt x="1963769" y="91014"/>
                </a:lnTo>
                <a:moveTo>
                  <a:pt x="1959235" y="77414"/>
                </a:moveTo>
                <a:lnTo>
                  <a:pt x="1918783" y="77414"/>
                </a:lnTo>
                <a:lnTo>
                  <a:pt x="1939708" y="19528"/>
                </a:lnTo>
                <a:lnTo>
                  <a:pt x="1959235" y="77414"/>
                </a:lnTo>
                <a:close/>
                <a:moveTo>
                  <a:pt x="2084422" y="2094"/>
                </a:moveTo>
                <a:lnTo>
                  <a:pt x="2069949" y="2094"/>
                </a:lnTo>
                <a:lnTo>
                  <a:pt x="2069949" y="49343"/>
                </a:lnTo>
                <a:cubicBezTo>
                  <a:pt x="2063849" y="40104"/>
                  <a:pt x="2054085" y="35222"/>
                  <a:pt x="2041879" y="35222"/>
                </a:cubicBezTo>
                <a:cubicBezTo>
                  <a:pt x="2018166" y="35222"/>
                  <a:pt x="2002647" y="54225"/>
                  <a:pt x="2002647" y="83341"/>
                </a:cubicBezTo>
                <a:cubicBezTo>
                  <a:pt x="2002647" y="114203"/>
                  <a:pt x="2017644" y="133209"/>
                  <a:pt x="2042403" y="133209"/>
                </a:cubicBezTo>
                <a:cubicBezTo>
                  <a:pt x="2054955" y="133209"/>
                  <a:pt x="2063673" y="128500"/>
                  <a:pt x="2071519" y="117169"/>
                </a:cubicBezTo>
                <a:lnTo>
                  <a:pt x="2071519" y="129197"/>
                </a:lnTo>
                <a:lnTo>
                  <a:pt x="2084422" y="129197"/>
                </a:lnTo>
                <a:lnTo>
                  <a:pt x="2084422" y="2094"/>
                </a:lnTo>
                <a:moveTo>
                  <a:pt x="2044321" y="48819"/>
                </a:moveTo>
                <a:cubicBezTo>
                  <a:pt x="2060012" y="48819"/>
                  <a:pt x="2069949" y="62595"/>
                  <a:pt x="2069949" y="84563"/>
                </a:cubicBezTo>
                <a:cubicBezTo>
                  <a:pt x="2069949" y="105660"/>
                  <a:pt x="2059837" y="119609"/>
                  <a:pt x="2044494" y="119609"/>
                </a:cubicBezTo>
                <a:cubicBezTo>
                  <a:pt x="2028454" y="119609"/>
                  <a:pt x="2017817" y="105487"/>
                  <a:pt x="2017817" y="84214"/>
                </a:cubicBezTo>
                <a:cubicBezTo>
                  <a:pt x="2017817" y="62944"/>
                  <a:pt x="2028454" y="48819"/>
                  <a:pt x="2044321" y="48819"/>
                </a:cubicBezTo>
                <a:close/>
                <a:moveTo>
                  <a:pt x="2183456" y="2094"/>
                </a:moveTo>
                <a:lnTo>
                  <a:pt x="2168983" y="2094"/>
                </a:lnTo>
                <a:lnTo>
                  <a:pt x="2168983" y="49343"/>
                </a:lnTo>
                <a:cubicBezTo>
                  <a:pt x="2162883" y="40104"/>
                  <a:pt x="2153119" y="35222"/>
                  <a:pt x="2140913" y="35222"/>
                </a:cubicBezTo>
                <a:cubicBezTo>
                  <a:pt x="2117200" y="35222"/>
                  <a:pt x="2101682" y="54225"/>
                  <a:pt x="2101682" y="83341"/>
                </a:cubicBezTo>
                <a:cubicBezTo>
                  <a:pt x="2101682" y="114203"/>
                  <a:pt x="2116679" y="133209"/>
                  <a:pt x="2141437" y="133209"/>
                </a:cubicBezTo>
                <a:cubicBezTo>
                  <a:pt x="2153989" y="133209"/>
                  <a:pt x="2162707" y="128500"/>
                  <a:pt x="2170553" y="117169"/>
                </a:cubicBezTo>
                <a:lnTo>
                  <a:pt x="2170553" y="129197"/>
                </a:lnTo>
                <a:lnTo>
                  <a:pt x="2183456" y="129197"/>
                </a:lnTo>
                <a:lnTo>
                  <a:pt x="2183456" y="2094"/>
                </a:lnTo>
                <a:moveTo>
                  <a:pt x="2143355" y="48819"/>
                </a:moveTo>
                <a:cubicBezTo>
                  <a:pt x="2159047" y="48819"/>
                  <a:pt x="2168983" y="62595"/>
                  <a:pt x="2168983" y="84563"/>
                </a:cubicBezTo>
                <a:cubicBezTo>
                  <a:pt x="2168983" y="105660"/>
                  <a:pt x="2158871" y="119609"/>
                  <a:pt x="2143528" y="119609"/>
                </a:cubicBezTo>
                <a:cubicBezTo>
                  <a:pt x="2127488" y="119609"/>
                  <a:pt x="2116852" y="105487"/>
                  <a:pt x="2116852" y="84214"/>
                </a:cubicBezTo>
                <a:cubicBezTo>
                  <a:pt x="2116852" y="62944"/>
                  <a:pt x="2127488" y="48819"/>
                  <a:pt x="2143355" y="48819"/>
                </a:cubicBezTo>
                <a:close/>
                <a:moveTo>
                  <a:pt x="2205423" y="37837"/>
                </a:moveTo>
                <a:lnTo>
                  <a:pt x="2205423" y="129197"/>
                </a:lnTo>
                <a:lnTo>
                  <a:pt x="2220071" y="129197"/>
                </a:lnTo>
                <a:lnTo>
                  <a:pt x="2220071" y="81774"/>
                </a:lnTo>
                <a:cubicBezTo>
                  <a:pt x="2220244" y="59804"/>
                  <a:pt x="2229311" y="50040"/>
                  <a:pt x="2249363" y="50565"/>
                </a:cubicBezTo>
                <a:lnTo>
                  <a:pt x="2249363" y="35743"/>
                </a:lnTo>
                <a:cubicBezTo>
                  <a:pt x="2246921" y="35395"/>
                  <a:pt x="2245527" y="35222"/>
                  <a:pt x="2243781" y="35222"/>
                </a:cubicBezTo>
                <a:cubicBezTo>
                  <a:pt x="2234366" y="35222"/>
                  <a:pt x="2227220" y="40801"/>
                  <a:pt x="2218850" y="54398"/>
                </a:cubicBezTo>
                <a:lnTo>
                  <a:pt x="2218850" y="37837"/>
                </a:lnTo>
                <a:lnTo>
                  <a:pt x="2205423" y="37837"/>
                </a:lnTo>
                <a:close/>
                <a:moveTo>
                  <a:pt x="2342818" y="88399"/>
                </a:moveTo>
                <a:cubicBezTo>
                  <a:pt x="2342818" y="74450"/>
                  <a:pt x="2341769" y="66080"/>
                  <a:pt x="2339154" y="59283"/>
                </a:cubicBezTo>
                <a:cubicBezTo>
                  <a:pt x="2333227" y="44286"/>
                  <a:pt x="2319278" y="35222"/>
                  <a:pt x="2302193" y="35222"/>
                </a:cubicBezTo>
                <a:cubicBezTo>
                  <a:pt x="2276735" y="35222"/>
                  <a:pt x="2260346" y="54574"/>
                  <a:pt x="2260346" y="84738"/>
                </a:cubicBezTo>
                <a:cubicBezTo>
                  <a:pt x="2260346" y="114902"/>
                  <a:pt x="2276038" y="133209"/>
                  <a:pt x="2301844" y="133209"/>
                </a:cubicBezTo>
                <a:cubicBezTo>
                  <a:pt x="2322766" y="133209"/>
                  <a:pt x="2337236" y="121351"/>
                  <a:pt x="2340899" y="101475"/>
                </a:cubicBezTo>
                <a:lnTo>
                  <a:pt x="2326254" y="101475"/>
                </a:lnTo>
                <a:cubicBezTo>
                  <a:pt x="2322242" y="113506"/>
                  <a:pt x="2314047" y="119784"/>
                  <a:pt x="2302365" y="119784"/>
                </a:cubicBezTo>
                <a:cubicBezTo>
                  <a:pt x="2293126" y="119784"/>
                  <a:pt x="2285280" y="115599"/>
                  <a:pt x="2280398" y="107927"/>
                </a:cubicBezTo>
                <a:cubicBezTo>
                  <a:pt x="2276910" y="102696"/>
                  <a:pt x="2275689" y="97466"/>
                  <a:pt x="2275516" y="88399"/>
                </a:cubicBezTo>
                <a:lnTo>
                  <a:pt x="2342818" y="88399"/>
                </a:lnTo>
                <a:moveTo>
                  <a:pt x="2275865" y="76544"/>
                </a:moveTo>
                <a:cubicBezTo>
                  <a:pt x="2277083" y="59631"/>
                  <a:pt x="2287371" y="48646"/>
                  <a:pt x="2302017" y="48646"/>
                </a:cubicBezTo>
                <a:cubicBezTo>
                  <a:pt x="2316838" y="48646"/>
                  <a:pt x="2327124" y="60153"/>
                  <a:pt x="2327124" y="76544"/>
                </a:cubicBezTo>
                <a:lnTo>
                  <a:pt x="2275865" y="76544"/>
                </a:lnTo>
                <a:close/>
                <a:moveTo>
                  <a:pt x="2425983" y="63292"/>
                </a:moveTo>
                <a:cubicBezTo>
                  <a:pt x="2425811" y="45334"/>
                  <a:pt x="2413953" y="35222"/>
                  <a:pt x="2392855" y="35222"/>
                </a:cubicBezTo>
                <a:cubicBezTo>
                  <a:pt x="2371585" y="35222"/>
                  <a:pt x="2357812" y="46204"/>
                  <a:pt x="2357812" y="63117"/>
                </a:cubicBezTo>
                <a:cubicBezTo>
                  <a:pt x="2357812" y="77414"/>
                  <a:pt x="2365134" y="84214"/>
                  <a:pt x="2386755" y="89444"/>
                </a:cubicBezTo>
                <a:lnTo>
                  <a:pt x="2400355" y="92757"/>
                </a:lnTo>
                <a:cubicBezTo>
                  <a:pt x="2410468" y="95199"/>
                  <a:pt x="2414477" y="98860"/>
                  <a:pt x="2414477" y="105311"/>
                </a:cubicBezTo>
                <a:cubicBezTo>
                  <a:pt x="2414477" y="114030"/>
                  <a:pt x="2405934" y="119784"/>
                  <a:pt x="2393207" y="119784"/>
                </a:cubicBezTo>
                <a:cubicBezTo>
                  <a:pt x="2385358" y="119784"/>
                  <a:pt x="2378734" y="117518"/>
                  <a:pt x="2375073" y="113681"/>
                </a:cubicBezTo>
                <a:cubicBezTo>
                  <a:pt x="2372806" y="111066"/>
                  <a:pt x="2371761" y="108451"/>
                  <a:pt x="2370888" y="101999"/>
                </a:cubicBezTo>
                <a:lnTo>
                  <a:pt x="2355545" y="101999"/>
                </a:lnTo>
                <a:cubicBezTo>
                  <a:pt x="2356242" y="123097"/>
                  <a:pt x="2368097" y="133209"/>
                  <a:pt x="2391985" y="133209"/>
                </a:cubicBezTo>
                <a:cubicBezTo>
                  <a:pt x="2415001" y="133209"/>
                  <a:pt x="2429647" y="121875"/>
                  <a:pt x="2429647" y="104266"/>
                </a:cubicBezTo>
                <a:cubicBezTo>
                  <a:pt x="2429647" y="90666"/>
                  <a:pt x="2421974" y="83168"/>
                  <a:pt x="2403840" y="78811"/>
                </a:cubicBezTo>
                <a:lnTo>
                  <a:pt x="2389892" y="75496"/>
                </a:lnTo>
                <a:cubicBezTo>
                  <a:pt x="2378037" y="72708"/>
                  <a:pt x="2372979" y="68871"/>
                  <a:pt x="2372979" y="62420"/>
                </a:cubicBezTo>
                <a:cubicBezTo>
                  <a:pt x="2372979" y="53877"/>
                  <a:pt x="2380476" y="48646"/>
                  <a:pt x="2392334" y="48646"/>
                </a:cubicBezTo>
                <a:cubicBezTo>
                  <a:pt x="2404016" y="48646"/>
                  <a:pt x="2410292" y="53701"/>
                  <a:pt x="2410641" y="63292"/>
                </a:cubicBezTo>
                <a:lnTo>
                  <a:pt x="2425983" y="63292"/>
                </a:lnTo>
                <a:close/>
                <a:moveTo>
                  <a:pt x="2513161" y="63292"/>
                </a:moveTo>
                <a:cubicBezTo>
                  <a:pt x="2512988" y="45334"/>
                  <a:pt x="2501131" y="35222"/>
                  <a:pt x="2480033" y="35222"/>
                </a:cubicBezTo>
                <a:cubicBezTo>
                  <a:pt x="2458763" y="35222"/>
                  <a:pt x="2444990" y="46204"/>
                  <a:pt x="2444990" y="63117"/>
                </a:cubicBezTo>
                <a:cubicBezTo>
                  <a:pt x="2444990" y="77414"/>
                  <a:pt x="2452311" y="84214"/>
                  <a:pt x="2473933" y="89444"/>
                </a:cubicBezTo>
                <a:lnTo>
                  <a:pt x="2487533" y="92757"/>
                </a:lnTo>
                <a:cubicBezTo>
                  <a:pt x="2497645" y="95199"/>
                  <a:pt x="2501655" y="98860"/>
                  <a:pt x="2501655" y="105311"/>
                </a:cubicBezTo>
                <a:cubicBezTo>
                  <a:pt x="2501655" y="114030"/>
                  <a:pt x="2493112" y="119784"/>
                  <a:pt x="2480384" y="119784"/>
                </a:cubicBezTo>
                <a:cubicBezTo>
                  <a:pt x="2472536" y="119784"/>
                  <a:pt x="2465912" y="117518"/>
                  <a:pt x="2462251" y="113681"/>
                </a:cubicBezTo>
                <a:cubicBezTo>
                  <a:pt x="2459984" y="111066"/>
                  <a:pt x="2458938" y="108451"/>
                  <a:pt x="2458066" y="101999"/>
                </a:cubicBezTo>
                <a:lnTo>
                  <a:pt x="2442723" y="101999"/>
                </a:lnTo>
                <a:cubicBezTo>
                  <a:pt x="2443420" y="123097"/>
                  <a:pt x="2455275" y="133209"/>
                  <a:pt x="2479163" y="133209"/>
                </a:cubicBezTo>
                <a:cubicBezTo>
                  <a:pt x="2502179" y="133209"/>
                  <a:pt x="2516825" y="121875"/>
                  <a:pt x="2516825" y="104266"/>
                </a:cubicBezTo>
                <a:cubicBezTo>
                  <a:pt x="2516825" y="90666"/>
                  <a:pt x="2509152" y="83168"/>
                  <a:pt x="2491018" y="78811"/>
                </a:cubicBezTo>
                <a:lnTo>
                  <a:pt x="2477069" y="75496"/>
                </a:lnTo>
                <a:cubicBezTo>
                  <a:pt x="2465214" y="72708"/>
                  <a:pt x="2460157" y="68871"/>
                  <a:pt x="2460157" y="62420"/>
                </a:cubicBezTo>
                <a:cubicBezTo>
                  <a:pt x="2460157" y="53877"/>
                  <a:pt x="2467654" y="48646"/>
                  <a:pt x="2479512" y="48646"/>
                </a:cubicBezTo>
                <a:cubicBezTo>
                  <a:pt x="2491194" y="48646"/>
                  <a:pt x="2497470" y="53701"/>
                  <a:pt x="2497818" y="63292"/>
                </a:cubicBezTo>
                <a:lnTo>
                  <a:pt x="2513161" y="63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384D9-19A0-491C-9365-6C39D54B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2417462"/>
            <a:ext cx="2947010" cy="413543"/>
          </a:xfrm>
          <a:custGeom xmlns:a="http://schemas.openxmlformats.org/drawingml/2006/main">
            <a:pathLst>
              <a:path w="2947010" h="413543">
                <a:moveTo>
                  <a:pt x="0" y="206922"/>
                </a:moveTo>
                <a:lnTo>
                  <a:pt x="248507" y="0"/>
                </a:lnTo>
                <a:lnTo>
                  <a:pt x="248507" y="103461"/>
                </a:lnTo>
                <a:lnTo>
                  <a:pt x="2947010" y="103461"/>
                </a:lnTo>
                <a:lnTo>
                  <a:pt x="2947010" y="310132"/>
                </a:lnTo>
                <a:lnTo>
                  <a:pt x="248507" y="310132"/>
                </a:lnTo>
                <a:lnTo>
                  <a:pt x="248507" y="413543"/>
                </a:lnTo>
                <a:lnTo>
                  <a:pt x="0" y="206922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4B6E3-F58E-466A-8F65-E1A0C87E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2417462"/>
            <a:ext cx="2947010" cy="413543"/>
          </a:xfrm>
          <a:custGeom xmlns:a="http://schemas.openxmlformats.org/drawingml/2006/main">
            <a:pathLst>
              <a:path w="2947010" h="413543" fill="none">
                <a:moveTo>
                  <a:pt x="0" y="206922"/>
                </a:moveTo>
                <a:lnTo>
                  <a:pt x="248507" y="0"/>
                </a:lnTo>
                <a:lnTo>
                  <a:pt x="248507" y="103461"/>
                </a:lnTo>
                <a:lnTo>
                  <a:pt x="2947010" y="103461"/>
                </a:lnTo>
                <a:lnTo>
                  <a:pt x="2947010" y="310132"/>
                </a:lnTo>
                <a:lnTo>
                  <a:pt x="248507" y="310132"/>
                </a:lnTo>
                <a:lnTo>
                  <a:pt x="248507" y="413543"/>
                </a:lnTo>
                <a:lnTo>
                  <a:pt x="0" y="206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28" name="Text 5.Message">
            <a:extLst xmlns:a="http://schemas.openxmlformats.org/drawingml/2006/main">
              <a:ext uri="{FF2B5EF4-FFF2-40B4-BE49-F238E27FC236}">
                <a16:creationId xmlns:a16="http://schemas.microsoft.com/office/drawing/2014/main" id="{6F7109A9-87DF-4D85-93CE-A2C441BC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06" y="2551391"/>
            <a:ext cx="843535" cy="165113"/>
          </a:xfrm>
          <a:custGeom xmlns:a="http://schemas.openxmlformats.org/drawingml/2006/main">
            <a:pathLst>
              <a:path w="843535" h="165113">
                <a:moveTo>
                  <a:pt x="76892" y="3485"/>
                </a:moveTo>
                <a:lnTo>
                  <a:pt x="13076" y="3485"/>
                </a:lnTo>
                <a:lnTo>
                  <a:pt x="3836" y="70787"/>
                </a:lnTo>
                <a:lnTo>
                  <a:pt x="17958" y="70787"/>
                </a:lnTo>
                <a:cubicBezTo>
                  <a:pt x="25107" y="62244"/>
                  <a:pt x="31037" y="59280"/>
                  <a:pt x="40801" y="59280"/>
                </a:cubicBezTo>
                <a:cubicBezTo>
                  <a:pt x="57365" y="59280"/>
                  <a:pt x="67650" y="70614"/>
                  <a:pt x="67650" y="88920"/>
                </a:cubicBezTo>
                <a:cubicBezTo>
                  <a:pt x="67650" y="106706"/>
                  <a:pt x="57365" y="117515"/>
                  <a:pt x="40625" y="117515"/>
                </a:cubicBezTo>
                <a:cubicBezTo>
                  <a:pt x="27200" y="117515"/>
                  <a:pt x="19006" y="110715"/>
                  <a:pt x="15343" y="96766"/>
                </a:cubicBezTo>
                <a:lnTo>
                  <a:pt x="0" y="96766"/>
                </a:lnTo>
                <a:cubicBezTo>
                  <a:pt x="2094" y="106878"/>
                  <a:pt x="3836" y="111760"/>
                  <a:pt x="7497" y="116294"/>
                </a:cubicBezTo>
                <a:cubicBezTo>
                  <a:pt x="14473" y="125709"/>
                  <a:pt x="27025" y="131115"/>
                  <a:pt x="40974" y="131115"/>
                </a:cubicBezTo>
                <a:cubicBezTo>
                  <a:pt x="65907" y="131115"/>
                  <a:pt x="83344" y="112982"/>
                  <a:pt x="83344" y="86829"/>
                </a:cubicBezTo>
                <a:cubicBezTo>
                  <a:pt x="83344" y="62420"/>
                  <a:pt x="67129" y="45680"/>
                  <a:pt x="43416" y="45680"/>
                </a:cubicBezTo>
                <a:cubicBezTo>
                  <a:pt x="34698" y="45680"/>
                  <a:pt x="27725" y="47947"/>
                  <a:pt x="20576" y="53177"/>
                </a:cubicBezTo>
                <a:lnTo>
                  <a:pt x="25458" y="18655"/>
                </a:lnTo>
                <a:lnTo>
                  <a:pt x="76892" y="18655"/>
                </a:lnTo>
                <a:lnTo>
                  <a:pt x="76892" y="3485"/>
                </a:lnTo>
                <a:close/>
                <a:moveTo>
                  <a:pt x="123445" y="108972"/>
                </a:moveTo>
                <a:lnTo>
                  <a:pt x="105311" y="108972"/>
                </a:lnTo>
                <a:lnTo>
                  <a:pt x="105311" y="127103"/>
                </a:lnTo>
                <a:lnTo>
                  <a:pt x="123445" y="127103"/>
                </a:lnTo>
                <a:lnTo>
                  <a:pt x="123445" y="108972"/>
                </a:lnTo>
                <a:close/>
                <a:moveTo>
                  <a:pt x="222652" y="127103"/>
                </a:moveTo>
                <a:lnTo>
                  <a:pt x="258395" y="20573"/>
                </a:lnTo>
                <a:lnTo>
                  <a:pt x="258395" y="127103"/>
                </a:lnTo>
                <a:lnTo>
                  <a:pt x="273738" y="127103"/>
                </a:lnTo>
                <a:lnTo>
                  <a:pt x="273738" y="0"/>
                </a:lnTo>
                <a:lnTo>
                  <a:pt x="251246" y="0"/>
                </a:lnTo>
                <a:lnTo>
                  <a:pt x="214284" y="110715"/>
                </a:lnTo>
                <a:lnTo>
                  <a:pt x="176623" y="0"/>
                </a:lnTo>
                <a:lnTo>
                  <a:pt x="154132" y="0"/>
                </a:lnTo>
                <a:lnTo>
                  <a:pt x="154132" y="127103"/>
                </a:lnTo>
                <a:lnTo>
                  <a:pt x="169474" y="127103"/>
                </a:lnTo>
                <a:lnTo>
                  <a:pt x="169474" y="20573"/>
                </a:lnTo>
                <a:lnTo>
                  <a:pt x="205566" y="127103"/>
                </a:lnTo>
                <a:lnTo>
                  <a:pt x="222652" y="127103"/>
                </a:lnTo>
                <a:close/>
                <a:moveTo>
                  <a:pt x="374867" y="86305"/>
                </a:moveTo>
                <a:cubicBezTo>
                  <a:pt x="374867" y="72356"/>
                  <a:pt x="373818" y="63987"/>
                  <a:pt x="371203" y="57189"/>
                </a:cubicBezTo>
                <a:cubicBezTo>
                  <a:pt x="365276" y="42192"/>
                  <a:pt x="351327" y="33128"/>
                  <a:pt x="334241" y="33128"/>
                </a:cubicBezTo>
                <a:cubicBezTo>
                  <a:pt x="308783" y="33128"/>
                  <a:pt x="292395" y="52480"/>
                  <a:pt x="292395" y="82644"/>
                </a:cubicBezTo>
                <a:cubicBezTo>
                  <a:pt x="292395" y="112809"/>
                  <a:pt x="308086" y="131115"/>
                  <a:pt x="333893" y="131115"/>
                </a:cubicBezTo>
                <a:cubicBezTo>
                  <a:pt x="354815" y="131115"/>
                  <a:pt x="369285" y="119258"/>
                  <a:pt x="372948" y="99381"/>
                </a:cubicBezTo>
                <a:lnTo>
                  <a:pt x="358303" y="99381"/>
                </a:lnTo>
                <a:cubicBezTo>
                  <a:pt x="354291" y="111412"/>
                  <a:pt x="346096" y="117691"/>
                  <a:pt x="334414" y="117691"/>
                </a:cubicBezTo>
                <a:cubicBezTo>
                  <a:pt x="325175" y="117691"/>
                  <a:pt x="317329" y="113506"/>
                  <a:pt x="312447" y="105833"/>
                </a:cubicBezTo>
                <a:cubicBezTo>
                  <a:pt x="308959" y="100602"/>
                  <a:pt x="307738" y="95372"/>
                  <a:pt x="307565" y="86305"/>
                </a:cubicBezTo>
                <a:lnTo>
                  <a:pt x="374867" y="86305"/>
                </a:lnTo>
                <a:moveTo>
                  <a:pt x="307913" y="74450"/>
                </a:moveTo>
                <a:cubicBezTo>
                  <a:pt x="309132" y="57538"/>
                  <a:pt x="319420" y="46553"/>
                  <a:pt x="334066" y="46553"/>
                </a:cubicBezTo>
                <a:cubicBezTo>
                  <a:pt x="348887" y="46553"/>
                  <a:pt x="359172" y="58059"/>
                  <a:pt x="359172" y="74450"/>
                </a:cubicBezTo>
                <a:lnTo>
                  <a:pt x="307913" y="74450"/>
                </a:lnTo>
                <a:close/>
                <a:moveTo>
                  <a:pt x="460822" y="61198"/>
                </a:moveTo>
                <a:cubicBezTo>
                  <a:pt x="460649" y="43240"/>
                  <a:pt x="448791" y="33128"/>
                  <a:pt x="427694" y="33128"/>
                </a:cubicBezTo>
                <a:cubicBezTo>
                  <a:pt x="406423" y="33128"/>
                  <a:pt x="392650" y="44110"/>
                  <a:pt x="392650" y="61023"/>
                </a:cubicBezTo>
                <a:cubicBezTo>
                  <a:pt x="392650" y="75320"/>
                  <a:pt x="399972" y="82120"/>
                  <a:pt x="421593" y="87351"/>
                </a:cubicBezTo>
                <a:lnTo>
                  <a:pt x="435194" y="90663"/>
                </a:lnTo>
                <a:cubicBezTo>
                  <a:pt x="445306" y="93105"/>
                  <a:pt x="449315" y="96766"/>
                  <a:pt x="449315" y="103218"/>
                </a:cubicBezTo>
                <a:cubicBezTo>
                  <a:pt x="449315" y="111936"/>
                  <a:pt x="440773" y="117691"/>
                  <a:pt x="428045" y="117691"/>
                </a:cubicBezTo>
                <a:cubicBezTo>
                  <a:pt x="420197" y="117691"/>
                  <a:pt x="413572" y="115424"/>
                  <a:pt x="409911" y="111587"/>
                </a:cubicBezTo>
                <a:cubicBezTo>
                  <a:pt x="407645" y="108972"/>
                  <a:pt x="406599" y="106357"/>
                  <a:pt x="405726" y="99905"/>
                </a:cubicBezTo>
                <a:lnTo>
                  <a:pt x="390384" y="99905"/>
                </a:lnTo>
                <a:cubicBezTo>
                  <a:pt x="391081" y="121003"/>
                  <a:pt x="402936" y="131115"/>
                  <a:pt x="426824" y="131115"/>
                </a:cubicBezTo>
                <a:cubicBezTo>
                  <a:pt x="449839" y="131115"/>
                  <a:pt x="464485" y="119782"/>
                  <a:pt x="464485" y="102172"/>
                </a:cubicBezTo>
                <a:cubicBezTo>
                  <a:pt x="464485" y="88572"/>
                  <a:pt x="456813" y="81075"/>
                  <a:pt x="438679" y="76717"/>
                </a:cubicBezTo>
                <a:lnTo>
                  <a:pt x="424730" y="73402"/>
                </a:lnTo>
                <a:cubicBezTo>
                  <a:pt x="412875" y="70614"/>
                  <a:pt x="407818" y="66777"/>
                  <a:pt x="407818" y="60326"/>
                </a:cubicBezTo>
                <a:cubicBezTo>
                  <a:pt x="407818" y="51783"/>
                  <a:pt x="415315" y="46553"/>
                  <a:pt x="427172" y="46553"/>
                </a:cubicBezTo>
                <a:cubicBezTo>
                  <a:pt x="438854" y="46553"/>
                  <a:pt x="445130" y="51608"/>
                  <a:pt x="445479" y="61198"/>
                </a:cubicBezTo>
                <a:lnTo>
                  <a:pt x="460822" y="61198"/>
                </a:lnTo>
                <a:close/>
                <a:moveTo>
                  <a:pt x="548000" y="61198"/>
                </a:moveTo>
                <a:cubicBezTo>
                  <a:pt x="547827" y="43240"/>
                  <a:pt x="535969" y="33128"/>
                  <a:pt x="514872" y="33128"/>
                </a:cubicBezTo>
                <a:cubicBezTo>
                  <a:pt x="493601" y="33128"/>
                  <a:pt x="479828" y="44110"/>
                  <a:pt x="479828" y="61023"/>
                </a:cubicBezTo>
                <a:cubicBezTo>
                  <a:pt x="479828" y="75320"/>
                  <a:pt x="487150" y="82120"/>
                  <a:pt x="508771" y="87351"/>
                </a:cubicBezTo>
                <a:lnTo>
                  <a:pt x="522371" y="90663"/>
                </a:lnTo>
                <a:cubicBezTo>
                  <a:pt x="532484" y="93105"/>
                  <a:pt x="536493" y="96766"/>
                  <a:pt x="536493" y="103218"/>
                </a:cubicBezTo>
                <a:cubicBezTo>
                  <a:pt x="536493" y="111936"/>
                  <a:pt x="527950" y="117691"/>
                  <a:pt x="515223" y="117691"/>
                </a:cubicBezTo>
                <a:cubicBezTo>
                  <a:pt x="507374" y="117691"/>
                  <a:pt x="500750" y="115424"/>
                  <a:pt x="497089" y="111587"/>
                </a:cubicBezTo>
                <a:cubicBezTo>
                  <a:pt x="494822" y="108972"/>
                  <a:pt x="493777" y="106357"/>
                  <a:pt x="492904" y="99905"/>
                </a:cubicBezTo>
                <a:lnTo>
                  <a:pt x="477561" y="99905"/>
                </a:lnTo>
                <a:cubicBezTo>
                  <a:pt x="478258" y="121003"/>
                  <a:pt x="490113" y="131115"/>
                  <a:pt x="514002" y="131115"/>
                </a:cubicBezTo>
                <a:cubicBezTo>
                  <a:pt x="537017" y="131115"/>
                  <a:pt x="551663" y="119782"/>
                  <a:pt x="551663" y="102172"/>
                </a:cubicBezTo>
                <a:cubicBezTo>
                  <a:pt x="551663" y="88572"/>
                  <a:pt x="543990" y="81075"/>
                  <a:pt x="525857" y="76717"/>
                </a:cubicBezTo>
                <a:lnTo>
                  <a:pt x="511908" y="73402"/>
                </a:lnTo>
                <a:cubicBezTo>
                  <a:pt x="500053" y="70614"/>
                  <a:pt x="494995" y="66777"/>
                  <a:pt x="494995" y="60326"/>
                </a:cubicBezTo>
                <a:cubicBezTo>
                  <a:pt x="494995" y="51783"/>
                  <a:pt x="502492" y="46553"/>
                  <a:pt x="514350" y="46553"/>
                </a:cubicBezTo>
                <a:cubicBezTo>
                  <a:pt x="526032" y="46553"/>
                  <a:pt x="532308" y="51608"/>
                  <a:pt x="532657" y="61198"/>
                </a:cubicBezTo>
                <a:lnTo>
                  <a:pt x="548000" y="61198"/>
                </a:lnTo>
                <a:close/>
                <a:moveTo>
                  <a:pt x="652090" y="118561"/>
                </a:moveTo>
                <a:cubicBezTo>
                  <a:pt x="650523" y="118909"/>
                  <a:pt x="649823" y="118909"/>
                  <a:pt x="648953" y="118909"/>
                </a:cubicBezTo>
                <a:cubicBezTo>
                  <a:pt x="643896" y="118909"/>
                  <a:pt x="641107" y="116294"/>
                  <a:pt x="641107" y="111760"/>
                </a:cubicBezTo>
                <a:lnTo>
                  <a:pt x="641107" y="58059"/>
                </a:lnTo>
                <a:cubicBezTo>
                  <a:pt x="641107" y="41844"/>
                  <a:pt x="629250" y="33128"/>
                  <a:pt x="606758" y="33128"/>
                </a:cubicBezTo>
                <a:cubicBezTo>
                  <a:pt x="593334" y="33128"/>
                  <a:pt x="582697" y="36962"/>
                  <a:pt x="576421" y="43762"/>
                </a:cubicBezTo>
                <a:cubicBezTo>
                  <a:pt x="572236" y="48471"/>
                  <a:pt x="570491" y="53701"/>
                  <a:pt x="570142" y="62768"/>
                </a:cubicBezTo>
                <a:lnTo>
                  <a:pt x="584788" y="62768"/>
                </a:lnTo>
                <a:cubicBezTo>
                  <a:pt x="586009" y="51608"/>
                  <a:pt x="592637" y="46553"/>
                  <a:pt x="606234" y="46553"/>
                </a:cubicBezTo>
                <a:cubicBezTo>
                  <a:pt x="619486" y="46553"/>
                  <a:pt x="626635" y="51435"/>
                  <a:pt x="626635" y="60153"/>
                </a:cubicBezTo>
                <a:lnTo>
                  <a:pt x="626635" y="63987"/>
                </a:lnTo>
                <a:cubicBezTo>
                  <a:pt x="626462" y="70265"/>
                  <a:pt x="623322" y="72532"/>
                  <a:pt x="611465" y="74102"/>
                </a:cubicBezTo>
                <a:cubicBezTo>
                  <a:pt x="590891" y="76717"/>
                  <a:pt x="587752" y="77414"/>
                  <a:pt x="582173" y="79681"/>
                </a:cubicBezTo>
                <a:cubicBezTo>
                  <a:pt x="571539" y="84214"/>
                  <a:pt x="566133" y="92233"/>
                  <a:pt x="566133" y="104090"/>
                </a:cubicBezTo>
                <a:cubicBezTo>
                  <a:pt x="566133" y="120654"/>
                  <a:pt x="577640" y="131115"/>
                  <a:pt x="596122" y="131115"/>
                </a:cubicBezTo>
                <a:cubicBezTo>
                  <a:pt x="607631" y="131115"/>
                  <a:pt x="616871" y="127103"/>
                  <a:pt x="627159" y="117691"/>
                </a:cubicBezTo>
                <a:cubicBezTo>
                  <a:pt x="628204" y="127103"/>
                  <a:pt x="632738" y="131115"/>
                  <a:pt x="642153" y="131115"/>
                </a:cubicBezTo>
                <a:cubicBezTo>
                  <a:pt x="645290" y="131115"/>
                  <a:pt x="647208" y="130767"/>
                  <a:pt x="652090" y="129546"/>
                </a:cubicBezTo>
                <a:lnTo>
                  <a:pt x="652090" y="118561"/>
                </a:lnTo>
                <a:moveTo>
                  <a:pt x="626635" y="98336"/>
                </a:moveTo>
                <a:cubicBezTo>
                  <a:pt x="626635" y="103218"/>
                  <a:pt x="625241" y="106181"/>
                  <a:pt x="620880" y="110191"/>
                </a:cubicBezTo>
                <a:cubicBezTo>
                  <a:pt x="614953" y="115597"/>
                  <a:pt x="607804" y="118388"/>
                  <a:pt x="599261" y="118388"/>
                </a:cubicBezTo>
                <a:cubicBezTo>
                  <a:pt x="587928" y="118388"/>
                  <a:pt x="581303" y="112982"/>
                  <a:pt x="581303" y="103742"/>
                </a:cubicBezTo>
                <a:cubicBezTo>
                  <a:pt x="581303" y="94151"/>
                  <a:pt x="587579" y="89269"/>
                  <a:pt x="603270" y="87002"/>
                </a:cubicBezTo>
                <a:cubicBezTo>
                  <a:pt x="618789" y="84911"/>
                  <a:pt x="621753" y="84214"/>
                  <a:pt x="626635" y="81947"/>
                </a:cubicBezTo>
                <a:lnTo>
                  <a:pt x="626635" y="98336"/>
                </a:lnTo>
                <a:close/>
                <a:moveTo>
                  <a:pt x="725494" y="35743"/>
                </a:moveTo>
                <a:lnTo>
                  <a:pt x="725494" y="48992"/>
                </a:lnTo>
                <a:cubicBezTo>
                  <a:pt x="718172" y="38010"/>
                  <a:pt x="710151" y="33128"/>
                  <a:pt x="698645" y="33128"/>
                </a:cubicBezTo>
                <a:cubicBezTo>
                  <a:pt x="676499" y="33128"/>
                  <a:pt x="661156" y="53701"/>
                  <a:pt x="661156" y="82993"/>
                </a:cubicBezTo>
                <a:cubicBezTo>
                  <a:pt x="661156" y="98336"/>
                  <a:pt x="664820" y="109494"/>
                  <a:pt x="672665" y="118736"/>
                </a:cubicBezTo>
                <a:cubicBezTo>
                  <a:pt x="679465" y="126755"/>
                  <a:pt x="688181" y="131115"/>
                  <a:pt x="697596" y="131115"/>
                </a:cubicBezTo>
                <a:cubicBezTo>
                  <a:pt x="708581" y="131115"/>
                  <a:pt x="716427" y="126233"/>
                  <a:pt x="724100" y="114724"/>
                </a:cubicBezTo>
                <a:lnTo>
                  <a:pt x="724100" y="119433"/>
                </a:lnTo>
                <a:cubicBezTo>
                  <a:pt x="724100" y="143843"/>
                  <a:pt x="717300" y="152910"/>
                  <a:pt x="699166" y="152910"/>
                </a:cubicBezTo>
                <a:cubicBezTo>
                  <a:pt x="686787" y="152910"/>
                  <a:pt x="680335" y="148028"/>
                  <a:pt x="678941" y="137567"/>
                </a:cubicBezTo>
                <a:lnTo>
                  <a:pt x="664120" y="137567"/>
                </a:lnTo>
                <a:cubicBezTo>
                  <a:pt x="665517" y="154479"/>
                  <a:pt x="678941" y="165113"/>
                  <a:pt x="698817" y="165113"/>
                </a:cubicBezTo>
                <a:cubicBezTo>
                  <a:pt x="712242" y="165113"/>
                  <a:pt x="723403" y="160755"/>
                  <a:pt x="729330" y="153431"/>
                </a:cubicBezTo>
                <a:cubicBezTo>
                  <a:pt x="736303" y="144888"/>
                  <a:pt x="738919" y="133555"/>
                  <a:pt x="738919" y="112109"/>
                </a:cubicBezTo>
                <a:lnTo>
                  <a:pt x="738919" y="35743"/>
                </a:lnTo>
                <a:lnTo>
                  <a:pt x="725494" y="35743"/>
                </a:lnTo>
                <a:moveTo>
                  <a:pt x="700039" y="46553"/>
                </a:moveTo>
                <a:cubicBezTo>
                  <a:pt x="715381" y="46553"/>
                  <a:pt x="724100" y="59453"/>
                  <a:pt x="724100" y="82644"/>
                </a:cubicBezTo>
                <a:cubicBezTo>
                  <a:pt x="724100" y="104787"/>
                  <a:pt x="715206" y="117691"/>
                  <a:pt x="700039" y="117691"/>
                </a:cubicBezTo>
                <a:cubicBezTo>
                  <a:pt x="685044" y="117691"/>
                  <a:pt x="676326" y="104612"/>
                  <a:pt x="676326" y="82120"/>
                </a:cubicBezTo>
                <a:cubicBezTo>
                  <a:pt x="676326" y="59804"/>
                  <a:pt x="685044" y="46553"/>
                  <a:pt x="700039" y="46553"/>
                </a:cubicBezTo>
                <a:close/>
                <a:moveTo>
                  <a:pt x="843535" y="86305"/>
                </a:moveTo>
                <a:cubicBezTo>
                  <a:pt x="843535" y="72356"/>
                  <a:pt x="842487" y="63987"/>
                  <a:pt x="839871" y="57189"/>
                </a:cubicBezTo>
                <a:cubicBezTo>
                  <a:pt x="833944" y="42192"/>
                  <a:pt x="819995" y="33128"/>
                  <a:pt x="802910" y="33128"/>
                </a:cubicBezTo>
                <a:cubicBezTo>
                  <a:pt x="777452" y="33128"/>
                  <a:pt x="761063" y="52480"/>
                  <a:pt x="761063" y="82644"/>
                </a:cubicBezTo>
                <a:cubicBezTo>
                  <a:pt x="761063" y="112809"/>
                  <a:pt x="776755" y="131115"/>
                  <a:pt x="802561" y="131115"/>
                </a:cubicBezTo>
                <a:cubicBezTo>
                  <a:pt x="823483" y="131115"/>
                  <a:pt x="837953" y="119258"/>
                  <a:pt x="841617" y="99381"/>
                </a:cubicBezTo>
                <a:lnTo>
                  <a:pt x="826971" y="99381"/>
                </a:lnTo>
                <a:cubicBezTo>
                  <a:pt x="822959" y="111412"/>
                  <a:pt x="814765" y="117691"/>
                  <a:pt x="803083" y="117691"/>
                </a:cubicBezTo>
                <a:cubicBezTo>
                  <a:pt x="793843" y="117691"/>
                  <a:pt x="785997" y="113506"/>
                  <a:pt x="781115" y="105833"/>
                </a:cubicBezTo>
                <a:cubicBezTo>
                  <a:pt x="777627" y="100602"/>
                  <a:pt x="776406" y="95372"/>
                  <a:pt x="776233" y="86305"/>
                </a:cubicBezTo>
                <a:lnTo>
                  <a:pt x="843535" y="86305"/>
                </a:lnTo>
                <a:moveTo>
                  <a:pt x="776582" y="74450"/>
                </a:moveTo>
                <a:cubicBezTo>
                  <a:pt x="777800" y="57538"/>
                  <a:pt x="788088" y="46553"/>
                  <a:pt x="802734" y="46553"/>
                </a:cubicBezTo>
                <a:cubicBezTo>
                  <a:pt x="817555" y="46553"/>
                  <a:pt x="827841" y="58059"/>
                  <a:pt x="827841" y="74450"/>
                </a:cubicBezTo>
                <a:lnTo>
                  <a:pt x="776582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A316C-3789-4B6C-B1CC-C67F5D39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2417462"/>
            <a:ext cx="2130244" cy="413543"/>
          </a:xfrm>
          <a:custGeom xmlns:a="http://schemas.openxmlformats.org/drawingml/2006/main">
            <a:pathLst>
              <a:path w="2130244" h="413543">
                <a:moveTo>
                  <a:pt x="0" y="206922"/>
                </a:moveTo>
                <a:lnTo>
                  <a:pt x="248532" y="0"/>
                </a:lnTo>
                <a:lnTo>
                  <a:pt x="248532" y="103461"/>
                </a:lnTo>
                <a:lnTo>
                  <a:pt x="2130244" y="103461"/>
                </a:lnTo>
                <a:lnTo>
                  <a:pt x="2130244" y="310132"/>
                </a:lnTo>
                <a:lnTo>
                  <a:pt x="248532" y="310132"/>
                </a:lnTo>
                <a:lnTo>
                  <a:pt x="248532" y="413543"/>
                </a:lnTo>
                <a:lnTo>
                  <a:pt x="0" y="206922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489B8-678D-49CB-A44F-42023E2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2417462"/>
            <a:ext cx="2130244" cy="413543"/>
          </a:xfrm>
          <a:custGeom xmlns:a="http://schemas.openxmlformats.org/drawingml/2006/main">
            <a:pathLst>
              <a:path w="2130244" h="413543" fill="none">
                <a:moveTo>
                  <a:pt x="0" y="206922"/>
                </a:moveTo>
                <a:lnTo>
                  <a:pt x="248532" y="0"/>
                </a:lnTo>
                <a:lnTo>
                  <a:pt x="248532" y="103461"/>
                </a:lnTo>
                <a:lnTo>
                  <a:pt x="2130244" y="103461"/>
                </a:lnTo>
                <a:lnTo>
                  <a:pt x="2130244" y="310132"/>
                </a:lnTo>
                <a:lnTo>
                  <a:pt x="248532" y="310132"/>
                </a:lnTo>
                <a:lnTo>
                  <a:pt x="248532" y="413543"/>
                </a:lnTo>
                <a:lnTo>
                  <a:pt x="0" y="206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31" name="Text 6.SignatureRequest">
            <a:extLst xmlns:a="http://schemas.openxmlformats.org/drawingml/2006/main">
              <a:ext uri="{FF2B5EF4-FFF2-40B4-BE49-F238E27FC236}">
                <a16:creationId xmlns:a16="http://schemas.microsoft.com/office/drawing/2014/main" id="{9CDD3153-C7C6-4943-8500-01A0F4C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366" y="2549297"/>
            <a:ext cx="1586984" cy="167207"/>
          </a:xfrm>
          <a:custGeom xmlns:a="http://schemas.openxmlformats.org/drawingml/2006/main">
            <a:pathLst>
              <a:path w="1586984" h="167207">
                <a:moveTo>
                  <a:pt x="79329" y="35919"/>
                </a:moveTo>
                <a:cubicBezTo>
                  <a:pt x="76366" y="15343"/>
                  <a:pt x="63117" y="3139"/>
                  <a:pt x="44286" y="3139"/>
                </a:cubicBezTo>
                <a:cubicBezTo>
                  <a:pt x="30686" y="3139"/>
                  <a:pt x="18480" y="9764"/>
                  <a:pt x="11158" y="21097"/>
                </a:cubicBezTo>
                <a:cubicBezTo>
                  <a:pt x="3312" y="33476"/>
                  <a:pt x="0" y="48819"/>
                  <a:pt x="0" y="71662"/>
                </a:cubicBezTo>
                <a:cubicBezTo>
                  <a:pt x="0" y="92932"/>
                  <a:pt x="2964" y="106357"/>
                  <a:pt x="10461" y="117518"/>
                </a:cubicBezTo>
                <a:cubicBezTo>
                  <a:pt x="17085" y="127803"/>
                  <a:pt x="27895" y="133209"/>
                  <a:pt x="41495" y="133209"/>
                </a:cubicBezTo>
                <a:cubicBezTo>
                  <a:pt x="65035" y="133209"/>
                  <a:pt x="81947" y="115599"/>
                  <a:pt x="81947" y="91014"/>
                </a:cubicBezTo>
                <a:cubicBezTo>
                  <a:pt x="81947" y="67826"/>
                  <a:pt x="66253" y="51435"/>
                  <a:pt x="44110" y="51435"/>
                </a:cubicBezTo>
                <a:cubicBezTo>
                  <a:pt x="31907" y="51435"/>
                  <a:pt x="22316" y="55968"/>
                  <a:pt x="15691" y="65210"/>
                </a:cubicBezTo>
                <a:cubicBezTo>
                  <a:pt x="15864" y="34001"/>
                  <a:pt x="25628" y="16740"/>
                  <a:pt x="43240" y="16740"/>
                </a:cubicBezTo>
                <a:cubicBezTo>
                  <a:pt x="54050" y="16740"/>
                  <a:pt x="61547" y="23713"/>
                  <a:pt x="63987" y="35919"/>
                </a:cubicBezTo>
                <a:lnTo>
                  <a:pt x="79329" y="35919"/>
                </a:lnTo>
                <a:moveTo>
                  <a:pt x="42192" y="65035"/>
                </a:moveTo>
                <a:cubicBezTo>
                  <a:pt x="57014" y="65035"/>
                  <a:pt x="66253" y="75496"/>
                  <a:pt x="66253" y="92235"/>
                </a:cubicBezTo>
                <a:cubicBezTo>
                  <a:pt x="66253" y="108102"/>
                  <a:pt x="55792" y="119609"/>
                  <a:pt x="41671" y="119609"/>
                </a:cubicBezTo>
                <a:cubicBezTo>
                  <a:pt x="27373" y="119609"/>
                  <a:pt x="16561" y="107578"/>
                  <a:pt x="16561" y="91538"/>
                </a:cubicBezTo>
                <a:cubicBezTo>
                  <a:pt x="16561" y="75844"/>
                  <a:pt x="27025" y="65035"/>
                  <a:pt x="42192" y="65035"/>
                </a:cubicBezTo>
                <a:close/>
                <a:moveTo>
                  <a:pt x="122048" y="111066"/>
                </a:moveTo>
                <a:lnTo>
                  <a:pt x="103914" y="111066"/>
                </a:lnTo>
                <a:lnTo>
                  <a:pt x="103914" y="129197"/>
                </a:lnTo>
                <a:lnTo>
                  <a:pt x="122048" y="129197"/>
                </a:lnTo>
                <a:lnTo>
                  <a:pt x="122048" y="111066"/>
                </a:lnTo>
                <a:close/>
                <a:moveTo>
                  <a:pt x="243574" y="39404"/>
                </a:moveTo>
                <a:cubicBezTo>
                  <a:pt x="243574" y="30688"/>
                  <a:pt x="243049" y="28246"/>
                  <a:pt x="240261" y="22319"/>
                </a:cubicBezTo>
                <a:cubicBezTo>
                  <a:pt x="233286" y="7673"/>
                  <a:pt x="218467" y="0"/>
                  <a:pt x="197021" y="0"/>
                </a:cubicBezTo>
                <a:cubicBezTo>
                  <a:pt x="169123" y="0"/>
                  <a:pt x="151862" y="14297"/>
                  <a:pt x="151862" y="37313"/>
                </a:cubicBezTo>
                <a:cubicBezTo>
                  <a:pt x="151862" y="52831"/>
                  <a:pt x="160057" y="62595"/>
                  <a:pt x="176796" y="66953"/>
                </a:cubicBezTo>
                <a:lnTo>
                  <a:pt x="208355" y="75323"/>
                </a:lnTo>
                <a:cubicBezTo>
                  <a:pt x="224570" y="79508"/>
                  <a:pt x="231719" y="85959"/>
                  <a:pt x="231719" y="95896"/>
                </a:cubicBezTo>
                <a:cubicBezTo>
                  <a:pt x="231719" y="102696"/>
                  <a:pt x="228055" y="109669"/>
                  <a:pt x="222652" y="113506"/>
                </a:cubicBezTo>
                <a:cubicBezTo>
                  <a:pt x="217594" y="117169"/>
                  <a:pt x="209573" y="118912"/>
                  <a:pt x="199288" y="118912"/>
                </a:cubicBezTo>
                <a:cubicBezTo>
                  <a:pt x="185339" y="118912"/>
                  <a:pt x="176099" y="115599"/>
                  <a:pt x="169996" y="108275"/>
                </a:cubicBezTo>
                <a:cubicBezTo>
                  <a:pt x="165287" y="102696"/>
                  <a:pt x="163196" y="96593"/>
                  <a:pt x="163369" y="88747"/>
                </a:cubicBezTo>
                <a:lnTo>
                  <a:pt x="148026" y="88747"/>
                </a:lnTo>
                <a:cubicBezTo>
                  <a:pt x="148202" y="100430"/>
                  <a:pt x="150468" y="108102"/>
                  <a:pt x="155523" y="115075"/>
                </a:cubicBezTo>
                <a:cubicBezTo>
                  <a:pt x="164241" y="127106"/>
                  <a:pt x="178887" y="133209"/>
                  <a:pt x="198242" y="133209"/>
                </a:cubicBezTo>
                <a:cubicBezTo>
                  <a:pt x="213409" y="133209"/>
                  <a:pt x="225788" y="129721"/>
                  <a:pt x="233985" y="123445"/>
                </a:cubicBezTo>
                <a:cubicBezTo>
                  <a:pt x="242528" y="116645"/>
                  <a:pt x="247931" y="105311"/>
                  <a:pt x="247931" y="94326"/>
                </a:cubicBezTo>
                <a:cubicBezTo>
                  <a:pt x="247931" y="78635"/>
                  <a:pt x="238168" y="67129"/>
                  <a:pt x="220907" y="62420"/>
                </a:cubicBezTo>
                <a:lnTo>
                  <a:pt x="189000" y="53877"/>
                </a:lnTo>
                <a:cubicBezTo>
                  <a:pt x="173657" y="49692"/>
                  <a:pt x="168078" y="44810"/>
                  <a:pt x="168078" y="35046"/>
                </a:cubicBezTo>
                <a:cubicBezTo>
                  <a:pt x="168078" y="22143"/>
                  <a:pt x="179411" y="13600"/>
                  <a:pt x="196497" y="13600"/>
                </a:cubicBezTo>
                <a:cubicBezTo>
                  <a:pt x="216722" y="13600"/>
                  <a:pt x="228055" y="22667"/>
                  <a:pt x="228231" y="39404"/>
                </a:cubicBezTo>
                <a:lnTo>
                  <a:pt x="243574" y="39404"/>
                </a:lnTo>
                <a:close/>
                <a:moveTo>
                  <a:pt x="282804" y="37837"/>
                </a:moveTo>
                <a:lnTo>
                  <a:pt x="268331" y="37837"/>
                </a:lnTo>
                <a:lnTo>
                  <a:pt x="268331" y="129197"/>
                </a:lnTo>
                <a:lnTo>
                  <a:pt x="282804" y="129197"/>
                </a:lnTo>
                <a:lnTo>
                  <a:pt x="282804" y="37837"/>
                </a:lnTo>
                <a:moveTo>
                  <a:pt x="282804" y="2094"/>
                </a:moveTo>
                <a:lnTo>
                  <a:pt x="268158" y="2094"/>
                </a:lnTo>
                <a:lnTo>
                  <a:pt x="268158" y="20400"/>
                </a:lnTo>
                <a:lnTo>
                  <a:pt x="282804" y="20400"/>
                </a:lnTo>
                <a:lnTo>
                  <a:pt x="282804" y="2094"/>
                </a:lnTo>
                <a:close/>
                <a:moveTo>
                  <a:pt x="365797" y="37837"/>
                </a:moveTo>
                <a:lnTo>
                  <a:pt x="365797" y="51086"/>
                </a:lnTo>
                <a:cubicBezTo>
                  <a:pt x="358475" y="40104"/>
                  <a:pt x="350454" y="35222"/>
                  <a:pt x="338947" y="35222"/>
                </a:cubicBezTo>
                <a:cubicBezTo>
                  <a:pt x="316802" y="35222"/>
                  <a:pt x="301459" y="55795"/>
                  <a:pt x="301459" y="85087"/>
                </a:cubicBezTo>
                <a:cubicBezTo>
                  <a:pt x="301459" y="100430"/>
                  <a:pt x="305122" y="111587"/>
                  <a:pt x="312968" y="120830"/>
                </a:cubicBezTo>
                <a:cubicBezTo>
                  <a:pt x="319768" y="128849"/>
                  <a:pt x="328484" y="133209"/>
                  <a:pt x="337899" y="133209"/>
                </a:cubicBezTo>
                <a:cubicBezTo>
                  <a:pt x="348884" y="133209"/>
                  <a:pt x="356730" y="128327"/>
                  <a:pt x="364403" y="116818"/>
                </a:cubicBezTo>
                <a:lnTo>
                  <a:pt x="364403" y="121527"/>
                </a:lnTo>
                <a:cubicBezTo>
                  <a:pt x="364403" y="145937"/>
                  <a:pt x="357602" y="155003"/>
                  <a:pt x="339469" y="155003"/>
                </a:cubicBezTo>
                <a:cubicBezTo>
                  <a:pt x="327090" y="155003"/>
                  <a:pt x="320638" y="150122"/>
                  <a:pt x="319244" y="139661"/>
                </a:cubicBezTo>
                <a:lnTo>
                  <a:pt x="304423" y="139661"/>
                </a:lnTo>
                <a:cubicBezTo>
                  <a:pt x="305819" y="156573"/>
                  <a:pt x="319244" y="167207"/>
                  <a:pt x="339120" y="167207"/>
                </a:cubicBezTo>
                <a:cubicBezTo>
                  <a:pt x="352545" y="167207"/>
                  <a:pt x="363706" y="162849"/>
                  <a:pt x="369633" y="155525"/>
                </a:cubicBezTo>
                <a:cubicBezTo>
                  <a:pt x="376606" y="146982"/>
                  <a:pt x="379221" y="135649"/>
                  <a:pt x="379221" y="114203"/>
                </a:cubicBezTo>
                <a:lnTo>
                  <a:pt x="379221" y="37837"/>
                </a:lnTo>
                <a:lnTo>
                  <a:pt x="365797" y="37837"/>
                </a:lnTo>
                <a:moveTo>
                  <a:pt x="340341" y="48646"/>
                </a:moveTo>
                <a:cubicBezTo>
                  <a:pt x="355684" y="48646"/>
                  <a:pt x="364403" y="61547"/>
                  <a:pt x="364403" y="84738"/>
                </a:cubicBezTo>
                <a:cubicBezTo>
                  <a:pt x="364403" y="106881"/>
                  <a:pt x="355509" y="119784"/>
                  <a:pt x="340341" y="119784"/>
                </a:cubicBezTo>
                <a:cubicBezTo>
                  <a:pt x="325347" y="119784"/>
                  <a:pt x="316629" y="106706"/>
                  <a:pt x="316629" y="84214"/>
                </a:cubicBezTo>
                <a:cubicBezTo>
                  <a:pt x="316629" y="61898"/>
                  <a:pt x="325347" y="48646"/>
                  <a:pt x="340341" y="48646"/>
                </a:cubicBezTo>
                <a:close/>
                <a:moveTo>
                  <a:pt x="404503" y="37837"/>
                </a:moveTo>
                <a:lnTo>
                  <a:pt x="404503" y="129197"/>
                </a:lnTo>
                <a:lnTo>
                  <a:pt x="419149" y="129197"/>
                </a:lnTo>
                <a:lnTo>
                  <a:pt x="419149" y="78811"/>
                </a:lnTo>
                <a:cubicBezTo>
                  <a:pt x="419149" y="60153"/>
                  <a:pt x="428913" y="47949"/>
                  <a:pt x="443907" y="47949"/>
                </a:cubicBezTo>
                <a:cubicBezTo>
                  <a:pt x="455417" y="47949"/>
                  <a:pt x="462738" y="54922"/>
                  <a:pt x="462738" y="65907"/>
                </a:cubicBezTo>
                <a:lnTo>
                  <a:pt x="462738" y="129197"/>
                </a:lnTo>
                <a:lnTo>
                  <a:pt x="477211" y="129197"/>
                </a:lnTo>
                <a:lnTo>
                  <a:pt x="477211" y="60153"/>
                </a:lnTo>
                <a:cubicBezTo>
                  <a:pt x="477211" y="44986"/>
                  <a:pt x="465878" y="35222"/>
                  <a:pt x="448268" y="35222"/>
                </a:cubicBezTo>
                <a:cubicBezTo>
                  <a:pt x="434668" y="35222"/>
                  <a:pt x="425949" y="40452"/>
                  <a:pt x="417928" y="53180"/>
                </a:cubicBezTo>
                <a:lnTo>
                  <a:pt x="417928" y="37837"/>
                </a:lnTo>
                <a:lnTo>
                  <a:pt x="404503" y="37837"/>
                </a:lnTo>
                <a:close/>
                <a:moveTo>
                  <a:pt x="581474" y="120654"/>
                </a:moveTo>
                <a:cubicBezTo>
                  <a:pt x="579907" y="121003"/>
                  <a:pt x="579207" y="121003"/>
                  <a:pt x="578337" y="121003"/>
                </a:cubicBezTo>
                <a:cubicBezTo>
                  <a:pt x="573280" y="121003"/>
                  <a:pt x="570492" y="118388"/>
                  <a:pt x="570492" y="113854"/>
                </a:cubicBezTo>
                <a:lnTo>
                  <a:pt x="570492" y="60153"/>
                </a:lnTo>
                <a:cubicBezTo>
                  <a:pt x="570492" y="43937"/>
                  <a:pt x="558634" y="35222"/>
                  <a:pt x="536142" y="35222"/>
                </a:cubicBezTo>
                <a:cubicBezTo>
                  <a:pt x="522718" y="35222"/>
                  <a:pt x="512081" y="39055"/>
                  <a:pt x="505805" y="45856"/>
                </a:cubicBezTo>
                <a:cubicBezTo>
                  <a:pt x="501620" y="50565"/>
                  <a:pt x="499875" y="55795"/>
                  <a:pt x="499527" y="64862"/>
                </a:cubicBezTo>
                <a:lnTo>
                  <a:pt x="514172" y="64862"/>
                </a:lnTo>
                <a:cubicBezTo>
                  <a:pt x="515393" y="53701"/>
                  <a:pt x="522021" y="48646"/>
                  <a:pt x="535618" y="48646"/>
                </a:cubicBezTo>
                <a:cubicBezTo>
                  <a:pt x="548870" y="48646"/>
                  <a:pt x="556019" y="53528"/>
                  <a:pt x="556019" y="62247"/>
                </a:cubicBezTo>
                <a:lnTo>
                  <a:pt x="556019" y="66080"/>
                </a:lnTo>
                <a:cubicBezTo>
                  <a:pt x="555846" y="72359"/>
                  <a:pt x="552706" y="74626"/>
                  <a:pt x="540849" y="76195"/>
                </a:cubicBezTo>
                <a:cubicBezTo>
                  <a:pt x="520275" y="78811"/>
                  <a:pt x="517136" y="79508"/>
                  <a:pt x="511557" y="81774"/>
                </a:cubicBezTo>
                <a:cubicBezTo>
                  <a:pt x="500923" y="86308"/>
                  <a:pt x="495517" y="94326"/>
                  <a:pt x="495517" y="106184"/>
                </a:cubicBezTo>
                <a:cubicBezTo>
                  <a:pt x="495517" y="122748"/>
                  <a:pt x="507024" y="133209"/>
                  <a:pt x="525506" y="133209"/>
                </a:cubicBezTo>
                <a:cubicBezTo>
                  <a:pt x="537015" y="133209"/>
                  <a:pt x="546255" y="129197"/>
                  <a:pt x="556543" y="119784"/>
                </a:cubicBezTo>
                <a:cubicBezTo>
                  <a:pt x="557588" y="129197"/>
                  <a:pt x="562122" y="133209"/>
                  <a:pt x="571537" y="133209"/>
                </a:cubicBezTo>
                <a:cubicBezTo>
                  <a:pt x="574674" y="133209"/>
                  <a:pt x="576592" y="132860"/>
                  <a:pt x="581474" y="131639"/>
                </a:cubicBezTo>
                <a:lnTo>
                  <a:pt x="581474" y="120654"/>
                </a:lnTo>
                <a:moveTo>
                  <a:pt x="556019" y="100430"/>
                </a:moveTo>
                <a:cubicBezTo>
                  <a:pt x="556019" y="105311"/>
                  <a:pt x="554625" y="108275"/>
                  <a:pt x="550264" y="112285"/>
                </a:cubicBezTo>
                <a:cubicBezTo>
                  <a:pt x="544337" y="117691"/>
                  <a:pt x="537188" y="120481"/>
                  <a:pt x="528645" y="120481"/>
                </a:cubicBezTo>
                <a:cubicBezTo>
                  <a:pt x="517312" y="120481"/>
                  <a:pt x="510687" y="115075"/>
                  <a:pt x="510687" y="105836"/>
                </a:cubicBezTo>
                <a:cubicBezTo>
                  <a:pt x="510687" y="96245"/>
                  <a:pt x="516963" y="91363"/>
                  <a:pt x="532655" y="89096"/>
                </a:cubicBezTo>
                <a:cubicBezTo>
                  <a:pt x="548173" y="87005"/>
                  <a:pt x="551137" y="86308"/>
                  <a:pt x="556019" y="84041"/>
                </a:cubicBezTo>
                <a:lnTo>
                  <a:pt x="556019" y="100430"/>
                </a:lnTo>
                <a:close/>
                <a:moveTo>
                  <a:pt x="631516" y="37837"/>
                </a:moveTo>
                <a:lnTo>
                  <a:pt x="616521" y="37837"/>
                </a:lnTo>
                <a:lnTo>
                  <a:pt x="616521" y="12728"/>
                </a:lnTo>
                <a:lnTo>
                  <a:pt x="602048" y="12728"/>
                </a:lnTo>
                <a:lnTo>
                  <a:pt x="602048" y="37837"/>
                </a:lnTo>
                <a:lnTo>
                  <a:pt x="589669" y="37837"/>
                </a:lnTo>
                <a:lnTo>
                  <a:pt x="589669" y="49692"/>
                </a:lnTo>
                <a:lnTo>
                  <a:pt x="602048" y="49692"/>
                </a:lnTo>
                <a:lnTo>
                  <a:pt x="602048" y="118736"/>
                </a:lnTo>
                <a:cubicBezTo>
                  <a:pt x="602048" y="128151"/>
                  <a:pt x="608324" y="133209"/>
                  <a:pt x="619658" y="133209"/>
                </a:cubicBezTo>
                <a:cubicBezTo>
                  <a:pt x="623494" y="133209"/>
                  <a:pt x="626634" y="132860"/>
                  <a:pt x="631516" y="131988"/>
                </a:cubicBezTo>
                <a:lnTo>
                  <a:pt x="631516" y="119784"/>
                </a:lnTo>
                <a:cubicBezTo>
                  <a:pt x="629422" y="120306"/>
                  <a:pt x="627504" y="120481"/>
                  <a:pt x="624540" y="120481"/>
                </a:cubicBezTo>
                <a:cubicBezTo>
                  <a:pt x="618264" y="120481"/>
                  <a:pt x="616521" y="118736"/>
                  <a:pt x="616521" y="112285"/>
                </a:cubicBezTo>
                <a:lnTo>
                  <a:pt x="616521" y="49692"/>
                </a:lnTo>
                <a:lnTo>
                  <a:pt x="631516" y="49692"/>
                </a:lnTo>
                <a:lnTo>
                  <a:pt x="631516" y="37837"/>
                </a:lnTo>
                <a:close/>
                <a:moveTo>
                  <a:pt x="719739" y="129197"/>
                </a:moveTo>
                <a:lnTo>
                  <a:pt x="719739" y="37837"/>
                </a:lnTo>
                <a:lnTo>
                  <a:pt x="705266" y="37837"/>
                </a:lnTo>
                <a:lnTo>
                  <a:pt x="705266" y="89620"/>
                </a:lnTo>
                <a:cubicBezTo>
                  <a:pt x="705266" y="108275"/>
                  <a:pt x="695502" y="120481"/>
                  <a:pt x="680335" y="120481"/>
                </a:cubicBezTo>
                <a:cubicBezTo>
                  <a:pt x="668826" y="120481"/>
                  <a:pt x="661504" y="113506"/>
                  <a:pt x="661504" y="102521"/>
                </a:cubicBezTo>
                <a:lnTo>
                  <a:pt x="661504" y="37837"/>
                </a:lnTo>
                <a:lnTo>
                  <a:pt x="647031" y="37837"/>
                </a:lnTo>
                <a:lnTo>
                  <a:pt x="647031" y="108275"/>
                </a:lnTo>
                <a:cubicBezTo>
                  <a:pt x="647031" y="123445"/>
                  <a:pt x="658365" y="133209"/>
                  <a:pt x="676150" y="133209"/>
                </a:cubicBezTo>
                <a:cubicBezTo>
                  <a:pt x="689575" y="133209"/>
                  <a:pt x="698117" y="128500"/>
                  <a:pt x="706663" y="116469"/>
                </a:cubicBezTo>
                <a:lnTo>
                  <a:pt x="706663" y="129197"/>
                </a:lnTo>
                <a:lnTo>
                  <a:pt x="719739" y="129197"/>
                </a:lnTo>
                <a:close/>
                <a:moveTo>
                  <a:pt x="743624" y="37837"/>
                </a:moveTo>
                <a:lnTo>
                  <a:pt x="743624" y="129197"/>
                </a:lnTo>
                <a:lnTo>
                  <a:pt x="758272" y="129197"/>
                </a:lnTo>
                <a:lnTo>
                  <a:pt x="758272" y="81774"/>
                </a:lnTo>
                <a:cubicBezTo>
                  <a:pt x="758445" y="59804"/>
                  <a:pt x="767512" y="50040"/>
                  <a:pt x="787564" y="50565"/>
                </a:cubicBezTo>
                <a:lnTo>
                  <a:pt x="787564" y="35743"/>
                </a:lnTo>
                <a:cubicBezTo>
                  <a:pt x="785122" y="35395"/>
                  <a:pt x="783728" y="35222"/>
                  <a:pt x="781982" y="35222"/>
                </a:cubicBezTo>
                <a:cubicBezTo>
                  <a:pt x="772567" y="35222"/>
                  <a:pt x="765421" y="40801"/>
                  <a:pt x="757051" y="54398"/>
                </a:cubicBezTo>
                <a:lnTo>
                  <a:pt x="757051" y="37837"/>
                </a:lnTo>
                <a:lnTo>
                  <a:pt x="743624" y="37837"/>
                </a:lnTo>
                <a:close/>
                <a:moveTo>
                  <a:pt x="881019" y="88399"/>
                </a:moveTo>
                <a:cubicBezTo>
                  <a:pt x="881019" y="74450"/>
                  <a:pt x="879970" y="66080"/>
                  <a:pt x="877355" y="59283"/>
                </a:cubicBezTo>
                <a:cubicBezTo>
                  <a:pt x="871428" y="44286"/>
                  <a:pt x="857479" y="35222"/>
                  <a:pt x="840394" y="35222"/>
                </a:cubicBezTo>
                <a:cubicBezTo>
                  <a:pt x="814936" y="35222"/>
                  <a:pt x="798547" y="54574"/>
                  <a:pt x="798547" y="84738"/>
                </a:cubicBezTo>
                <a:cubicBezTo>
                  <a:pt x="798547" y="114902"/>
                  <a:pt x="814239" y="133209"/>
                  <a:pt x="840045" y="133209"/>
                </a:cubicBezTo>
                <a:cubicBezTo>
                  <a:pt x="860967" y="133209"/>
                  <a:pt x="875437" y="121351"/>
                  <a:pt x="879100" y="101475"/>
                </a:cubicBezTo>
                <a:lnTo>
                  <a:pt x="864455" y="101475"/>
                </a:lnTo>
                <a:cubicBezTo>
                  <a:pt x="860443" y="113506"/>
                  <a:pt x="852249" y="119784"/>
                  <a:pt x="840566" y="119784"/>
                </a:cubicBezTo>
                <a:cubicBezTo>
                  <a:pt x="831327" y="119784"/>
                  <a:pt x="823481" y="115599"/>
                  <a:pt x="818599" y="107927"/>
                </a:cubicBezTo>
                <a:cubicBezTo>
                  <a:pt x="815111" y="102696"/>
                  <a:pt x="813890" y="97466"/>
                  <a:pt x="813717" y="88399"/>
                </a:cubicBezTo>
                <a:lnTo>
                  <a:pt x="881019" y="88399"/>
                </a:lnTo>
                <a:moveTo>
                  <a:pt x="814066" y="76544"/>
                </a:moveTo>
                <a:cubicBezTo>
                  <a:pt x="815284" y="59631"/>
                  <a:pt x="825572" y="48646"/>
                  <a:pt x="840218" y="48646"/>
                </a:cubicBezTo>
                <a:cubicBezTo>
                  <a:pt x="855039" y="48646"/>
                  <a:pt x="865325" y="60153"/>
                  <a:pt x="865325" y="76544"/>
                </a:cubicBezTo>
                <a:lnTo>
                  <a:pt x="814066" y="76544"/>
                </a:lnTo>
                <a:close/>
                <a:moveTo>
                  <a:pt x="971159" y="74450"/>
                </a:moveTo>
                <a:lnTo>
                  <a:pt x="1013005" y="74450"/>
                </a:lnTo>
                <a:cubicBezTo>
                  <a:pt x="1027475" y="74450"/>
                  <a:pt x="1033927" y="81426"/>
                  <a:pt x="1033927" y="97117"/>
                </a:cubicBezTo>
                <a:lnTo>
                  <a:pt x="1033754" y="108451"/>
                </a:lnTo>
                <a:cubicBezTo>
                  <a:pt x="1033754" y="116296"/>
                  <a:pt x="1035148" y="123967"/>
                  <a:pt x="1037415" y="129197"/>
                </a:cubicBezTo>
                <a:lnTo>
                  <a:pt x="1057118" y="129197"/>
                </a:lnTo>
                <a:lnTo>
                  <a:pt x="1057118" y="125188"/>
                </a:lnTo>
                <a:cubicBezTo>
                  <a:pt x="1051015" y="121003"/>
                  <a:pt x="1049794" y="116469"/>
                  <a:pt x="1049445" y="99557"/>
                </a:cubicBezTo>
                <a:cubicBezTo>
                  <a:pt x="1049270" y="78635"/>
                  <a:pt x="1045958" y="72359"/>
                  <a:pt x="1032184" y="66429"/>
                </a:cubicBezTo>
                <a:cubicBezTo>
                  <a:pt x="1046482" y="59283"/>
                  <a:pt x="1052236" y="50738"/>
                  <a:pt x="1052236" y="36092"/>
                </a:cubicBezTo>
                <a:cubicBezTo>
                  <a:pt x="1052236" y="14124"/>
                  <a:pt x="1038636" y="2094"/>
                  <a:pt x="1013529" y="2094"/>
                </a:cubicBezTo>
                <a:lnTo>
                  <a:pt x="954943" y="2094"/>
                </a:lnTo>
                <a:lnTo>
                  <a:pt x="954943" y="129197"/>
                </a:lnTo>
                <a:lnTo>
                  <a:pt x="971159" y="129197"/>
                </a:lnTo>
                <a:lnTo>
                  <a:pt x="971159" y="74450"/>
                </a:lnTo>
                <a:moveTo>
                  <a:pt x="971159" y="60153"/>
                </a:moveTo>
                <a:lnTo>
                  <a:pt x="971159" y="16391"/>
                </a:lnTo>
                <a:lnTo>
                  <a:pt x="1010390" y="16391"/>
                </a:lnTo>
                <a:cubicBezTo>
                  <a:pt x="1019457" y="16391"/>
                  <a:pt x="1024687" y="17785"/>
                  <a:pt x="1028697" y="21273"/>
                </a:cubicBezTo>
                <a:cubicBezTo>
                  <a:pt x="1033057" y="24934"/>
                  <a:pt x="1035324" y="30688"/>
                  <a:pt x="1035324" y="38186"/>
                </a:cubicBezTo>
                <a:cubicBezTo>
                  <a:pt x="1035324" y="53353"/>
                  <a:pt x="1027651" y="60153"/>
                  <a:pt x="1010390" y="60153"/>
                </a:cubicBezTo>
                <a:lnTo>
                  <a:pt x="971159" y="60153"/>
                </a:lnTo>
                <a:close/>
                <a:moveTo>
                  <a:pt x="1154060" y="88399"/>
                </a:moveTo>
                <a:cubicBezTo>
                  <a:pt x="1154060" y="74450"/>
                  <a:pt x="1153012" y="66080"/>
                  <a:pt x="1150396" y="59283"/>
                </a:cubicBezTo>
                <a:cubicBezTo>
                  <a:pt x="1144469" y="44286"/>
                  <a:pt x="1130520" y="35222"/>
                  <a:pt x="1113435" y="35222"/>
                </a:cubicBezTo>
                <a:cubicBezTo>
                  <a:pt x="1087977" y="35222"/>
                  <a:pt x="1071588" y="54574"/>
                  <a:pt x="1071588" y="84738"/>
                </a:cubicBezTo>
                <a:cubicBezTo>
                  <a:pt x="1071588" y="114902"/>
                  <a:pt x="1087280" y="133209"/>
                  <a:pt x="1113086" y="133209"/>
                </a:cubicBezTo>
                <a:cubicBezTo>
                  <a:pt x="1134008" y="133209"/>
                  <a:pt x="1148478" y="121351"/>
                  <a:pt x="1152142" y="101475"/>
                </a:cubicBezTo>
                <a:lnTo>
                  <a:pt x="1137496" y="101475"/>
                </a:lnTo>
                <a:cubicBezTo>
                  <a:pt x="1133484" y="113506"/>
                  <a:pt x="1125290" y="119784"/>
                  <a:pt x="1113608" y="119784"/>
                </a:cubicBezTo>
                <a:cubicBezTo>
                  <a:pt x="1104368" y="119784"/>
                  <a:pt x="1096522" y="115599"/>
                  <a:pt x="1091640" y="107927"/>
                </a:cubicBezTo>
                <a:cubicBezTo>
                  <a:pt x="1088152" y="102696"/>
                  <a:pt x="1086931" y="97466"/>
                  <a:pt x="1086758" y="88399"/>
                </a:cubicBezTo>
                <a:lnTo>
                  <a:pt x="1154060" y="88399"/>
                </a:lnTo>
                <a:moveTo>
                  <a:pt x="1087107" y="76544"/>
                </a:moveTo>
                <a:cubicBezTo>
                  <a:pt x="1088325" y="59631"/>
                  <a:pt x="1098613" y="48646"/>
                  <a:pt x="1113259" y="48646"/>
                </a:cubicBezTo>
                <a:cubicBezTo>
                  <a:pt x="1128081" y="48646"/>
                  <a:pt x="1138366" y="60153"/>
                  <a:pt x="1138366" y="76544"/>
                </a:cubicBezTo>
                <a:lnTo>
                  <a:pt x="1087107" y="76544"/>
                </a:lnTo>
                <a:close/>
                <a:moveTo>
                  <a:pt x="1247862" y="167207"/>
                </a:moveTo>
                <a:lnTo>
                  <a:pt x="1247862" y="37837"/>
                </a:lnTo>
                <a:lnTo>
                  <a:pt x="1234959" y="37837"/>
                </a:lnTo>
                <a:lnTo>
                  <a:pt x="1234959" y="50040"/>
                </a:lnTo>
                <a:cubicBezTo>
                  <a:pt x="1228159" y="40452"/>
                  <a:pt x="1217874" y="35222"/>
                  <a:pt x="1205843" y="35222"/>
                </a:cubicBezTo>
                <a:cubicBezTo>
                  <a:pt x="1181782" y="35222"/>
                  <a:pt x="1166088" y="54922"/>
                  <a:pt x="1166088" y="85260"/>
                </a:cubicBezTo>
                <a:cubicBezTo>
                  <a:pt x="1166088" y="114902"/>
                  <a:pt x="1180909" y="133209"/>
                  <a:pt x="1205146" y="133209"/>
                </a:cubicBezTo>
                <a:cubicBezTo>
                  <a:pt x="1217874" y="133209"/>
                  <a:pt x="1226589" y="128676"/>
                  <a:pt x="1233390" y="118736"/>
                </a:cubicBezTo>
                <a:lnTo>
                  <a:pt x="1233390" y="167207"/>
                </a:lnTo>
                <a:lnTo>
                  <a:pt x="1247862" y="167207"/>
                </a:lnTo>
                <a:moveTo>
                  <a:pt x="1207934" y="48819"/>
                </a:moveTo>
                <a:cubicBezTo>
                  <a:pt x="1223453" y="48819"/>
                  <a:pt x="1233390" y="62595"/>
                  <a:pt x="1233390" y="84738"/>
                </a:cubicBezTo>
                <a:cubicBezTo>
                  <a:pt x="1233390" y="105660"/>
                  <a:pt x="1223277" y="119609"/>
                  <a:pt x="1207934" y="119609"/>
                </a:cubicBezTo>
                <a:cubicBezTo>
                  <a:pt x="1191894" y="119609"/>
                  <a:pt x="1181258" y="105487"/>
                  <a:pt x="1181258" y="84214"/>
                </a:cubicBezTo>
                <a:cubicBezTo>
                  <a:pt x="1181258" y="62944"/>
                  <a:pt x="1191894" y="48819"/>
                  <a:pt x="1207934" y="48819"/>
                </a:cubicBezTo>
                <a:close/>
                <a:moveTo>
                  <a:pt x="1344281" y="129197"/>
                </a:moveTo>
                <a:lnTo>
                  <a:pt x="1344281" y="37837"/>
                </a:lnTo>
                <a:lnTo>
                  <a:pt x="1329808" y="37837"/>
                </a:lnTo>
                <a:lnTo>
                  <a:pt x="1329808" y="89620"/>
                </a:lnTo>
                <a:cubicBezTo>
                  <a:pt x="1329808" y="108275"/>
                  <a:pt x="1320044" y="120481"/>
                  <a:pt x="1304877" y="120481"/>
                </a:cubicBezTo>
                <a:cubicBezTo>
                  <a:pt x="1293368" y="120481"/>
                  <a:pt x="1286046" y="113506"/>
                  <a:pt x="1286046" y="102521"/>
                </a:cubicBezTo>
                <a:lnTo>
                  <a:pt x="1286046" y="37837"/>
                </a:lnTo>
                <a:lnTo>
                  <a:pt x="1271573" y="37837"/>
                </a:lnTo>
                <a:lnTo>
                  <a:pt x="1271573" y="108275"/>
                </a:lnTo>
                <a:cubicBezTo>
                  <a:pt x="1271573" y="123445"/>
                  <a:pt x="1282907" y="133209"/>
                  <a:pt x="1300692" y="133209"/>
                </a:cubicBezTo>
                <a:cubicBezTo>
                  <a:pt x="1314117" y="133209"/>
                  <a:pt x="1322659" y="128500"/>
                  <a:pt x="1331205" y="116469"/>
                </a:cubicBezTo>
                <a:lnTo>
                  <a:pt x="1331205" y="129197"/>
                </a:lnTo>
                <a:lnTo>
                  <a:pt x="1344281" y="129197"/>
                </a:lnTo>
                <a:close/>
                <a:moveTo>
                  <a:pt x="1445931" y="88399"/>
                </a:moveTo>
                <a:cubicBezTo>
                  <a:pt x="1445931" y="74450"/>
                  <a:pt x="1444883" y="66080"/>
                  <a:pt x="1442268" y="59283"/>
                </a:cubicBezTo>
                <a:cubicBezTo>
                  <a:pt x="1436340" y="44286"/>
                  <a:pt x="1422392" y="35222"/>
                  <a:pt x="1405306" y="35222"/>
                </a:cubicBezTo>
                <a:cubicBezTo>
                  <a:pt x="1379848" y="35222"/>
                  <a:pt x="1363460" y="54574"/>
                  <a:pt x="1363460" y="84738"/>
                </a:cubicBezTo>
                <a:cubicBezTo>
                  <a:pt x="1363460" y="114902"/>
                  <a:pt x="1379151" y="133209"/>
                  <a:pt x="1404958" y="133209"/>
                </a:cubicBezTo>
                <a:cubicBezTo>
                  <a:pt x="1425879" y="133209"/>
                  <a:pt x="1440350" y="121351"/>
                  <a:pt x="1444013" y="101475"/>
                </a:cubicBezTo>
                <a:lnTo>
                  <a:pt x="1429367" y="101475"/>
                </a:lnTo>
                <a:cubicBezTo>
                  <a:pt x="1425355" y="113506"/>
                  <a:pt x="1417161" y="119784"/>
                  <a:pt x="1405479" y="119784"/>
                </a:cubicBezTo>
                <a:cubicBezTo>
                  <a:pt x="1396239" y="119784"/>
                  <a:pt x="1388394" y="115599"/>
                  <a:pt x="1383512" y="107927"/>
                </a:cubicBezTo>
                <a:cubicBezTo>
                  <a:pt x="1380024" y="102696"/>
                  <a:pt x="1378803" y="97466"/>
                  <a:pt x="1378630" y="88399"/>
                </a:cubicBezTo>
                <a:lnTo>
                  <a:pt x="1445931" y="88399"/>
                </a:lnTo>
                <a:moveTo>
                  <a:pt x="1378978" y="76544"/>
                </a:moveTo>
                <a:cubicBezTo>
                  <a:pt x="1380197" y="59631"/>
                  <a:pt x="1390485" y="48646"/>
                  <a:pt x="1405130" y="48646"/>
                </a:cubicBezTo>
                <a:cubicBezTo>
                  <a:pt x="1419952" y="48646"/>
                  <a:pt x="1430237" y="60153"/>
                  <a:pt x="1430237" y="76544"/>
                </a:cubicBezTo>
                <a:lnTo>
                  <a:pt x="1378978" y="76544"/>
                </a:lnTo>
                <a:close/>
                <a:moveTo>
                  <a:pt x="1529097" y="63292"/>
                </a:moveTo>
                <a:cubicBezTo>
                  <a:pt x="1528924" y="45334"/>
                  <a:pt x="1517066" y="35222"/>
                  <a:pt x="1495969" y="35222"/>
                </a:cubicBezTo>
                <a:cubicBezTo>
                  <a:pt x="1474698" y="35222"/>
                  <a:pt x="1460925" y="46204"/>
                  <a:pt x="1460925" y="63117"/>
                </a:cubicBezTo>
                <a:cubicBezTo>
                  <a:pt x="1460925" y="77414"/>
                  <a:pt x="1468247" y="84214"/>
                  <a:pt x="1489868" y="89444"/>
                </a:cubicBezTo>
                <a:lnTo>
                  <a:pt x="1503468" y="92757"/>
                </a:lnTo>
                <a:cubicBezTo>
                  <a:pt x="1513581" y="95199"/>
                  <a:pt x="1517590" y="98860"/>
                  <a:pt x="1517590" y="105311"/>
                </a:cubicBezTo>
                <a:cubicBezTo>
                  <a:pt x="1517590" y="114030"/>
                  <a:pt x="1509047" y="119784"/>
                  <a:pt x="1496320" y="119784"/>
                </a:cubicBezTo>
                <a:cubicBezTo>
                  <a:pt x="1488471" y="119784"/>
                  <a:pt x="1481847" y="117518"/>
                  <a:pt x="1478186" y="113681"/>
                </a:cubicBezTo>
                <a:cubicBezTo>
                  <a:pt x="1475919" y="111066"/>
                  <a:pt x="1474874" y="108451"/>
                  <a:pt x="1474001" y="101999"/>
                </a:cubicBezTo>
                <a:lnTo>
                  <a:pt x="1458658" y="101999"/>
                </a:lnTo>
                <a:cubicBezTo>
                  <a:pt x="1459355" y="123097"/>
                  <a:pt x="1471210" y="133209"/>
                  <a:pt x="1495099" y="133209"/>
                </a:cubicBezTo>
                <a:cubicBezTo>
                  <a:pt x="1518114" y="133209"/>
                  <a:pt x="1532760" y="121875"/>
                  <a:pt x="1532760" y="104266"/>
                </a:cubicBezTo>
                <a:cubicBezTo>
                  <a:pt x="1532760" y="90666"/>
                  <a:pt x="1525087" y="83168"/>
                  <a:pt x="1506954" y="78811"/>
                </a:cubicBezTo>
                <a:lnTo>
                  <a:pt x="1493005" y="75496"/>
                </a:lnTo>
                <a:cubicBezTo>
                  <a:pt x="1481150" y="72708"/>
                  <a:pt x="1476092" y="68871"/>
                  <a:pt x="1476092" y="62420"/>
                </a:cubicBezTo>
                <a:cubicBezTo>
                  <a:pt x="1476092" y="53877"/>
                  <a:pt x="1483589" y="48646"/>
                  <a:pt x="1495447" y="48646"/>
                </a:cubicBezTo>
                <a:cubicBezTo>
                  <a:pt x="1507129" y="48646"/>
                  <a:pt x="1513405" y="53701"/>
                  <a:pt x="1513754" y="63292"/>
                </a:cubicBezTo>
                <a:lnTo>
                  <a:pt x="1529097" y="63292"/>
                </a:lnTo>
                <a:close/>
                <a:moveTo>
                  <a:pt x="1586984" y="37837"/>
                </a:moveTo>
                <a:lnTo>
                  <a:pt x="1571990" y="37837"/>
                </a:lnTo>
                <a:lnTo>
                  <a:pt x="1571990" y="12728"/>
                </a:lnTo>
                <a:lnTo>
                  <a:pt x="1557517" y="12728"/>
                </a:lnTo>
                <a:lnTo>
                  <a:pt x="1557517" y="37837"/>
                </a:lnTo>
                <a:lnTo>
                  <a:pt x="1545138" y="37837"/>
                </a:lnTo>
                <a:lnTo>
                  <a:pt x="1545138" y="49692"/>
                </a:lnTo>
                <a:lnTo>
                  <a:pt x="1557517" y="49692"/>
                </a:lnTo>
                <a:lnTo>
                  <a:pt x="1557517" y="118736"/>
                </a:lnTo>
                <a:cubicBezTo>
                  <a:pt x="1557517" y="128151"/>
                  <a:pt x="1563793" y="133209"/>
                  <a:pt x="1575127" y="133209"/>
                </a:cubicBezTo>
                <a:cubicBezTo>
                  <a:pt x="1578963" y="133209"/>
                  <a:pt x="1582102" y="132860"/>
                  <a:pt x="1586984" y="131988"/>
                </a:cubicBezTo>
                <a:lnTo>
                  <a:pt x="1586984" y="119784"/>
                </a:lnTo>
                <a:cubicBezTo>
                  <a:pt x="1584890" y="120306"/>
                  <a:pt x="1582972" y="120481"/>
                  <a:pt x="1580009" y="120481"/>
                </a:cubicBezTo>
                <a:cubicBezTo>
                  <a:pt x="1573733" y="120481"/>
                  <a:pt x="1571990" y="118736"/>
                  <a:pt x="1571990" y="112285"/>
                </a:cubicBezTo>
                <a:lnTo>
                  <a:pt x="1571990" y="49692"/>
                </a:lnTo>
                <a:lnTo>
                  <a:pt x="1586984" y="49692"/>
                </a:lnTo>
                <a:lnTo>
                  <a:pt x="1586984" y="37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B94F5-0319-47FA-9E18-2FBEBA2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4870966"/>
            <a:ext cx="2947010" cy="413460"/>
          </a:xfrm>
          <a:custGeom xmlns:a="http://schemas.openxmlformats.org/drawingml/2006/main">
            <a:pathLst>
              <a:path w="2947010" h="413460">
                <a:moveTo>
                  <a:pt x="2947010" y="206727"/>
                </a:moveTo>
                <a:lnTo>
                  <a:pt x="2698503" y="413460"/>
                </a:lnTo>
                <a:lnTo>
                  <a:pt x="2698503" y="310092"/>
                </a:lnTo>
                <a:lnTo>
                  <a:pt x="0" y="310092"/>
                </a:lnTo>
                <a:lnTo>
                  <a:pt x="0" y="103361"/>
                </a:lnTo>
                <a:lnTo>
                  <a:pt x="2698503" y="103361"/>
                </a:lnTo>
                <a:lnTo>
                  <a:pt x="2698503" y="0"/>
                </a:lnTo>
                <a:lnTo>
                  <a:pt x="2947010" y="206727"/>
                </a:lnTo>
                <a:close/>
              </a:path>
            </a:pathLst>
          </a:custGeom>
          <a:solidFill xmlns:a="http://schemas.openxmlformats.org/drawingml/2006/main">
            <a:srgbClr val="EE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4050A-CCAE-4AFA-89EF-AC79CADE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4870966"/>
            <a:ext cx="2947010" cy="413460"/>
          </a:xfrm>
          <a:custGeom xmlns:a="http://schemas.openxmlformats.org/drawingml/2006/main">
            <a:pathLst>
              <a:path w="2947010" h="413460" fill="none">
                <a:moveTo>
                  <a:pt x="2947010" y="206727"/>
                </a:moveTo>
                <a:lnTo>
                  <a:pt x="2698503" y="413460"/>
                </a:lnTo>
                <a:lnTo>
                  <a:pt x="2698503" y="310092"/>
                </a:lnTo>
                <a:lnTo>
                  <a:pt x="0" y="310092"/>
                </a:lnTo>
                <a:lnTo>
                  <a:pt x="0" y="103361"/>
                </a:lnTo>
                <a:lnTo>
                  <a:pt x="2698503" y="103361"/>
                </a:lnTo>
                <a:lnTo>
                  <a:pt x="2698503" y="0"/>
                </a:lnTo>
                <a:lnTo>
                  <a:pt x="2947010" y="2067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4A3A5F"/>
            </a:solidFill>
            <a:round/>
          </a:ln>
        </p:spPr>
      </p:sp>
      <p:sp>
        <p:nvSpPr>
          <p:cNvPr id="34" name="Text 14.Accesstheaccount">
            <a:extLst xmlns:a="http://schemas.openxmlformats.org/drawingml/2006/main">
              <a:ext uri="{FF2B5EF4-FFF2-40B4-BE49-F238E27FC236}">
                <a16:creationId xmlns:a16="http://schemas.microsoft.com/office/drawing/2014/main" id="{3541D5BA-1C63-46DB-BA66-C0E05183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63" y="5006197"/>
            <a:ext cx="1741988" cy="131115"/>
          </a:xfrm>
          <a:custGeom xmlns:a="http://schemas.openxmlformats.org/drawingml/2006/main">
            <a:pathLst>
              <a:path w="1741988" h="131115">
                <a:moveTo>
                  <a:pt x="27373" y="37310"/>
                </a:moveTo>
                <a:lnTo>
                  <a:pt x="27373" y="127103"/>
                </a:lnTo>
                <a:lnTo>
                  <a:pt x="42719" y="127103"/>
                </a:lnTo>
                <a:lnTo>
                  <a:pt x="42719" y="1046"/>
                </a:lnTo>
                <a:lnTo>
                  <a:pt x="32604" y="1046"/>
                </a:lnTo>
                <a:cubicBezTo>
                  <a:pt x="27200" y="20398"/>
                  <a:pt x="23713" y="23013"/>
                  <a:pt x="0" y="26152"/>
                </a:cubicBezTo>
                <a:lnTo>
                  <a:pt x="0" y="37310"/>
                </a:lnTo>
                <a:lnTo>
                  <a:pt x="27373" y="37310"/>
                </a:lnTo>
                <a:close/>
                <a:moveTo>
                  <a:pt x="135475" y="96593"/>
                </a:moveTo>
                <a:lnTo>
                  <a:pt x="135475" y="127103"/>
                </a:lnTo>
                <a:lnTo>
                  <a:pt x="150818" y="127103"/>
                </a:lnTo>
                <a:lnTo>
                  <a:pt x="150818" y="96593"/>
                </a:lnTo>
                <a:lnTo>
                  <a:pt x="169125" y="96593"/>
                </a:lnTo>
                <a:lnTo>
                  <a:pt x="169125" y="82817"/>
                </a:lnTo>
                <a:lnTo>
                  <a:pt x="150818" y="82817"/>
                </a:lnTo>
                <a:lnTo>
                  <a:pt x="150818" y="1046"/>
                </a:lnTo>
                <a:lnTo>
                  <a:pt x="139485" y="1046"/>
                </a:lnTo>
                <a:lnTo>
                  <a:pt x="83344" y="80378"/>
                </a:lnTo>
                <a:lnTo>
                  <a:pt x="83344" y="96593"/>
                </a:lnTo>
                <a:lnTo>
                  <a:pt x="135475" y="96593"/>
                </a:lnTo>
                <a:moveTo>
                  <a:pt x="135475" y="82817"/>
                </a:moveTo>
                <a:lnTo>
                  <a:pt x="96768" y="82817"/>
                </a:lnTo>
                <a:lnTo>
                  <a:pt x="135475" y="27198"/>
                </a:lnTo>
                <a:lnTo>
                  <a:pt x="135475" y="82817"/>
                </a:lnTo>
                <a:close/>
                <a:moveTo>
                  <a:pt x="210797" y="108972"/>
                </a:moveTo>
                <a:lnTo>
                  <a:pt x="192663" y="108972"/>
                </a:lnTo>
                <a:lnTo>
                  <a:pt x="192663" y="127103"/>
                </a:lnTo>
                <a:lnTo>
                  <a:pt x="210797" y="127103"/>
                </a:lnTo>
                <a:lnTo>
                  <a:pt x="210797" y="108972"/>
                </a:lnTo>
                <a:close/>
                <a:moveTo>
                  <a:pt x="308612" y="88920"/>
                </a:moveTo>
                <a:lnTo>
                  <a:pt x="321688" y="127103"/>
                </a:lnTo>
                <a:lnTo>
                  <a:pt x="339821" y="127103"/>
                </a:lnTo>
                <a:lnTo>
                  <a:pt x="295184" y="0"/>
                </a:lnTo>
                <a:lnTo>
                  <a:pt x="274262" y="0"/>
                </a:lnTo>
                <a:lnTo>
                  <a:pt x="228931" y="127103"/>
                </a:lnTo>
                <a:lnTo>
                  <a:pt x="246192" y="127103"/>
                </a:lnTo>
                <a:lnTo>
                  <a:pt x="259617" y="88920"/>
                </a:lnTo>
                <a:lnTo>
                  <a:pt x="308612" y="88920"/>
                </a:lnTo>
                <a:moveTo>
                  <a:pt x="304078" y="75320"/>
                </a:moveTo>
                <a:lnTo>
                  <a:pt x="263626" y="75320"/>
                </a:lnTo>
                <a:lnTo>
                  <a:pt x="284550" y="17434"/>
                </a:lnTo>
                <a:lnTo>
                  <a:pt x="304078" y="75320"/>
                </a:lnTo>
                <a:close/>
                <a:moveTo>
                  <a:pt x="424731" y="66429"/>
                </a:moveTo>
                <a:cubicBezTo>
                  <a:pt x="424034" y="57538"/>
                  <a:pt x="422116" y="51783"/>
                  <a:pt x="418628" y="46726"/>
                </a:cubicBezTo>
                <a:cubicBezTo>
                  <a:pt x="412352" y="38183"/>
                  <a:pt x="401367" y="33128"/>
                  <a:pt x="388639" y="33128"/>
                </a:cubicBezTo>
                <a:cubicBezTo>
                  <a:pt x="363881" y="33128"/>
                  <a:pt x="348014" y="52656"/>
                  <a:pt x="348014" y="82993"/>
                </a:cubicBezTo>
                <a:cubicBezTo>
                  <a:pt x="348014" y="112457"/>
                  <a:pt x="363705" y="131115"/>
                  <a:pt x="388466" y="131115"/>
                </a:cubicBezTo>
                <a:cubicBezTo>
                  <a:pt x="410261" y="131115"/>
                  <a:pt x="424034" y="118039"/>
                  <a:pt x="425776" y="95721"/>
                </a:cubicBezTo>
                <a:lnTo>
                  <a:pt x="411131" y="95721"/>
                </a:lnTo>
                <a:cubicBezTo>
                  <a:pt x="408691" y="110366"/>
                  <a:pt x="401194" y="117691"/>
                  <a:pt x="388815" y="117691"/>
                </a:cubicBezTo>
                <a:cubicBezTo>
                  <a:pt x="372772" y="117691"/>
                  <a:pt x="363184" y="104612"/>
                  <a:pt x="363184" y="82993"/>
                </a:cubicBezTo>
                <a:cubicBezTo>
                  <a:pt x="363184" y="60153"/>
                  <a:pt x="372599" y="46553"/>
                  <a:pt x="388466" y="46553"/>
                </a:cubicBezTo>
                <a:cubicBezTo>
                  <a:pt x="400670" y="46553"/>
                  <a:pt x="408342" y="53701"/>
                  <a:pt x="410085" y="66429"/>
                </a:cubicBezTo>
                <a:lnTo>
                  <a:pt x="424731" y="66429"/>
                </a:lnTo>
                <a:close/>
                <a:moveTo>
                  <a:pt x="511909" y="66429"/>
                </a:moveTo>
                <a:cubicBezTo>
                  <a:pt x="511212" y="57538"/>
                  <a:pt x="509293" y="51783"/>
                  <a:pt x="505806" y="46726"/>
                </a:cubicBezTo>
                <a:cubicBezTo>
                  <a:pt x="499529" y="38183"/>
                  <a:pt x="488544" y="33128"/>
                  <a:pt x="475817" y="33128"/>
                </a:cubicBezTo>
                <a:cubicBezTo>
                  <a:pt x="451059" y="33128"/>
                  <a:pt x="435192" y="52656"/>
                  <a:pt x="435192" y="82993"/>
                </a:cubicBezTo>
                <a:cubicBezTo>
                  <a:pt x="435192" y="112457"/>
                  <a:pt x="450883" y="131115"/>
                  <a:pt x="475644" y="131115"/>
                </a:cubicBezTo>
                <a:cubicBezTo>
                  <a:pt x="497438" y="131115"/>
                  <a:pt x="511212" y="118039"/>
                  <a:pt x="512954" y="95721"/>
                </a:cubicBezTo>
                <a:lnTo>
                  <a:pt x="498308" y="95721"/>
                </a:lnTo>
                <a:cubicBezTo>
                  <a:pt x="495869" y="110366"/>
                  <a:pt x="488372" y="117691"/>
                  <a:pt x="475992" y="117691"/>
                </a:cubicBezTo>
                <a:cubicBezTo>
                  <a:pt x="459950" y="117691"/>
                  <a:pt x="450362" y="104612"/>
                  <a:pt x="450362" y="82993"/>
                </a:cubicBezTo>
                <a:cubicBezTo>
                  <a:pt x="450362" y="60153"/>
                  <a:pt x="459777" y="46553"/>
                  <a:pt x="475644" y="46553"/>
                </a:cubicBezTo>
                <a:cubicBezTo>
                  <a:pt x="487847" y="46553"/>
                  <a:pt x="495520" y="53701"/>
                  <a:pt x="497263" y="66429"/>
                </a:cubicBezTo>
                <a:lnTo>
                  <a:pt x="511909" y="66429"/>
                </a:lnTo>
                <a:close/>
                <a:moveTo>
                  <a:pt x="606410" y="86305"/>
                </a:moveTo>
                <a:cubicBezTo>
                  <a:pt x="606410" y="72356"/>
                  <a:pt x="605362" y="63987"/>
                  <a:pt x="602747" y="57189"/>
                </a:cubicBezTo>
                <a:cubicBezTo>
                  <a:pt x="596819" y="42192"/>
                  <a:pt x="582871" y="33128"/>
                  <a:pt x="565785" y="33128"/>
                </a:cubicBezTo>
                <a:cubicBezTo>
                  <a:pt x="540327" y="33128"/>
                  <a:pt x="523939" y="52480"/>
                  <a:pt x="523939" y="82644"/>
                </a:cubicBezTo>
                <a:cubicBezTo>
                  <a:pt x="523939" y="112809"/>
                  <a:pt x="539630" y="131115"/>
                  <a:pt x="565437" y="131115"/>
                </a:cubicBezTo>
                <a:cubicBezTo>
                  <a:pt x="586358" y="131115"/>
                  <a:pt x="600829" y="119258"/>
                  <a:pt x="604492" y="99381"/>
                </a:cubicBezTo>
                <a:lnTo>
                  <a:pt x="589846" y="99381"/>
                </a:lnTo>
                <a:cubicBezTo>
                  <a:pt x="585834" y="111412"/>
                  <a:pt x="577640" y="117691"/>
                  <a:pt x="565958" y="117691"/>
                </a:cubicBezTo>
                <a:cubicBezTo>
                  <a:pt x="556718" y="117691"/>
                  <a:pt x="548873" y="113506"/>
                  <a:pt x="543991" y="105833"/>
                </a:cubicBezTo>
                <a:cubicBezTo>
                  <a:pt x="540503" y="100602"/>
                  <a:pt x="539282" y="95372"/>
                  <a:pt x="539109" y="86305"/>
                </a:cubicBezTo>
                <a:lnTo>
                  <a:pt x="606410" y="86305"/>
                </a:lnTo>
                <a:moveTo>
                  <a:pt x="539457" y="74450"/>
                </a:moveTo>
                <a:cubicBezTo>
                  <a:pt x="540676" y="57538"/>
                  <a:pt x="550964" y="46553"/>
                  <a:pt x="565610" y="46553"/>
                </a:cubicBezTo>
                <a:cubicBezTo>
                  <a:pt x="580431" y="46553"/>
                  <a:pt x="590716" y="58059"/>
                  <a:pt x="590716" y="74450"/>
                </a:cubicBezTo>
                <a:lnTo>
                  <a:pt x="539457" y="74450"/>
                </a:lnTo>
                <a:close/>
                <a:moveTo>
                  <a:pt x="692366" y="61198"/>
                </a:moveTo>
                <a:cubicBezTo>
                  <a:pt x="692193" y="43240"/>
                  <a:pt x="680335" y="33128"/>
                  <a:pt x="659238" y="33128"/>
                </a:cubicBezTo>
                <a:cubicBezTo>
                  <a:pt x="637968" y="33128"/>
                  <a:pt x="624194" y="44110"/>
                  <a:pt x="624194" y="61023"/>
                </a:cubicBezTo>
                <a:cubicBezTo>
                  <a:pt x="624194" y="75320"/>
                  <a:pt x="631516" y="82120"/>
                  <a:pt x="653137" y="87351"/>
                </a:cubicBezTo>
                <a:lnTo>
                  <a:pt x="666738" y="90663"/>
                </a:lnTo>
                <a:cubicBezTo>
                  <a:pt x="676850" y="93105"/>
                  <a:pt x="680859" y="96766"/>
                  <a:pt x="680859" y="103218"/>
                </a:cubicBezTo>
                <a:cubicBezTo>
                  <a:pt x="680859" y="111936"/>
                  <a:pt x="672317" y="117691"/>
                  <a:pt x="659589" y="117691"/>
                </a:cubicBezTo>
                <a:cubicBezTo>
                  <a:pt x="651741" y="117691"/>
                  <a:pt x="645116" y="115424"/>
                  <a:pt x="641455" y="111587"/>
                </a:cubicBezTo>
                <a:cubicBezTo>
                  <a:pt x="639189" y="108972"/>
                  <a:pt x="638143" y="106357"/>
                  <a:pt x="637270" y="99905"/>
                </a:cubicBezTo>
                <a:lnTo>
                  <a:pt x="621928" y="99905"/>
                </a:lnTo>
                <a:cubicBezTo>
                  <a:pt x="622625" y="121003"/>
                  <a:pt x="634480" y="131115"/>
                  <a:pt x="658368" y="131115"/>
                </a:cubicBezTo>
                <a:cubicBezTo>
                  <a:pt x="681384" y="131115"/>
                  <a:pt x="696029" y="119782"/>
                  <a:pt x="696029" y="102172"/>
                </a:cubicBezTo>
                <a:cubicBezTo>
                  <a:pt x="696029" y="88572"/>
                  <a:pt x="688357" y="81075"/>
                  <a:pt x="670223" y="76717"/>
                </a:cubicBezTo>
                <a:lnTo>
                  <a:pt x="656274" y="73402"/>
                </a:lnTo>
                <a:cubicBezTo>
                  <a:pt x="644419" y="70614"/>
                  <a:pt x="639362" y="66777"/>
                  <a:pt x="639362" y="60326"/>
                </a:cubicBezTo>
                <a:cubicBezTo>
                  <a:pt x="639362" y="51783"/>
                  <a:pt x="646859" y="46553"/>
                  <a:pt x="658716" y="46553"/>
                </a:cubicBezTo>
                <a:cubicBezTo>
                  <a:pt x="670398" y="46553"/>
                  <a:pt x="676675" y="51608"/>
                  <a:pt x="677023" y="61198"/>
                </a:cubicBezTo>
                <a:lnTo>
                  <a:pt x="692366" y="61198"/>
                </a:lnTo>
                <a:close/>
                <a:moveTo>
                  <a:pt x="779544" y="61198"/>
                </a:moveTo>
                <a:cubicBezTo>
                  <a:pt x="779371" y="43240"/>
                  <a:pt x="767513" y="33128"/>
                  <a:pt x="746416" y="33128"/>
                </a:cubicBezTo>
                <a:cubicBezTo>
                  <a:pt x="725146" y="33128"/>
                  <a:pt x="711372" y="44110"/>
                  <a:pt x="711372" y="61023"/>
                </a:cubicBezTo>
                <a:cubicBezTo>
                  <a:pt x="711372" y="75320"/>
                  <a:pt x="718694" y="82120"/>
                  <a:pt x="740315" y="87351"/>
                </a:cubicBezTo>
                <a:lnTo>
                  <a:pt x="753916" y="90663"/>
                </a:lnTo>
                <a:cubicBezTo>
                  <a:pt x="764028" y="93105"/>
                  <a:pt x="768037" y="96766"/>
                  <a:pt x="768037" y="103218"/>
                </a:cubicBezTo>
                <a:cubicBezTo>
                  <a:pt x="768037" y="111936"/>
                  <a:pt x="759495" y="117691"/>
                  <a:pt x="746767" y="117691"/>
                </a:cubicBezTo>
                <a:cubicBezTo>
                  <a:pt x="738919" y="117691"/>
                  <a:pt x="732294" y="115424"/>
                  <a:pt x="728633" y="111587"/>
                </a:cubicBezTo>
                <a:cubicBezTo>
                  <a:pt x="726367" y="108972"/>
                  <a:pt x="725321" y="106357"/>
                  <a:pt x="724449" y="99905"/>
                </a:cubicBezTo>
                <a:lnTo>
                  <a:pt x="709106" y="99905"/>
                </a:lnTo>
                <a:cubicBezTo>
                  <a:pt x="709803" y="121003"/>
                  <a:pt x="721658" y="131115"/>
                  <a:pt x="745546" y="131115"/>
                </a:cubicBezTo>
                <a:cubicBezTo>
                  <a:pt x="768562" y="131115"/>
                  <a:pt x="783207" y="119782"/>
                  <a:pt x="783207" y="102172"/>
                </a:cubicBezTo>
                <a:cubicBezTo>
                  <a:pt x="783207" y="88572"/>
                  <a:pt x="775535" y="81075"/>
                  <a:pt x="757401" y="76717"/>
                </a:cubicBezTo>
                <a:lnTo>
                  <a:pt x="743452" y="73402"/>
                </a:lnTo>
                <a:cubicBezTo>
                  <a:pt x="731597" y="70614"/>
                  <a:pt x="726540" y="66777"/>
                  <a:pt x="726540" y="60326"/>
                </a:cubicBezTo>
                <a:cubicBezTo>
                  <a:pt x="726540" y="51783"/>
                  <a:pt x="734037" y="46553"/>
                  <a:pt x="745894" y="46553"/>
                </a:cubicBezTo>
                <a:cubicBezTo>
                  <a:pt x="757577" y="46553"/>
                  <a:pt x="763853" y="51608"/>
                  <a:pt x="764201" y="61198"/>
                </a:cubicBezTo>
                <a:lnTo>
                  <a:pt x="779544" y="61198"/>
                </a:lnTo>
                <a:close/>
                <a:moveTo>
                  <a:pt x="883113" y="35743"/>
                </a:moveTo>
                <a:lnTo>
                  <a:pt x="868118" y="35743"/>
                </a:lnTo>
                <a:lnTo>
                  <a:pt x="868118" y="10634"/>
                </a:lnTo>
                <a:lnTo>
                  <a:pt x="853645" y="10634"/>
                </a:lnTo>
                <a:lnTo>
                  <a:pt x="853645" y="35743"/>
                </a:lnTo>
                <a:lnTo>
                  <a:pt x="841266" y="35743"/>
                </a:lnTo>
                <a:lnTo>
                  <a:pt x="841266" y="47598"/>
                </a:lnTo>
                <a:lnTo>
                  <a:pt x="853645" y="47598"/>
                </a:lnTo>
                <a:lnTo>
                  <a:pt x="853645" y="116642"/>
                </a:lnTo>
                <a:cubicBezTo>
                  <a:pt x="853645" y="126058"/>
                  <a:pt x="859921" y="131115"/>
                  <a:pt x="871255" y="131115"/>
                </a:cubicBezTo>
                <a:cubicBezTo>
                  <a:pt x="875091" y="131115"/>
                  <a:pt x="878231" y="130767"/>
                  <a:pt x="883113" y="129894"/>
                </a:cubicBezTo>
                <a:lnTo>
                  <a:pt x="883113" y="117691"/>
                </a:lnTo>
                <a:cubicBezTo>
                  <a:pt x="881019" y="118212"/>
                  <a:pt x="879101" y="118388"/>
                  <a:pt x="876137" y="118388"/>
                </a:cubicBezTo>
                <a:cubicBezTo>
                  <a:pt x="869861" y="118388"/>
                  <a:pt x="868118" y="116642"/>
                  <a:pt x="868118" y="110191"/>
                </a:cubicBezTo>
                <a:lnTo>
                  <a:pt x="868118" y="47598"/>
                </a:lnTo>
                <a:lnTo>
                  <a:pt x="883113" y="47598"/>
                </a:lnTo>
                <a:lnTo>
                  <a:pt x="883113" y="35743"/>
                </a:lnTo>
                <a:close/>
                <a:moveTo>
                  <a:pt x="901593" y="0"/>
                </a:moveTo>
                <a:lnTo>
                  <a:pt x="901593" y="127103"/>
                </a:lnTo>
                <a:lnTo>
                  <a:pt x="916066" y="127103"/>
                </a:lnTo>
                <a:lnTo>
                  <a:pt x="916066" y="76717"/>
                </a:lnTo>
                <a:cubicBezTo>
                  <a:pt x="916066" y="58059"/>
                  <a:pt x="925830" y="45856"/>
                  <a:pt x="940824" y="45856"/>
                </a:cubicBezTo>
                <a:cubicBezTo>
                  <a:pt x="945706" y="45856"/>
                  <a:pt x="950239" y="47250"/>
                  <a:pt x="953725" y="49865"/>
                </a:cubicBezTo>
                <a:cubicBezTo>
                  <a:pt x="957909" y="53004"/>
                  <a:pt x="959655" y="57362"/>
                  <a:pt x="959655" y="63814"/>
                </a:cubicBezTo>
                <a:lnTo>
                  <a:pt x="959655" y="127103"/>
                </a:lnTo>
                <a:lnTo>
                  <a:pt x="974125" y="127103"/>
                </a:lnTo>
                <a:lnTo>
                  <a:pt x="974125" y="58059"/>
                </a:lnTo>
                <a:cubicBezTo>
                  <a:pt x="974125" y="42716"/>
                  <a:pt x="963140" y="33128"/>
                  <a:pt x="945357" y="33128"/>
                </a:cubicBezTo>
                <a:cubicBezTo>
                  <a:pt x="932454" y="33128"/>
                  <a:pt x="924609" y="37137"/>
                  <a:pt x="916066" y="48295"/>
                </a:cubicBezTo>
                <a:lnTo>
                  <a:pt x="916066" y="0"/>
                </a:lnTo>
                <a:lnTo>
                  <a:pt x="901593" y="0"/>
                </a:lnTo>
                <a:close/>
                <a:moveTo>
                  <a:pt x="1075079" y="86305"/>
                </a:moveTo>
                <a:cubicBezTo>
                  <a:pt x="1075079" y="72356"/>
                  <a:pt x="1074030" y="63987"/>
                  <a:pt x="1071415" y="57189"/>
                </a:cubicBezTo>
                <a:cubicBezTo>
                  <a:pt x="1065488" y="42192"/>
                  <a:pt x="1051539" y="33128"/>
                  <a:pt x="1034453" y="33128"/>
                </a:cubicBezTo>
                <a:cubicBezTo>
                  <a:pt x="1008996" y="33128"/>
                  <a:pt x="992607" y="52480"/>
                  <a:pt x="992607" y="82644"/>
                </a:cubicBezTo>
                <a:cubicBezTo>
                  <a:pt x="992607" y="112809"/>
                  <a:pt x="1008298" y="131115"/>
                  <a:pt x="1034105" y="131115"/>
                </a:cubicBezTo>
                <a:cubicBezTo>
                  <a:pt x="1055027" y="131115"/>
                  <a:pt x="1069497" y="119258"/>
                  <a:pt x="1073160" y="99381"/>
                </a:cubicBezTo>
                <a:lnTo>
                  <a:pt x="1058515" y="99381"/>
                </a:lnTo>
                <a:cubicBezTo>
                  <a:pt x="1054503" y="111412"/>
                  <a:pt x="1046308" y="117691"/>
                  <a:pt x="1034626" y="117691"/>
                </a:cubicBezTo>
                <a:cubicBezTo>
                  <a:pt x="1025387" y="117691"/>
                  <a:pt x="1017541" y="113506"/>
                  <a:pt x="1012659" y="105833"/>
                </a:cubicBezTo>
                <a:cubicBezTo>
                  <a:pt x="1009171" y="100602"/>
                  <a:pt x="1007950" y="95372"/>
                  <a:pt x="1007777" y="86305"/>
                </a:cubicBezTo>
                <a:lnTo>
                  <a:pt x="1075079" y="86305"/>
                </a:lnTo>
                <a:moveTo>
                  <a:pt x="1008126" y="74450"/>
                </a:moveTo>
                <a:cubicBezTo>
                  <a:pt x="1009344" y="57538"/>
                  <a:pt x="1019632" y="46553"/>
                  <a:pt x="1034278" y="46553"/>
                </a:cubicBezTo>
                <a:cubicBezTo>
                  <a:pt x="1049099" y="46553"/>
                  <a:pt x="1059385" y="58059"/>
                  <a:pt x="1059385" y="74450"/>
                </a:cubicBezTo>
                <a:lnTo>
                  <a:pt x="1008126" y="74450"/>
                </a:lnTo>
                <a:close/>
                <a:moveTo>
                  <a:pt x="1226068" y="118561"/>
                </a:moveTo>
                <a:cubicBezTo>
                  <a:pt x="1224501" y="118909"/>
                  <a:pt x="1223801" y="118909"/>
                  <a:pt x="1222931" y="118909"/>
                </a:cubicBezTo>
                <a:cubicBezTo>
                  <a:pt x="1217874" y="118909"/>
                  <a:pt x="1215086" y="116294"/>
                  <a:pt x="1215086" y="111760"/>
                </a:cubicBezTo>
                <a:lnTo>
                  <a:pt x="1215086" y="58059"/>
                </a:lnTo>
                <a:cubicBezTo>
                  <a:pt x="1215086" y="41844"/>
                  <a:pt x="1203228" y="33128"/>
                  <a:pt x="1180737" y="33128"/>
                </a:cubicBezTo>
                <a:cubicBezTo>
                  <a:pt x="1167312" y="33128"/>
                  <a:pt x="1156675" y="36962"/>
                  <a:pt x="1150399" y="43762"/>
                </a:cubicBezTo>
                <a:cubicBezTo>
                  <a:pt x="1146215" y="48471"/>
                  <a:pt x="1144469" y="53701"/>
                  <a:pt x="1144121" y="62768"/>
                </a:cubicBezTo>
                <a:lnTo>
                  <a:pt x="1158767" y="62768"/>
                </a:lnTo>
                <a:cubicBezTo>
                  <a:pt x="1159988" y="51608"/>
                  <a:pt x="1166615" y="46553"/>
                  <a:pt x="1180213" y="46553"/>
                </a:cubicBezTo>
                <a:cubicBezTo>
                  <a:pt x="1193464" y="46553"/>
                  <a:pt x="1200613" y="51435"/>
                  <a:pt x="1200613" y="60153"/>
                </a:cubicBezTo>
                <a:lnTo>
                  <a:pt x="1200613" y="63987"/>
                </a:lnTo>
                <a:cubicBezTo>
                  <a:pt x="1200440" y="70265"/>
                  <a:pt x="1197301" y="72532"/>
                  <a:pt x="1185443" y="74102"/>
                </a:cubicBezTo>
                <a:cubicBezTo>
                  <a:pt x="1164870" y="76717"/>
                  <a:pt x="1161730" y="77414"/>
                  <a:pt x="1156151" y="79681"/>
                </a:cubicBezTo>
                <a:cubicBezTo>
                  <a:pt x="1145518" y="84214"/>
                  <a:pt x="1140111" y="92233"/>
                  <a:pt x="1140111" y="104090"/>
                </a:cubicBezTo>
                <a:cubicBezTo>
                  <a:pt x="1140111" y="120654"/>
                  <a:pt x="1151618" y="131115"/>
                  <a:pt x="1170100" y="131115"/>
                </a:cubicBezTo>
                <a:cubicBezTo>
                  <a:pt x="1181609" y="131115"/>
                  <a:pt x="1190849" y="127103"/>
                  <a:pt x="1201137" y="117691"/>
                </a:cubicBezTo>
                <a:cubicBezTo>
                  <a:pt x="1202183" y="127103"/>
                  <a:pt x="1206716" y="131115"/>
                  <a:pt x="1216131" y="131115"/>
                </a:cubicBezTo>
                <a:cubicBezTo>
                  <a:pt x="1219268" y="131115"/>
                  <a:pt x="1221186" y="130767"/>
                  <a:pt x="1226068" y="129546"/>
                </a:cubicBezTo>
                <a:lnTo>
                  <a:pt x="1226068" y="118561"/>
                </a:lnTo>
                <a:moveTo>
                  <a:pt x="1200613" y="98336"/>
                </a:moveTo>
                <a:cubicBezTo>
                  <a:pt x="1200613" y="103218"/>
                  <a:pt x="1199219" y="106181"/>
                  <a:pt x="1194858" y="110191"/>
                </a:cubicBezTo>
                <a:cubicBezTo>
                  <a:pt x="1188931" y="115597"/>
                  <a:pt x="1181782" y="118388"/>
                  <a:pt x="1173239" y="118388"/>
                </a:cubicBezTo>
                <a:cubicBezTo>
                  <a:pt x="1161906" y="118388"/>
                  <a:pt x="1155281" y="112982"/>
                  <a:pt x="1155281" y="103742"/>
                </a:cubicBezTo>
                <a:cubicBezTo>
                  <a:pt x="1155281" y="94151"/>
                  <a:pt x="1161557" y="89269"/>
                  <a:pt x="1177249" y="87002"/>
                </a:cubicBezTo>
                <a:cubicBezTo>
                  <a:pt x="1192767" y="84911"/>
                  <a:pt x="1195731" y="84214"/>
                  <a:pt x="1200613" y="81947"/>
                </a:cubicBezTo>
                <a:lnTo>
                  <a:pt x="1200613" y="98336"/>
                </a:lnTo>
                <a:close/>
                <a:moveTo>
                  <a:pt x="1311154" y="66429"/>
                </a:moveTo>
                <a:cubicBezTo>
                  <a:pt x="1310457" y="57538"/>
                  <a:pt x="1308539" y="51783"/>
                  <a:pt x="1305051" y="46726"/>
                </a:cubicBezTo>
                <a:cubicBezTo>
                  <a:pt x="1298775" y="38183"/>
                  <a:pt x="1287790" y="33128"/>
                  <a:pt x="1275063" y="33128"/>
                </a:cubicBezTo>
                <a:cubicBezTo>
                  <a:pt x="1250305" y="33128"/>
                  <a:pt x="1234438" y="52656"/>
                  <a:pt x="1234438" y="82993"/>
                </a:cubicBezTo>
                <a:cubicBezTo>
                  <a:pt x="1234438" y="112457"/>
                  <a:pt x="1250129" y="131115"/>
                  <a:pt x="1274890" y="131115"/>
                </a:cubicBezTo>
                <a:cubicBezTo>
                  <a:pt x="1296684" y="131115"/>
                  <a:pt x="1310457" y="118039"/>
                  <a:pt x="1312200" y="95721"/>
                </a:cubicBezTo>
                <a:lnTo>
                  <a:pt x="1297554" y="95721"/>
                </a:lnTo>
                <a:cubicBezTo>
                  <a:pt x="1295115" y="110366"/>
                  <a:pt x="1287617" y="117691"/>
                  <a:pt x="1275238" y="117691"/>
                </a:cubicBezTo>
                <a:cubicBezTo>
                  <a:pt x="1259196" y="117691"/>
                  <a:pt x="1249608" y="104612"/>
                  <a:pt x="1249608" y="82993"/>
                </a:cubicBezTo>
                <a:cubicBezTo>
                  <a:pt x="1249608" y="60153"/>
                  <a:pt x="1259023" y="46553"/>
                  <a:pt x="1274890" y="46553"/>
                </a:cubicBezTo>
                <a:cubicBezTo>
                  <a:pt x="1287093" y="46553"/>
                  <a:pt x="1294766" y="53701"/>
                  <a:pt x="1296509" y="66429"/>
                </a:cubicBezTo>
                <a:lnTo>
                  <a:pt x="1311154" y="66429"/>
                </a:lnTo>
                <a:close/>
                <a:moveTo>
                  <a:pt x="1398332" y="66429"/>
                </a:moveTo>
                <a:cubicBezTo>
                  <a:pt x="1397635" y="57538"/>
                  <a:pt x="1395717" y="51783"/>
                  <a:pt x="1392229" y="46726"/>
                </a:cubicBezTo>
                <a:cubicBezTo>
                  <a:pt x="1385953" y="38183"/>
                  <a:pt x="1374968" y="33128"/>
                  <a:pt x="1362240" y="33128"/>
                </a:cubicBezTo>
                <a:cubicBezTo>
                  <a:pt x="1337482" y="33128"/>
                  <a:pt x="1321615" y="52656"/>
                  <a:pt x="1321615" y="82993"/>
                </a:cubicBezTo>
                <a:cubicBezTo>
                  <a:pt x="1321615" y="112457"/>
                  <a:pt x="1337306" y="131115"/>
                  <a:pt x="1362067" y="131115"/>
                </a:cubicBezTo>
                <a:cubicBezTo>
                  <a:pt x="1383862" y="131115"/>
                  <a:pt x="1397635" y="118039"/>
                  <a:pt x="1399378" y="95721"/>
                </a:cubicBezTo>
                <a:lnTo>
                  <a:pt x="1384732" y="95721"/>
                </a:lnTo>
                <a:cubicBezTo>
                  <a:pt x="1382292" y="110366"/>
                  <a:pt x="1374795" y="117691"/>
                  <a:pt x="1362416" y="117691"/>
                </a:cubicBezTo>
                <a:cubicBezTo>
                  <a:pt x="1346373" y="117691"/>
                  <a:pt x="1336785" y="104612"/>
                  <a:pt x="1336785" y="82993"/>
                </a:cubicBezTo>
                <a:cubicBezTo>
                  <a:pt x="1336785" y="60153"/>
                  <a:pt x="1346200" y="46553"/>
                  <a:pt x="1362067" y="46553"/>
                </a:cubicBezTo>
                <a:cubicBezTo>
                  <a:pt x="1374271" y="46553"/>
                  <a:pt x="1381944" y="53701"/>
                  <a:pt x="1383686" y="66429"/>
                </a:cubicBezTo>
                <a:lnTo>
                  <a:pt x="1398332" y="66429"/>
                </a:lnTo>
                <a:close/>
                <a:moveTo>
                  <a:pt x="1450812" y="33128"/>
                </a:moveTo>
                <a:cubicBezTo>
                  <a:pt x="1425008" y="33128"/>
                  <a:pt x="1409665" y="51435"/>
                  <a:pt x="1409665" y="82120"/>
                </a:cubicBezTo>
                <a:cubicBezTo>
                  <a:pt x="1409665" y="112982"/>
                  <a:pt x="1425008" y="131115"/>
                  <a:pt x="1450988" y="131115"/>
                </a:cubicBezTo>
                <a:cubicBezTo>
                  <a:pt x="1476791" y="131115"/>
                  <a:pt x="1492310" y="112809"/>
                  <a:pt x="1492310" y="82817"/>
                </a:cubicBezTo>
                <a:cubicBezTo>
                  <a:pt x="1492310" y="51086"/>
                  <a:pt x="1477315" y="33128"/>
                  <a:pt x="1450812" y="33128"/>
                </a:cubicBezTo>
                <a:moveTo>
                  <a:pt x="1450988" y="46553"/>
                </a:moveTo>
                <a:cubicBezTo>
                  <a:pt x="1467376" y="46553"/>
                  <a:pt x="1477140" y="59977"/>
                  <a:pt x="1477140" y="82644"/>
                </a:cubicBezTo>
                <a:cubicBezTo>
                  <a:pt x="1477140" y="104263"/>
                  <a:pt x="1467028" y="117691"/>
                  <a:pt x="1450988" y="117691"/>
                </a:cubicBezTo>
                <a:cubicBezTo>
                  <a:pt x="1434772" y="117691"/>
                  <a:pt x="1424833" y="104263"/>
                  <a:pt x="1424833" y="82120"/>
                </a:cubicBezTo>
                <a:cubicBezTo>
                  <a:pt x="1424833" y="59977"/>
                  <a:pt x="1434772" y="46553"/>
                  <a:pt x="1450988" y="46553"/>
                </a:cubicBezTo>
                <a:close/>
                <a:moveTo>
                  <a:pt x="1586462" y="127103"/>
                </a:moveTo>
                <a:lnTo>
                  <a:pt x="1586462" y="35743"/>
                </a:lnTo>
                <a:lnTo>
                  <a:pt x="1571989" y="35743"/>
                </a:lnTo>
                <a:lnTo>
                  <a:pt x="1571989" y="87526"/>
                </a:lnTo>
                <a:cubicBezTo>
                  <a:pt x="1571989" y="106181"/>
                  <a:pt x="1562225" y="118388"/>
                  <a:pt x="1547058" y="118388"/>
                </a:cubicBezTo>
                <a:cubicBezTo>
                  <a:pt x="1535549" y="118388"/>
                  <a:pt x="1528227" y="111412"/>
                  <a:pt x="1528227" y="100427"/>
                </a:cubicBezTo>
                <a:lnTo>
                  <a:pt x="1528227" y="35743"/>
                </a:lnTo>
                <a:lnTo>
                  <a:pt x="1513754" y="35743"/>
                </a:lnTo>
                <a:lnTo>
                  <a:pt x="1513754" y="106181"/>
                </a:lnTo>
                <a:cubicBezTo>
                  <a:pt x="1513754" y="121351"/>
                  <a:pt x="1525088" y="131115"/>
                  <a:pt x="1542873" y="131115"/>
                </a:cubicBezTo>
                <a:cubicBezTo>
                  <a:pt x="1556298" y="131115"/>
                  <a:pt x="1564840" y="126406"/>
                  <a:pt x="1573386" y="114376"/>
                </a:cubicBezTo>
                <a:lnTo>
                  <a:pt x="1573386" y="127103"/>
                </a:lnTo>
                <a:lnTo>
                  <a:pt x="1586462" y="127103"/>
                </a:lnTo>
                <a:close/>
                <a:moveTo>
                  <a:pt x="1610871" y="35743"/>
                </a:moveTo>
                <a:lnTo>
                  <a:pt x="1610871" y="127103"/>
                </a:lnTo>
                <a:lnTo>
                  <a:pt x="1625517" y="127103"/>
                </a:lnTo>
                <a:lnTo>
                  <a:pt x="1625517" y="76717"/>
                </a:lnTo>
                <a:cubicBezTo>
                  <a:pt x="1625517" y="58059"/>
                  <a:pt x="1635281" y="45856"/>
                  <a:pt x="1650275" y="45856"/>
                </a:cubicBezTo>
                <a:cubicBezTo>
                  <a:pt x="1661784" y="45856"/>
                  <a:pt x="1669106" y="52829"/>
                  <a:pt x="1669106" y="63814"/>
                </a:cubicBezTo>
                <a:lnTo>
                  <a:pt x="1669106" y="127103"/>
                </a:lnTo>
                <a:lnTo>
                  <a:pt x="1683579" y="127103"/>
                </a:lnTo>
                <a:lnTo>
                  <a:pt x="1683579" y="58059"/>
                </a:lnTo>
                <a:cubicBezTo>
                  <a:pt x="1683579" y="42892"/>
                  <a:pt x="1672245" y="33128"/>
                  <a:pt x="1654636" y="33128"/>
                </a:cubicBezTo>
                <a:cubicBezTo>
                  <a:pt x="1641036" y="33128"/>
                  <a:pt x="1632317" y="38358"/>
                  <a:pt x="1624296" y="51086"/>
                </a:cubicBezTo>
                <a:lnTo>
                  <a:pt x="1624296" y="35743"/>
                </a:lnTo>
                <a:lnTo>
                  <a:pt x="1610871" y="35743"/>
                </a:lnTo>
                <a:close/>
                <a:moveTo>
                  <a:pt x="1741988" y="35743"/>
                </a:moveTo>
                <a:lnTo>
                  <a:pt x="1726994" y="35743"/>
                </a:lnTo>
                <a:lnTo>
                  <a:pt x="1726994" y="10634"/>
                </a:lnTo>
                <a:lnTo>
                  <a:pt x="1712521" y="10634"/>
                </a:lnTo>
                <a:lnTo>
                  <a:pt x="1712521" y="35743"/>
                </a:lnTo>
                <a:lnTo>
                  <a:pt x="1700142" y="35743"/>
                </a:lnTo>
                <a:lnTo>
                  <a:pt x="1700142" y="47598"/>
                </a:lnTo>
                <a:lnTo>
                  <a:pt x="1712521" y="47598"/>
                </a:lnTo>
                <a:lnTo>
                  <a:pt x="1712521" y="116642"/>
                </a:lnTo>
                <a:cubicBezTo>
                  <a:pt x="1712521" y="126058"/>
                  <a:pt x="1718797" y="131115"/>
                  <a:pt x="1730131" y="131115"/>
                </a:cubicBezTo>
                <a:cubicBezTo>
                  <a:pt x="1733967" y="131115"/>
                  <a:pt x="1737106" y="130767"/>
                  <a:pt x="1741988" y="129894"/>
                </a:cubicBezTo>
                <a:lnTo>
                  <a:pt x="1741988" y="117691"/>
                </a:lnTo>
                <a:cubicBezTo>
                  <a:pt x="1739895" y="118212"/>
                  <a:pt x="1737976" y="118388"/>
                  <a:pt x="1735013" y="118388"/>
                </a:cubicBezTo>
                <a:cubicBezTo>
                  <a:pt x="1728737" y="118388"/>
                  <a:pt x="1726994" y="116642"/>
                  <a:pt x="1726994" y="110191"/>
                </a:cubicBezTo>
                <a:lnTo>
                  <a:pt x="1726994" y="47598"/>
                </a:lnTo>
                <a:lnTo>
                  <a:pt x="1741988" y="47598"/>
                </a:lnTo>
                <a:lnTo>
                  <a:pt x="1741988" y="35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8EFD7-3263-479C-A4AE-BD7B3A4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2" y="2783960"/>
            <a:ext cx="284054" cy="443905"/>
          </a:xfrm>
          <a:custGeom xmlns:a="http://schemas.openxmlformats.org/drawingml/2006/main">
            <a:pathLst>
              <a:path w="284054" h="443905">
                <a:moveTo>
                  <a:pt x="284054" y="301866"/>
                </a:moveTo>
                <a:lnTo>
                  <a:pt x="142015" y="443905"/>
                </a:lnTo>
                <a:lnTo>
                  <a:pt x="142015" y="372885"/>
                </a:lnTo>
                <a:lnTo>
                  <a:pt x="141990" y="372885"/>
                </a:lnTo>
                <a:cubicBezTo>
                  <a:pt x="63555" y="372860"/>
                  <a:pt x="0" y="269550"/>
                  <a:pt x="0" y="142090"/>
                </a:cubicBezTo>
                <a:lnTo>
                  <a:pt x="0" y="0"/>
                </a:lnTo>
                <a:lnTo>
                  <a:pt x="0" y="251"/>
                </a:lnTo>
                <a:cubicBezTo>
                  <a:pt x="25" y="127585"/>
                  <a:pt x="63605" y="230871"/>
                  <a:pt x="142015" y="230871"/>
                </a:cubicBezTo>
                <a:lnTo>
                  <a:pt x="142015" y="159851"/>
                </a:lnTo>
                <a:lnTo>
                  <a:pt x="284054" y="301866"/>
                </a:lnTo>
                <a:close/>
              </a:path>
            </a:pathLst>
          </a:custGeom>
          <a:solidFill xmlns:a="http://schemas.openxmlformats.org/drawingml/2006/main">
            <a:srgbClr val="F8CF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F111B-62B6-43A1-834E-AEE27E3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2" y="2783960"/>
            <a:ext cx="284054" cy="443905"/>
          </a:xfrm>
          <a:custGeom xmlns:a="http://schemas.openxmlformats.org/drawingml/2006/main">
            <a:pathLst>
              <a:path w="284054" h="443905" fill="none">
                <a:moveTo>
                  <a:pt x="284054" y="301866"/>
                </a:moveTo>
                <a:lnTo>
                  <a:pt x="142015" y="159851"/>
                </a:lnTo>
                <a:lnTo>
                  <a:pt x="142015" y="230871"/>
                </a:lnTo>
                <a:cubicBezTo>
                  <a:pt x="63605" y="230871"/>
                  <a:pt x="25" y="127585"/>
                  <a:pt x="0" y="251"/>
                </a:cubicBezTo>
                <a:lnTo>
                  <a:pt x="0" y="0"/>
                </a:lnTo>
                <a:lnTo>
                  <a:pt x="0" y="142090"/>
                </a:lnTo>
                <a:cubicBezTo>
                  <a:pt x="0" y="269550"/>
                  <a:pt x="63555" y="372860"/>
                  <a:pt x="141990" y="372885"/>
                </a:cubicBezTo>
                <a:lnTo>
                  <a:pt x="142015" y="372885"/>
                </a:lnTo>
                <a:lnTo>
                  <a:pt x="142015" y="443905"/>
                </a:lnTo>
                <a:lnTo>
                  <a:pt x="284054" y="3018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B3E75-EC6A-4735-BF82-8750DA5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47" y="2553239"/>
            <a:ext cx="284079" cy="372810"/>
          </a:xfrm>
          <a:custGeom xmlns:a="http://schemas.openxmlformats.org/drawingml/2006/main">
            <a:pathLst>
              <a:path w="284079" h="372810">
                <a:moveTo>
                  <a:pt x="284079" y="0"/>
                </a:moveTo>
                <a:lnTo>
                  <a:pt x="284079" y="142040"/>
                </a:lnTo>
                <a:cubicBezTo>
                  <a:pt x="127234" y="142040"/>
                  <a:pt x="50" y="245300"/>
                  <a:pt x="25" y="372760"/>
                </a:cubicBezTo>
                <a:cubicBezTo>
                  <a:pt x="25" y="372785"/>
                  <a:pt x="25" y="372785"/>
                  <a:pt x="25" y="372810"/>
                </a:cubicBezTo>
                <a:lnTo>
                  <a:pt x="25" y="230721"/>
                </a:lnTo>
                <a:cubicBezTo>
                  <a:pt x="0" y="103461"/>
                  <a:pt x="127134" y="0"/>
                  <a:pt x="283979" y="0"/>
                </a:cubicBezTo>
                <a:cubicBezTo>
                  <a:pt x="284029" y="0"/>
                  <a:pt x="284054" y="0"/>
                  <a:pt x="284079" y="0"/>
                </a:cubicBez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6DB88-20DA-4E8A-BCEA-0771F35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47" y="2553239"/>
            <a:ext cx="284079" cy="372810"/>
          </a:xfrm>
          <a:custGeom xmlns:a="http://schemas.openxmlformats.org/drawingml/2006/main">
            <a:pathLst>
              <a:path w="284079" h="372810" fill="none">
                <a:moveTo>
                  <a:pt x="284079" y="0"/>
                </a:moveTo>
                <a:lnTo>
                  <a:pt x="284079" y="142040"/>
                </a:lnTo>
                <a:cubicBezTo>
                  <a:pt x="127234" y="142040"/>
                  <a:pt x="50" y="245300"/>
                  <a:pt x="25" y="372760"/>
                </a:cubicBezTo>
                <a:cubicBezTo>
                  <a:pt x="25" y="372785"/>
                  <a:pt x="25" y="372785"/>
                  <a:pt x="25" y="372810"/>
                </a:cubicBezTo>
                <a:lnTo>
                  <a:pt x="25" y="230721"/>
                </a:lnTo>
                <a:cubicBezTo>
                  <a:pt x="0" y="103461"/>
                  <a:pt x="127134" y="0"/>
                  <a:pt x="283979" y="0"/>
                </a:cubicBezTo>
                <a:cubicBezTo>
                  <a:pt x="284029" y="0"/>
                  <a:pt x="284054" y="0"/>
                  <a:pt x="2840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C262F-75A2-42FD-AC57-C5FC92F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3" y="2666971"/>
            <a:ext cx="710098" cy="283954"/>
          </a:xfrm>
          <a:custGeom xmlns:a="http://schemas.openxmlformats.org/drawingml/2006/main">
            <a:pathLst>
              <a:path w="710098" h="283954">
                <a:moveTo>
                  <a:pt x="71010" y="283954"/>
                </a:moveTo>
                <a:cubicBezTo>
                  <a:pt x="31792" y="283954"/>
                  <a:pt x="0" y="252139"/>
                  <a:pt x="0" y="212934"/>
                </a:cubicBezTo>
                <a:lnTo>
                  <a:pt x="0" y="70895"/>
                </a:lnTo>
                <a:cubicBezTo>
                  <a:pt x="0" y="31815"/>
                  <a:pt x="31792" y="0"/>
                  <a:pt x="71010" y="0"/>
                </a:cubicBezTo>
                <a:lnTo>
                  <a:pt x="639103" y="0"/>
                </a:lnTo>
                <a:cubicBezTo>
                  <a:pt x="678308" y="0"/>
                  <a:pt x="710098" y="31815"/>
                  <a:pt x="710098" y="70895"/>
                </a:cubicBezTo>
                <a:lnTo>
                  <a:pt x="710098" y="212934"/>
                </a:lnTo>
                <a:cubicBezTo>
                  <a:pt x="710098" y="252139"/>
                  <a:pt x="678308" y="283954"/>
                  <a:pt x="639103" y="283954"/>
                </a:cubicBezTo>
                <a:lnTo>
                  <a:pt x="71010" y="283954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1DA5B-8E79-4370-A7C5-CB05411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3" y="2666971"/>
            <a:ext cx="710098" cy="283954"/>
          </a:xfrm>
          <a:custGeom xmlns:a="http://schemas.openxmlformats.org/drawingml/2006/main">
            <a:pathLst>
              <a:path w="710098" h="283954" fill="none">
                <a:moveTo>
                  <a:pt x="71010" y="283954"/>
                </a:moveTo>
                <a:lnTo>
                  <a:pt x="639103" y="283954"/>
                </a:lnTo>
                <a:cubicBezTo>
                  <a:pt x="678308" y="283954"/>
                  <a:pt x="710098" y="252139"/>
                  <a:pt x="710098" y="212934"/>
                </a:cubicBezTo>
                <a:lnTo>
                  <a:pt x="710098" y="70895"/>
                </a:lnTo>
                <a:cubicBezTo>
                  <a:pt x="710098" y="31815"/>
                  <a:pt x="678308" y="0"/>
                  <a:pt x="639103" y="0"/>
                </a:cubicBezTo>
                <a:lnTo>
                  <a:pt x="71010" y="0"/>
                </a:lnTo>
                <a:cubicBezTo>
                  <a:pt x="31792" y="0"/>
                  <a:pt x="0" y="31815"/>
                  <a:pt x="0" y="70895"/>
                </a:cubicBezTo>
                <a:lnTo>
                  <a:pt x="0" y="212934"/>
                </a:lnTo>
                <a:cubicBezTo>
                  <a:pt x="0" y="252139"/>
                  <a:pt x="31792" y="283954"/>
                  <a:pt x="71010" y="2839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41" name="Text 7.Sign">
            <a:extLst xmlns:a="http://schemas.openxmlformats.org/drawingml/2006/main">
              <a:ext uri="{FF2B5EF4-FFF2-40B4-BE49-F238E27FC236}">
                <a16:creationId xmlns:a16="http://schemas.microsoft.com/office/drawing/2014/main" id="{0D28A105-3C6F-4086-A628-42B8E4E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57" y="2733428"/>
            <a:ext cx="476584" cy="167784"/>
          </a:xfrm>
          <a:custGeom xmlns:a="http://schemas.openxmlformats.org/drawingml/2006/main">
            <a:pathLst>
              <a:path w="476584" h="167784">
                <a:moveTo>
                  <a:pt x="82929" y="5598"/>
                </a:moveTo>
                <a:lnTo>
                  <a:pt x="0" y="5598"/>
                </a:lnTo>
                <a:lnTo>
                  <a:pt x="0" y="20820"/>
                </a:lnTo>
                <a:lnTo>
                  <a:pt x="67010" y="20820"/>
                </a:lnTo>
                <a:cubicBezTo>
                  <a:pt x="37442" y="62985"/>
                  <a:pt x="25369" y="88880"/>
                  <a:pt x="16095" y="129643"/>
                </a:cubicBezTo>
                <a:lnTo>
                  <a:pt x="32543" y="129643"/>
                </a:lnTo>
                <a:cubicBezTo>
                  <a:pt x="39366" y="89929"/>
                  <a:pt x="54938" y="55811"/>
                  <a:pt x="82929" y="18546"/>
                </a:cubicBezTo>
                <a:lnTo>
                  <a:pt x="82929" y="5598"/>
                </a:lnTo>
                <a:close/>
                <a:moveTo>
                  <a:pt x="121596" y="111449"/>
                </a:moveTo>
                <a:lnTo>
                  <a:pt x="103400" y="111449"/>
                </a:lnTo>
                <a:lnTo>
                  <a:pt x="103400" y="129643"/>
                </a:lnTo>
                <a:lnTo>
                  <a:pt x="121596" y="129643"/>
                </a:lnTo>
                <a:lnTo>
                  <a:pt x="121596" y="111449"/>
                </a:lnTo>
                <a:close/>
                <a:moveTo>
                  <a:pt x="243365" y="39540"/>
                </a:moveTo>
                <a:cubicBezTo>
                  <a:pt x="243365" y="30794"/>
                  <a:pt x="242840" y="28343"/>
                  <a:pt x="240042" y="22396"/>
                </a:cubicBezTo>
                <a:cubicBezTo>
                  <a:pt x="233042" y="7699"/>
                  <a:pt x="218172" y="0"/>
                  <a:pt x="196652" y="0"/>
                </a:cubicBezTo>
                <a:cubicBezTo>
                  <a:pt x="168659" y="0"/>
                  <a:pt x="151338" y="14347"/>
                  <a:pt x="151338" y="37442"/>
                </a:cubicBezTo>
                <a:cubicBezTo>
                  <a:pt x="151338" y="53013"/>
                  <a:pt x="159560" y="62811"/>
                  <a:pt x="176358" y="67184"/>
                </a:cubicBezTo>
                <a:lnTo>
                  <a:pt x="208025" y="75583"/>
                </a:lnTo>
                <a:cubicBezTo>
                  <a:pt x="224296" y="79782"/>
                  <a:pt x="231470" y="86256"/>
                  <a:pt x="231470" y="96227"/>
                </a:cubicBezTo>
                <a:cubicBezTo>
                  <a:pt x="231470" y="103050"/>
                  <a:pt x="227793" y="110047"/>
                  <a:pt x="222371" y="113897"/>
                </a:cubicBezTo>
                <a:cubicBezTo>
                  <a:pt x="217297" y="117573"/>
                  <a:pt x="209248" y="119322"/>
                  <a:pt x="198927" y="119322"/>
                </a:cubicBezTo>
                <a:cubicBezTo>
                  <a:pt x="184930" y="119322"/>
                  <a:pt x="175658" y="115998"/>
                  <a:pt x="169534" y="108649"/>
                </a:cubicBezTo>
                <a:cubicBezTo>
                  <a:pt x="164809" y="103050"/>
                  <a:pt x="162711" y="96926"/>
                  <a:pt x="162884" y="89053"/>
                </a:cubicBezTo>
                <a:lnTo>
                  <a:pt x="147488" y="89053"/>
                </a:lnTo>
                <a:cubicBezTo>
                  <a:pt x="147665" y="100776"/>
                  <a:pt x="149939" y="108475"/>
                  <a:pt x="155011" y="115472"/>
                </a:cubicBezTo>
                <a:cubicBezTo>
                  <a:pt x="163760" y="127544"/>
                  <a:pt x="178456" y="133668"/>
                  <a:pt x="197878" y="133668"/>
                </a:cubicBezTo>
                <a:cubicBezTo>
                  <a:pt x="213097" y="133668"/>
                  <a:pt x="225519" y="130168"/>
                  <a:pt x="233744" y="123871"/>
                </a:cubicBezTo>
                <a:cubicBezTo>
                  <a:pt x="242316" y="117047"/>
                  <a:pt x="247738" y="105675"/>
                  <a:pt x="247738" y="94652"/>
                </a:cubicBezTo>
                <a:cubicBezTo>
                  <a:pt x="247738" y="78906"/>
                  <a:pt x="237941" y="67360"/>
                  <a:pt x="220620" y="62635"/>
                </a:cubicBezTo>
                <a:lnTo>
                  <a:pt x="188603" y="54063"/>
                </a:lnTo>
                <a:cubicBezTo>
                  <a:pt x="173208" y="49863"/>
                  <a:pt x="167609" y="44965"/>
                  <a:pt x="167609" y="35167"/>
                </a:cubicBezTo>
                <a:cubicBezTo>
                  <a:pt x="167609" y="22219"/>
                  <a:pt x="178982" y="13647"/>
                  <a:pt x="196126" y="13647"/>
                </a:cubicBezTo>
                <a:cubicBezTo>
                  <a:pt x="216421" y="13647"/>
                  <a:pt x="227793" y="22745"/>
                  <a:pt x="227970" y="39540"/>
                </a:cubicBezTo>
                <a:lnTo>
                  <a:pt x="243365" y="39540"/>
                </a:lnTo>
                <a:close/>
                <a:moveTo>
                  <a:pt x="282381" y="37967"/>
                </a:moveTo>
                <a:lnTo>
                  <a:pt x="267858" y="37967"/>
                </a:lnTo>
                <a:lnTo>
                  <a:pt x="267858" y="129643"/>
                </a:lnTo>
                <a:lnTo>
                  <a:pt x="282381" y="129643"/>
                </a:lnTo>
                <a:lnTo>
                  <a:pt x="282381" y="37967"/>
                </a:lnTo>
                <a:moveTo>
                  <a:pt x="282381" y="2101"/>
                </a:moveTo>
                <a:lnTo>
                  <a:pt x="267685" y="2101"/>
                </a:lnTo>
                <a:lnTo>
                  <a:pt x="267685" y="20471"/>
                </a:lnTo>
                <a:lnTo>
                  <a:pt x="282381" y="20471"/>
                </a:lnTo>
                <a:lnTo>
                  <a:pt x="282381" y="2101"/>
                </a:lnTo>
                <a:close/>
                <a:moveTo>
                  <a:pt x="365660" y="37967"/>
                </a:moveTo>
                <a:lnTo>
                  <a:pt x="365660" y="51262"/>
                </a:lnTo>
                <a:cubicBezTo>
                  <a:pt x="358313" y="40242"/>
                  <a:pt x="350264" y="35343"/>
                  <a:pt x="338718" y="35343"/>
                </a:cubicBezTo>
                <a:cubicBezTo>
                  <a:pt x="316496" y="35343"/>
                  <a:pt x="301100" y="55987"/>
                  <a:pt x="301100" y="85380"/>
                </a:cubicBezTo>
                <a:cubicBezTo>
                  <a:pt x="301100" y="100776"/>
                  <a:pt x="304777" y="111972"/>
                  <a:pt x="312649" y="121247"/>
                </a:cubicBezTo>
                <a:cubicBezTo>
                  <a:pt x="319473" y="129293"/>
                  <a:pt x="328219" y="133668"/>
                  <a:pt x="337666" y="133668"/>
                </a:cubicBezTo>
                <a:cubicBezTo>
                  <a:pt x="348689" y="133668"/>
                  <a:pt x="356562" y="128770"/>
                  <a:pt x="364261" y="117221"/>
                </a:cubicBezTo>
                <a:lnTo>
                  <a:pt x="364261" y="121946"/>
                </a:lnTo>
                <a:cubicBezTo>
                  <a:pt x="364261" y="146440"/>
                  <a:pt x="357438" y="155538"/>
                  <a:pt x="339241" y="155538"/>
                </a:cubicBezTo>
                <a:cubicBezTo>
                  <a:pt x="326820" y="155538"/>
                  <a:pt x="320346" y="150639"/>
                  <a:pt x="318947" y="140142"/>
                </a:cubicBezTo>
                <a:lnTo>
                  <a:pt x="304074" y="140142"/>
                </a:lnTo>
                <a:cubicBezTo>
                  <a:pt x="305476" y="157113"/>
                  <a:pt x="318947" y="167784"/>
                  <a:pt x="338892" y="167784"/>
                </a:cubicBezTo>
                <a:cubicBezTo>
                  <a:pt x="352363" y="167784"/>
                  <a:pt x="363562" y="163411"/>
                  <a:pt x="369510" y="156061"/>
                </a:cubicBezTo>
                <a:cubicBezTo>
                  <a:pt x="376507" y="147489"/>
                  <a:pt x="379131" y="136116"/>
                  <a:pt x="379131" y="114596"/>
                </a:cubicBezTo>
                <a:lnTo>
                  <a:pt x="379131" y="37967"/>
                </a:lnTo>
                <a:lnTo>
                  <a:pt x="365660" y="37967"/>
                </a:lnTo>
                <a:moveTo>
                  <a:pt x="340117" y="48814"/>
                </a:moveTo>
                <a:cubicBezTo>
                  <a:pt x="355513" y="48814"/>
                  <a:pt x="364261" y="61759"/>
                  <a:pt x="364261" y="85030"/>
                </a:cubicBezTo>
                <a:cubicBezTo>
                  <a:pt x="364261" y="107250"/>
                  <a:pt x="355337" y="120197"/>
                  <a:pt x="340117" y="120197"/>
                </a:cubicBezTo>
                <a:cubicBezTo>
                  <a:pt x="325071" y="120197"/>
                  <a:pt x="316323" y="107073"/>
                  <a:pt x="316323" y="84504"/>
                </a:cubicBezTo>
                <a:cubicBezTo>
                  <a:pt x="316323" y="62112"/>
                  <a:pt x="325071" y="48814"/>
                  <a:pt x="340117" y="48814"/>
                </a:cubicBezTo>
                <a:close/>
                <a:moveTo>
                  <a:pt x="403626" y="37967"/>
                </a:moveTo>
                <a:lnTo>
                  <a:pt x="403626" y="129643"/>
                </a:lnTo>
                <a:lnTo>
                  <a:pt x="418322" y="129643"/>
                </a:lnTo>
                <a:lnTo>
                  <a:pt x="418322" y="79082"/>
                </a:lnTo>
                <a:cubicBezTo>
                  <a:pt x="418322" y="60360"/>
                  <a:pt x="428120" y="48115"/>
                  <a:pt x="443166" y="48115"/>
                </a:cubicBezTo>
                <a:cubicBezTo>
                  <a:pt x="454714" y="48115"/>
                  <a:pt x="462061" y="55112"/>
                  <a:pt x="462061" y="66135"/>
                </a:cubicBezTo>
                <a:lnTo>
                  <a:pt x="462061" y="129643"/>
                </a:lnTo>
                <a:lnTo>
                  <a:pt x="476584" y="129643"/>
                </a:lnTo>
                <a:lnTo>
                  <a:pt x="476584" y="60360"/>
                </a:lnTo>
                <a:cubicBezTo>
                  <a:pt x="476584" y="45141"/>
                  <a:pt x="465211" y="35343"/>
                  <a:pt x="447541" y="35343"/>
                </a:cubicBezTo>
                <a:cubicBezTo>
                  <a:pt x="433894" y="35343"/>
                  <a:pt x="425146" y="40592"/>
                  <a:pt x="417097" y="53363"/>
                </a:cubicBezTo>
                <a:lnTo>
                  <a:pt x="417097" y="37967"/>
                </a:lnTo>
                <a:lnTo>
                  <a:pt x="403626" y="37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BEEDA-9114-4674-83C7-AC08807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2879104"/>
            <a:ext cx="2130244" cy="413468"/>
          </a:xfrm>
          <a:custGeom xmlns:a="http://schemas.openxmlformats.org/drawingml/2006/main">
            <a:pathLst>
              <a:path w="2130244" h="413468">
                <a:moveTo>
                  <a:pt x="2130244" y="206722"/>
                </a:moveTo>
                <a:lnTo>
                  <a:pt x="1881738" y="413468"/>
                </a:lnTo>
                <a:lnTo>
                  <a:pt x="1881738" y="310107"/>
                </a:lnTo>
                <a:lnTo>
                  <a:pt x="0" y="310107"/>
                </a:lnTo>
                <a:lnTo>
                  <a:pt x="0" y="103361"/>
                </a:lnTo>
                <a:lnTo>
                  <a:pt x="1881738" y="103361"/>
                </a:lnTo>
                <a:lnTo>
                  <a:pt x="1881738" y="0"/>
                </a:lnTo>
                <a:lnTo>
                  <a:pt x="2130244" y="206722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561A1-65D4-4FF9-8868-005F5A65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2879104"/>
            <a:ext cx="2130244" cy="413468"/>
          </a:xfrm>
          <a:custGeom xmlns:a="http://schemas.openxmlformats.org/drawingml/2006/main">
            <a:pathLst>
              <a:path w="2130244" h="413468" fill="none">
                <a:moveTo>
                  <a:pt x="2130244" y="206722"/>
                </a:moveTo>
                <a:lnTo>
                  <a:pt x="1881738" y="413468"/>
                </a:lnTo>
                <a:lnTo>
                  <a:pt x="1881738" y="310107"/>
                </a:lnTo>
                <a:lnTo>
                  <a:pt x="0" y="310107"/>
                </a:lnTo>
                <a:lnTo>
                  <a:pt x="0" y="103361"/>
                </a:lnTo>
                <a:lnTo>
                  <a:pt x="1881738" y="103361"/>
                </a:lnTo>
                <a:lnTo>
                  <a:pt x="1881738" y="0"/>
                </a:lnTo>
                <a:lnTo>
                  <a:pt x="2130244" y="2067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6C325-2E49-4AE5-B51A-FCCDBEA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48" y="3010772"/>
            <a:ext cx="882775" cy="164561"/>
          </a:xfrm>
          <a:custGeom xmlns:a="http://schemas.openxmlformats.org/drawingml/2006/main">
            <a:pathLst>
              <a:path w="882775" h="164561">
                <a:moveTo>
                  <a:pt x="23899" y="59597"/>
                </a:moveTo>
                <a:cubicBezTo>
                  <a:pt x="17486" y="57267"/>
                  <a:pt x="12751" y="53910"/>
                  <a:pt x="9670" y="49576"/>
                </a:cubicBezTo>
                <a:cubicBezTo>
                  <a:pt x="6588" y="45242"/>
                  <a:pt x="5060" y="40057"/>
                  <a:pt x="5060" y="33994"/>
                </a:cubicBezTo>
                <a:cubicBezTo>
                  <a:pt x="5060" y="24876"/>
                  <a:pt x="8342" y="17185"/>
                  <a:pt x="14905" y="10972"/>
                </a:cubicBezTo>
                <a:cubicBezTo>
                  <a:pt x="21469" y="4735"/>
                  <a:pt x="30187" y="1628"/>
                  <a:pt x="41109" y="1628"/>
                </a:cubicBezTo>
                <a:cubicBezTo>
                  <a:pt x="52056" y="1628"/>
                  <a:pt x="60874" y="4810"/>
                  <a:pt x="67563" y="11173"/>
                </a:cubicBezTo>
                <a:cubicBezTo>
                  <a:pt x="74226" y="17536"/>
                  <a:pt x="77583" y="25302"/>
                  <a:pt x="77583" y="34420"/>
                </a:cubicBezTo>
                <a:cubicBezTo>
                  <a:pt x="77583" y="40257"/>
                  <a:pt x="76055" y="45317"/>
                  <a:pt x="72999" y="49626"/>
                </a:cubicBezTo>
                <a:cubicBezTo>
                  <a:pt x="69943" y="53935"/>
                  <a:pt x="65308" y="57267"/>
                  <a:pt x="59070" y="59597"/>
                </a:cubicBezTo>
                <a:cubicBezTo>
                  <a:pt x="66786" y="62102"/>
                  <a:pt x="72648" y="66160"/>
                  <a:pt x="76681" y="71746"/>
                </a:cubicBezTo>
                <a:cubicBezTo>
                  <a:pt x="80690" y="77358"/>
                  <a:pt x="82719" y="84021"/>
                  <a:pt x="82719" y="91787"/>
                </a:cubicBezTo>
                <a:cubicBezTo>
                  <a:pt x="82719" y="102534"/>
                  <a:pt x="78911" y="111552"/>
                  <a:pt x="71320" y="118842"/>
                </a:cubicBezTo>
                <a:cubicBezTo>
                  <a:pt x="63730" y="126157"/>
                  <a:pt x="53735" y="129815"/>
                  <a:pt x="41359" y="129815"/>
                </a:cubicBezTo>
                <a:cubicBezTo>
                  <a:pt x="28959" y="129815"/>
                  <a:pt x="18989" y="126132"/>
                  <a:pt x="11373" y="118817"/>
                </a:cubicBezTo>
                <a:cubicBezTo>
                  <a:pt x="3783" y="111477"/>
                  <a:pt x="0" y="102334"/>
                  <a:pt x="0" y="91361"/>
                </a:cubicBezTo>
                <a:cubicBezTo>
                  <a:pt x="0" y="83195"/>
                  <a:pt x="2079" y="76356"/>
                  <a:pt x="6213" y="70870"/>
                </a:cubicBezTo>
                <a:cubicBezTo>
                  <a:pt x="10346" y="65358"/>
                  <a:pt x="16233" y="61601"/>
                  <a:pt x="23899" y="59597"/>
                </a:cubicBezTo>
                <a:close/>
                <a:moveTo>
                  <a:pt x="20792" y="33493"/>
                </a:moveTo>
                <a:cubicBezTo>
                  <a:pt x="20792" y="39430"/>
                  <a:pt x="22721" y="44265"/>
                  <a:pt x="26529" y="48048"/>
                </a:cubicBezTo>
                <a:cubicBezTo>
                  <a:pt x="30362" y="51806"/>
                  <a:pt x="35322" y="53684"/>
                  <a:pt x="41434" y="53684"/>
                </a:cubicBezTo>
                <a:cubicBezTo>
                  <a:pt x="47372" y="53684"/>
                  <a:pt x="52232" y="51831"/>
                  <a:pt x="56039" y="48073"/>
                </a:cubicBezTo>
                <a:cubicBezTo>
                  <a:pt x="59822" y="44340"/>
                  <a:pt x="61726" y="39756"/>
                  <a:pt x="61726" y="34345"/>
                </a:cubicBezTo>
                <a:cubicBezTo>
                  <a:pt x="61726" y="28683"/>
                  <a:pt x="59772" y="23949"/>
                  <a:pt x="55864" y="20091"/>
                </a:cubicBezTo>
                <a:cubicBezTo>
                  <a:pt x="51956" y="16233"/>
                  <a:pt x="47096" y="14304"/>
                  <a:pt x="41259" y="14304"/>
                </a:cubicBezTo>
                <a:cubicBezTo>
                  <a:pt x="35397" y="14304"/>
                  <a:pt x="30512" y="16183"/>
                  <a:pt x="26629" y="19966"/>
                </a:cubicBezTo>
                <a:cubicBezTo>
                  <a:pt x="22746" y="23723"/>
                  <a:pt x="20792" y="28233"/>
                  <a:pt x="20792" y="33493"/>
                </a:cubicBezTo>
                <a:close/>
                <a:moveTo>
                  <a:pt x="15832" y="91462"/>
                </a:moveTo>
                <a:cubicBezTo>
                  <a:pt x="15832" y="95845"/>
                  <a:pt x="16884" y="100104"/>
                  <a:pt x="18964" y="104213"/>
                </a:cubicBezTo>
                <a:cubicBezTo>
                  <a:pt x="21043" y="108321"/>
                  <a:pt x="24149" y="111502"/>
                  <a:pt x="28258" y="113757"/>
                </a:cubicBezTo>
                <a:cubicBezTo>
                  <a:pt x="32366" y="116012"/>
                  <a:pt x="36775" y="117139"/>
                  <a:pt x="41535" y="117139"/>
                </a:cubicBezTo>
                <a:cubicBezTo>
                  <a:pt x="48900" y="117139"/>
                  <a:pt x="54962" y="114759"/>
                  <a:pt x="59772" y="110024"/>
                </a:cubicBezTo>
                <a:cubicBezTo>
                  <a:pt x="64557" y="105290"/>
                  <a:pt x="66962" y="99277"/>
                  <a:pt x="66962" y="91963"/>
                </a:cubicBezTo>
                <a:cubicBezTo>
                  <a:pt x="66962" y="84547"/>
                  <a:pt x="64482" y="78410"/>
                  <a:pt x="59546" y="73550"/>
                </a:cubicBezTo>
                <a:cubicBezTo>
                  <a:pt x="54611" y="68715"/>
                  <a:pt x="48424" y="66285"/>
                  <a:pt x="41009" y="66285"/>
                </a:cubicBezTo>
                <a:cubicBezTo>
                  <a:pt x="33769" y="66285"/>
                  <a:pt x="27757" y="68665"/>
                  <a:pt x="22997" y="73475"/>
                </a:cubicBezTo>
                <a:cubicBezTo>
                  <a:pt x="18212" y="78260"/>
                  <a:pt x="15832" y="84247"/>
                  <a:pt x="15832" y="91462"/>
                </a:cubicBezTo>
                <a:close/>
                <a:moveTo>
                  <a:pt x="105014" y="127660"/>
                </a:moveTo>
                <a:lnTo>
                  <a:pt x="105014" y="110125"/>
                </a:lnTo>
                <a:lnTo>
                  <a:pt x="122575" y="110125"/>
                </a:lnTo>
                <a:lnTo>
                  <a:pt x="122575" y="127660"/>
                </a:lnTo>
                <a:lnTo>
                  <a:pt x="105014" y="127660"/>
                </a:lnTo>
                <a:close/>
                <a:moveTo>
                  <a:pt x="148077" y="87353"/>
                </a:moveTo>
                <a:lnTo>
                  <a:pt x="163734" y="85975"/>
                </a:lnTo>
                <a:cubicBezTo>
                  <a:pt x="164485" y="92238"/>
                  <a:pt x="166214" y="97399"/>
                  <a:pt x="168919" y="101432"/>
                </a:cubicBezTo>
                <a:cubicBezTo>
                  <a:pt x="171625" y="105440"/>
                  <a:pt x="175834" y="108697"/>
                  <a:pt x="181545" y="111177"/>
                </a:cubicBezTo>
                <a:cubicBezTo>
                  <a:pt x="187257" y="113682"/>
                  <a:pt x="193670" y="114909"/>
                  <a:pt x="200810" y="114909"/>
                </a:cubicBezTo>
                <a:cubicBezTo>
                  <a:pt x="207147" y="114909"/>
                  <a:pt x="212734" y="113957"/>
                  <a:pt x="217594" y="112079"/>
                </a:cubicBezTo>
                <a:cubicBezTo>
                  <a:pt x="222454" y="110200"/>
                  <a:pt x="226061" y="107619"/>
                  <a:pt x="228416" y="104338"/>
                </a:cubicBezTo>
                <a:cubicBezTo>
                  <a:pt x="230796" y="101056"/>
                  <a:pt x="231973" y="97474"/>
                  <a:pt x="231973" y="93591"/>
                </a:cubicBezTo>
                <a:cubicBezTo>
                  <a:pt x="231973" y="89658"/>
                  <a:pt x="230846" y="86226"/>
                  <a:pt x="228566" y="83270"/>
                </a:cubicBezTo>
                <a:cubicBezTo>
                  <a:pt x="226261" y="80339"/>
                  <a:pt x="222504" y="77859"/>
                  <a:pt x="217243" y="75880"/>
                </a:cubicBezTo>
                <a:cubicBezTo>
                  <a:pt x="213886" y="74552"/>
                  <a:pt x="206446" y="72523"/>
                  <a:pt x="194897" y="69742"/>
                </a:cubicBezTo>
                <a:cubicBezTo>
                  <a:pt x="183374" y="66987"/>
                  <a:pt x="175308" y="64356"/>
                  <a:pt x="170673" y="61901"/>
                </a:cubicBezTo>
                <a:cubicBezTo>
                  <a:pt x="164686" y="58770"/>
                  <a:pt x="160202" y="54887"/>
                  <a:pt x="157271" y="50227"/>
                </a:cubicBezTo>
                <a:cubicBezTo>
                  <a:pt x="154340" y="45568"/>
                  <a:pt x="152862" y="40357"/>
                  <a:pt x="152862" y="34596"/>
                </a:cubicBezTo>
                <a:cubicBezTo>
                  <a:pt x="152862" y="28258"/>
                  <a:pt x="154665" y="22346"/>
                  <a:pt x="158248" y="16834"/>
                </a:cubicBezTo>
                <a:cubicBezTo>
                  <a:pt x="161855" y="11323"/>
                  <a:pt x="167116" y="7140"/>
                  <a:pt x="174005" y="4284"/>
                </a:cubicBezTo>
                <a:cubicBezTo>
                  <a:pt x="180919" y="1428"/>
                  <a:pt x="188585" y="0"/>
                  <a:pt x="197052" y="0"/>
                </a:cubicBezTo>
                <a:cubicBezTo>
                  <a:pt x="206346" y="0"/>
                  <a:pt x="214563" y="1503"/>
                  <a:pt x="221652" y="4509"/>
                </a:cubicBezTo>
                <a:cubicBezTo>
                  <a:pt x="228767" y="7490"/>
                  <a:pt x="234228" y="11899"/>
                  <a:pt x="238060" y="17736"/>
                </a:cubicBezTo>
                <a:cubicBezTo>
                  <a:pt x="241893" y="23548"/>
                  <a:pt x="243947" y="30136"/>
                  <a:pt x="244223" y="37501"/>
                </a:cubicBezTo>
                <a:lnTo>
                  <a:pt x="228291" y="38704"/>
                </a:lnTo>
                <a:cubicBezTo>
                  <a:pt x="227439" y="30763"/>
                  <a:pt x="224533" y="24776"/>
                  <a:pt x="219598" y="20717"/>
                </a:cubicBezTo>
                <a:cubicBezTo>
                  <a:pt x="214663" y="16684"/>
                  <a:pt x="207373" y="14655"/>
                  <a:pt x="197728" y="14655"/>
                </a:cubicBezTo>
                <a:cubicBezTo>
                  <a:pt x="187683" y="14655"/>
                  <a:pt x="180368" y="16484"/>
                  <a:pt x="175758" y="20166"/>
                </a:cubicBezTo>
                <a:cubicBezTo>
                  <a:pt x="171174" y="23849"/>
                  <a:pt x="168869" y="28283"/>
                  <a:pt x="168869" y="33493"/>
                </a:cubicBezTo>
                <a:cubicBezTo>
                  <a:pt x="168869" y="38003"/>
                  <a:pt x="170498" y="41710"/>
                  <a:pt x="173754" y="44616"/>
                </a:cubicBezTo>
                <a:cubicBezTo>
                  <a:pt x="176961" y="47522"/>
                  <a:pt x="185303" y="50503"/>
                  <a:pt x="198805" y="53559"/>
                </a:cubicBezTo>
                <a:cubicBezTo>
                  <a:pt x="212308" y="56615"/>
                  <a:pt x="221552" y="59296"/>
                  <a:pt x="226587" y="61576"/>
                </a:cubicBezTo>
                <a:cubicBezTo>
                  <a:pt x="233902" y="64932"/>
                  <a:pt x="239288" y="69191"/>
                  <a:pt x="242770" y="74377"/>
                </a:cubicBezTo>
                <a:cubicBezTo>
                  <a:pt x="246252" y="79537"/>
                  <a:pt x="247981" y="85474"/>
                  <a:pt x="247981" y="92213"/>
                </a:cubicBezTo>
                <a:cubicBezTo>
                  <a:pt x="247981" y="98902"/>
                  <a:pt x="246077" y="105190"/>
                  <a:pt x="242244" y="111102"/>
                </a:cubicBezTo>
                <a:cubicBezTo>
                  <a:pt x="238436" y="117014"/>
                  <a:pt x="232925" y="121598"/>
                  <a:pt x="225760" y="124880"/>
                </a:cubicBezTo>
                <a:cubicBezTo>
                  <a:pt x="218596" y="128161"/>
                  <a:pt x="210554" y="129815"/>
                  <a:pt x="201586" y="129815"/>
                </a:cubicBezTo>
                <a:cubicBezTo>
                  <a:pt x="190213" y="129815"/>
                  <a:pt x="180693" y="128161"/>
                  <a:pt x="173028" y="124855"/>
                </a:cubicBezTo>
                <a:cubicBezTo>
                  <a:pt x="165362" y="121523"/>
                  <a:pt x="159325" y="116563"/>
                  <a:pt x="154966" y="109899"/>
                </a:cubicBezTo>
                <a:cubicBezTo>
                  <a:pt x="150582" y="103261"/>
                  <a:pt x="148302" y="95720"/>
                  <a:pt x="148077" y="87353"/>
                </a:cubicBezTo>
                <a:close/>
                <a:moveTo>
                  <a:pt x="269074" y="19866"/>
                </a:moveTo>
                <a:lnTo>
                  <a:pt x="269074" y="2154"/>
                </a:lnTo>
                <a:lnTo>
                  <a:pt x="284480" y="2154"/>
                </a:lnTo>
                <a:lnTo>
                  <a:pt x="284480" y="19866"/>
                </a:lnTo>
                <a:lnTo>
                  <a:pt x="269074" y="19866"/>
                </a:lnTo>
                <a:close/>
                <a:moveTo>
                  <a:pt x="269074" y="127660"/>
                </a:moveTo>
                <a:lnTo>
                  <a:pt x="269074" y="36750"/>
                </a:lnTo>
                <a:lnTo>
                  <a:pt x="284480" y="36750"/>
                </a:lnTo>
                <a:lnTo>
                  <a:pt x="284480" y="127660"/>
                </a:lnTo>
                <a:lnTo>
                  <a:pt x="269074" y="127660"/>
                </a:lnTo>
                <a:close/>
                <a:moveTo>
                  <a:pt x="305248" y="135201"/>
                </a:moveTo>
                <a:lnTo>
                  <a:pt x="320228" y="137430"/>
                </a:lnTo>
                <a:cubicBezTo>
                  <a:pt x="320854" y="142065"/>
                  <a:pt x="322608" y="145422"/>
                  <a:pt x="325439" y="147526"/>
                </a:cubicBezTo>
                <a:cubicBezTo>
                  <a:pt x="329272" y="150382"/>
                  <a:pt x="334507" y="151810"/>
                  <a:pt x="341121" y="151810"/>
                </a:cubicBezTo>
                <a:cubicBezTo>
                  <a:pt x="348260" y="151810"/>
                  <a:pt x="353771" y="150382"/>
                  <a:pt x="357654" y="147526"/>
                </a:cubicBezTo>
                <a:cubicBezTo>
                  <a:pt x="361537" y="144670"/>
                  <a:pt x="364143" y="140687"/>
                  <a:pt x="365520" y="135551"/>
                </a:cubicBezTo>
                <a:cubicBezTo>
                  <a:pt x="366322" y="132395"/>
                  <a:pt x="366698" y="125807"/>
                  <a:pt x="366648" y="115761"/>
                </a:cubicBezTo>
                <a:cubicBezTo>
                  <a:pt x="359909" y="123702"/>
                  <a:pt x="351517" y="127660"/>
                  <a:pt x="341471" y="127660"/>
                </a:cubicBezTo>
                <a:cubicBezTo>
                  <a:pt x="328971" y="127660"/>
                  <a:pt x="319276" y="123151"/>
                  <a:pt x="312437" y="114133"/>
                </a:cubicBezTo>
                <a:cubicBezTo>
                  <a:pt x="305598" y="105114"/>
                  <a:pt x="302166" y="94317"/>
                  <a:pt x="302166" y="81692"/>
                </a:cubicBezTo>
                <a:cubicBezTo>
                  <a:pt x="302166" y="73024"/>
                  <a:pt x="303719" y="65008"/>
                  <a:pt x="306876" y="57668"/>
                </a:cubicBezTo>
                <a:cubicBezTo>
                  <a:pt x="310007" y="50328"/>
                  <a:pt x="314567" y="44666"/>
                  <a:pt x="320529" y="40683"/>
                </a:cubicBezTo>
                <a:cubicBezTo>
                  <a:pt x="326491" y="36675"/>
                  <a:pt x="333505" y="34671"/>
                  <a:pt x="341547" y="34671"/>
                </a:cubicBezTo>
                <a:cubicBezTo>
                  <a:pt x="352268" y="34671"/>
                  <a:pt x="361136" y="39030"/>
                  <a:pt x="368101" y="47697"/>
                </a:cubicBezTo>
                <a:lnTo>
                  <a:pt x="368101" y="36750"/>
                </a:lnTo>
                <a:lnTo>
                  <a:pt x="382305" y="36750"/>
                </a:lnTo>
                <a:lnTo>
                  <a:pt x="382305" y="115335"/>
                </a:lnTo>
                <a:cubicBezTo>
                  <a:pt x="382305" y="129489"/>
                  <a:pt x="380852" y="139535"/>
                  <a:pt x="377971" y="145447"/>
                </a:cubicBezTo>
                <a:cubicBezTo>
                  <a:pt x="375090" y="151334"/>
                  <a:pt x="370531" y="156018"/>
                  <a:pt x="364293" y="159425"/>
                </a:cubicBezTo>
                <a:cubicBezTo>
                  <a:pt x="358030" y="162857"/>
                  <a:pt x="350339" y="164561"/>
                  <a:pt x="341196" y="164561"/>
                </a:cubicBezTo>
                <a:cubicBezTo>
                  <a:pt x="330349" y="164561"/>
                  <a:pt x="321606" y="162131"/>
                  <a:pt x="314917" y="157246"/>
                </a:cubicBezTo>
                <a:cubicBezTo>
                  <a:pt x="308229" y="152361"/>
                  <a:pt x="305022" y="145021"/>
                  <a:pt x="305248" y="135201"/>
                </a:cubicBezTo>
                <a:close/>
                <a:moveTo>
                  <a:pt x="317999" y="80564"/>
                </a:moveTo>
                <a:cubicBezTo>
                  <a:pt x="317999" y="92514"/>
                  <a:pt x="320378" y="101206"/>
                  <a:pt x="325113" y="106693"/>
                </a:cubicBezTo>
                <a:cubicBezTo>
                  <a:pt x="329848" y="112179"/>
                  <a:pt x="335785" y="114909"/>
                  <a:pt x="342924" y="114909"/>
                </a:cubicBezTo>
                <a:cubicBezTo>
                  <a:pt x="349989" y="114909"/>
                  <a:pt x="355926" y="112179"/>
                  <a:pt x="360736" y="106743"/>
                </a:cubicBezTo>
                <a:cubicBezTo>
                  <a:pt x="365520" y="101282"/>
                  <a:pt x="367925" y="92739"/>
                  <a:pt x="367925" y="81090"/>
                </a:cubicBezTo>
                <a:cubicBezTo>
                  <a:pt x="367925" y="69968"/>
                  <a:pt x="365445" y="61576"/>
                  <a:pt x="360510" y="55914"/>
                </a:cubicBezTo>
                <a:cubicBezTo>
                  <a:pt x="355575" y="50278"/>
                  <a:pt x="349613" y="47447"/>
                  <a:pt x="342649" y="47447"/>
                </a:cubicBezTo>
                <a:cubicBezTo>
                  <a:pt x="335810" y="47447"/>
                  <a:pt x="329998" y="50227"/>
                  <a:pt x="325188" y="55789"/>
                </a:cubicBezTo>
                <a:cubicBezTo>
                  <a:pt x="320403" y="61350"/>
                  <a:pt x="317999" y="69617"/>
                  <a:pt x="317999" y="80564"/>
                </a:cubicBezTo>
                <a:close/>
                <a:moveTo>
                  <a:pt x="404274" y="127660"/>
                </a:moveTo>
                <a:lnTo>
                  <a:pt x="404274" y="36750"/>
                </a:lnTo>
                <a:lnTo>
                  <a:pt x="418128" y="36750"/>
                </a:lnTo>
                <a:lnTo>
                  <a:pt x="418128" y="49676"/>
                </a:lnTo>
                <a:cubicBezTo>
                  <a:pt x="424816" y="39681"/>
                  <a:pt x="434461" y="34671"/>
                  <a:pt x="447087" y="34671"/>
                </a:cubicBezTo>
                <a:cubicBezTo>
                  <a:pt x="452548" y="34671"/>
                  <a:pt x="457583" y="35673"/>
                  <a:pt x="462193" y="37627"/>
                </a:cubicBezTo>
                <a:cubicBezTo>
                  <a:pt x="466777" y="39606"/>
                  <a:pt x="470234" y="42186"/>
                  <a:pt x="472514" y="45393"/>
                </a:cubicBezTo>
                <a:cubicBezTo>
                  <a:pt x="474793" y="48574"/>
                  <a:pt x="476397" y="52382"/>
                  <a:pt x="477298" y="56766"/>
                </a:cubicBezTo>
                <a:cubicBezTo>
                  <a:pt x="477875" y="59622"/>
                  <a:pt x="478150" y="64632"/>
                  <a:pt x="478150" y="71746"/>
                </a:cubicBezTo>
                <a:lnTo>
                  <a:pt x="478150" y="127660"/>
                </a:lnTo>
                <a:lnTo>
                  <a:pt x="462744" y="127660"/>
                </a:lnTo>
                <a:lnTo>
                  <a:pt x="462744" y="72348"/>
                </a:lnTo>
                <a:cubicBezTo>
                  <a:pt x="462744" y="66085"/>
                  <a:pt x="462142" y="61375"/>
                  <a:pt x="460940" y="58269"/>
                </a:cubicBezTo>
                <a:cubicBezTo>
                  <a:pt x="459738" y="55162"/>
                  <a:pt x="457633" y="52682"/>
                  <a:pt x="454577" y="50829"/>
                </a:cubicBezTo>
                <a:cubicBezTo>
                  <a:pt x="451521" y="48975"/>
                  <a:pt x="447939" y="48048"/>
                  <a:pt x="443830" y="48048"/>
                </a:cubicBezTo>
                <a:cubicBezTo>
                  <a:pt x="437267" y="48048"/>
                  <a:pt x="431605" y="50127"/>
                  <a:pt x="426820" y="54286"/>
                </a:cubicBezTo>
                <a:cubicBezTo>
                  <a:pt x="422061" y="58469"/>
                  <a:pt x="419681" y="66360"/>
                  <a:pt x="419681" y="78009"/>
                </a:cubicBezTo>
                <a:lnTo>
                  <a:pt x="419681" y="127660"/>
                </a:lnTo>
                <a:lnTo>
                  <a:pt x="404274" y="127660"/>
                </a:lnTo>
                <a:close/>
                <a:moveTo>
                  <a:pt x="559792" y="116463"/>
                </a:moveTo>
                <a:cubicBezTo>
                  <a:pt x="554080" y="121297"/>
                  <a:pt x="548594" y="124729"/>
                  <a:pt x="543308" y="126733"/>
                </a:cubicBezTo>
                <a:cubicBezTo>
                  <a:pt x="538047" y="128738"/>
                  <a:pt x="532361" y="129715"/>
                  <a:pt x="526323" y="129715"/>
                </a:cubicBezTo>
                <a:cubicBezTo>
                  <a:pt x="516328" y="129715"/>
                  <a:pt x="508662" y="127285"/>
                  <a:pt x="503276" y="122400"/>
                </a:cubicBezTo>
                <a:cubicBezTo>
                  <a:pt x="497915" y="117515"/>
                  <a:pt x="495235" y="111277"/>
                  <a:pt x="495235" y="103686"/>
                </a:cubicBezTo>
                <a:cubicBezTo>
                  <a:pt x="495235" y="99252"/>
                  <a:pt x="496262" y="95169"/>
                  <a:pt x="498266" y="91487"/>
                </a:cubicBezTo>
                <a:cubicBezTo>
                  <a:pt x="500295" y="87804"/>
                  <a:pt x="502951" y="84848"/>
                  <a:pt x="506232" y="82644"/>
                </a:cubicBezTo>
                <a:cubicBezTo>
                  <a:pt x="509514" y="80414"/>
                  <a:pt x="513222" y="78711"/>
                  <a:pt x="517330" y="77583"/>
                </a:cubicBezTo>
                <a:cubicBezTo>
                  <a:pt x="520361" y="76782"/>
                  <a:pt x="524921" y="76005"/>
                  <a:pt x="531033" y="75279"/>
                </a:cubicBezTo>
                <a:cubicBezTo>
                  <a:pt x="543483" y="73775"/>
                  <a:pt x="552627" y="72022"/>
                  <a:pt x="558514" y="69968"/>
                </a:cubicBezTo>
                <a:cubicBezTo>
                  <a:pt x="558564" y="67838"/>
                  <a:pt x="558589" y="66511"/>
                  <a:pt x="558589" y="65934"/>
                </a:cubicBezTo>
                <a:cubicBezTo>
                  <a:pt x="558589" y="59647"/>
                  <a:pt x="557136" y="55238"/>
                  <a:pt x="554230" y="52657"/>
                </a:cubicBezTo>
                <a:cubicBezTo>
                  <a:pt x="550297" y="49175"/>
                  <a:pt x="544435" y="47447"/>
                  <a:pt x="536669" y="47447"/>
                </a:cubicBezTo>
                <a:cubicBezTo>
                  <a:pt x="529430" y="47447"/>
                  <a:pt x="524069" y="48699"/>
                  <a:pt x="520637" y="51255"/>
                </a:cubicBezTo>
                <a:cubicBezTo>
                  <a:pt x="517180" y="53785"/>
                  <a:pt x="514625" y="58294"/>
                  <a:pt x="512971" y="64732"/>
                </a:cubicBezTo>
                <a:lnTo>
                  <a:pt x="497890" y="62678"/>
                </a:lnTo>
                <a:cubicBezTo>
                  <a:pt x="499268" y="56240"/>
                  <a:pt x="501523" y="51029"/>
                  <a:pt x="504654" y="47046"/>
                </a:cubicBezTo>
                <a:cubicBezTo>
                  <a:pt x="507786" y="43088"/>
                  <a:pt x="512345" y="40032"/>
                  <a:pt x="518282" y="37902"/>
                </a:cubicBezTo>
                <a:cubicBezTo>
                  <a:pt x="524219" y="35748"/>
                  <a:pt x="531083" y="34671"/>
                  <a:pt x="538899" y="34671"/>
                </a:cubicBezTo>
                <a:cubicBezTo>
                  <a:pt x="546665" y="34671"/>
                  <a:pt x="552978" y="35598"/>
                  <a:pt x="557838" y="37426"/>
                </a:cubicBezTo>
                <a:cubicBezTo>
                  <a:pt x="562672" y="39255"/>
                  <a:pt x="566255" y="41535"/>
                  <a:pt x="568534" y="44315"/>
                </a:cubicBezTo>
                <a:cubicBezTo>
                  <a:pt x="570814" y="47096"/>
                  <a:pt x="572417" y="50578"/>
                  <a:pt x="573319" y="54812"/>
                </a:cubicBezTo>
                <a:cubicBezTo>
                  <a:pt x="573845" y="57442"/>
                  <a:pt x="574096" y="62177"/>
                  <a:pt x="574096" y="69016"/>
                </a:cubicBezTo>
                <a:lnTo>
                  <a:pt x="574096" y="89558"/>
                </a:lnTo>
                <a:cubicBezTo>
                  <a:pt x="574096" y="103887"/>
                  <a:pt x="574421" y="112955"/>
                  <a:pt x="575073" y="116763"/>
                </a:cubicBezTo>
                <a:cubicBezTo>
                  <a:pt x="575749" y="120546"/>
                  <a:pt x="577027" y="124178"/>
                  <a:pt x="578981" y="127660"/>
                </a:cubicBezTo>
                <a:lnTo>
                  <a:pt x="562873" y="127660"/>
                </a:lnTo>
                <a:cubicBezTo>
                  <a:pt x="561295" y="124479"/>
                  <a:pt x="560268" y="120746"/>
                  <a:pt x="559792" y="116463"/>
                </a:cubicBezTo>
                <a:close/>
                <a:moveTo>
                  <a:pt x="558514" y="82042"/>
                </a:moveTo>
                <a:cubicBezTo>
                  <a:pt x="552928" y="84322"/>
                  <a:pt x="544536" y="86251"/>
                  <a:pt x="533338" y="87854"/>
                </a:cubicBezTo>
                <a:cubicBezTo>
                  <a:pt x="527000" y="88756"/>
                  <a:pt x="522516" y="89783"/>
                  <a:pt x="519910" y="90935"/>
                </a:cubicBezTo>
                <a:cubicBezTo>
                  <a:pt x="517280" y="92088"/>
                  <a:pt x="515251" y="93741"/>
                  <a:pt x="513823" y="95946"/>
                </a:cubicBezTo>
                <a:cubicBezTo>
                  <a:pt x="512395" y="98150"/>
                  <a:pt x="511668" y="100580"/>
                  <a:pt x="511668" y="103261"/>
                </a:cubicBezTo>
                <a:cubicBezTo>
                  <a:pt x="511668" y="107369"/>
                  <a:pt x="513222" y="110801"/>
                  <a:pt x="516353" y="113532"/>
                </a:cubicBezTo>
                <a:cubicBezTo>
                  <a:pt x="519459" y="116287"/>
                  <a:pt x="524019" y="117640"/>
                  <a:pt x="530006" y="117640"/>
                </a:cubicBezTo>
                <a:cubicBezTo>
                  <a:pt x="535943" y="117640"/>
                  <a:pt x="541229" y="116362"/>
                  <a:pt x="545838" y="113757"/>
                </a:cubicBezTo>
                <a:cubicBezTo>
                  <a:pt x="550473" y="111152"/>
                  <a:pt x="553855" y="107594"/>
                  <a:pt x="556034" y="103085"/>
                </a:cubicBezTo>
                <a:cubicBezTo>
                  <a:pt x="557687" y="99603"/>
                  <a:pt x="558514" y="94468"/>
                  <a:pt x="558514" y="87679"/>
                </a:cubicBezTo>
                <a:lnTo>
                  <a:pt x="558514" y="82042"/>
                </a:lnTo>
                <a:close/>
                <a:moveTo>
                  <a:pt x="633317" y="113882"/>
                </a:moveTo>
                <a:lnTo>
                  <a:pt x="635546" y="127510"/>
                </a:lnTo>
                <a:cubicBezTo>
                  <a:pt x="631212" y="128412"/>
                  <a:pt x="627329" y="128863"/>
                  <a:pt x="623897" y="128863"/>
                </a:cubicBezTo>
                <a:cubicBezTo>
                  <a:pt x="618311" y="128863"/>
                  <a:pt x="613952" y="127986"/>
                  <a:pt x="610871" y="126207"/>
                </a:cubicBezTo>
                <a:cubicBezTo>
                  <a:pt x="607790" y="124454"/>
                  <a:pt x="605635" y="122124"/>
                  <a:pt x="604383" y="119243"/>
                </a:cubicBezTo>
                <a:cubicBezTo>
                  <a:pt x="603105" y="116362"/>
                  <a:pt x="602479" y="110300"/>
                  <a:pt x="602479" y="101031"/>
                </a:cubicBezTo>
                <a:lnTo>
                  <a:pt x="602479" y="48724"/>
                </a:lnTo>
                <a:lnTo>
                  <a:pt x="591181" y="48724"/>
                </a:lnTo>
                <a:lnTo>
                  <a:pt x="591181" y="36750"/>
                </a:lnTo>
                <a:lnTo>
                  <a:pt x="602479" y="36750"/>
                </a:lnTo>
                <a:lnTo>
                  <a:pt x="602479" y="14229"/>
                </a:lnTo>
                <a:lnTo>
                  <a:pt x="617810" y="4960"/>
                </a:lnTo>
                <a:lnTo>
                  <a:pt x="617810" y="36750"/>
                </a:lnTo>
                <a:lnTo>
                  <a:pt x="633317" y="36750"/>
                </a:lnTo>
                <a:lnTo>
                  <a:pt x="633317" y="48724"/>
                </a:lnTo>
                <a:lnTo>
                  <a:pt x="617810" y="48724"/>
                </a:lnTo>
                <a:lnTo>
                  <a:pt x="617810" y="101908"/>
                </a:lnTo>
                <a:cubicBezTo>
                  <a:pt x="617810" y="106292"/>
                  <a:pt x="618085" y="109123"/>
                  <a:pt x="618637" y="110375"/>
                </a:cubicBezTo>
                <a:cubicBezTo>
                  <a:pt x="619163" y="111628"/>
                  <a:pt x="620065" y="112630"/>
                  <a:pt x="621292" y="113381"/>
                </a:cubicBezTo>
                <a:cubicBezTo>
                  <a:pt x="622520" y="114108"/>
                  <a:pt x="624273" y="114483"/>
                  <a:pt x="626553" y="114483"/>
                </a:cubicBezTo>
                <a:cubicBezTo>
                  <a:pt x="628256" y="114483"/>
                  <a:pt x="630511" y="114283"/>
                  <a:pt x="633317" y="113882"/>
                </a:cubicBezTo>
                <a:close/>
                <a:moveTo>
                  <a:pt x="707368" y="127660"/>
                </a:moveTo>
                <a:lnTo>
                  <a:pt x="707368" y="114308"/>
                </a:lnTo>
                <a:cubicBezTo>
                  <a:pt x="700278" y="124579"/>
                  <a:pt x="690658" y="129715"/>
                  <a:pt x="678509" y="129715"/>
                </a:cubicBezTo>
                <a:cubicBezTo>
                  <a:pt x="673123" y="129715"/>
                  <a:pt x="668138" y="128687"/>
                  <a:pt x="663478" y="126633"/>
                </a:cubicBezTo>
                <a:cubicBezTo>
                  <a:pt x="658819" y="124579"/>
                  <a:pt x="655362" y="121999"/>
                  <a:pt x="653107" y="118892"/>
                </a:cubicBezTo>
                <a:cubicBezTo>
                  <a:pt x="650852" y="115786"/>
                  <a:pt x="649274" y="111978"/>
                  <a:pt x="648372" y="107469"/>
                </a:cubicBezTo>
                <a:cubicBezTo>
                  <a:pt x="647746" y="104438"/>
                  <a:pt x="647420" y="99653"/>
                  <a:pt x="647420" y="93090"/>
                </a:cubicBezTo>
                <a:lnTo>
                  <a:pt x="647420" y="36750"/>
                </a:lnTo>
                <a:lnTo>
                  <a:pt x="662827" y="36750"/>
                </a:lnTo>
                <a:lnTo>
                  <a:pt x="662827" y="87178"/>
                </a:lnTo>
                <a:cubicBezTo>
                  <a:pt x="662827" y="95219"/>
                  <a:pt x="663152" y="100630"/>
                  <a:pt x="663779" y="103436"/>
                </a:cubicBezTo>
                <a:cubicBezTo>
                  <a:pt x="664756" y="107494"/>
                  <a:pt x="666810" y="110676"/>
                  <a:pt x="669941" y="112980"/>
                </a:cubicBezTo>
                <a:cubicBezTo>
                  <a:pt x="673073" y="115285"/>
                  <a:pt x="676956" y="116463"/>
                  <a:pt x="681590" y="116463"/>
                </a:cubicBezTo>
                <a:cubicBezTo>
                  <a:pt x="686199" y="116463"/>
                  <a:pt x="690533" y="115260"/>
                  <a:pt x="694592" y="112905"/>
                </a:cubicBezTo>
                <a:cubicBezTo>
                  <a:pt x="698650" y="110525"/>
                  <a:pt x="701531" y="107294"/>
                  <a:pt x="703209" y="103236"/>
                </a:cubicBezTo>
                <a:cubicBezTo>
                  <a:pt x="704888" y="99152"/>
                  <a:pt x="705739" y="93215"/>
                  <a:pt x="705739" y="85449"/>
                </a:cubicBezTo>
                <a:lnTo>
                  <a:pt x="705739" y="36750"/>
                </a:lnTo>
                <a:lnTo>
                  <a:pt x="721146" y="36750"/>
                </a:lnTo>
                <a:lnTo>
                  <a:pt x="721146" y="127660"/>
                </a:lnTo>
                <a:lnTo>
                  <a:pt x="707368" y="127660"/>
                </a:lnTo>
                <a:close/>
                <a:moveTo>
                  <a:pt x="743792" y="127660"/>
                </a:moveTo>
                <a:lnTo>
                  <a:pt x="743792" y="36750"/>
                </a:lnTo>
                <a:lnTo>
                  <a:pt x="757670" y="36750"/>
                </a:lnTo>
                <a:lnTo>
                  <a:pt x="757670" y="50528"/>
                </a:lnTo>
                <a:cubicBezTo>
                  <a:pt x="761202" y="44065"/>
                  <a:pt x="764459" y="39831"/>
                  <a:pt x="767465" y="37777"/>
                </a:cubicBezTo>
                <a:cubicBezTo>
                  <a:pt x="770446" y="35698"/>
                  <a:pt x="773753" y="34671"/>
                  <a:pt x="777360" y="34671"/>
                </a:cubicBezTo>
                <a:cubicBezTo>
                  <a:pt x="782546" y="34671"/>
                  <a:pt x="787832" y="36349"/>
                  <a:pt x="793193" y="39656"/>
                </a:cubicBezTo>
                <a:lnTo>
                  <a:pt x="787882" y="53960"/>
                </a:lnTo>
                <a:cubicBezTo>
                  <a:pt x="784124" y="51730"/>
                  <a:pt x="780341" y="50603"/>
                  <a:pt x="776584" y="50603"/>
                </a:cubicBezTo>
                <a:cubicBezTo>
                  <a:pt x="773202" y="50603"/>
                  <a:pt x="770196" y="51630"/>
                  <a:pt x="767515" y="53659"/>
                </a:cubicBezTo>
                <a:cubicBezTo>
                  <a:pt x="764810" y="55664"/>
                  <a:pt x="762906" y="58494"/>
                  <a:pt x="761779" y="62077"/>
                </a:cubicBezTo>
                <a:cubicBezTo>
                  <a:pt x="760050" y="67563"/>
                  <a:pt x="759198" y="73550"/>
                  <a:pt x="759198" y="80063"/>
                </a:cubicBezTo>
                <a:lnTo>
                  <a:pt x="759198" y="127660"/>
                </a:lnTo>
                <a:lnTo>
                  <a:pt x="743792" y="127660"/>
                </a:lnTo>
                <a:close/>
                <a:moveTo>
                  <a:pt x="866317" y="98376"/>
                </a:moveTo>
                <a:lnTo>
                  <a:pt x="882249" y="100355"/>
                </a:lnTo>
                <a:cubicBezTo>
                  <a:pt x="879744" y="109649"/>
                  <a:pt x="875085" y="116888"/>
                  <a:pt x="868296" y="122024"/>
                </a:cubicBezTo>
                <a:cubicBezTo>
                  <a:pt x="861507" y="127159"/>
                  <a:pt x="852839" y="129715"/>
                  <a:pt x="842268" y="129715"/>
                </a:cubicBezTo>
                <a:cubicBezTo>
                  <a:pt x="828966" y="129715"/>
                  <a:pt x="818419" y="125631"/>
                  <a:pt x="810628" y="117440"/>
                </a:cubicBezTo>
                <a:cubicBezTo>
                  <a:pt x="802837" y="109248"/>
                  <a:pt x="798954" y="97749"/>
                  <a:pt x="798954" y="82969"/>
                </a:cubicBezTo>
                <a:cubicBezTo>
                  <a:pt x="798954" y="67688"/>
                  <a:pt x="802887" y="55814"/>
                  <a:pt x="810753" y="47347"/>
                </a:cubicBezTo>
                <a:cubicBezTo>
                  <a:pt x="818645" y="38904"/>
                  <a:pt x="828865" y="34671"/>
                  <a:pt x="841416" y="34671"/>
                </a:cubicBezTo>
                <a:cubicBezTo>
                  <a:pt x="853566" y="34671"/>
                  <a:pt x="863511" y="38829"/>
                  <a:pt x="871202" y="47096"/>
                </a:cubicBezTo>
                <a:cubicBezTo>
                  <a:pt x="878917" y="55363"/>
                  <a:pt x="882775" y="67012"/>
                  <a:pt x="882775" y="82042"/>
                </a:cubicBezTo>
                <a:cubicBezTo>
                  <a:pt x="882775" y="82944"/>
                  <a:pt x="882750" y="84322"/>
                  <a:pt x="882675" y="86151"/>
                </a:cubicBezTo>
                <a:lnTo>
                  <a:pt x="814862" y="86151"/>
                </a:lnTo>
                <a:cubicBezTo>
                  <a:pt x="815438" y="96121"/>
                  <a:pt x="818269" y="103787"/>
                  <a:pt x="823354" y="109097"/>
                </a:cubicBezTo>
                <a:cubicBezTo>
                  <a:pt x="828414" y="114408"/>
                  <a:pt x="834752" y="117064"/>
                  <a:pt x="842343" y="117064"/>
                </a:cubicBezTo>
                <a:cubicBezTo>
                  <a:pt x="848004" y="117064"/>
                  <a:pt x="852839" y="115561"/>
                  <a:pt x="856822" y="112605"/>
                </a:cubicBezTo>
                <a:cubicBezTo>
                  <a:pt x="860831" y="109624"/>
                  <a:pt x="863987" y="104889"/>
                  <a:pt x="866317" y="98376"/>
                </a:cubicBezTo>
                <a:close/>
                <a:moveTo>
                  <a:pt x="815714" y="73475"/>
                </a:moveTo>
                <a:lnTo>
                  <a:pt x="866492" y="73475"/>
                </a:lnTo>
                <a:cubicBezTo>
                  <a:pt x="865816" y="65809"/>
                  <a:pt x="863887" y="60073"/>
                  <a:pt x="860680" y="56265"/>
                </a:cubicBezTo>
                <a:cubicBezTo>
                  <a:pt x="855770" y="50328"/>
                  <a:pt x="849407" y="47347"/>
                  <a:pt x="841591" y="47347"/>
                </a:cubicBezTo>
                <a:cubicBezTo>
                  <a:pt x="834502" y="47347"/>
                  <a:pt x="828565" y="49726"/>
                  <a:pt x="823730" y="54461"/>
                </a:cubicBezTo>
                <a:cubicBezTo>
                  <a:pt x="818920" y="59196"/>
                  <a:pt x="816240" y="65534"/>
                  <a:pt x="815714" y="734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39EA4-2058-49B7-973C-342BA67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3340670"/>
            <a:ext cx="2130244" cy="413468"/>
          </a:xfrm>
          <a:custGeom xmlns:a="http://schemas.openxmlformats.org/drawingml/2006/main">
            <a:pathLst>
              <a:path w="2130244" h="413468">
                <a:moveTo>
                  <a:pt x="0" y="206747"/>
                </a:moveTo>
                <a:lnTo>
                  <a:pt x="248532" y="0"/>
                </a:lnTo>
                <a:lnTo>
                  <a:pt x="248532" y="103361"/>
                </a:lnTo>
                <a:lnTo>
                  <a:pt x="2130244" y="103361"/>
                </a:lnTo>
                <a:lnTo>
                  <a:pt x="2130244" y="310107"/>
                </a:lnTo>
                <a:lnTo>
                  <a:pt x="248532" y="310107"/>
                </a:lnTo>
                <a:lnTo>
                  <a:pt x="248532" y="413468"/>
                </a:lnTo>
                <a:lnTo>
                  <a:pt x="0" y="206747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0D297-1D9E-4593-937D-499F6AF3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6" y="3340670"/>
            <a:ext cx="2130244" cy="413468"/>
          </a:xfrm>
          <a:custGeom xmlns:a="http://schemas.openxmlformats.org/drawingml/2006/main">
            <a:pathLst>
              <a:path w="2130244" h="413468" fill="none">
                <a:moveTo>
                  <a:pt x="0" y="206747"/>
                </a:moveTo>
                <a:lnTo>
                  <a:pt x="248532" y="0"/>
                </a:lnTo>
                <a:lnTo>
                  <a:pt x="248532" y="103361"/>
                </a:lnTo>
                <a:lnTo>
                  <a:pt x="2130244" y="103361"/>
                </a:lnTo>
                <a:lnTo>
                  <a:pt x="2130244" y="310107"/>
                </a:lnTo>
                <a:lnTo>
                  <a:pt x="248532" y="310107"/>
                </a:lnTo>
                <a:lnTo>
                  <a:pt x="248532" y="413468"/>
                </a:lnTo>
                <a:lnTo>
                  <a:pt x="0" y="206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47" name="Text 10.Loginsuccessful">
            <a:extLst xmlns:a="http://schemas.openxmlformats.org/drawingml/2006/main">
              <a:ext uri="{FF2B5EF4-FFF2-40B4-BE49-F238E27FC236}">
                <a16:creationId xmlns:a16="http://schemas.microsoft.com/office/drawing/2014/main" id="{E8828F26-D744-45D6-943E-9B22D6D9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73" y="3473910"/>
            <a:ext cx="1507953" cy="166208"/>
          </a:xfrm>
          <a:custGeom xmlns:a="http://schemas.openxmlformats.org/drawingml/2006/main">
            <a:pathLst>
              <a:path w="1507953" h="166208">
                <a:moveTo>
                  <a:pt x="27468" y="37965"/>
                </a:moveTo>
                <a:lnTo>
                  <a:pt x="27468" y="128067"/>
                </a:lnTo>
                <a:lnTo>
                  <a:pt x="42866" y="128067"/>
                </a:lnTo>
                <a:lnTo>
                  <a:pt x="42866" y="1575"/>
                </a:lnTo>
                <a:lnTo>
                  <a:pt x="32716" y="1575"/>
                </a:lnTo>
                <a:cubicBezTo>
                  <a:pt x="27294" y="20994"/>
                  <a:pt x="23794" y="23618"/>
                  <a:pt x="0" y="26768"/>
                </a:cubicBezTo>
                <a:lnTo>
                  <a:pt x="0" y="37965"/>
                </a:lnTo>
                <a:lnTo>
                  <a:pt x="27468" y="37965"/>
                </a:lnTo>
                <a:close/>
                <a:moveTo>
                  <a:pt x="126495" y="1575"/>
                </a:moveTo>
                <a:cubicBezTo>
                  <a:pt x="114948" y="1575"/>
                  <a:pt x="104449" y="6824"/>
                  <a:pt x="97978" y="15396"/>
                </a:cubicBezTo>
                <a:cubicBezTo>
                  <a:pt x="89929" y="26595"/>
                  <a:pt x="85906" y="43389"/>
                  <a:pt x="85906" y="66834"/>
                </a:cubicBezTo>
                <a:cubicBezTo>
                  <a:pt x="85906" y="109524"/>
                  <a:pt x="99900" y="132093"/>
                  <a:pt x="126495" y="132093"/>
                </a:cubicBezTo>
                <a:cubicBezTo>
                  <a:pt x="152737" y="132093"/>
                  <a:pt x="167084" y="109524"/>
                  <a:pt x="167084" y="67883"/>
                </a:cubicBezTo>
                <a:cubicBezTo>
                  <a:pt x="167084" y="43389"/>
                  <a:pt x="163237" y="26945"/>
                  <a:pt x="155012" y="15396"/>
                </a:cubicBezTo>
                <a:cubicBezTo>
                  <a:pt x="148538" y="6647"/>
                  <a:pt x="138217" y="1575"/>
                  <a:pt x="126495" y="1575"/>
                </a:cubicBezTo>
                <a:moveTo>
                  <a:pt x="126495" y="15222"/>
                </a:moveTo>
                <a:cubicBezTo>
                  <a:pt x="143116" y="15222"/>
                  <a:pt x="151338" y="32193"/>
                  <a:pt x="151338" y="66484"/>
                </a:cubicBezTo>
                <a:cubicBezTo>
                  <a:pt x="151338" y="102524"/>
                  <a:pt x="143289" y="119322"/>
                  <a:pt x="126145" y="119322"/>
                </a:cubicBezTo>
                <a:cubicBezTo>
                  <a:pt x="109873" y="119322"/>
                  <a:pt x="101651" y="101825"/>
                  <a:pt x="101651" y="67008"/>
                </a:cubicBezTo>
                <a:cubicBezTo>
                  <a:pt x="101651" y="32193"/>
                  <a:pt x="109873" y="15222"/>
                  <a:pt x="126495" y="15222"/>
                </a:cubicBezTo>
                <a:close/>
                <a:moveTo>
                  <a:pt x="210824" y="109874"/>
                </a:moveTo>
                <a:lnTo>
                  <a:pt x="192628" y="109874"/>
                </a:lnTo>
                <a:lnTo>
                  <a:pt x="192628" y="128067"/>
                </a:lnTo>
                <a:lnTo>
                  <a:pt x="210824" y="128067"/>
                </a:lnTo>
                <a:lnTo>
                  <a:pt x="210824" y="109874"/>
                </a:lnTo>
                <a:close/>
                <a:moveTo>
                  <a:pt x="255787" y="526"/>
                </a:moveTo>
                <a:lnTo>
                  <a:pt x="239515" y="526"/>
                </a:lnTo>
                <a:lnTo>
                  <a:pt x="239515" y="128067"/>
                </a:lnTo>
                <a:lnTo>
                  <a:pt x="318771" y="128067"/>
                </a:lnTo>
                <a:lnTo>
                  <a:pt x="318771" y="113724"/>
                </a:lnTo>
                <a:lnTo>
                  <a:pt x="255787" y="113724"/>
                </a:lnTo>
                <a:lnTo>
                  <a:pt x="255787" y="526"/>
                </a:lnTo>
                <a:close/>
                <a:moveTo>
                  <a:pt x="372133" y="33768"/>
                </a:moveTo>
                <a:cubicBezTo>
                  <a:pt x="346240" y="33768"/>
                  <a:pt x="330844" y="52138"/>
                  <a:pt x="330844" y="82929"/>
                </a:cubicBezTo>
                <a:cubicBezTo>
                  <a:pt x="330844" y="113897"/>
                  <a:pt x="346240" y="132093"/>
                  <a:pt x="372309" y="132093"/>
                </a:cubicBezTo>
                <a:cubicBezTo>
                  <a:pt x="398202" y="132093"/>
                  <a:pt x="413774" y="113724"/>
                  <a:pt x="413774" y="83629"/>
                </a:cubicBezTo>
                <a:cubicBezTo>
                  <a:pt x="413774" y="51788"/>
                  <a:pt x="398728" y="33768"/>
                  <a:pt x="372133" y="33768"/>
                </a:cubicBezTo>
                <a:moveTo>
                  <a:pt x="372309" y="47239"/>
                </a:moveTo>
                <a:cubicBezTo>
                  <a:pt x="388754" y="47239"/>
                  <a:pt x="398552" y="60710"/>
                  <a:pt x="398552" y="83455"/>
                </a:cubicBezTo>
                <a:cubicBezTo>
                  <a:pt x="398552" y="105149"/>
                  <a:pt x="388404" y="118622"/>
                  <a:pt x="372309" y="118622"/>
                </a:cubicBezTo>
                <a:cubicBezTo>
                  <a:pt x="356038" y="118622"/>
                  <a:pt x="346064" y="105149"/>
                  <a:pt x="346064" y="82929"/>
                </a:cubicBezTo>
                <a:cubicBezTo>
                  <a:pt x="346064" y="60710"/>
                  <a:pt x="356038" y="47239"/>
                  <a:pt x="372309" y="47239"/>
                </a:cubicBezTo>
                <a:close/>
                <a:moveTo>
                  <a:pt x="491454" y="36392"/>
                </a:moveTo>
                <a:lnTo>
                  <a:pt x="491454" y="49687"/>
                </a:lnTo>
                <a:cubicBezTo>
                  <a:pt x="484107" y="38667"/>
                  <a:pt x="476059" y="33768"/>
                  <a:pt x="464512" y="33768"/>
                </a:cubicBezTo>
                <a:cubicBezTo>
                  <a:pt x="442290" y="33768"/>
                  <a:pt x="426895" y="54412"/>
                  <a:pt x="426895" y="83805"/>
                </a:cubicBezTo>
                <a:cubicBezTo>
                  <a:pt x="426895" y="99201"/>
                  <a:pt x="430571" y="110397"/>
                  <a:pt x="438443" y="119671"/>
                </a:cubicBezTo>
                <a:cubicBezTo>
                  <a:pt x="445267" y="127718"/>
                  <a:pt x="454013" y="132093"/>
                  <a:pt x="463461" y="132093"/>
                </a:cubicBezTo>
                <a:cubicBezTo>
                  <a:pt x="474483" y="132093"/>
                  <a:pt x="482356" y="127194"/>
                  <a:pt x="490055" y="115646"/>
                </a:cubicBezTo>
                <a:lnTo>
                  <a:pt x="490055" y="120371"/>
                </a:lnTo>
                <a:cubicBezTo>
                  <a:pt x="490055" y="144865"/>
                  <a:pt x="483232" y="153963"/>
                  <a:pt x="465036" y="153963"/>
                </a:cubicBezTo>
                <a:cubicBezTo>
                  <a:pt x="452614" y="153963"/>
                  <a:pt x="446140" y="149064"/>
                  <a:pt x="444741" y="138567"/>
                </a:cubicBezTo>
                <a:lnTo>
                  <a:pt x="429869" y="138567"/>
                </a:lnTo>
                <a:cubicBezTo>
                  <a:pt x="431270" y="155538"/>
                  <a:pt x="444741" y="166208"/>
                  <a:pt x="464686" y="166208"/>
                </a:cubicBezTo>
                <a:cubicBezTo>
                  <a:pt x="478157" y="166208"/>
                  <a:pt x="489356" y="161836"/>
                  <a:pt x="495304" y="154486"/>
                </a:cubicBezTo>
                <a:cubicBezTo>
                  <a:pt x="502301" y="145914"/>
                  <a:pt x="504925" y="134541"/>
                  <a:pt x="504925" y="113021"/>
                </a:cubicBezTo>
                <a:lnTo>
                  <a:pt x="504925" y="36392"/>
                </a:lnTo>
                <a:lnTo>
                  <a:pt x="491454" y="36392"/>
                </a:lnTo>
                <a:moveTo>
                  <a:pt x="465911" y="47239"/>
                </a:moveTo>
                <a:cubicBezTo>
                  <a:pt x="481307" y="47239"/>
                  <a:pt x="490055" y="60184"/>
                  <a:pt x="490055" y="83455"/>
                </a:cubicBezTo>
                <a:cubicBezTo>
                  <a:pt x="490055" y="105675"/>
                  <a:pt x="481131" y="118622"/>
                  <a:pt x="465911" y="118622"/>
                </a:cubicBezTo>
                <a:cubicBezTo>
                  <a:pt x="450865" y="118622"/>
                  <a:pt x="442117" y="105498"/>
                  <a:pt x="442117" y="82929"/>
                </a:cubicBezTo>
                <a:cubicBezTo>
                  <a:pt x="442117" y="60537"/>
                  <a:pt x="450865" y="47239"/>
                  <a:pt x="465911" y="47239"/>
                </a:cubicBezTo>
                <a:close/>
                <a:moveTo>
                  <a:pt x="543242" y="36392"/>
                </a:moveTo>
                <a:lnTo>
                  <a:pt x="528719" y="36392"/>
                </a:lnTo>
                <a:lnTo>
                  <a:pt x="528719" y="128067"/>
                </a:lnTo>
                <a:lnTo>
                  <a:pt x="543242" y="128067"/>
                </a:lnTo>
                <a:lnTo>
                  <a:pt x="543242" y="36392"/>
                </a:lnTo>
                <a:moveTo>
                  <a:pt x="543242" y="526"/>
                </a:moveTo>
                <a:lnTo>
                  <a:pt x="528545" y="526"/>
                </a:lnTo>
                <a:lnTo>
                  <a:pt x="528545" y="18896"/>
                </a:lnTo>
                <a:lnTo>
                  <a:pt x="543242" y="18896"/>
                </a:lnTo>
                <a:lnTo>
                  <a:pt x="543242" y="526"/>
                </a:lnTo>
                <a:close/>
                <a:moveTo>
                  <a:pt x="568085" y="36392"/>
                </a:moveTo>
                <a:lnTo>
                  <a:pt x="568085" y="128067"/>
                </a:lnTo>
                <a:lnTo>
                  <a:pt x="582782" y="128067"/>
                </a:lnTo>
                <a:lnTo>
                  <a:pt x="582782" y="77507"/>
                </a:lnTo>
                <a:cubicBezTo>
                  <a:pt x="582782" y="58785"/>
                  <a:pt x="592579" y="46540"/>
                  <a:pt x="607625" y="46540"/>
                </a:cubicBezTo>
                <a:cubicBezTo>
                  <a:pt x="619174" y="46540"/>
                  <a:pt x="626521" y="53537"/>
                  <a:pt x="626521" y="64560"/>
                </a:cubicBezTo>
                <a:lnTo>
                  <a:pt x="626521" y="128067"/>
                </a:lnTo>
                <a:lnTo>
                  <a:pt x="641044" y="128067"/>
                </a:lnTo>
                <a:lnTo>
                  <a:pt x="641044" y="58785"/>
                </a:lnTo>
                <a:cubicBezTo>
                  <a:pt x="641044" y="43566"/>
                  <a:pt x="629671" y="33768"/>
                  <a:pt x="612001" y="33768"/>
                </a:cubicBezTo>
                <a:cubicBezTo>
                  <a:pt x="598354" y="33768"/>
                  <a:pt x="589605" y="39017"/>
                  <a:pt x="581556" y="51788"/>
                </a:cubicBezTo>
                <a:lnTo>
                  <a:pt x="581556" y="36392"/>
                </a:lnTo>
                <a:lnTo>
                  <a:pt x="568085" y="36392"/>
                </a:lnTo>
                <a:close/>
                <a:moveTo>
                  <a:pt x="779782" y="61935"/>
                </a:moveTo>
                <a:cubicBezTo>
                  <a:pt x="779609" y="43915"/>
                  <a:pt x="767710" y="33768"/>
                  <a:pt x="746540" y="33768"/>
                </a:cubicBezTo>
                <a:cubicBezTo>
                  <a:pt x="725196" y="33768"/>
                  <a:pt x="711376" y="44788"/>
                  <a:pt x="711376" y="61759"/>
                </a:cubicBezTo>
                <a:cubicBezTo>
                  <a:pt x="711376" y="76106"/>
                  <a:pt x="718722" y="82929"/>
                  <a:pt x="740419" y="88178"/>
                </a:cubicBezTo>
                <a:lnTo>
                  <a:pt x="754066" y="91502"/>
                </a:lnTo>
                <a:cubicBezTo>
                  <a:pt x="764213" y="93952"/>
                  <a:pt x="768236" y="97626"/>
                  <a:pt x="768236" y="104100"/>
                </a:cubicBezTo>
                <a:cubicBezTo>
                  <a:pt x="768236" y="112848"/>
                  <a:pt x="759664" y="118622"/>
                  <a:pt x="746892" y="118622"/>
                </a:cubicBezTo>
                <a:cubicBezTo>
                  <a:pt x="739017" y="118622"/>
                  <a:pt x="732370" y="116348"/>
                  <a:pt x="728696" y="112498"/>
                </a:cubicBezTo>
                <a:cubicBezTo>
                  <a:pt x="726422" y="109874"/>
                  <a:pt x="725372" y="107250"/>
                  <a:pt x="724497" y="100776"/>
                </a:cubicBezTo>
                <a:lnTo>
                  <a:pt x="709101" y="100776"/>
                </a:lnTo>
                <a:cubicBezTo>
                  <a:pt x="709801" y="121946"/>
                  <a:pt x="721696" y="132093"/>
                  <a:pt x="745667" y="132093"/>
                </a:cubicBezTo>
                <a:cubicBezTo>
                  <a:pt x="768762" y="132093"/>
                  <a:pt x="783458" y="120721"/>
                  <a:pt x="783458" y="103050"/>
                </a:cubicBezTo>
                <a:cubicBezTo>
                  <a:pt x="783458" y="89403"/>
                  <a:pt x="775759" y="81880"/>
                  <a:pt x="757563" y="77507"/>
                </a:cubicBezTo>
                <a:lnTo>
                  <a:pt x="743566" y="74181"/>
                </a:lnTo>
                <a:cubicBezTo>
                  <a:pt x="731670" y="71383"/>
                  <a:pt x="726595" y="67534"/>
                  <a:pt x="726595" y="61060"/>
                </a:cubicBezTo>
                <a:cubicBezTo>
                  <a:pt x="726595" y="52488"/>
                  <a:pt x="734118" y="47239"/>
                  <a:pt x="746017" y="47239"/>
                </a:cubicBezTo>
                <a:cubicBezTo>
                  <a:pt x="757739" y="47239"/>
                  <a:pt x="764037" y="52311"/>
                  <a:pt x="764386" y="61935"/>
                </a:cubicBezTo>
                <a:lnTo>
                  <a:pt x="779782" y="61935"/>
                </a:lnTo>
                <a:close/>
                <a:moveTo>
                  <a:pt x="874960" y="128067"/>
                </a:moveTo>
                <a:lnTo>
                  <a:pt x="874960" y="36392"/>
                </a:lnTo>
                <a:lnTo>
                  <a:pt x="860437" y="36392"/>
                </a:lnTo>
                <a:lnTo>
                  <a:pt x="860437" y="88354"/>
                </a:lnTo>
                <a:cubicBezTo>
                  <a:pt x="860437" y="107073"/>
                  <a:pt x="850639" y="119322"/>
                  <a:pt x="835420" y="119322"/>
                </a:cubicBezTo>
                <a:cubicBezTo>
                  <a:pt x="823871" y="119322"/>
                  <a:pt x="816524" y="112322"/>
                  <a:pt x="816524" y="101299"/>
                </a:cubicBezTo>
                <a:lnTo>
                  <a:pt x="816524" y="36392"/>
                </a:lnTo>
                <a:lnTo>
                  <a:pt x="802001" y="36392"/>
                </a:lnTo>
                <a:lnTo>
                  <a:pt x="802001" y="107073"/>
                </a:lnTo>
                <a:cubicBezTo>
                  <a:pt x="802001" y="122296"/>
                  <a:pt x="813374" y="132093"/>
                  <a:pt x="831221" y="132093"/>
                </a:cubicBezTo>
                <a:cubicBezTo>
                  <a:pt x="844692" y="132093"/>
                  <a:pt x="853264" y="127368"/>
                  <a:pt x="861839" y="115296"/>
                </a:cubicBezTo>
                <a:lnTo>
                  <a:pt x="861839" y="128067"/>
                </a:lnTo>
                <a:lnTo>
                  <a:pt x="874960" y="128067"/>
                </a:lnTo>
                <a:close/>
                <a:moveTo>
                  <a:pt x="971710" y="67184"/>
                </a:moveTo>
                <a:cubicBezTo>
                  <a:pt x="971011" y="58262"/>
                  <a:pt x="969086" y="52488"/>
                  <a:pt x="965586" y="47413"/>
                </a:cubicBezTo>
                <a:cubicBezTo>
                  <a:pt x="959289" y="38840"/>
                  <a:pt x="948266" y="33768"/>
                  <a:pt x="935494" y="33768"/>
                </a:cubicBezTo>
                <a:cubicBezTo>
                  <a:pt x="910651" y="33768"/>
                  <a:pt x="894729" y="53363"/>
                  <a:pt x="894729" y="83805"/>
                </a:cubicBezTo>
                <a:cubicBezTo>
                  <a:pt x="894729" y="113371"/>
                  <a:pt x="910474" y="132093"/>
                  <a:pt x="935321" y="132093"/>
                </a:cubicBezTo>
                <a:cubicBezTo>
                  <a:pt x="957190" y="132093"/>
                  <a:pt x="971011" y="118972"/>
                  <a:pt x="972760" y="96576"/>
                </a:cubicBezTo>
                <a:lnTo>
                  <a:pt x="958063" y="96576"/>
                </a:lnTo>
                <a:cubicBezTo>
                  <a:pt x="955615" y="111273"/>
                  <a:pt x="948092" y="118622"/>
                  <a:pt x="935670" y="118622"/>
                </a:cubicBezTo>
                <a:cubicBezTo>
                  <a:pt x="919573" y="118622"/>
                  <a:pt x="909951" y="105498"/>
                  <a:pt x="909951" y="83805"/>
                </a:cubicBezTo>
                <a:cubicBezTo>
                  <a:pt x="909951" y="60886"/>
                  <a:pt x="919399" y="47239"/>
                  <a:pt x="935321" y="47239"/>
                </a:cubicBezTo>
                <a:cubicBezTo>
                  <a:pt x="947566" y="47239"/>
                  <a:pt x="955266" y="54412"/>
                  <a:pt x="957014" y="67184"/>
                </a:cubicBezTo>
                <a:lnTo>
                  <a:pt x="971710" y="67184"/>
                </a:lnTo>
                <a:close/>
                <a:moveTo>
                  <a:pt x="1059189" y="67184"/>
                </a:moveTo>
                <a:cubicBezTo>
                  <a:pt x="1058489" y="58262"/>
                  <a:pt x="1056565" y="52488"/>
                  <a:pt x="1053065" y="47413"/>
                </a:cubicBezTo>
                <a:cubicBezTo>
                  <a:pt x="1046767" y="38840"/>
                  <a:pt x="1035744" y="33768"/>
                  <a:pt x="1022973" y="33768"/>
                </a:cubicBezTo>
                <a:cubicBezTo>
                  <a:pt x="998129" y="33768"/>
                  <a:pt x="982207" y="53363"/>
                  <a:pt x="982207" y="83805"/>
                </a:cubicBezTo>
                <a:cubicBezTo>
                  <a:pt x="982207" y="113371"/>
                  <a:pt x="997953" y="132093"/>
                  <a:pt x="1022799" y="132093"/>
                </a:cubicBezTo>
                <a:cubicBezTo>
                  <a:pt x="1044669" y="132093"/>
                  <a:pt x="1058489" y="118972"/>
                  <a:pt x="1060238" y="96576"/>
                </a:cubicBezTo>
                <a:lnTo>
                  <a:pt x="1045542" y="96576"/>
                </a:lnTo>
                <a:cubicBezTo>
                  <a:pt x="1043094" y="111273"/>
                  <a:pt x="1035571" y="118622"/>
                  <a:pt x="1023149" y="118622"/>
                </a:cubicBezTo>
                <a:cubicBezTo>
                  <a:pt x="1007051" y="118622"/>
                  <a:pt x="997430" y="105498"/>
                  <a:pt x="997430" y="83805"/>
                </a:cubicBezTo>
                <a:cubicBezTo>
                  <a:pt x="997430" y="60886"/>
                  <a:pt x="1006877" y="47239"/>
                  <a:pt x="1022799" y="47239"/>
                </a:cubicBezTo>
                <a:cubicBezTo>
                  <a:pt x="1035045" y="47239"/>
                  <a:pt x="1042744" y="54412"/>
                  <a:pt x="1044492" y="67184"/>
                </a:cubicBezTo>
                <a:lnTo>
                  <a:pt x="1059189" y="67184"/>
                </a:lnTo>
                <a:close/>
                <a:moveTo>
                  <a:pt x="1153492" y="87129"/>
                </a:moveTo>
                <a:cubicBezTo>
                  <a:pt x="1153492" y="73132"/>
                  <a:pt x="1152440" y="64733"/>
                  <a:pt x="1149816" y="57912"/>
                </a:cubicBezTo>
                <a:cubicBezTo>
                  <a:pt x="1143868" y="42864"/>
                  <a:pt x="1129871" y="33768"/>
                  <a:pt x="1112727" y="33768"/>
                </a:cubicBezTo>
                <a:cubicBezTo>
                  <a:pt x="1087181" y="33768"/>
                  <a:pt x="1070736" y="53187"/>
                  <a:pt x="1070736" y="83455"/>
                </a:cubicBezTo>
                <a:cubicBezTo>
                  <a:pt x="1070736" y="113724"/>
                  <a:pt x="1086482" y="132093"/>
                  <a:pt x="1112377" y="132093"/>
                </a:cubicBezTo>
                <a:cubicBezTo>
                  <a:pt x="1133371" y="132093"/>
                  <a:pt x="1147891" y="120195"/>
                  <a:pt x="1151567" y="100250"/>
                </a:cubicBezTo>
                <a:lnTo>
                  <a:pt x="1136871" y="100250"/>
                </a:lnTo>
                <a:cubicBezTo>
                  <a:pt x="1132845" y="112322"/>
                  <a:pt x="1124623" y="118622"/>
                  <a:pt x="1112900" y="118622"/>
                </a:cubicBezTo>
                <a:cubicBezTo>
                  <a:pt x="1103629" y="118622"/>
                  <a:pt x="1095756" y="114423"/>
                  <a:pt x="1090857" y="106724"/>
                </a:cubicBezTo>
                <a:cubicBezTo>
                  <a:pt x="1087357" y="101475"/>
                  <a:pt x="1086132" y="96227"/>
                  <a:pt x="1085958" y="87129"/>
                </a:cubicBezTo>
                <a:lnTo>
                  <a:pt x="1153492" y="87129"/>
                </a:lnTo>
                <a:moveTo>
                  <a:pt x="1086308" y="75233"/>
                </a:moveTo>
                <a:cubicBezTo>
                  <a:pt x="1087531" y="58262"/>
                  <a:pt x="1097854" y="47239"/>
                  <a:pt x="1112551" y="47239"/>
                </a:cubicBezTo>
                <a:cubicBezTo>
                  <a:pt x="1127423" y="47239"/>
                  <a:pt x="1137744" y="58785"/>
                  <a:pt x="1137744" y="75233"/>
                </a:cubicBezTo>
                <a:lnTo>
                  <a:pt x="1086308" y="75233"/>
                </a:lnTo>
                <a:close/>
                <a:moveTo>
                  <a:pt x="1236594" y="61935"/>
                </a:moveTo>
                <a:cubicBezTo>
                  <a:pt x="1236421" y="43915"/>
                  <a:pt x="1224522" y="33768"/>
                  <a:pt x="1203352" y="33768"/>
                </a:cubicBezTo>
                <a:cubicBezTo>
                  <a:pt x="1182009" y="33768"/>
                  <a:pt x="1168188" y="44788"/>
                  <a:pt x="1168188" y="61759"/>
                </a:cubicBezTo>
                <a:cubicBezTo>
                  <a:pt x="1168188" y="76106"/>
                  <a:pt x="1175535" y="82929"/>
                  <a:pt x="1197231" y="88178"/>
                </a:cubicBezTo>
                <a:lnTo>
                  <a:pt x="1210878" y="91502"/>
                </a:lnTo>
                <a:cubicBezTo>
                  <a:pt x="1221025" y="93952"/>
                  <a:pt x="1225048" y="97626"/>
                  <a:pt x="1225048" y="104100"/>
                </a:cubicBezTo>
                <a:cubicBezTo>
                  <a:pt x="1225048" y="112848"/>
                  <a:pt x="1216476" y="118622"/>
                  <a:pt x="1203705" y="118622"/>
                </a:cubicBezTo>
                <a:cubicBezTo>
                  <a:pt x="1195829" y="118622"/>
                  <a:pt x="1189182" y="116348"/>
                  <a:pt x="1185508" y="112498"/>
                </a:cubicBezTo>
                <a:cubicBezTo>
                  <a:pt x="1183234" y="109874"/>
                  <a:pt x="1182185" y="107250"/>
                  <a:pt x="1181309" y="100776"/>
                </a:cubicBezTo>
                <a:lnTo>
                  <a:pt x="1165913" y="100776"/>
                </a:lnTo>
                <a:cubicBezTo>
                  <a:pt x="1166613" y="121946"/>
                  <a:pt x="1178509" y="132093"/>
                  <a:pt x="1202479" y="132093"/>
                </a:cubicBezTo>
                <a:cubicBezTo>
                  <a:pt x="1225574" y="132093"/>
                  <a:pt x="1240270" y="120721"/>
                  <a:pt x="1240270" y="103050"/>
                </a:cubicBezTo>
                <a:cubicBezTo>
                  <a:pt x="1240270" y="89403"/>
                  <a:pt x="1232571" y="81880"/>
                  <a:pt x="1214375" y="77507"/>
                </a:cubicBezTo>
                <a:lnTo>
                  <a:pt x="1200378" y="74181"/>
                </a:lnTo>
                <a:cubicBezTo>
                  <a:pt x="1188482" y="71383"/>
                  <a:pt x="1183407" y="67534"/>
                  <a:pt x="1183407" y="61060"/>
                </a:cubicBezTo>
                <a:cubicBezTo>
                  <a:pt x="1183407" y="52488"/>
                  <a:pt x="1190930" y="47239"/>
                  <a:pt x="1202829" y="47239"/>
                </a:cubicBezTo>
                <a:cubicBezTo>
                  <a:pt x="1214551" y="47239"/>
                  <a:pt x="1220849" y="52311"/>
                  <a:pt x="1221199" y="61935"/>
                </a:cubicBezTo>
                <a:lnTo>
                  <a:pt x="1236594" y="61935"/>
                </a:lnTo>
                <a:close/>
                <a:moveTo>
                  <a:pt x="1326522" y="61935"/>
                </a:moveTo>
                <a:cubicBezTo>
                  <a:pt x="1326349" y="43915"/>
                  <a:pt x="1314450" y="33768"/>
                  <a:pt x="1293280" y="33768"/>
                </a:cubicBezTo>
                <a:cubicBezTo>
                  <a:pt x="1271936" y="33768"/>
                  <a:pt x="1258116" y="44788"/>
                  <a:pt x="1258116" y="61759"/>
                </a:cubicBezTo>
                <a:cubicBezTo>
                  <a:pt x="1258116" y="76106"/>
                  <a:pt x="1265462" y="82929"/>
                  <a:pt x="1287159" y="88178"/>
                </a:cubicBezTo>
                <a:lnTo>
                  <a:pt x="1300806" y="91502"/>
                </a:lnTo>
                <a:cubicBezTo>
                  <a:pt x="1310953" y="93952"/>
                  <a:pt x="1314976" y="97626"/>
                  <a:pt x="1314976" y="104100"/>
                </a:cubicBezTo>
                <a:cubicBezTo>
                  <a:pt x="1314976" y="112848"/>
                  <a:pt x="1306404" y="118622"/>
                  <a:pt x="1293632" y="118622"/>
                </a:cubicBezTo>
                <a:cubicBezTo>
                  <a:pt x="1285757" y="118622"/>
                  <a:pt x="1279110" y="116348"/>
                  <a:pt x="1275436" y="112498"/>
                </a:cubicBezTo>
                <a:cubicBezTo>
                  <a:pt x="1273162" y="109874"/>
                  <a:pt x="1272112" y="107250"/>
                  <a:pt x="1271237" y="100776"/>
                </a:cubicBezTo>
                <a:lnTo>
                  <a:pt x="1255841" y="100776"/>
                </a:lnTo>
                <a:cubicBezTo>
                  <a:pt x="1256541" y="121946"/>
                  <a:pt x="1268436" y="132093"/>
                  <a:pt x="1292407" y="132093"/>
                </a:cubicBezTo>
                <a:cubicBezTo>
                  <a:pt x="1315502" y="132093"/>
                  <a:pt x="1330198" y="120721"/>
                  <a:pt x="1330198" y="103050"/>
                </a:cubicBezTo>
                <a:cubicBezTo>
                  <a:pt x="1330198" y="89403"/>
                  <a:pt x="1322499" y="81880"/>
                  <a:pt x="1304303" y="77507"/>
                </a:cubicBezTo>
                <a:lnTo>
                  <a:pt x="1290306" y="74181"/>
                </a:lnTo>
                <a:cubicBezTo>
                  <a:pt x="1278410" y="71383"/>
                  <a:pt x="1273335" y="67534"/>
                  <a:pt x="1273335" y="61060"/>
                </a:cubicBezTo>
                <a:cubicBezTo>
                  <a:pt x="1273335" y="52488"/>
                  <a:pt x="1280858" y="47239"/>
                  <a:pt x="1292757" y="47239"/>
                </a:cubicBezTo>
                <a:cubicBezTo>
                  <a:pt x="1304479" y="47239"/>
                  <a:pt x="1310777" y="52311"/>
                  <a:pt x="1311126" y="61935"/>
                </a:cubicBezTo>
                <a:lnTo>
                  <a:pt x="1326522" y="61935"/>
                </a:lnTo>
                <a:close/>
                <a:moveTo>
                  <a:pt x="1382509" y="36392"/>
                </a:moveTo>
                <a:lnTo>
                  <a:pt x="1367287" y="36392"/>
                </a:lnTo>
                <a:lnTo>
                  <a:pt x="1367287" y="22046"/>
                </a:lnTo>
                <a:cubicBezTo>
                  <a:pt x="1367287" y="15922"/>
                  <a:pt x="1370611" y="12771"/>
                  <a:pt x="1377434" y="12771"/>
                </a:cubicBezTo>
                <a:cubicBezTo>
                  <a:pt x="1378660" y="12771"/>
                  <a:pt x="1379186" y="12771"/>
                  <a:pt x="1382509" y="12948"/>
                </a:cubicBezTo>
                <a:lnTo>
                  <a:pt x="1382509" y="876"/>
                </a:lnTo>
                <a:cubicBezTo>
                  <a:pt x="1379186" y="176"/>
                  <a:pt x="1377261" y="0"/>
                  <a:pt x="1374287" y="0"/>
                </a:cubicBezTo>
                <a:cubicBezTo>
                  <a:pt x="1360813" y="0"/>
                  <a:pt x="1352767" y="7699"/>
                  <a:pt x="1352767" y="20820"/>
                </a:cubicBezTo>
                <a:lnTo>
                  <a:pt x="1352767" y="36392"/>
                </a:lnTo>
                <a:lnTo>
                  <a:pt x="1340519" y="36392"/>
                </a:lnTo>
                <a:lnTo>
                  <a:pt x="1340519" y="48288"/>
                </a:lnTo>
                <a:lnTo>
                  <a:pt x="1352767" y="48288"/>
                </a:lnTo>
                <a:lnTo>
                  <a:pt x="1352767" y="128067"/>
                </a:lnTo>
                <a:lnTo>
                  <a:pt x="1367287" y="128067"/>
                </a:lnTo>
                <a:lnTo>
                  <a:pt x="1367287" y="48288"/>
                </a:lnTo>
                <a:lnTo>
                  <a:pt x="1382509" y="48288"/>
                </a:lnTo>
                <a:lnTo>
                  <a:pt x="1382509" y="36392"/>
                </a:lnTo>
                <a:close/>
                <a:moveTo>
                  <a:pt x="1469463" y="128067"/>
                </a:moveTo>
                <a:lnTo>
                  <a:pt x="1469463" y="36392"/>
                </a:lnTo>
                <a:lnTo>
                  <a:pt x="1454940" y="36392"/>
                </a:lnTo>
                <a:lnTo>
                  <a:pt x="1454940" y="88354"/>
                </a:lnTo>
                <a:cubicBezTo>
                  <a:pt x="1454940" y="107073"/>
                  <a:pt x="1445142" y="119322"/>
                  <a:pt x="1429923" y="119322"/>
                </a:cubicBezTo>
                <a:cubicBezTo>
                  <a:pt x="1418374" y="119322"/>
                  <a:pt x="1411027" y="112322"/>
                  <a:pt x="1411027" y="101299"/>
                </a:cubicBezTo>
                <a:lnTo>
                  <a:pt x="1411027" y="36392"/>
                </a:lnTo>
                <a:lnTo>
                  <a:pt x="1396504" y="36392"/>
                </a:lnTo>
                <a:lnTo>
                  <a:pt x="1396504" y="107073"/>
                </a:lnTo>
                <a:cubicBezTo>
                  <a:pt x="1396504" y="122296"/>
                  <a:pt x="1407877" y="132093"/>
                  <a:pt x="1425723" y="132093"/>
                </a:cubicBezTo>
                <a:cubicBezTo>
                  <a:pt x="1439194" y="132093"/>
                  <a:pt x="1447767" y="127368"/>
                  <a:pt x="1456341" y="115296"/>
                </a:cubicBezTo>
                <a:lnTo>
                  <a:pt x="1456341" y="128067"/>
                </a:lnTo>
                <a:lnTo>
                  <a:pt x="1469463" y="128067"/>
                </a:lnTo>
                <a:close/>
                <a:moveTo>
                  <a:pt x="1507953" y="526"/>
                </a:moveTo>
                <a:lnTo>
                  <a:pt x="1493257" y="526"/>
                </a:lnTo>
                <a:lnTo>
                  <a:pt x="1493257" y="128067"/>
                </a:lnTo>
                <a:lnTo>
                  <a:pt x="1507953" y="128067"/>
                </a:lnTo>
                <a:lnTo>
                  <a:pt x="1507953" y="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354D5-097C-4E6E-A9A8-F1BD26D1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245601"/>
            <a:ext cx="284079" cy="443830"/>
          </a:xfrm>
          <a:custGeom xmlns:a="http://schemas.openxmlformats.org/drawingml/2006/main">
            <a:pathLst>
              <a:path w="284079" h="443830">
                <a:moveTo>
                  <a:pt x="0" y="301816"/>
                </a:moveTo>
                <a:lnTo>
                  <a:pt x="142040" y="159776"/>
                </a:lnTo>
                <a:lnTo>
                  <a:pt x="142040" y="230796"/>
                </a:lnTo>
                <a:cubicBezTo>
                  <a:pt x="220450" y="230821"/>
                  <a:pt x="284079" y="127510"/>
                  <a:pt x="284079" y="75"/>
                </a:cubicBezTo>
                <a:cubicBezTo>
                  <a:pt x="284079" y="50"/>
                  <a:pt x="284079" y="25"/>
                  <a:pt x="284079" y="0"/>
                </a:cubicBezTo>
                <a:lnTo>
                  <a:pt x="284079" y="142040"/>
                </a:lnTo>
                <a:cubicBezTo>
                  <a:pt x="284079" y="269475"/>
                  <a:pt x="220450" y="372785"/>
                  <a:pt x="142040" y="372810"/>
                </a:cubicBezTo>
                <a:lnTo>
                  <a:pt x="142040" y="443830"/>
                </a:lnTo>
                <a:lnTo>
                  <a:pt x="0" y="301816"/>
                </a:lnTo>
                <a:close/>
              </a:path>
            </a:pathLst>
          </a:custGeom>
          <a:solidFill xmlns:a="http://schemas.openxmlformats.org/drawingml/2006/main">
            <a:srgbClr val="F8CF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5F931-B8A0-4750-9D1F-274635E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245601"/>
            <a:ext cx="284079" cy="443830"/>
          </a:xfrm>
          <a:custGeom xmlns:a="http://schemas.openxmlformats.org/drawingml/2006/main">
            <a:pathLst>
              <a:path w="284079" h="443830" fill="none">
                <a:moveTo>
                  <a:pt x="0" y="301816"/>
                </a:moveTo>
                <a:lnTo>
                  <a:pt x="142040" y="159776"/>
                </a:lnTo>
                <a:lnTo>
                  <a:pt x="142040" y="230796"/>
                </a:lnTo>
                <a:cubicBezTo>
                  <a:pt x="220450" y="230821"/>
                  <a:pt x="284079" y="127510"/>
                  <a:pt x="284079" y="75"/>
                </a:cubicBezTo>
                <a:cubicBezTo>
                  <a:pt x="284079" y="50"/>
                  <a:pt x="284079" y="25"/>
                  <a:pt x="284079" y="0"/>
                </a:cubicBezTo>
                <a:lnTo>
                  <a:pt x="284079" y="142040"/>
                </a:lnTo>
                <a:cubicBezTo>
                  <a:pt x="284079" y="269475"/>
                  <a:pt x="220450" y="372785"/>
                  <a:pt x="142040" y="372810"/>
                </a:cubicBezTo>
                <a:lnTo>
                  <a:pt x="142040" y="443830"/>
                </a:lnTo>
                <a:lnTo>
                  <a:pt x="0" y="3018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86840-61F4-4246-9B99-44D2F7DE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014830"/>
            <a:ext cx="284079" cy="372810"/>
          </a:xfrm>
          <a:custGeom xmlns:a="http://schemas.openxmlformats.org/drawingml/2006/main">
            <a:pathLst>
              <a:path w="284079" h="372810">
                <a:moveTo>
                  <a:pt x="0" y="0"/>
                </a:moveTo>
                <a:lnTo>
                  <a:pt x="251" y="0"/>
                </a:lnTo>
                <a:cubicBezTo>
                  <a:pt x="157070" y="0"/>
                  <a:pt x="284079" y="103336"/>
                  <a:pt x="284079" y="230771"/>
                </a:cubicBezTo>
                <a:lnTo>
                  <a:pt x="284079" y="372810"/>
                </a:lnTo>
                <a:cubicBezTo>
                  <a:pt x="284079" y="372785"/>
                  <a:pt x="284079" y="372760"/>
                  <a:pt x="284079" y="372735"/>
                </a:cubicBezTo>
                <a:cubicBezTo>
                  <a:pt x="284079" y="245300"/>
                  <a:pt x="156820" y="141990"/>
                  <a:pt x="0" y="14201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73B5F-AAB2-45B7-8F6A-F6AC8BB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3014830"/>
            <a:ext cx="284079" cy="372810"/>
          </a:xfrm>
          <a:custGeom xmlns:a="http://schemas.openxmlformats.org/drawingml/2006/main">
            <a:pathLst>
              <a:path w="284079" h="372810" fill="none">
                <a:moveTo>
                  <a:pt x="0" y="0"/>
                </a:moveTo>
                <a:lnTo>
                  <a:pt x="0" y="142015"/>
                </a:lnTo>
                <a:cubicBezTo>
                  <a:pt x="156820" y="141990"/>
                  <a:pt x="284079" y="245300"/>
                  <a:pt x="284079" y="372735"/>
                </a:cubicBezTo>
                <a:cubicBezTo>
                  <a:pt x="284079" y="372760"/>
                  <a:pt x="284079" y="372785"/>
                  <a:pt x="284079" y="372810"/>
                </a:cubicBezTo>
                <a:lnTo>
                  <a:pt x="284079" y="230771"/>
                </a:lnTo>
                <a:cubicBezTo>
                  <a:pt x="284079" y="103336"/>
                  <a:pt x="157070" y="0"/>
                  <a:pt x="251" y="0"/>
                </a:cubicBez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99534-0981-4A3E-AFA1-8A255537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43" y="3121348"/>
            <a:ext cx="923133" cy="284029"/>
          </a:xfrm>
          <a:custGeom xmlns:a="http://schemas.openxmlformats.org/drawingml/2006/main">
            <a:pathLst>
              <a:path w="923133" h="284029">
                <a:moveTo>
                  <a:pt x="71145" y="284029"/>
                </a:moveTo>
                <a:cubicBezTo>
                  <a:pt x="31815" y="284029"/>
                  <a:pt x="0" y="252239"/>
                  <a:pt x="0" y="213034"/>
                </a:cubicBezTo>
                <a:lnTo>
                  <a:pt x="0" y="70995"/>
                </a:lnTo>
                <a:cubicBezTo>
                  <a:pt x="0" y="31790"/>
                  <a:pt x="31815" y="0"/>
                  <a:pt x="71145" y="0"/>
                </a:cubicBezTo>
                <a:lnTo>
                  <a:pt x="852238" y="0"/>
                </a:lnTo>
                <a:cubicBezTo>
                  <a:pt x="891318" y="0"/>
                  <a:pt x="923133" y="31790"/>
                  <a:pt x="923133" y="70995"/>
                </a:cubicBezTo>
                <a:lnTo>
                  <a:pt x="923133" y="213034"/>
                </a:lnTo>
                <a:cubicBezTo>
                  <a:pt x="923133" y="252239"/>
                  <a:pt x="891318" y="284029"/>
                  <a:pt x="852238" y="284029"/>
                </a:cubicBezTo>
                <a:lnTo>
                  <a:pt x="71145" y="284029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1BFDA-BB77-47C6-99FD-BDAAC110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43" y="3121348"/>
            <a:ext cx="923133" cy="284029"/>
          </a:xfrm>
          <a:custGeom xmlns:a="http://schemas.openxmlformats.org/drawingml/2006/main">
            <a:pathLst>
              <a:path w="923133" h="284029" fill="none">
                <a:moveTo>
                  <a:pt x="71145" y="284029"/>
                </a:moveTo>
                <a:lnTo>
                  <a:pt x="852238" y="284029"/>
                </a:lnTo>
                <a:cubicBezTo>
                  <a:pt x="891318" y="284029"/>
                  <a:pt x="923133" y="252239"/>
                  <a:pt x="923133" y="213034"/>
                </a:cubicBezTo>
                <a:lnTo>
                  <a:pt x="923133" y="70995"/>
                </a:lnTo>
                <a:cubicBezTo>
                  <a:pt x="923133" y="31790"/>
                  <a:pt x="891318" y="0"/>
                  <a:pt x="852238" y="0"/>
                </a:cubicBezTo>
                <a:lnTo>
                  <a:pt x="71145" y="0"/>
                </a:lnTo>
                <a:cubicBezTo>
                  <a:pt x="31815" y="0"/>
                  <a:pt x="0" y="31790"/>
                  <a:pt x="0" y="70995"/>
                </a:cubicBezTo>
                <a:lnTo>
                  <a:pt x="0" y="213034"/>
                </a:lnTo>
                <a:cubicBezTo>
                  <a:pt x="0" y="252239"/>
                  <a:pt x="31815" y="284029"/>
                  <a:pt x="71145" y="2840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54" name="Text 9.Verify">
            <a:extLst xmlns:a="http://schemas.openxmlformats.org/drawingml/2006/main">
              <a:ext uri="{FF2B5EF4-FFF2-40B4-BE49-F238E27FC236}">
                <a16:creationId xmlns:a16="http://schemas.microsoft.com/office/drawing/2014/main" id="{3C414108-FA00-4B8E-A0C5-AAA2AA8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06" y="3190572"/>
            <a:ext cx="584265" cy="165637"/>
          </a:xfrm>
          <a:custGeom xmlns:a="http://schemas.openxmlformats.org/drawingml/2006/main">
            <a:pathLst>
              <a:path w="584265" h="165637">
                <a:moveTo>
                  <a:pt x="2615" y="98860"/>
                </a:moveTo>
                <a:cubicBezTo>
                  <a:pt x="5579" y="119433"/>
                  <a:pt x="18831" y="131639"/>
                  <a:pt x="37661" y="131639"/>
                </a:cubicBezTo>
                <a:cubicBezTo>
                  <a:pt x="51435" y="131639"/>
                  <a:pt x="63641" y="125012"/>
                  <a:pt x="70962" y="113681"/>
                </a:cubicBezTo>
                <a:cubicBezTo>
                  <a:pt x="78635" y="101302"/>
                  <a:pt x="82120" y="85957"/>
                  <a:pt x="82120" y="63117"/>
                </a:cubicBezTo>
                <a:cubicBezTo>
                  <a:pt x="82120" y="41846"/>
                  <a:pt x="78984" y="28419"/>
                  <a:pt x="71659" y="17261"/>
                </a:cubicBezTo>
                <a:cubicBezTo>
                  <a:pt x="64859" y="6973"/>
                  <a:pt x="54050" y="1570"/>
                  <a:pt x="40450" y="1570"/>
                </a:cubicBezTo>
                <a:cubicBezTo>
                  <a:pt x="16913" y="1570"/>
                  <a:pt x="0" y="19179"/>
                  <a:pt x="0" y="43589"/>
                </a:cubicBezTo>
                <a:cubicBezTo>
                  <a:pt x="0" y="66777"/>
                  <a:pt x="15691" y="83168"/>
                  <a:pt x="38010" y="83168"/>
                </a:cubicBezTo>
                <a:cubicBezTo>
                  <a:pt x="49692" y="83168"/>
                  <a:pt x="58408" y="78984"/>
                  <a:pt x="66256" y="69393"/>
                </a:cubicBezTo>
                <a:cubicBezTo>
                  <a:pt x="66080" y="100778"/>
                  <a:pt x="56317" y="118039"/>
                  <a:pt x="38707" y="118039"/>
                </a:cubicBezTo>
                <a:cubicBezTo>
                  <a:pt x="27898" y="118039"/>
                  <a:pt x="20400" y="111066"/>
                  <a:pt x="17958" y="98860"/>
                </a:cubicBezTo>
                <a:lnTo>
                  <a:pt x="2615" y="98860"/>
                </a:lnTo>
                <a:moveTo>
                  <a:pt x="40277" y="14994"/>
                </a:moveTo>
                <a:cubicBezTo>
                  <a:pt x="54574" y="14994"/>
                  <a:pt x="65383" y="27025"/>
                  <a:pt x="65383" y="43240"/>
                </a:cubicBezTo>
                <a:cubicBezTo>
                  <a:pt x="65383" y="58759"/>
                  <a:pt x="54922" y="69568"/>
                  <a:pt x="39753" y="69568"/>
                </a:cubicBezTo>
                <a:cubicBezTo>
                  <a:pt x="24934" y="69568"/>
                  <a:pt x="15691" y="59107"/>
                  <a:pt x="15691" y="42368"/>
                </a:cubicBezTo>
                <a:cubicBezTo>
                  <a:pt x="15691" y="26503"/>
                  <a:pt x="25979" y="14994"/>
                  <a:pt x="40277" y="14994"/>
                </a:cubicBezTo>
                <a:close/>
                <a:moveTo>
                  <a:pt x="122921" y="109496"/>
                </a:moveTo>
                <a:lnTo>
                  <a:pt x="104787" y="109496"/>
                </a:lnTo>
                <a:lnTo>
                  <a:pt x="104787" y="127627"/>
                </a:lnTo>
                <a:lnTo>
                  <a:pt x="122921" y="127627"/>
                </a:lnTo>
                <a:lnTo>
                  <a:pt x="122921" y="109496"/>
                </a:lnTo>
                <a:close/>
                <a:moveTo>
                  <a:pt x="208879" y="127627"/>
                </a:moveTo>
                <a:lnTo>
                  <a:pt x="252989" y="524"/>
                </a:lnTo>
                <a:lnTo>
                  <a:pt x="235728" y="524"/>
                </a:lnTo>
                <a:lnTo>
                  <a:pt x="200509" y="108100"/>
                </a:lnTo>
                <a:lnTo>
                  <a:pt x="163196" y="524"/>
                </a:lnTo>
                <a:lnTo>
                  <a:pt x="145762" y="524"/>
                </a:lnTo>
                <a:lnTo>
                  <a:pt x="191442" y="127627"/>
                </a:lnTo>
                <a:lnTo>
                  <a:pt x="208879" y="127627"/>
                </a:lnTo>
                <a:close/>
                <a:moveTo>
                  <a:pt x="346969" y="86829"/>
                </a:moveTo>
                <a:cubicBezTo>
                  <a:pt x="346969" y="72881"/>
                  <a:pt x="345921" y="64511"/>
                  <a:pt x="343305" y="57713"/>
                </a:cubicBezTo>
                <a:cubicBezTo>
                  <a:pt x="337378" y="42716"/>
                  <a:pt x="323429" y="33652"/>
                  <a:pt x="306344" y="33652"/>
                </a:cubicBezTo>
                <a:cubicBezTo>
                  <a:pt x="280886" y="33652"/>
                  <a:pt x="264497" y="53004"/>
                  <a:pt x="264497" y="83168"/>
                </a:cubicBezTo>
                <a:cubicBezTo>
                  <a:pt x="264497" y="113333"/>
                  <a:pt x="280189" y="131639"/>
                  <a:pt x="305995" y="131639"/>
                </a:cubicBezTo>
                <a:cubicBezTo>
                  <a:pt x="326917" y="131639"/>
                  <a:pt x="341387" y="119782"/>
                  <a:pt x="345051" y="99905"/>
                </a:cubicBezTo>
                <a:lnTo>
                  <a:pt x="330405" y="99905"/>
                </a:lnTo>
                <a:cubicBezTo>
                  <a:pt x="326393" y="111936"/>
                  <a:pt x="318199" y="118215"/>
                  <a:pt x="306517" y="118215"/>
                </a:cubicBezTo>
                <a:cubicBezTo>
                  <a:pt x="297277" y="118215"/>
                  <a:pt x="289431" y="114030"/>
                  <a:pt x="284549" y="106357"/>
                </a:cubicBezTo>
                <a:cubicBezTo>
                  <a:pt x="281061" y="101127"/>
                  <a:pt x="279840" y="95896"/>
                  <a:pt x="279667" y="86829"/>
                </a:cubicBezTo>
                <a:lnTo>
                  <a:pt x="346969" y="86829"/>
                </a:lnTo>
                <a:moveTo>
                  <a:pt x="280016" y="74974"/>
                </a:moveTo>
                <a:cubicBezTo>
                  <a:pt x="281234" y="58062"/>
                  <a:pt x="291522" y="47077"/>
                  <a:pt x="306168" y="47077"/>
                </a:cubicBezTo>
                <a:cubicBezTo>
                  <a:pt x="320989" y="47077"/>
                  <a:pt x="331275" y="58583"/>
                  <a:pt x="331275" y="74974"/>
                </a:cubicBezTo>
                <a:lnTo>
                  <a:pt x="280016" y="74974"/>
                </a:lnTo>
                <a:close/>
                <a:moveTo>
                  <a:pt x="365796" y="36267"/>
                </a:moveTo>
                <a:lnTo>
                  <a:pt x="365796" y="127627"/>
                </a:lnTo>
                <a:lnTo>
                  <a:pt x="380445" y="127627"/>
                </a:lnTo>
                <a:lnTo>
                  <a:pt x="380445" y="80205"/>
                </a:lnTo>
                <a:cubicBezTo>
                  <a:pt x="380618" y="58235"/>
                  <a:pt x="389685" y="48471"/>
                  <a:pt x="409737" y="48995"/>
                </a:cubicBezTo>
                <a:lnTo>
                  <a:pt x="409737" y="34174"/>
                </a:lnTo>
                <a:cubicBezTo>
                  <a:pt x="407294" y="33825"/>
                  <a:pt x="405900" y="33652"/>
                  <a:pt x="404155" y="33652"/>
                </a:cubicBezTo>
                <a:cubicBezTo>
                  <a:pt x="394740" y="33652"/>
                  <a:pt x="387594" y="39231"/>
                  <a:pt x="379224" y="52829"/>
                </a:cubicBezTo>
                <a:lnTo>
                  <a:pt x="379224" y="36267"/>
                </a:lnTo>
                <a:lnTo>
                  <a:pt x="365796" y="36267"/>
                </a:lnTo>
                <a:close/>
                <a:moveTo>
                  <a:pt x="437109" y="36267"/>
                </a:moveTo>
                <a:lnTo>
                  <a:pt x="422636" y="36267"/>
                </a:lnTo>
                <a:lnTo>
                  <a:pt x="422636" y="127627"/>
                </a:lnTo>
                <a:lnTo>
                  <a:pt x="437109" y="127627"/>
                </a:lnTo>
                <a:lnTo>
                  <a:pt x="437109" y="36267"/>
                </a:lnTo>
                <a:moveTo>
                  <a:pt x="437109" y="524"/>
                </a:moveTo>
                <a:lnTo>
                  <a:pt x="422463" y="524"/>
                </a:lnTo>
                <a:lnTo>
                  <a:pt x="422463" y="18831"/>
                </a:lnTo>
                <a:lnTo>
                  <a:pt x="437109" y="18831"/>
                </a:lnTo>
                <a:lnTo>
                  <a:pt x="437109" y="524"/>
                </a:lnTo>
                <a:close/>
                <a:moveTo>
                  <a:pt x="494647" y="36267"/>
                </a:moveTo>
                <a:lnTo>
                  <a:pt x="479477" y="36267"/>
                </a:lnTo>
                <a:lnTo>
                  <a:pt x="479477" y="21970"/>
                </a:lnTo>
                <a:cubicBezTo>
                  <a:pt x="479477" y="15867"/>
                  <a:pt x="482789" y="12728"/>
                  <a:pt x="489589" y="12728"/>
                </a:cubicBezTo>
                <a:cubicBezTo>
                  <a:pt x="490810" y="12728"/>
                  <a:pt x="491334" y="12728"/>
                  <a:pt x="494647" y="12903"/>
                </a:cubicBezTo>
                <a:lnTo>
                  <a:pt x="494647" y="873"/>
                </a:lnTo>
                <a:cubicBezTo>
                  <a:pt x="491334" y="176"/>
                  <a:pt x="489416" y="0"/>
                  <a:pt x="486452" y="0"/>
                </a:cubicBezTo>
                <a:cubicBezTo>
                  <a:pt x="473025" y="0"/>
                  <a:pt x="465007" y="7673"/>
                  <a:pt x="465007" y="20749"/>
                </a:cubicBezTo>
                <a:lnTo>
                  <a:pt x="465007" y="36267"/>
                </a:lnTo>
                <a:lnTo>
                  <a:pt x="452800" y="36267"/>
                </a:lnTo>
                <a:lnTo>
                  <a:pt x="452800" y="48122"/>
                </a:lnTo>
                <a:lnTo>
                  <a:pt x="465007" y="48122"/>
                </a:lnTo>
                <a:lnTo>
                  <a:pt x="465007" y="127627"/>
                </a:lnTo>
                <a:lnTo>
                  <a:pt x="479477" y="127627"/>
                </a:lnTo>
                <a:lnTo>
                  <a:pt x="479477" y="48122"/>
                </a:lnTo>
                <a:lnTo>
                  <a:pt x="494647" y="48122"/>
                </a:lnTo>
                <a:lnTo>
                  <a:pt x="494647" y="36267"/>
                </a:lnTo>
                <a:close/>
                <a:moveTo>
                  <a:pt x="568574" y="36267"/>
                </a:moveTo>
                <a:lnTo>
                  <a:pt x="543292" y="107403"/>
                </a:lnTo>
                <a:lnTo>
                  <a:pt x="519928" y="36267"/>
                </a:lnTo>
                <a:lnTo>
                  <a:pt x="504409" y="36267"/>
                </a:lnTo>
                <a:lnTo>
                  <a:pt x="535271" y="127979"/>
                </a:lnTo>
                <a:lnTo>
                  <a:pt x="529692" y="142449"/>
                </a:lnTo>
                <a:cubicBezTo>
                  <a:pt x="527249" y="148900"/>
                  <a:pt x="524113" y="151340"/>
                  <a:pt x="518010" y="151340"/>
                </a:cubicBezTo>
                <a:cubicBezTo>
                  <a:pt x="515570" y="151340"/>
                  <a:pt x="513476" y="150991"/>
                  <a:pt x="510337" y="150294"/>
                </a:cubicBezTo>
                <a:lnTo>
                  <a:pt x="510337" y="163371"/>
                </a:lnTo>
                <a:cubicBezTo>
                  <a:pt x="513303" y="164940"/>
                  <a:pt x="516267" y="165637"/>
                  <a:pt x="520101" y="165637"/>
                </a:cubicBezTo>
                <a:cubicBezTo>
                  <a:pt x="524810" y="165637"/>
                  <a:pt x="529865" y="164070"/>
                  <a:pt x="533701" y="161279"/>
                </a:cubicBezTo>
                <a:cubicBezTo>
                  <a:pt x="538234" y="157967"/>
                  <a:pt x="540850" y="154131"/>
                  <a:pt x="543640" y="146807"/>
                </a:cubicBezTo>
                <a:lnTo>
                  <a:pt x="584265" y="36267"/>
                </a:lnTo>
                <a:lnTo>
                  <a:pt x="568574" y="362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0D8D4-A708-420D-8855-1ACB4C4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4356116"/>
            <a:ext cx="2947010" cy="413493"/>
          </a:xfrm>
          <a:custGeom xmlns:a="http://schemas.openxmlformats.org/drawingml/2006/main">
            <a:pathLst>
              <a:path w="2947010" h="413493">
                <a:moveTo>
                  <a:pt x="0" y="206747"/>
                </a:moveTo>
                <a:lnTo>
                  <a:pt x="248507" y="0"/>
                </a:lnTo>
                <a:lnTo>
                  <a:pt x="248507" y="103386"/>
                </a:lnTo>
                <a:lnTo>
                  <a:pt x="2947010" y="103386"/>
                </a:lnTo>
                <a:lnTo>
                  <a:pt x="2947010" y="310107"/>
                </a:lnTo>
                <a:lnTo>
                  <a:pt x="248507" y="310107"/>
                </a:lnTo>
                <a:lnTo>
                  <a:pt x="248507" y="413493"/>
                </a:lnTo>
                <a:lnTo>
                  <a:pt x="0" y="206747"/>
                </a:lnTo>
                <a:close/>
              </a:path>
            </a:pathLst>
          </a:custGeom>
          <a:solidFill xmlns:a="http://schemas.openxmlformats.org/drawingml/2006/main">
            <a:srgbClr val="EE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C7B27-87B6-44EC-A181-FE67C24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70" y="4356116"/>
            <a:ext cx="2947010" cy="413493"/>
          </a:xfrm>
          <a:custGeom xmlns:a="http://schemas.openxmlformats.org/drawingml/2006/main">
            <a:pathLst>
              <a:path w="2947010" h="413493" fill="none">
                <a:moveTo>
                  <a:pt x="0" y="206747"/>
                </a:moveTo>
                <a:lnTo>
                  <a:pt x="248507" y="0"/>
                </a:lnTo>
                <a:lnTo>
                  <a:pt x="248507" y="103386"/>
                </a:lnTo>
                <a:lnTo>
                  <a:pt x="2947010" y="103386"/>
                </a:lnTo>
                <a:lnTo>
                  <a:pt x="2947010" y="310107"/>
                </a:lnTo>
                <a:lnTo>
                  <a:pt x="248507" y="310107"/>
                </a:lnTo>
                <a:lnTo>
                  <a:pt x="248507" y="413493"/>
                </a:lnTo>
                <a:lnTo>
                  <a:pt x="0" y="206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4A3A5F"/>
            </a:solidFill>
            <a:round/>
          </a:ln>
        </p:spPr>
      </p:sp>
      <p:sp>
        <p:nvSpPr>
          <p:cNvPr id="57" name="Text 13.Token">
            <a:extLst xmlns:a="http://schemas.openxmlformats.org/drawingml/2006/main">
              <a:ext uri="{FF2B5EF4-FFF2-40B4-BE49-F238E27FC236}">
                <a16:creationId xmlns:a16="http://schemas.microsoft.com/office/drawing/2014/main" id="{288ED42C-AA5B-495C-8357-626FD1D0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78" y="4490508"/>
            <a:ext cx="701229" cy="131567"/>
          </a:xfrm>
          <a:custGeom xmlns:a="http://schemas.openxmlformats.org/drawingml/2006/main">
            <a:pathLst>
              <a:path w="701229" h="131567">
                <a:moveTo>
                  <a:pt x="27468" y="37439"/>
                </a:moveTo>
                <a:lnTo>
                  <a:pt x="27468" y="127542"/>
                </a:lnTo>
                <a:lnTo>
                  <a:pt x="42866" y="127542"/>
                </a:lnTo>
                <a:lnTo>
                  <a:pt x="42866" y="1049"/>
                </a:lnTo>
                <a:lnTo>
                  <a:pt x="32716" y="1049"/>
                </a:lnTo>
                <a:cubicBezTo>
                  <a:pt x="27294" y="20468"/>
                  <a:pt x="23794" y="23092"/>
                  <a:pt x="0" y="26242"/>
                </a:cubicBezTo>
                <a:lnTo>
                  <a:pt x="0" y="37439"/>
                </a:lnTo>
                <a:lnTo>
                  <a:pt x="27468" y="37439"/>
                </a:lnTo>
                <a:close/>
                <a:moveTo>
                  <a:pt x="117047" y="69282"/>
                </a:moveTo>
                <a:lnTo>
                  <a:pt x="118972" y="69282"/>
                </a:lnTo>
                <a:lnTo>
                  <a:pt x="125445" y="69282"/>
                </a:lnTo>
                <a:cubicBezTo>
                  <a:pt x="142240" y="69282"/>
                  <a:pt x="151165" y="77155"/>
                  <a:pt x="151165" y="92377"/>
                </a:cubicBezTo>
                <a:cubicBezTo>
                  <a:pt x="151165" y="108299"/>
                  <a:pt x="141541" y="117920"/>
                  <a:pt x="125619" y="117920"/>
                </a:cubicBezTo>
                <a:cubicBezTo>
                  <a:pt x="108648" y="117920"/>
                  <a:pt x="100426" y="109348"/>
                  <a:pt x="99376" y="90802"/>
                </a:cubicBezTo>
                <a:lnTo>
                  <a:pt x="83981" y="90802"/>
                </a:lnTo>
                <a:cubicBezTo>
                  <a:pt x="84680" y="100949"/>
                  <a:pt x="86429" y="107597"/>
                  <a:pt x="89403" y="113198"/>
                </a:cubicBezTo>
                <a:cubicBezTo>
                  <a:pt x="95877" y="125443"/>
                  <a:pt x="107949" y="131567"/>
                  <a:pt x="124919" y="131567"/>
                </a:cubicBezTo>
                <a:cubicBezTo>
                  <a:pt x="150462" y="131567"/>
                  <a:pt x="166910" y="116172"/>
                  <a:pt x="166910" y="92201"/>
                </a:cubicBezTo>
                <a:cubicBezTo>
                  <a:pt x="166910" y="76106"/>
                  <a:pt x="160786" y="67357"/>
                  <a:pt x="145913" y="62109"/>
                </a:cubicBezTo>
                <a:cubicBezTo>
                  <a:pt x="157462" y="57386"/>
                  <a:pt x="163237" y="48638"/>
                  <a:pt x="163237" y="35866"/>
                </a:cubicBezTo>
                <a:cubicBezTo>
                  <a:pt x="163237" y="14170"/>
                  <a:pt x="149064" y="1049"/>
                  <a:pt x="125445" y="1049"/>
                </a:cubicBezTo>
                <a:cubicBezTo>
                  <a:pt x="100426" y="1049"/>
                  <a:pt x="87128" y="15046"/>
                  <a:pt x="86605" y="41814"/>
                </a:cubicBezTo>
                <a:lnTo>
                  <a:pt x="102001" y="41814"/>
                </a:lnTo>
                <a:cubicBezTo>
                  <a:pt x="102174" y="34115"/>
                  <a:pt x="102876" y="29742"/>
                  <a:pt x="104798" y="25893"/>
                </a:cubicBezTo>
                <a:cubicBezTo>
                  <a:pt x="108298" y="18719"/>
                  <a:pt x="115998" y="14520"/>
                  <a:pt x="125619" y="14520"/>
                </a:cubicBezTo>
                <a:cubicBezTo>
                  <a:pt x="139266" y="14520"/>
                  <a:pt x="147489" y="22743"/>
                  <a:pt x="147489" y="36390"/>
                </a:cubicBezTo>
                <a:cubicBezTo>
                  <a:pt x="147489" y="45314"/>
                  <a:pt x="144341" y="50736"/>
                  <a:pt x="137517" y="53710"/>
                </a:cubicBezTo>
                <a:cubicBezTo>
                  <a:pt x="133318" y="55462"/>
                  <a:pt x="127720" y="56161"/>
                  <a:pt x="117047" y="56335"/>
                </a:cubicBezTo>
                <a:lnTo>
                  <a:pt x="117047" y="69282"/>
                </a:lnTo>
                <a:close/>
                <a:moveTo>
                  <a:pt x="210824" y="109348"/>
                </a:moveTo>
                <a:lnTo>
                  <a:pt x="192628" y="109348"/>
                </a:lnTo>
                <a:lnTo>
                  <a:pt x="192628" y="127542"/>
                </a:lnTo>
                <a:lnTo>
                  <a:pt x="210824" y="127542"/>
                </a:lnTo>
                <a:lnTo>
                  <a:pt x="210824" y="109348"/>
                </a:lnTo>
                <a:close/>
                <a:moveTo>
                  <a:pt x="287454" y="14347"/>
                </a:moveTo>
                <a:lnTo>
                  <a:pt x="329269" y="14347"/>
                </a:lnTo>
                <a:lnTo>
                  <a:pt x="329269" y="0"/>
                </a:lnTo>
                <a:lnTo>
                  <a:pt x="229195" y="0"/>
                </a:lnTo>
                <a:lnTo>
                  <a:pt x="229195" y="14347"/>
                </a:lnTo>
                <a:lnTo>
                  <a:pt x="271183" y="14347"/>
                </a:lnTo>
                <a:lnTo>
                  <a:pt x="271183" y="127542"/>
                </a:lnTo>
                <a:lnTo>
                  <a:pt x="287454" y="127542"/>
                </a:lnTo>
                <a:lnTo>
                  <a:pt x="287454" y="14347"/>
                </a:lnTo>
                <a:close/>
                <a:moveTo>
                  <a:pt x="381231" y="33242"/>
                </a:moveTo>
                <a:cubicBezTo>
                  <a:pt x="355338" y="33242"/>
                  <a:pt x="339942" y="51612"/>
                  <a:pt x="339942" y="82403"/>
                </a:cubicBezTo>
                <a:cubicBezTo>
                  <a:pt x="339942" y="113371"/>
                  <a:pt x="355338" y="131567"/>
                  <a:pt x="381407" y="131567"/>
                </a:cubicBezTo>
                <a:cubicBezTo>
                  <a:pt x="407300" y="131567"/>
                  <a:pt x="422872" y="113198"/>
                  <a:pt x="422872" y="83103"/>
                </a:cubicBezTo>
                <a:cubicBezTo>
                  <a:pt x="422872" y="51262"/>
                  <a:pt x="407826" y="33242"/>
                  <a:pt x="381231" y="33242"/>
                </a:cubicBezTo>
                <a:moveTo>
                  <a:pt x="381407" y="46713"/>
                </a:moveTo>
                <a:cubicBezTo>
                  <a:pt x="397852" y="46713"/>
                  <a:pt x="407649" y="60184"/>
                  <a:pt x="407649" y="82929"/>
                </a:cubicBezTo>
                <a:cubicBezTo>
                  <a:pt x="407649" y="104623"/>
                  <a:pt x="397502" y="118096"/>
                  <a:pt x="381407" y="118096"/>
                </a:cubicBezTo>
                <a:cubicBezTo>
                  <a:pt x="365136" y="118096"/>
                  <a:pt x="355162" y="104623"/>
                  <a:pt x="355162" y="82403"/>
                </a:cubicBezTo>
                <a:cubicBezTo>
                  <a:pt x="355162" y="60184"/>
                  <a:pt x="365136" y="46713"/>
                  <a:pt x="381407" y="46713"/>
                </a:cubicBezTo>
                <a:close/>
                <a:moveTo>
                  <a:pt x="454538" y="0"/>
                </a:moveTo>
                <a:lnTo>
                  <a:pt x="440018" y="0"/>
                </a:lnTo>
                <a:lnTo>
                  <a:pt x="440018" y="127542"/>
                </a:lnTo>
                <a:lnTo>
                  <a:pt x="454538" y="127542"/>
                </a:lnTo>
                <a:lnTo>
                  <a:pt x="454538" y="91851"/>
                </a:lnTo>
                <a:lnTo>
                  <a:pt x="468711" y="77854"/>
                </a:lnTo>
                <a:lnTo>
                  <a:pt x="499676" y="127542"/>
                </a:lnTo>
                <a:lnTo>
                  <a:pt x="517699" y="127542"/>
                </a:lnTo>
                <a:lnTo>
                  <a:pt x="480258" y="67534"/>
                </a:lnTo>
                <a:lnTo>
                  <a:pt x="512098" y="35866"/>
                </a:lnTo>
                <a:lnTo>
                  <a:pt x="493379" y="35866"/>
                </a:lnTo>
                <a:lnTo>
                  <a:pt x="454538" y="74707"/>
                </a:lnTo>
                <a:lnTo>
                  <a:pt x="454538" y="0"/>
                </a:lnTo>
                <a:close/>
                <a:moveTo>
                  <a:pt x="607103" y="86603"/>
                </a:moveTo>
                <a:cubicBezTo>
                  <a:pt x="607103" y="72606"/>
                  <a:pt x="606051" y="64207"/>
                  <a:pt x="603427" y="57386"/>
                </a:cubicBezTo>
                <a:cubicBezTo>
                  <a:pt x="597479" y="42338"/>
                  <a:pt x="583482" y="33242"/>
                  <a:pt x="566337" y="33242"/>
                </a:cubicBezTo>
                <a:cubicBezTo>
                  <a:pt x="540792" y="33242"/>
                  <a:pt x="524347" y="52661"/>
                  <a:pt x="524347" y="82929"/>
                </a:cubicBezTo>
                <a:cubicBezTo>
                  <a:pt x="524347" y="113198"/>
                  <a:pt x="540092" y="131567"/>
                  <a:pt x="565988" y="131567"/>
                </a:cubicBezTo>
                <a:cubicBezTo>
                  <a:pt x="586982" y="131567"/>
                  <a:pt x="601502" y="119669"/>
                  <a:pt x="605178" y="99724"/>
                </a:cubicBezTo>
                <a:lnTo>
                  <a:pt x="590481" y="99724"/>
                </a:lnTo>
                <a:cubicBezTo>
                  <a:pt x="586456" y="111796"/>
                  <a:pt x="578233" y="118096"/>
                  <a:pt x="566511" y="118096"/>
                </a:cubicBezTo>
                <a:cubicBezTo>
                  <a:pt x="557239" y="118096"/>
                  <a:pt x="549367" y="113897"/>
                  <a:pt x="544468" y="106198"/>
                </a:cubicBezTo>
                <a:cubicBezTo>
                  <a:pt x="540968" y="100949"/>
                  <a:pt x="539743" y="95701"/>
                  <a:pt x="539569" y="86603"/>
                </a:cubicBezTo>
                <a:lnTo>
                  <a:pt x="607103" y="86603"/>
                </a:lnTo>
                <a:moveTo>
                  <a:pt x="539919" y="74707"/>
                </a:moveTo>
                <a:cubicBezTo>
                  <a:pt x="541141" y="57736"/>
                  <a:pt x="551465" y="46713"/>
                  <a:pt x="566161" y="46713"/>
                </a:cubicBezTo>
                <a:cubicBezTo>
                  <a:pt x="581034" y="46713"/>
                  <a:pt x="591354" y="58259"/>
                  <a:pt x="591354" y="74707"/>
                </a:cubicBezTo>
                <a:lnTo>
                  <a:pt x="539919" y="74707"/>
                </a:lnTo>
                <a:close/>
                <a:moveTo>
                  <a:pt x="628271" y="35866"/>
                </a:moveTo>
                <a:lnTo>
                  <a:pt x="628271" y="127542"/>
                </a:lnTo>
                <a:lnTo>
                  <a:pt x="642967" y="127542"/>
                </a:lnTo>
                <a:lnTo>
                  <a:pt x="642967" y="76981"/>
                </a:lnTo>
                <a:cubicBezTo>
                  <a:pt x="642967" y="58259"/>
                  <a:pt x="652765" y="46014"/>
                  <a:pt x="667811" y="46014"/>
                </a:cubicBezTo>
                <a:cubicBezTo>
                  <a:pt x="679359" y="46014"/>
                  <a:pt x="686706" y="53011"/>
                  <a:pt x="686706" y="64034"/>
                </a:cubicBezTo>
                <a:lnTo>
                  <a:pt x="686706" y="127542"/>
                </a:lnTo>
                <a:lnTo>
                  <a:pt x="701229" y="127542"/>
                </a:lnTo>
                <a:lnTo>
                  <a:pt x="701229" y="58259"/>
                </a:lnTo>
                <a:cubicBezTo>
                  <a:pt x="701229" y="43040"/>
                  <a:pt x="689856" y="33242"/>
                  <a:pt x="672186" y="33242"/>
                </a:cubicBezTo>
                <a:cubicBezTo>
                  <a:pt x="658539" y="33242"/>
                  <a:pt x="649791" y="38491"/>
                  <a:pt x="641742" y="51262"/>
                </a:cubicBezTo>
                <a:lnTo>
                  <a:pt x="641742" y="35866"/>
                </a:lnTo>
                <a:lnTo>
                  <a:pt x="628271" y="358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8D5E0-427F-4CD8-AD65-297EC61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4261072"/>
            <a:ext cx="284079" cy="443805"/>
          </a:xfrm>
          <a:custGeom xmlns:a="http://schemas.openxmlformats.org/drawingml/2006/main">
            <a:pathLst>
              <a:path w="284079" h="443805">
                <a:moveTo>
                  <a:pt x="0" y="301790"/>
                </a:moveTo>
                <a:lnTo>
                  <a:pt x="142040" y="159776"/>
                </a:lnTo>
                <a:lnTo>
                  <a:pt x="142040" y="230771"/>
                </a:lnTo>
                <a:cubicBezTo>
                  <a:pt x="220450" y="230796"/>
                  <a:pt x="284079" y="127510"/>
                  <a:pt x="284079" y="50"/>
                </a:cubicBezTo>
                <a:cubicBezTo>
                  <a:pt x="284079" y="50"/>
                  <a:pt x="284079" y="25"/>
                  <a:pt x="284079" y="0"/>
                </a:cubicBezTo>
                <a:lnTo>
                  <a:pt x="284079" y="142015"/>
                </a:lnTo>
                <a:cubicBezTo>
                  <a:pt x="284079" y="269450"/>
                  <a:pt x="220450" y="372785"/>
                  <a:pt x="142040" y="372810"/>
                </a:cubicBezTo>
                <a:lnTo>
                  <a:pt x="142040" y="443805"/>
                </a:lnTo>
                <a:lnTo>
                  <a:pt x="0" y="301790"/>
                </a:lnTo>
                <a:close/>
              </a:path>
            </a:pathLst>
          </a:custGeom>
          <a:solidFill xmlns:a="http://schemas.openxmlformats.org/drawingml/2006/main">
            <a:srgbClr val="D3C9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7E5F2-C18B-4141-8898-ADA8C77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4261072"/>
            <a:ext cx="284079" cy="443805"/>
          </a:xfrm>
          <a:custGeom xmlns:a="http://schemas.openxmlformats.org/drawingml/2006/main">
            <a:pathLst>
              <a:path w="284079" h="443805" fill="none">
                <a:moveTo>
                  <a:pt x="0" y="301790"/>
                </a:moveTo>
                <a:lnTo>
                  <a:pt x="142040" y="159776"/>
                </a:lnTo>
                <a:lnTo>
                  <a:pt x="142040" y="230771"/>
                </a:lnTo>
                <a:cubicBezTo>
                  <a:pt x="220450" y="230796"/>
                  <a:pt x="284079" y="127510"/>
                  <a:pt x="284079" y="50"/>
                </a:cubicBezTo>
                <a:cubicBezTo>
                  <a:pt x="284079" y="50"/>
                  <a:pt x="284079" y="25"/>
                  <a:pt x="284079" y="0"/>
                </a:cubicBezTo>
                <a:lnTo>
                  <a:pt x="284079" y="142015"/>
                </a:lnTo>
                <a:cubicBezTo>
                  <a:pt x="284079" y="269450"/>
                  <a:pt x="220450" y="372785"/>
                  <a:pt x="142040" y="372810"/>
                </a:cubicBezTo>
                <a:lnTo>
                  <a:pt x="142040" y="443805"/>
                </a:lnTo>
                <a:lnTo>
                  <a:pt x="0" y="301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4A3A5F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E9004-BC55-4333-9621-77FB2730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4030276"/>
            <a:ext cx="284079" cy="372810"/>
          </a:xfrm>
          <a:custGeom xmlns:a="http://schemas.openxmlformats.org/drawingml/2006/main">
            <a:pathLst>
              <a:path w="284079" h="372810">
                <a:moveTo>
                  <a:pt x="0" y="0"/>
                </a:moveTo>
                <a:cubicBezTo>
                  <a:pt x="157070" y="25"/>
                  <a:pt x="284079" y="103361"/>
                  <a:pt x="284079" y="230796"/>
                </a:cubicBezTo>
                <a:lnTo>
                  <a:pt x="284079" y="372810"/>
                </a:lnTo>
                <a:cubicBezTo>
                  <a:pt x="284079" y="372785"/>
                  <a:pt x="284079" y="372760"/>
                  <a:pt x="284079" y="372735"/>
                </a:cubicBezTo>
                <a:cubicBezTo>
                  <a:pt x="284079" y="245300"/>
                  <a:pt x="156820" y="142015"/>
                  <a:pt x="0" y="14201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4CBB0-1D4E-4432-9019-38A7986B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4030276"/>
            <a:ext cx="284079" cy="372810"/>
          </a:xfrm>
          <a:custGeom xmlns:a="http://schemas.openxmlformats.org/drawingml/2006/main">
            <a:pathLst>
              <a:path w="284079" h="372810" fill="none">
                <a:moveTo>
                  <a:pt x="0" y="0"/>
                </a:moveTo>
                <a:lnTo>
                  <a:pt x="0" y="142015"/>
                </a:lnTo>
                <a:cubicBezTo>
                  <a:pt x="156820" y="142015"/>
                  <a:pt x="284079" y="245300"/>
                  <a:pt x="284079" y="372735"/>
                </a:cubicBezTo>
                <a:cubicBezTo>
                  <a:pt x="284079" y="372760"/>
                  <a:pt x="284079" y="372785"/>
                  <a:pt x="284079" y="372810"/>
                </a:cubicBezTo>
                <a:lnTo>
                  <a:pt x="284079" y="230796"/>
                </a:lnTo>
                <a:cubicBezTo>
                  <a:pt x="284079" y="103361"/>
                  <a:pt x="157070" y="25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4A3A5F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F5D11-B308-4EC3-8E3E-3777DAE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104" y="4154555"/>
            <a:ext cx="852238" cy="284029"/>
          </a:xfrm>
          <a:custGeom xmlns:a="http://schemas.openxmlformats.org/drawingml/2006/main">
            <a:pathLst>
              <a:path w="852238" h="284029">
                <a:moveTo>
                  <a:pt x="71145" y="284029"/>
                </a:moveTo>
                <a:cubicBezTo>
                  <a:pt x="31815" y="284029"/>
                  <a:pt x="0" y="252239"/>
                  <a:pt x="0" y="213034"/>
                </a:cubicBezTo>
                <a:lnTo>
                  <a:pt x="0" y="70995"/>
                </a:lnTo>
                <a:cubicBezTo>
                  <a:pt x="0" y="31790"/>
                  <a:pt x="31815" y="0"/>
                  <a:pt x="71145" y="0"/>
                </a:cubicBezTo>
                <a:lnTo>
                  <a:pt x="781093" y="0"/>
                </a:lnTo>
                <a:cubicBezTo>
                  <a:pt x="820423" y="0"/>
                  <a:pt x="852238" y="31790"/>
                  <a:pt x="852238" y="70995"/>
                </a:cubicBezTo>
                <a:lnTo>
                  <a:pt x="852238" y="213034"/>
                </a:lnTo>
                <a:cubicBezTo>
                  <a:pt x="852238" y="252239"/>
                  <a:pt x="820423" y="284029"/>
                  <a:pt x="781093" y="284029"/>
                </a:cubicBezTo>
                <a:lnTo>
                  <a:pt x="71145" y="284029"/>
                </a:lnTo>
                <a:close/>
              </a:path>
            </a:pathLst>
          </a:custGeom>
          <a:solidFill xmlns:a="http://schemas.openxmlformats.org/drawingml/2006/main">
            <a:srgbClr val="EE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4615B12-C30F-4CF3-B813-81BD3E15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842" y="4148292"/>
            <a:ext cx="862258" cy="296555"/>
          </a:xfrm>
          <a:custGeom xmlns:a="http://schemas.openxmlformats.org/drawingml/2006/main">
            <a:pathLst>
              <a:path w="862258" h="296555">
                <a:moveTo>
                  <a:pt x="77408" y="296555"/>
                </a:moveTo>
                <a:lnTo>
                  <a:pt x="77198" y="296551"/>
                </a:lnTo>
                <a:lnTo>
                  <a:pt x="72322" y="296387"/>
                </a:lnTo>
                <a:lnTo>
                  <a:pt x="71902" y="296359"/>
                </a:lnTo>
                <a:lnTo>
                  <a:pt x="67115" y="295875"/>
                </a:lnTo>
                <a:lnTo>
                  <a:pt x="66699" y="295819"/>
                </a:lnTo>
                <a:lnTo>
                  <a:pt x="62012" y="295024"/>
                </a:lnTo>
                <a:lnTo>
                  <a:pt x="61603" y="294941"/>
                </a:lnTo>
                <a:lnTo>
                  <a:pt x="57026" y="293847"/>
                </a:lnTo>
                <a:lnTo>
                  <a:pt x="56626" y="293737"/>
                </a:lnTo>
                <a:lnTo>
                  <a:pt x="52169" y="292355"/>
                </a:lnTo>
                <a:lnTo>
                  <a:pt x="51780" y="292220"/>
                </a:lnTo>
                <a:lnTo>
                  <a:pt x="47454" y="290559"/>
                </a:lnTo>
                <a:lnTo>
                  <a:pt x="47078" y="290400"/>
                </a:lnTo>
                <a:lnTo>
                  <a:pt x="42893" y="288471"/>
                </a:lnTo>
                <a:lnTo>
                  <a:pt x="42530" y="288290"/>
                </a:lnTo>
                <a:lnTo>
                  <a:pt x="38498" y="286104"/>
                </a:lnTo>
                <a:lnTo>
                  <a:pt x="38150" y="285901"/>
                </a:lnTo>
                <a:lnTo>
                  <a:pt x="34281" y="283468"/>
                </a:lnTo>
                <a:lnTo>
                  <a:pt x="33948" y="283244"/>
                </a:lnTo>
                <a:lnTo>
                  <a:pt x="30252" y="280576"/>
                </a:lnTo>
                <a:lnTo>
                  <a:pt x="29935" y="280332"/>
                </a:lnTo>
                <a:lnTo>
                  <a:pt x="26423" y="277439"/>
                </a:lnTo>
                <a:lnTo>
                  <a:pt x="26123" y="277175"/>
                </a:lnTo>
                <a:lnTo>
                  <a:pt x="22805" y="274067"/>
                </a:lnTo>
                <a:lnTo>
                  <a:pt x="22523" y="273786"/>
                </a:lnTo>
                <a:lnTo>
                  <a:pt x="19410" y="270473"/>
                </a:lnTo>
                <a:lnTo>
                  <a:pt x="19146" y="270174"/>
                </a:lnTo>
                <a:lnTo>
                  <a:pt x="16248" y="266668"/>
                </a:lnTo>
                <a:lnTo>
                  <a:pt x="16003" y="266352"/>
                </a:lnTo>
                <a:lnTo>
                  <a:pt x="13331" y="262663"/>
                </a:lnTo>
                <a:lnTo>
                  <a:pt x="13106" y="262330"/>
                </a:lnTo>
                <a:lnTo>
                  <a:pt x="10671" y="258469"/>
                </a:lnTo>
                <a:lnTo>
                  <a:pt x="10466" y="258120"/>
                </a:lnTo>
                <a:lnTo>
                  <a:pt x="8278" y="254097"/>
                </a:lnTo>
                <a:lnTo>
                  <a:pt x="8095" y="253733"/>
                </a:lnTo>
                <a:lnTo>
                  <a:pt x="6164" y="249559"/>
                </a:lnTo>
                <a:lnTo>
                  <a:pt x="6004" y="249182"/>
                </a:lnTo>
                <a:lnTo>
                  <a:pt x="4342" y="244866"/>
                </a:lnTo>
                <a:lnTo>
                  <a:pt x="4206" y="244476"/>
                </a:lnTo>
                <a:lnTo>
                  <a:pt x="2822" y="240031"/>
                </a:lnTo>
                <a:lnTo>
                  <a:pt x="2711" y="239630"/>
                </a:lnTo>
                <a:lnTo>
                  <a:pt x="1617" y="235065"/>
                </a:lnTo>
                <a:lnTo>
                  <a:pt x="1533" y="234654"/>
                </a:lnTo>
                <a:lnTo>
                  <a:pt x="737" y="229980"/>
                </a:lnTo>
                <a:lnTo>
                  <a:pt x="681" y="229563"/>
                </a:lnTo>
                <a:lnTo>
                  <a:pt x="196" y="224790"/>
                </a:lnTo>
                <a:lnTo>
                  <a:pt x="168" y="224369"/>
                </a:lnTo>
                <a:lnTo>
                  <a:pt x="4" y="219508"/>
                </a:lnTo>
                <a:lnTo>
                  <a:pt x="0" y="219297"/>
                </a:lnTo>
                <a:lnTo>
                  <a:pt x="0" y="77258"/>
                </a:lnTo>
                <a:lnTo>
                  <a:pt x="4" y="77046"/>
                </a:lnTo>
                <a:lnTo>
                  <a:pt x="168" y="72186"/>
                </a:lnTo>
                <a:lnTo>
                  <a:pt x="196" y="71764"/>
                </a:lnTo>
                <a:lnTo>
                  <a:pt x="681" y="66992"/>
                </a:lnTo>
                <a:lnTo>
                  <a:pt x="737" y="66575"/>
                </a:lnTo>
                <a:lnTo>
                  <a:pt x="1533" y="61901"/>
                </a:lnTo>
                <a:lnTo>
                  <a:pt x="1617" y="61490"/>
                </a:lnTo>
                <a:lnTo>
                  <a:pt x="2711" y="56925"/>
                </a:lnTo>
                <a:lnTo>
                  <a:pt x="2822" y="56524"/>
                </a:lnTo>
                <a:lnTo>
                  <a:pt x="4206" y="52079"/>
                </a:lnTo>
                <a:lnTo>
                  <a:pt x="4342" y="51689"/>
                </a:lnTo>
                <a:lnTo>
                  <a:pt x="6004" y="47373"/>
                </a:lnTo>
                <a:lnTo>
                  <a:pt x="6164" y="46996"/>
                </a:lnTo>
                <a:lnTo>
                  <a:pt x="8095" y="42821"/>
                </a:lnTo>
                <a:lnTo>
                  <a:pt x="8278" y="42458"/>
                </a:lnTo>
                <a:lnTo>
                  <a:pt x="10466" y="38435"/>
                </a:lnTo>
                <a:lnTo>
                  <a:pt x="10671" y="38086"/>
                </a:lnTo>
                <a:lnTo>
                  <a:pt x="13106" y="34225"/>
                </a:lnTo>
                <a:lnTo>
                  <a:pt x="13331" y="33892"/>
                </a:lnTo>
                <a:lnTo>
                  <a:pt x="16003" y="30203"/>
                </a:lnTo>
                <a:lnTo>
                  <a:pt x="16248" y="29887"/>
                </a:lnTo>
                <a:lnTo>
                  <a:pt x="19146" y="26381"/>
                </a:lnTo>
                <a:lnTo>
                  <a:pt x="19410" y="26081"/>
                </a:lnTo>
                <a:lnTo>
                  <a:pt x="22523" y="22769"/>
                </a:lnTo>
                <a:lnTo>
                  <a:pt x="22805" y="22488"/>
                </a:lnTo>
                <a:lnTo>
                  <a:pt x="26123" y="19379"/>
                </a:lnTo>
                <a:lnTo>
                  <a:pt x="26423" y="19116"/>
                </a:lnTo>
                <a:lnTo>
                  <a:pt x="29935" y="16223"/>
                </a:lnTo>
                <a:lnTo>
                  <a:pt x="30252" y="15979"/>
                </a:lnTo>
                <a:lnTo>
                  <a:pt x="33948" y="13311"/>
                </a:lnTo>
                <a:lnTo>
                  <a:pt x="34281" y="13086"/>
                </a:lnTo>
                <a:lnTo>
                  <a:pt x="38150" y="10654"/>
                </a:lnTo>
                <a:lnTo>
                  <a:pt x="38498" y="10451"/>
                </a:lnTo>
                <a:lnTo>
                  <a:pt x="42530" y="8265"/>
                </a:lnTo>
                <a:lnTo>
                  <a:pt x="42893" y="8083"/>
                </a:lnTo>
                <a:lnTo>
                  <a:pt x="47078" y="6155"/>
                </a:lnTo>
                <a:lnTo>
                  <a:pt x="47454" y="5996"/>
                </a:lnTo>
                <a:lnTo>
                  <a:pt x="51780" y="4335"/>
                </a:lnTo>
                <a:lnTo>
                  <a:pt x="52169" y="4200"/>
                </a:lnTo>
                <a:lnTo>
                  <a:pt x="56626" y="2818"/>
                </a:lnTo>
                <a:lnTo>
                  <a:pt x="57026" y="2708"/>
                </a:lnTo>
                <a:lnTo>
                  <a:pt x="61603" y="1614"/>
                </a:lnTo>
                <a:lnTo>
                  <a:pt x="62012" y="1531"/>
                </a:lnTo>
                <a:lnTo>
                  <a:pt x="66699" y="736"/>
                </a:lnTo>
                <a:lnTo>
                  <a:pt x="67115" y="680"/>
                </a:lnTo>
                <a:lnTo>
                  <a:pt x="71902" y="196"/>
                </a:lnTo>
                <a:lnTo>
                  <a:pt x="72322" y="167"/>
                </a:lnTo>
                <a:lnTo>
                  <a:pt x="77198" y="4"/>
                </a:lnTo>
                <a:lnTo>
                  <a:pt x="77408" y="0"/>
                </a:lnTo>
                <a:lnTo>
                  <a:pt x="787356" y="0"/>
                </a:lnTo>
                <a:lnTo>
                  <a:pt x="787566" y="4"/>
                </a:lnTo>
                <a:lnTo>
                  <a:pt x="792441" y="167"/>
                </a:lnTo>
                <a:lnTo>
                  <a:pt x="792862" y="196"/>
                </a:lnTo>
                <a:lnTo>
                  <a:pt x="797648" y="680"/>
                </a:lnTo>
                <a:lnTo>
                  <a:pt x="798064" y="736"/>
                </a:lnTo>
                <a:lnTo>
                  <a:pt x="802751" y="1531"/>
                </a:lnTo>
                <a:lnTo>
                  <a:pt x="803160" y="1614"/>
                </a:lnTo>
                <a:lnTo>
                  <a:pt x="807738" y="2708"/>
                </a:lnTo>
                <a:lnTo>
                  <a:pt x="808138" y="2818"/>
                </a:lnTo>
                <a:lnTo>
                  <a:pt x="812594" y="4200"/>
                </a:lnTo>
                <a:lnTo>
                  <a:pt x="812984" y="4335"/>
                </a:lnTo>
                <a:lnTo>
                  <a:pt x="817309" y="5996"/>
                </a:lnTo>
                <a:lnTo>
                  <a:pt x="817686" y="6155"/>
                </a:lnTo>
                <a:lnTo>
                  <a:pt x="821870" y="8083"/>
                </a:lnTo>
                <a:lnTo>
                  <a:pt x="822233" y="8265"/>
                </a:lnTo>
                <a:lnTo>
                  <a:pt x="826265" y="10451"/>
                </a:lnTo>
                <a:lnTo>
                  <a:pt x="826614" y="10654"/>
                </a:lnTo>
                <a:lnTo>
                  <a:pt x="830483" y="13086"/>
                </a:lnTo>
                <a:lnTo>
                  <a:pt x="830816" y="13311"/>
                </a:lnTo>
                <a:lnTo>
                  <a:pt x="834512" y="15979"/>
                </a:lnTo>
                <a:lnTo>
                  <a:pt x="834828" y="16223"/>
                </a:lnTo>
                <a:lnTo>
                  <a:pt x="838341" y="19116"/>
                </a:lnTo>
                <a:lnTo>
                  <a:pt x="838640" y="19379"/>
                </a:lnTo>
                <a:lnTo>
                  <a:pt x="841959" y="22488"/>
                </a:lnTo>
                <a:lnTo>
                  <a:pt x="842241" y="22769"/>
                </a:lnTo>
                <a:lnTo>
                  <a:pt x="845354" y="26081"/>
                </a:lnTo>
                <a:lnTo>
                  <a:pt x="845618" y="26381"/>
                </a:lnTo>
                <a:lnTo>
                  <a:pt x="848516" y="29887"/>
                </a:lnTo>
                <a:lnTo>
                  <a:pt x="848760" y="30203"/>
                </a:lnTo>
                <a:lnTo>
                  <a:pt x="851432" y="33892"/>
                </a:lnTo>
                <a:lnTo>
                  <a:pt x="851657" y="34225"/>
                </a:lnTo>
                <a:lnTo>
                  <a:pt x="854093" y="38086"/>
                </a:lnTo>
                <a:lnTo>
                  <a:pt x="854297" y="38435"/>
                </a:lnTo>
                <a:lnTo>
                  <a:pt x="856486" y="42458"/>
                </a:lnTo>
                <a:lnTo>
                  <a:pt x="856668" y="42821"/>
                </a:lnTo>
                <a:lnTo>
                  <a:pt x="858599" y="46996"/>
                </a:lnTo>
                <a:lnTo>
                  <a:pt x="858759" y="47373"/>
                </a:lnTo>
                <a:lnTo>
                  <a:pt x="860422" y="51689"/>
                </a:lnTo>
                <a:lnTo>
                  <a:pt x="860558" y="52079"/>
                </a:lnTo>
                <a:lnTo>
                  <a:pt x="861942" y="56524"/>
                </a:lnTo>
                <a:lnTo>
                  <a:pt x="862052" y="56925"/>
                </a:lnTo>
                <a:lnTo>
                  <a:pt x="862258" y="57786"/>
                </a:lnTo>
                <a:lnTo>
                  <a:pt x="862258" y="238769"/>
                </a:lnTo>
                <a:lnTo>
                  <a:pt x="862052" y="239630"/>
                </a:lnTo>
                <a:lnTo>
                  <a:pt x="861942" y="240031"/>
                </a:lnTo>
                <a:lnTo>
                  <a:pt x="860558" y="244476"/>
                </a:lnTo>
                <a:lnTo>
                  <a:pt x="860422" y="244866"/>
                </a:lnTo>
                <a:lnTo>
                  <a:pt x="858759" y="249182"/>
                </a:lnTo>
                <a:lnTo>
                  <a:pt x="858599" y="249559"/>
                </a:lnTo>
                <a:lnTo>
                  <a:pt x="856668" y="253733"/>
                </a:lnTo>
                <a:lnTo>
                  <a:pt x="856486" y="254097"/>
                </a:lnTo>
                <a:lnTo>
                  <a:pt x="854297" y="258120"/>
                </a:lnTo>
                <a:lnTo>
                  <a:pt x="854093" y="258469"/>
                </a:lnTo>
                <a:lnTo>
                  <a:pt x="851657" y="262330"/>
                </a:lnTo>
                <a:lnTo>
                  <a:pt x="851432" y="262663"/>
                </a:lnTo>
                <a:lnTo>
                  <a:pt x="848760" y="266352"/>
                </a:lnTo>
                <a:lnTo>
                  <a:pt x="848516" y="266668"/>
                </a:lnTo>
                <a:lnTo>
                  <a:pt x="845618" y="270174"/>
                </a:lnTo>
                <a:lnTo>
                  <a:pt x="845354" y="270473"/>
                </a:lnTo>
                <a:lnTo>
                  <a:pt x="842241" y="273786"/>
                </a:lnTo>
                <a:lnTo>
                  <a:pt x="841959" y="274067"/>
                </a:lnTo>
                <a:lnTo>
                  <a:pt x="838640" y="277175"/>
                </a:lnTo>
                <a:lnTo>
                  <a:pt x="838341" y="277439"/>
                </a:lnTo>
                <a:lnTo>
                  <a:pt x="834828" y="280332"/>
                </a:lnTo>
                <a:lnTo>
                  <a:pt x="834512" y="280576"/>
                </a:lnTo>
                <a:lnTo>
                  <a:pt x="830816" y="283244"/>
                </a:lnTo>
                <a:lnTo>
                  <a:pt x="830483" y="283468"/>
                </a:lnTo>
                <a:lnTo>
                  <a:pt x="826614" y="285901"/>
                </a:lnTo>
                <a:lnTo>
                  <a:pt x="826265" y="286104"/>
                </a:lnTo>
                <a:lnTo>
                  <a:pt x="822233" y="288290"/>
                </a:lnTo>
                <a:lnTo>
                  <a:pt x="821870" y="288471"/>
                </a:lnTo>
                <a:lnTo>
                  <a:pt x="817686" y="290400"/>
                </a:lnTo>
                <a:lnTo>
                  <a:pt x="817309" y="290559"/>
                </a:lnTo>
                <a:lnTo>
                  <a:pt x="812984" y="292220"/>
                </a:lnTo>
                <a:lnTo>
                  <a:pt x="812594" y="292355"/>
                </a:lnTo>
                <a:lnTo>
                  <a:pt x="808138" y="293737"/>
                </a:lnTo>
                <a:lnTo>
                  <a:pt x="807738" y="293847"/>
                </a:lnTo>
                <a:lnTo>
                  <a:pt x="803160" y="294941"/>
                </a:lnTo>
                <a:lnTo>
                  <a:pt x="802751" y="295024"/>
                </a:lnTo>
                <a:lnTo>
                  <a:pt x="798064" y="295819"/>
                </a:lnTo>
                <a:lnTo>
                  <a:pt x="797648" y="295875"/>
                </a:lnTo>
                <a:lnTo>
                  <a:pt x="792862" y="296359"/>
                </a:lnTo>
                <a:lnTo>
                  <a:pt x="792441" y="296387"/>
                </a:lnTo>
                <a:lnTo>
                  <a:pt x="787566" y="296551"/>
                </a:lnTo>
                <a:lnTo>
                  <a:pt x="787356" y="296555"/>
                </a:lnTo>
                <a:lnTo>
                  <a:pt x="77408" y="296555"/>
                </a:lnTo>
                <a:close/>
                <a:moveTo>
                  <a:pt x="72953" y="283876"/>
                </a:moveTo>
                <a:lnTo>
                  <a:pt x="77513" y="284029"/>
                </a:lnTo>
                <a:lnTo>
                  <a:pt x="787251" y="284029"/>
                </a:lnTo>
                <a:lnTo>
                  <a:pt x="791810" y="283876"/>
                </a:lnTo>
                <a:lnTo>
                  <a:pt x="796178" y="283434"/>
                </a:lnTo>
                <a:lnTo>
                  <a:pt x="800452" y="282710"/>
                </a:lnTo>
                <a:lnTo>
                  <a:pt x="804625" y="281713"/>
                </a:lnTo>
                <a:lnTo>
                  <a:pt x="808686" y="280453"/>
                </a:lnTo>
                <a:lnTo>
                  <a:pt x="812629" y="278939"/>
                </a:lnTo>
                <a:lnTo>
                  <a:pt x="816443" y="277181"/>
                </a:lnTo>
                <a:lnTo>
                  <a:pt x="820119" y="275188"/>
                </a:lnTo>
                <a:lnTo>
                  <a:pt x="823648" y="272971"/>
                </a:lnTo>
                <a:lnTo>
                  <a:pt x="827019" y="270537"/>
                </a:lnTo>
                <a:lnTo>
                  <a:pt x="830223" y="267898"/>
                </a:lnTo>
                <a:lnTo>
                  <a:pt x="833250" y="265062"/>
                </a:lnTo>
                <a:lnTo>
                  <a:pt x="836090" y="262040"/>
                </a:lnTo>
                <a:lnTo>
                  <a:pt x="838734" y="258842"/>
                </a:lnTo>
                <a:lnTo>
                  <a:pt x="841170" y="255478"/>
                </a:lnTo>
                <a:lnTo>
                  <a:pt x="843391" y="251958"/>
                </a:lnTo>
                <a:lnTo>
                  <a:pt x="845386" y="248291"/>
                </a:lnTo>
                <a:lnTo>
                  <a:pt x="847145" y="244487"/>
                </a:lnTo>
                <a:lnTo>
                  <a:pt x="848660" y="240555"/>
                </a:lnTo>
                <a:lnTo>
                  <a:pt x="849921" y="236506"/>
                </a:lnTo>
                <a:lnTo>
                  <a:pt x="850918" y="232347"/>
                </a:lnTo>
                <a:lnTo>
                  <a:pt x="851643" y="228087"/>
                </a:lnTo>
                <a:lnTo>
                  <a:pt x="852085" y="223735"/>
                </a:lnTo>
                <a:lnTo>
                  <a:pt x="852238" y="219192"/>
                </a:lnTo>
                <a:lnTo>
                  <a:pt x="852238" y="77363"/>
                </a:lnTo>
                <a:lnTo>
                  <a:pt x="852085" y="72820"/>
                </a:lnTo>
                <a:lnTo>
                  <a:pt x="851643" y="68467"/>
                </a:lnTo>
                <a:lnTo>
                  <a:pt x="850918" y="64208"/>
                </a:lnTo>
                <a:lnTo>
                  <a:pt x="849921" y="60049"/>
                </a:lnTo>
                <a:lnTo>
                  <a:pt x="848660" y="55999"/>
                </a:lnTo>
                <a:lnTo>
                  <a:pt x="847145" y="52068"/>
                </a:lnTo>
                <a:lnTo>
                  <a:pt x="845386" y="48264"/>
                </a:lnTo>
                <a:lnTo>
                  <a:pt x="843391" y="44597"/>
                </a:lnTo>
                <a:lnTo>
                  <a:pt x="841170" y="41077"/>
                </a:lnTo>
                <a:lnTo>
                  <a:pt x="838734" y="37712"/>
                </a:lnTo>
                <a:lnTo>
                  <a:pt x="836090" y="34514"/>
                </a:lnTo>
                <a:lnTo>
                  <a:pt x="833250" y="31493"/>
                </a:lnTo>
                <a:lnTo>
                  <a:pt x="830223" y="28657"/>
                </a:lnTo>
                <a:lnTo>
                  <a:pt x="827019" y="26018"/>
                </a:lnTo>
                <a:lnTo>
                  <a:pt x="823648" y="23584"/>
                </a:lnTo>
                <a:lnTo>
                  <a:pt x="820119" y="21366"/>
                </a:lnTo>
                <a:lnTo>
                  <a:pt x="816443" y="19374"/>
                </a:lnTo>
                <a:lnTo>
                  <a:pt x="812629" y="17616"/>
                </a:lnTo>
                <a:lnTo>
                  <a:pt x="808686" y="16102"/>
                </a:lnTo>
                <a:lnTo>
                  <a:pt x="804625" y="14842"/>
                </a:lnTo>
                <a:lnTo>
                  <a:pt x="800452" y="13845"/>
                </a:lnTo>
                <a:lnTo>
                  <a:pt x="796178" y="13121"/>
                </a:lnTo>
                <a:lnTo>
                  <a:pt x="791810" y="12679"/>
                </a:lnTo>
                <a:lnTo>
                  <a:pt x="787251" y="12526"/>
                </a:lnTo>
                <a:lnTo>
                  <a:pt x="77513" y="12526"/>
                </a:lnTo>
                <a:lnTo>
                  <a:pt x="72953" y="12679"/>
                </a:lnTo>
                <a:lnTo>
                  <a:pt x="68585" y="13121"/>
                </a:lnTo>
                <a:lnTo>
                  <a:pt x="64311" y="13845"/>
                </a:lnTo>
                <a:lnTo>
                  <a:pt x="60139" y="14842"/>
                </a:lnTo>
                <a:lnTo>
                  <a:pt x="56077" y="16102"/>
                </a:lnTo>
                <a:lnTo>
                  <a:pt x="52135" y="17616"/>
                </a:lnTo>
                <a:lnTo>
                  <a:pt x="48321" y="19374"/>
                </a:lnTo>
                <a:lnTo>
                  <a:pt x="44645" y="21366"/>
                </a:lnTo>
                <a:lnTo>
                  <a:pt x="41116" y="23584"/>
                </a:lnTo>
                <a:lnTo>
                  <a:pt x="37745" y="26018"/>
                </a:lnTo>
                <a:lnTo>
                  <a:pt x="34541" y="28657"/>
                </a:lnTo>
                <a:lnTo>
                  <a:pt x="31513" y="31493"/>
                </a:lnTo>
                <a:lnTo>
                  <a:pt x="28673" y="34514"/>
                </a:lnTo>
                <a:lnTo>
                  <a:pt x="26030" y="37712"/>
                </a:lnTo>
                <a:lnTo>
                  <a:pt x="23593" y="41077"/>
                </a:lnTo>
                <a:lnTo>
                  <a:pt x="21373" y="44597"/>
                </a:lnTo>
                <a:lnTo>
                  <a:pt x="19378" y="48264"/>
                </a:lnTo>
                <a:lnTo>
                  <a:pt x="17619" y="52068"/>
                </a:lnTo>
                <a:lnTo>
                  <a:pt x="16104" y="55999"/>
                </a:lnTo>
                <a:lnTo>
                  <a:pt x="14843" y="60049"/>
                </a:lnTo>
                <a:lnTo>
                  <a:pt x="13846" y="64208"/>
                </a:lnTo>
                <a:lnTo>
                  <a:pt x="13121" y="68467"/>
                </a:lnTo>
                <a:lnTo>
                  <a:pt x="12679" y="72820"/>
                </a:lnTo>
                <a:lnTo>
                  <a:pt x="12526" y="77363"/>
                </a:lnTo>
                <a:lnTo>
                  <a:pt x="12526" y="219192"/>
                </a:lnTo>
                <a:lnTo>
                  <a:pt x="12679" y="223735"/>
                </a:lnTo>
                <a:lnTo>
                  <a:pt x="13121" y="228087"/>
                </a:lnTo>
                <a:lnTo>
                  <a:pt x="13846" y="232347"/>
                </a:lnTo>
                <a:lnTo>
                  <a:pt x="14843" y="236506"/>
                </a:lnTo>
                <a:lnTo>
                  <a:pt x="16104" y="240555"/>
                </a:lnTo>
                <a:lnTo>
                  <a:pt x="17619" y="244487"/>
                </a:lnTo>
                <a:lnTo>
                  <a:pt x="19378" y="248291"/>
                </a:lnTo>
                <a:lnTo>
                  <a:pt x="21373" y="251958"/>
                </a:lnTo>
                <a:lnTo>
                  <a:pt x="23593" y="255478"/>
                </a:lnTo>
                <a:lnTo>
                  <a:pt x="26030" y="258842"/>
                </a:lnTo>
                <a:lnTo>
                  <a:pt x="28673" y="262040"/>
                </a:lnTo>
                <a:lnTo>
                  <a:pt x="31513" y="265062"/>
                </a:lnTo>
                <a:lnTo>
                  <a:pt x="34541" y="267898"/>
                </a:lnTo>
                <a:lnTo>
                  <a:pt x="37745" y="270537"/>
                </a:lnTo>
                <a:lnTo>
                  <a:pt x="41116" y="272971"/>
                </a:lnTo>
                <a:lnTo>
                  <a:pt x="44645" y="275188"/>
                </a:lnTo>
                <a:lnTo>
                  <a:pt x="48321" y="277181"/>
                </a:lnTo>
                <a:lnTo>
                  <a:pt x="52135" y="278939"/>
                </a:lnTo>
                <a:lnTo>
                  <a:pt x="56077" y="280453"/>
                </a:lnTo>
                <a:lnTo>
                  <a:pt x="60139" y="281713"/>
                </a:lnTo>
                <a:lnTo>
                  <a:pt x="64311" y="282710"/>
                </a:lnTo>
                <a:lnTo>
                  <a:pt x="68585" y="283434"/>
                </a:lnTo>
                <a:lnTo>
                  <a:pt x="72953" y="283876"/>
                </a:lnTo>
                <a:close/>
              </a:path>
            </a:pathLst>
          </a:custGeom>
          <a:solidFill xmlns:a="http://schemas.openxmlformats.org/drawingml/2006/main">
            <a:srgbClr val="4A3A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12.Verify">
            <a:extLst xmlns:a="http://schemas.openxmlformats.org/drawingml/2006/main">
              <a:ext uri="{FF2B5EF4-FFF2-40B4-BE49-F238E27FC236}">
                <a16:creationId xmlns:a16="http://schemas.microsoft.com/office/drawing/2014/main" id="{6A684508-F60D-46C9-B2B8-221DDBAB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806" y="4224079"/>
            <a:ext cx="669352" cy="165637"/>
          </a:xfrm>
          <a:custGeom xmlns:a="http://schemas.openxmlformats.org/drawingml/2006/main">
            <a:pathLst>
              <a:path w="669352" h="165637">
                <a:moveTo>
                  <a:pt x="27373" y="37834"/>
                </a:moveTo>
                <a:lnTo>
                  <a:pt x="27373" y="127627"/>
                </a:lnTo>
                <a:lnTo>
                  <a:pt x="42719" y="127627"/>
                </a:lnTo>
                <a:lnTo>
                  <a:pt x="42719" y="1570"/>
                </a:lnTo>
                <a:lnTo>
                  <a:pt x="32604" y="1570"/>
                </a:lnTo>
                <a:cubicBezTo>
                  <a:pt x="27200" y="20922"/>
                  <a:pt x="23713" y="23537"/>
                  <a:pt x="0" y="26676"/>
                </a:cubicBezTo>
                <a:lnTo>
                  <a:pt x="0" y="37834"/>
                </a:lnTo>
                <a:lnTo>
                  <a:pt x="27373" y="37834"/>
                </a:lnTo>
                <a:close/>
                <a:moveTo>
                  <a:pt x="166685" y="112460"/>
                </a:moveTo>
                <a:lnTo>
                  <a:pt x="101650" y="112460"/>
                </a:lnTo>
                <a:cubicBezTo>
                  <a:pt x="103220" y="101999"/>
                  <a:pt x="108799" y="95372"/>
                  <a:pt x="123966" y="86132"/>
                </a:cubicBezTo>
                <a:lnTo>
                  <a:pt x="141403" y="76368"/>
                </a:lnTo>
                <a:cubicBezTo>
                  <a:pt x="158664" y="66777"/>
                  <a:pt x="167555" y="53877"/>
                  <a:pt x="167555" y="38358"/>
                </a:cubicBezTo>
                <a:cubicBezTo>
                  <a:pt x="167555" y="27898"/>
                  <a:pt x="163373" y="18134"/>
                  <a:pt x="156048" y="11334"/>
                </a:cubicBezTo>
                <a:cubicBezTo>
                  <a:pt x="148727" y="4709"/>
                  <a:pt x="139660" y="1570"/>
                  <a:pt x="127978" y="1570"/>
                </a:cubicBezTo>
                <a:cubicBezTo>
                  <a:pt x="112287" y="1570"/>
                  <a:pt x="100605" y="7149"/>
                  <a:pt x="93804" y="17958"/>
                </a:cubicBezTo>
                <a:cubicBezTo>
                  <a:pt x="89444" y="24585"/>
                  <a:pt x="87526" y="32431"/>
                  <a:pt x="87177" y="45159"/>
                </a:cubicBezTo>
                <a:lnTo>
                  <a:pt x="102520" y="45159"/>
                </a:lnTo>
                <a:cubicBezTo>
                  <a:pt x="103044" y="36616"/>
                  <a:pt x="104090" y="31558"/>
                  <a:pt x="106183" y="27373"/>
                </a:cubicBezTo>
                <a:cubicBezTo>
                  <a:pt x="110193" y="19703"/>
                  <a:pt x="118214" y="14994"/>
                  <a:pt x="127454" y="14994"/>
                </a:cubicBezTo>
                <a:cubicBezTo>
                  <a:pt x="141403" y="14994"/>
                  <a:pt x="151864" y="25107"/>
                  <a:pt x="151864" y="38707"/>
                </a:cubicBezTo>
                <a:cubicBezTo>
                  <a:pt x="151864" y="48819"/>
                  <a:pt x="146112" y="57538"/>
                  <a:pt x="135127" y="63814"/>
                </a:cubicBezTo>
                <a:lnTo>
                  <a:pt x="119084" y="73229"/>
                </a:lnTo>
                <a:cubicBezTo>
                  <a:pt x="93280" y="88050"/>
                  <a:pt x="85783" y="99905"/>
                  <a:pt x="84389" y="127454"/>
                </a:cubicBezTo>
                <a:lnTo>
                  <a:pt x="166685" y="127454"/>
                </a:lnTo>
                <a:lnTo>
                  <a:pt x="166685" y="112460"/>
                </a:lnTo>
                <a:close/>
                <a:moveTo>
                  <a:pt x="210797" y="109496"/>
                </a:moveTo>
                <a:lnTo>
                  <a:pt x="192663" y="109496"/>
                </a:lnTo>
                <a:lnTo>
                  <a:pt x="192663" y="127627"/>
                </a:lnTo>
                <a:lnTo>
                  <a:pt x="210797" y="127627"/>
                </a:lnTo>
                <a:lnTo>
                  <a:pt x="210797" y="109496"/>
                </a:lnTo>
                <a:close/>
                <a:moveTo>
                  <a:pt x="294314" y="127627"/>
                </a:moveTo>
                <a:lnTo>
                  <a:pt x="338424" y="524"/>
                </a:lnTo>
                <a:lnTo>
                  <a:pt x="321163" y="524"/>
                </a:lnTo>
                <a:lnTo>
                  <a:pt x="285944" y="108100"/>
                </a:lnTo>
                <a:lnTo>
                  <a:pt x="248631" y="524"/>
                </a:lnTo>
                <a:lnTo>
                  <a:pt x="231197" y="524"/>
                </a:lnTo>
                <a:lnTo>
                  <a:pt x="276877" y="127627"/>
                </a:lnTo>
                <a:lnTo>
                  <a:pt x="294314" y="127627"/>
                </a:lnTo>
                <a:close/>
                <a:moveTo>
                  <a:pt x="432055" y="86829"/>
                </a:moveTo>
                <a:cubicBezTo>
                  <a:pt x="432055" y="72881"/>
                  <a:pt x="431007" y="64511"/>
                  <a:pt x="428391" y="57713"/>
                </a:cubicBezTo>
                <a:cubicBezTo>
                  <a:pt x="422464" y="42716"/>
                  <a:pt x="408515" y="33652"/>
                  <a:pt x="391430" y="33652"/>
                </a:cubicBezTo>
                <a:cubicBezTo>
                  <a:pt x="365972" y="33652"/>
                  <a:pt x="349583" y="53004"/>
                  <a:pt x="349583" y="83168"/>
                </a:cubicBezTo>
                <a:cubicBezTo>
                  <a:pt x="349583" y="113333"/>
                  <a:pt x="365275" y="131639"/>
                  <a:pt x="391081" y="131639"/>
                </a:cubicBezTo>
                <a:cubicBezTo>
                  <a:pt x="412003" y="131639"/>
                  <a:pt x="426473" y="119782"/>
                  <a:pt x="430137" y="99905"/>
                </a:cubicBezTo>
                <a:lnTo>
                  <a:pt x="415491" y="99905"/>
                </a:lnTo>
                <a:cubicBezTo>
                  <a:pt x="411479" y="111936"/>
                  <a:pt x="403285" y="118215"/>
                  <a:pt x="391603" y="118215"/>
                </a:cubicBezTo>
                <a:cubicBezTo>
                  <a:pt x="382363" y="118215"/>
                  <a:pt x="374517" y="114030"/>
                  <a:pt x="369635" y="106357"/>
                </a:cubicBezTo>
                <a:cubicBezTo>
                  <a:pt x="366147" y="101127"/>
                  <a:pt x="364926" y="95896"/>
                  <a:pt x="364753" y="86829"/>
                </a:cubicBezTo>
                <a:lnTo>
                  <a:pt x="432055" y="86829"/>
                </a:lnTo>
                <a:moveTo>
                  <a:pt x="365102" y="74974"/>
                </a:moveTo>
                <a:cubicBezTo>
                  <a:pt x="366320" y="58062"/>
                  <a:pt x="376608" y="47077"/>
                  <a:pt x="391254" y="47077"/>
                </a:cubicBezTo>
                <a:cubicBezTo>
                  <a:pt x="406075" y="47077"/>
                  <a:pt x="416361" y="58583"/>
                  <a:pt x="416361" y="74974"/>
                </a:cubicBezTo>
                <a:lnTo>
                  <a:pt x="365102" y="74974"/>
                </a:lnTo>
                <a:close/>
                <a:moveTo>
                  <a:pt x="450883" y="36267"/>
                </a:moveTo>
                <a:lnTo>
                  <a:pt x="450883" y="127627"/>
                </a:lnTo>
                <a:lnTo>
                  <a:pt x="465531" y="127627"/>
                </a:lnTo>
                <a:lnTo>
                  <a:pt x="465531" y="80205"/>
                </a:lnTo>
                <a:cubicBezTo>
                  <a:pt x="465704" y="58235"/>
                  <a:pt x="474771" y="48471"/>
                  <a:pt x="494823" y="48995"/>
                </a:cubicBezTo>
                <a:lnTo>
                  <a:pt x="494823" y="34174"/>
                </a:lnTo>
                <a:cubicBezTo>
                  <a:pt x="492381" y="33825"/>
                  <a:pt x="490986" y="33652"/>
                  <a:pt x="489241" y="33652"/>
                </a:cubicBezTo>
                <a:cubicBezTo>
                  <a:pt x="479826" y="33652"/>
                  <a:pt x="472680" y="39231"/>
                  <a:pt x="464310" y="52829"/>
                </a:cubicBezTo>
                <a:lnTo>
                  <a:pt x="464310" y="36267"/>
                </a:lnTo>
                <a:lnTo>
                  <a:pt x="450883" y="36267"/>
                </a:lnTo>
                <a:close/>
                <a:moveTo>
                  <a:pt x="524986" y="36267"/>
                </a:moveTo>
                <a:lnTo>
                  <a:pt x="510513" y="36267"/>
                </a:lnTo>
                <a:lnTo>
                  <a:pt x="510513" y="127627"/>
                </a:lnTo>
                <a:lnTo>
                  <a:pt x="524986" y="127627"/>
                </a:lnTo>
                <a:lnTo>
                  <a:pt x="524986" y="36267"/>
                </a:lnTo>
                <a:moveTo>
                  <a:pt x="524986" y="524"/>
                </a:moveTo>
                <a:lnTo>
                  <a:pt x="510340" y="524"/>
                </a:lnTo>
                <a:lnTo>
                  <a:pt x="510340" y="18831"/>
                </a:lnTo>
                <a:lnTo>
                  <a:pt x="524986" y="18831"/>
                </a:lnTo>
                <a:lnTo>
                  <a:pt x="524986" y="524"/>
                </a:lnTo>
                <a:close/>
                <a:moveTo>
                  <a:pt x="582522" y="36267"/>
                </a:moveTo>
                <a:lnTo>
                  <a:pt x="567353" y="36267"/>
                </a:lnTo>
                <a:lnTo>
                  <a:pt x="567353" y="21970"/>
                </a:lnTo>
                <a:cubicBezTo>
                  <a:pt x="567353" y="15867"/>
                  <a:pt x="570665" y="12728"/>
                  <a:pt x="577465" y="12728"/>
                </a:cubicBezTo>
                <a:cubicBezTo>
                  <a:pt x="578686" y="12728"/>
                  <a:pt x="579210" y="12728"/>
                  <a:pt x="582522" y="12903"/>
                </a:cubicBezTo>
                <a:lnTo>
                  <a:pt x="582522" y="873"/>
                </a:lnTo>
                <a:cubicBezTo>
                  <a:pt x="579210" y="176"/>
                  <a:pt x="577292" y="0"/>
                  <a:pt x="574328" y="0"/>
                </a:cubicBezTo>
                <a:cubicBezTo>
                  <a:pt x="560901" y="0"/>
                  <a:pt x="552882" y="7673"/>
                  <a:pt x="552882" y="20749"/>
                </a:cubicBezTo>
                <a:lnTo>
                  <a:pt x="552882" y="36267"/>
                </a:lnTo>
                <a:lnTo>
                  <a:pt x="540676" y="36267"/>
                </a:lnTo>
                <a:lnTo>
                  <a:pt x="540676" y="48122"/>
                </a:lnTo>
                <a:lnTo>
                  <a:pt x="552882" y="48122"/>
                </a:lnTo>
                <a:lnTo>
                  <a:pt x="552882" y="127627"/>
                </a:lnTo>
                <a:lnTo>
                  <a:pt x="567353" y="127627"/>
                </a:lnTo>
                <a:lnTo>
                  <a:pt x="567353" y="48122"/>
                </a:lnTo>
                <a:lnTo>
                  <a:pt x="582522" y="48122"/>
                </a:lnTo>
                <a:lnTo>
                  <a:pt x="582522" y="36267"/>
                </a:lnTo>
                <a:close/>
                <a:moveTo>
                  <a:pt x="653660" y="36267"/>
                </a:moveTo>
                <a:lnTo>
                  <a:pt x="628378" y="107403"/>
                </a:lnTo>
                <a:lnTo>
                  <a:pt x="605014" y="36267"/>
                </a:lnTo>
                <a:lnTo>
                  <a:pt x="589496" y="36267"/>
                </a:lnTo>
                <a:lnTo>
                  <a:pt x="620357" y="127979"/>
                </a:lnTo>
                <a:lnTo>
                  <a:pt x="614778" y="142449"/>
                </a:lnTo>
                <a:cubicBezTo>
                  <a:pt x="612336" y="148900"/>
                  <a:pt x="609199" y="151340"/>
                  <a:pt x="603096" y="151340"/>
                </a:cubicBezTo>
                <a:cubicBezTo>
                  <a:pt x="600656" y="151340"/>
                  <a:pt x="598562" y="150991"/>
                  <a:pt x="595423" y="150294"/>
                </a:cubicBezTo>
                <a:lnTo>
                  <a:pt x="595423" y="163371"/>
                </a:lnTo>
                <a:cubicBezTo>
                  <a:pt x="598390" y="164940"/>
                  <a:pt x="601353" y="165637"/>
                  <a:pt x="605187" y="165637"/>
                </a:cubicBezTo>
                <a:cubicBezTo>
                  <a:pt x="609896" y="165637"/>
                  <a:pt x="614951" y="164070"/>
                  <a:pt x="618787" y="161279"/>
                </a:cubicBezTo>
                <a:cubicBezTo>
                  <a:pt x="623321" y="157967"/>
                  <a:pt x="625936" y="154131"/>
                  <a:pt x="628727" y="146807"/>
                </a:cubicBezTo>
                <a:lnTo>
                  <a:pt x="669352" y="36267"/>
                </a:lnTo>
                <a:lnTo>
                  <a:pt x="653660" y="362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ECA81-5470-46A8-B75B-090D839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48201-119C-4815-B99E-1EEB9A8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 fill="none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rnd">
            <a:solidFill>
              <a:srgbClr val="356E6F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681A4-8B86-4682-AF28-8CAA3A3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FB7C3-D96F-449E-9D4A-C06C77F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 fill="none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rnd">
            <a:solidFill>
              <a:srgbClr val="356E6F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C9828-78B7-47E8-84E0-C57E2AE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28361" y="213450"/>
                </a:moveTo>
                <a:cubicBezTo>
                  <a:pt x="316321" y="213450"/>
                  <a:pt x="306470" y="203599"/>
                  <a:pt x="306470" y="191558"/>
                </a:cubicBezTo>
                <a:cubicBezTo>
                  <a:pt x="306470" y="179517"/>
                  <a:pt x="316321" y="169666"/>
                  <a:pt x="328361" y="169666"/>
                </a:cubicBezTo>
                <a:cubicBezTo>
                  <a:pt x="340401" y="169666"/>
                  <a:pt x="350251" y="179517"/>
                  <a:pt x="350251" y="191558"/>
                </a:cubicBezTo>
                <a:cubicBezTo>
                  <a:pt x="350251" y="203599"/>
                  <a:pt x="340401" y="213450"/>
                  <a:pt x="328361" y="213450"/>
                </a:cubicBezTo>
                <a:close/>
                <a:moveTo>
                  <a:pt x="383087" y="136827"/>
                </a:moveTo>
                <a:lnTo>
                  <a:pt x="372142" y="136827"/>
                </a:lnTo>
                <a:lnTo>
                  <a:pt x="372142" y="76623"/>
                </a:lnTo>
                <a:cubicBezTo>
                  <a:pt x="372142" y="64583"/>
                  <a:pt x="362291" y="54731"/>
                  <a:pt x="350251" y="54731"/>
                </a:cubicBezTo>
                <a:lnTo>
                  <a:pt x="43781" y="54731"/>
                </a:lnTo>
                <a:cubicBezTo>
                  <a:pt x="37761" y="54731"/>
                  <a:pt x="32836" y="49805"/>
                  <a:pt x="32836" y="43785"/>
                </a:cubicBezTo>
                <a:cubicBezTo>
                  <a:pt x="32836" y="37764"/>
                  <a:pt x="37761" y="32838"/>
                  <a:pt x="43781" y="32838"/>
                </a:cubicBezTo>
                <a:lnTo>
                  <a:pt x="350251" y="32839"/>
                </a:lnTo>
                <a:lnTo>
                  <a:pt x="350251" y="21893"/>
                </a:lnTo>
                <a:cubicBezTo>
                  <a:pt x="350251" y="9852"/>
                  <a:pt x="340401" y="0"/>
                  <a:pt x="328361" y="0"/>
                </a:cubicBezTo>
                <a:lnTo>
                  <a:pt x="43781" y="0"/>
                </a:lnTo>
                <a:cubicBezTo>
                  <a:pt x="19702" y="0"/>
                  <a:pt x="0" y="19703"/>
                  <a:pt x="0" y="43785"/>
                </a:cubicBezTo>
                <a:lnTo>
                  <a:pt x="0" y="284600"/>
                </a:lnTo>
                <a:cubicBezTo>
                  <a:pt x="0" y="308681"/>
                  <a:pt x="19702" y="328384"/>
                  <a:pt x="43781" y="328385"/>
                </a:cubicBezTo>
                <a:lnTo>
                  <a:pt x="350251" y="328385"/>
                </a:lnTo>
                <a:cubicBezTo>
                  <a:pt x="362291" y="328385"/>
                  <a:pt x="372142" y="318533"/>
                  <a:pt x="372142" y="306492"/>
                </a:cubicBezTo>
                <a:lnTo>
                  <a:pt x="372142" y="246289"/>
                </a:lnTo>
                <a:lnTo>
                  <a:pt x="383087" y="246289"/>
                </a:lnTo>
                <a:cubicBezTo>
                  <a:pt x="389107" y="246289"/>
                  <a:pt x="394033" y="241363"/>
                  <a:pt x="394033" y="235342"/>
                </a:cubicBezTo>
                <a:lnTo>
                  <a:pt x="394033" y="147773"/>
                </a:lnTo>
                <a:cubicBezTo>
                  <a:pt x="394033" y="141753"/>
                  <a:pt x="389107" y="136827"/>
                  <a:pt x="383087" y="136827"/>
                </a:cubicBezTo>
                <a:close/>
              </a:path>
            </a:pathLst>
          </a:custGeom>
          <a:solidFill xmlns:a="http://schemas.openxmlformats.org/drawingml/2006/main">
            <a:srgbClr val="EFBD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F3926-70E0-423F-B3DB-5EDE1C5D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BDDB8-C4FD-452B-BF8F-8E1A968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 fill="none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rnd">
            <a:solidFill>
              <a:srgbClr val="7F6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04D24-54A4-43C9-A4AA-D54B1CA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5FA4A-FC65-4327-BDC4-EFE9C428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 fill="none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rnd">
            <a:solidFill>
              <a:srgbClr val="7F6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3F889-E3CC-4799-B54D-98B15FE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980C9-0340-4CD4-9372-CF04B89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 fill="none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rnd">
            <a:solidFill>
              <a:srgbClr val="356E6F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8A4CC-966D-4EDA-9A4C-93B4A5D9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15624-6EA0-4B3A-B832-D0E0BD9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 fill="none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rnd">
            <a:solidFill>
              <a:srgbClr val="356E6F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3AE97-FED9-4208-88FC-B75E8C28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28361" y="213450"/>
                </a:moveTo>
                <a:cubicBezTo>
                  <a:pt x="316321" y="213450"/>
                  <a:pt x="306470" y="203599"/>
                  <a:pt x="306470" y="191558"/>
                </a:cubicBezTo>
                <a:cubicBezTo>
                  <a:pt x="306470" y="179517"/>
                  <a:pt x="316321" y="169666"/>
                  <a:pt x="328361" y="169666"/>
                </a:cubicBezTo>
                <a:cubicBezTo>
                  <a:pt x="340401" y="169666"/>
                  <a:pt x="350251" y="179517"/>
                  <a:pt x="350251" y="191558"/>
                </a:cubicBezTo>
                <a:cubicBezTo>
                  <a:pt x="350251" y="203599"/>
                  <a:pt x="340401" y="213450"/>
                  <a:pt x="328361" y="213450"/>
                </a:cubicBezTo>
                <a:close/>
                <a:moveTo>
                  <a:pt x="383087" y="136827"/>
                </a:moveTo>
                <a:lnTo>
                  <a:pt x="372142" y="136827"/>
                </a:lnTo>
                <a:lnTo>
                  <a:pt x="372142" y="76623"/>
                </a:lnTo>
                <a:cubicBezTo>
                  <a:pt x="372142" y="64583"/>
                  <a:pt x="362291" y="54731"/>
                  <a:pt x="350251" y="54731"/>
                </a:cubicBezTo>
                <a:lnTo>
                  <a:pt x="43781" y="54731"/>
                </a:lnTo>
                <a:cubicBezTo>
                  <a:pt x="37761" y="54731"/>
                  <a:pt x="32836" y="49805"/>
                  <a:pt x="32836" y="43785"/>
                </a:cubicBezTo>
                <a:cubicBezTo>
                  <a:pt x="32836" y="37764"/>
                  <a:pt x="37761" y="32838"/>
                  <a:pt x="43781" y="32838"/>
                </a:cubicBezTo>
                <a:lnTo>
                  <a:pt x="350251" y="32839"/>
                </a:lnTo>
                <a:lnTo>
                  <a:pt x="350251" y="21893"/>
                </a:lnTo>
                <a:cubicBezTo>
                  <a:pt x="350251" y="9852"/>
                  <a:pt x="340401" y="0"/>
                  <a:pt x="328361" y="0"/>
                </a:cubicBezTo>
                <a:lnTo>
                  <a:pt x="43781" y="0"/>
                </a:lnTo>
                <a:cubicBezTo>
                  <a:pt x="19702" y="0"/>
                  <a:pt x="0" y="19703"/>
                  <a:pt x="0" y="43785"/>
                </a:cubicBezTo>
                <a:lnTo>
                  <a:pt x="0" y="284600"/>
                </a:lnTo>
                <a:cubicBezTo>
                  <a:pt x="0" y="308681"/>
                  <a:pt x="19702" y="328384"/>
                  <a:pt x="43781" y="328385"/>
                </a:cubicBezTo>
                <a:lnTo>
                  <a:pt x="350251" y="328385"/>
                </a:lnTo>
                <a:cubicBezTo>
                  <a:pt x="362291" y="328385"/>
                  <a:pt x="372142" y="318533"/>
                  <a:pt x="372142" y="306492"/>
                </a:cubicBezTo>
                <a:lnTo>
                  <a:pt x="372142" y="246289"/>
                </a:lnTo>
                <a:lnTo>
                  <a:pt x="383087" y="246289"/>
                </a:lnTo>
                <a:cubicBezTo>
                  <a:pt x="389107" y="246289"/>
                  <a:pt x="394033" y="241363"/>
                  <a:pt x="394033" y="235342"/>
                </a:cubicBezTo>
                <a:lnTo>
                  <a:pt x="394033" y="147773"/>
                </a:lnTo>
                <a:cubicBezTo>
                  <a:pt x="394033" y="141753"/>
                  <a:pt x="389107" y="136827"/>
                  <a:pt x="383087" y="136827"/>
                </a:cubicBezTo>
                <a:close/>
              </a:path>
            </a:pathLst>
          </a:custGeom>
          <a:solidFill xmlns:a="http://schemas.openxmlformats.org/drawingml/2006/main">
            <a:srgbClr val="EFBD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BE99D-C73F-495E-A834-132826A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73A32-1E03-480E-9F3F-BE58A015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 fill="none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rnd">
            <a:solidFill>
              <a:srgbClr val="7F6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40202-2A29-402F-87FE-F2666829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240BE-EEA2-4CFE-AA96-22E2A46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 fill="none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rnd">
            <a:solidFill>
              <a:srgbClr val="7F6000"/>
            </a:solidFill>
            <a:round/>
          </a:ln>
        </p:spPr>
      </p:sp>
      <p:sp>
        <p:nvSpPr>
          <p:cNvPr id="83" name="Text User">
            <a:extLst xmlns:a="http://schemas.openxmlformats.org/drawingml/2006/main">
              <a:ext uri="{FF2B5EF4-FFF2-40B4-BE49-F238E27FC236}">
                <a16:creationId xmlns:a16="http://schemas.microsoft.com/office/drawing/2014/main" id="{126677EA-1D6C-49BB-B8B3-68B4A552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68" y="744707"/>
            <a:ext cx="353594" cy="131115"/>
          </a:xfrm>
          <a:custGeom xmlns:a="http://schemas.openxmlformats.org/drawingml/2006/main">
            <a:pathLst>
              <a:path w="353594" h="131115">
                <a:moveTo>
                  <a:pt x="81423" y="0"/>
                </a:moveTo>
                <a:lnTo>
                  <a:pt x="81423" y="89269"/>
                </a:lnTo>
                <a:cubicBezTo>
                  <a:pt x="81423" y="106357"/>
                  <a:pt x="69044" y="116818"/>
                  <a:pt x="48646" y="116818"/>
                </a:cubicBezTo>
                <a:cubicBezTo>
                  <a:pt x="39231" y="116818"/>
                  <a:pt x="31558" y="114551"/>
                  <a:pt x="25455" y="110191"/>
                </a:cubicBezTo>
                <a:cubicBezTo>
                  <a:pt x="19179" y="105309"/>
                  <a:pt x="16215" y="98860"/>
                  <a:pt x="16215" y="89269"/>
                </a:cubicBezTo>
                <a:lnTo>
                  <a:pt x="16215" y="0"/>
                </a:lnTo>
                <a:lnTo>
                  <a:pt x="0" y="0"/>
                </a:lnTo>
                <a:lnTo>
                  <a:pt x="0" y="89269"/>
                </a:lnTo>
                <a:cubicBezTo>
                  <a:pt x="0" y="115075"/>
                  <a:pt x="18482" y="131115"/>
                  <a:pt x="48646" y="131115"/>
                </a:cubicBezTo>
                <a:cubicBezTo>
                  <a:pt x="78459" y="131115"/>
                  <a:pt x="97639" y="114724"/>
                  <a:pt x="97639" y="89269"/>
                </a:cubicBezTo>
                <a:lnTo>
                  <a:pt x="97639" y="0"/>
                </a:lnTo>
                <a:lnTo>
                  <a:pt x="81423" y="0"/>
                </a:lnTo>
                <a:close/>
                <a:moveTo>
                  <a:pt x="187432" y="61198"/>
                </a:moveTo>
                <a:cubicBezTo>
                  <a:pt x="187259" y="43240"/>
                  <a:pt x="175401" y="33128"/>
                  <a:pt x="154304" y="33128"/>
                </a:cubicBezTo>
                <a:cubicBezTo>
                  <a:pt x="133033" y="33128"/>
                  <a:pt x="119260" y="44110"/>
                  <a:pt x="119260" y="61023"/>
                </a:cubicBezTo>
                <a:cubicBezTo>
                  <a:pt x="119260" y="75320"/>
                  <a:pt x="126582" y="82120"/>
                  <a:pt x="148203" y="87351"/>
                </a:cubicBezTo>
                <a:lnTo>
                  <a:pt x="161804" y="90663"/>
                </a:lnTo>
                <a:cubicBezTo>
                  <a:pt x="171916" y="93105"/>
                  <a:pt x="175925" y="96766"/>
                  <a:pt x="175925" y="103218"/>
                </a:cubicBezTo>
                <a:cubicBezTo>
                  <a:pt x="175925" y="111936"/>
                  <a:pt x="167382" y="117691"/>
                  <a:pt x="154655" y="117691"/>
                </a:cubicBezTo>
                <a:cubicBezTo>
                  <a:pt x="146807" y="117691"/>
                  <a:pt x="140182" y="115424"/>
                  <a:pt x="136521" y="111587"/>
                </a:cubicBezTo>
                <a:cubicBezTo>
                  <a:pt x="134254" y="108972"/>
                  <a:pt x="133209" y="106357"/>
                  <a:pt x="132336" y="99905"/>
                </a:cubicBezTo>
                <a:lnTo>
                  <a:pt x="116993" y="99905"/>
                </a:lnTo>
                <a:cubicBezTo>
                  <a:pt x="117691" y="121003"/>
                  <a:pt x="129545" y="131115"/>
                  <a:pt x="153434" y="131115"/>
                </a:cubicBezTo>
                <a:cubicBezTo>
                  <a:pt x="176449" y="131115"/>
                  <a:pt x="191095" y="119782"/>
                  <a:pt x="191095" y="102172"/>
                </a:cubicBezTo>
                <a:cubicBezTo>
                  <a:pt x="191095" y="88572"/>
                  <a:pt x="183422" y="81075"/>
                  <a:pt x="165289" y="76717"/>
                </a:cubicBezTo>
                <a:lnTo>
                  <a:pt x="151340" y="73402"/>
                </a:lnTo>
                <a:cubicBezTo>
                  <a:pt x="139485" y="70614"/>
                  <a:pt x="134427" y="66777"/>
                  <a:pt x="134427" y="60326"/>
                </a:cubicBezTo>
                <a:cubicBezTo>
                  <a:pt x="134427" y="51783"/>
                  <a:pt x="141925" y="46553"/>
                  <a:pt x="153782" y="46553"/>
                </a:cubicBezTo>
                <a:cubicBezTo>
                  <a:pt x="165464" y="46553"/>
                  <a:pt x="171740" y="51608"/>
                  <a:pt x="172089" y="61198"/>
                </a:cubicBezTo>
                <a:lnTo>
                  <a:pt x="187432" y="61198"/>
                </a:lnTo>
                <a:close/>
                <a:moveTo>
                  <a:pt x="287688" y="86305"/>
                </a:moveTo>
                <a:cubicBezTo>
                  <a:pt x="287688" y="72356"/>
                  <a:pt x="286640" y="63987"/>
                  <a:pt x="284025" y="57189"/>
                </a:cubicBezTo>
                <a:cubicBezTo>
                  <a:pt x="278097" y="42192"/>
                  <a:pt x="264149" y="33128"/>
                  <a:pt x="247063" y="33128"/>
                </a:cubicBezTo>
                <a:cubicBezTo>
                  <a:pt x="221605" y="33128"/>
                  <a:pt x="205217" y="52480"/>
                  <a:pt x="205217" y="82644"/>
                </a:cubicBezTo>
                <a:cubicBezTo>
                  <a:pt x="205217" y="112809"/>
                  <a:pt x="220908" y="131115"/>
                  <a:pt x="246715" y="131115"/>
                </a:cubicBezTo>
                <a:cubicBezTo>
                  <a:pt x="267636" y="131115"/>
                  <a:pt x="282107" y="119258"/>
                  <a:pt x="285770" y="99381"/>
                </a:cubicBezTo>
                <a:lnTo>
                  <a:pt x="271124" y="99381"/>
                </a:lnTo>
                <a:cubicBezTo>
                  <a:pt x="267112" y="111412"/>
                  <a:pt x="258918" y="117691"/>
                  <a:pt x="247236" y="117691"/>
                </a:cubicBezTo>
                <a:cubicBezTo>
                  <a:pt x="237996" y="117691"/>
                  <a:pt x="230151" y="113506"/>
                  <a:pt x="225269" y="105833"/>
                </a:cubicBezTo>
                <a:cubicBezTo>
                  <a:pt x="221781" y="100602"/>
                  <a:pt x="220560" y="95372"/>
                  <a:pt x="220387" y="86305"/>
                </a:cubicBezTo>
                <a:lnTo>
                  <a:pt x="287688" y="86305"/>
                </a:lnTo>
                <a:moveTo>
                  <a:pt x="220735" y="74450"/>
                </a:moveTo>
                <a:cubicBezTo>
                  <a:pt x="221954" y="57538"/>
                  <a:pt x="232242" y="46553"/>
                  <a:pt x="246888" y="46553"/>
                </a:cubicBezTo>
                <a:cubicBezTo>
                  <a:pt x="261709" y="46553"/>
                  <a:pt x="271994" y="58059"/>
                  <a:pt x="271994" y="74450"/>
                </a:cubicBezTo>
                <a:lnTo>
                  <a:pt x="220735" y="74450"/>
                </a:lnTo>
                <a:close/>
                <a:moveTo>
                  <a:pt x="309654" y="35743"/>
                </a:moveTo>
                <a:lnTo>
                  <a:pt x="309654" y="127103"/>
                </a:lnTo>
                <a:lnTo>
                  <a:pt x="324303" y="127103"/>
                </a:lnTo>
                <a:lnTo>
                  <a:pt x="324303" y="79681"/>
                </a:lnTo>
                <a:cubicBezTo>
                  <a:pt x="324476" y="57711"/>
                  <a:pt x="333543" y="47947"/>
                  <a:pt x="353594" y="48471"/>
                </a:cubicBezTo>
                <a:lnTo>
                  <a:pt x="353594" y="33649"/>
                </a:lnTo>
                <a:cubicBezTo>
                  <a:pt x="351152" y="33301"/>
                  <a:pt x="349758" y="33128"/>
                  <a:pt x="348013" y="33128"/>
                </a:cubicBezTo>
                <a:cubicBezTo>
                  <a:pt x="338597" y="33128"/>
                  <a:pt x="331451" y="38707"/>
                  <a:pt x="323082" y="52305"/>
                </a:cubicBezTo>
                <a:lnTo>
                  <a:pt x="323082" y="35743"/>
                </a:lnTo>
                <a:lnTo>
                  <a:pt x="309654" y="35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99ADB-CDAE-449C-A390-E43E9C4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98" y="889596"/>
            <a:ext cx="370230" cy="10"/>
          </a:xfrm>
          <a:custGeom xmlns:a="http://schemas.openxmlformats.org/drawingml/2006/main">
            <a:pathLst>
              <a:path w="370230" h="1" fill="none">
                <a:moveTo>
                  <a:pt x="0" y="0"/>
                </a:moveTo>
                <a:lnTo>
                  <a:pt x="3702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57FC9-8592-49DB-BA1D-1A82580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26F7F-B745-4952-A71D-61549FD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3" y="119497"/>
            <a:ext cx="256847" cy="256865"/>
          </a:xfrm>
          <a:custGeom xmlns:a="http://schemas.openxmlformats.org/drawingml/2006/main">
            <a:pathLst>
              <a:path w="256847" h="256865" fill="none">
                <a:moveTo>
                  <a:pt x="256847" y="128433"/>
                </a:moveTo>
                <a:cubicBezTo>
                  <a:pt x="256847" y="199365"/>
                  <a:pt x="199350" y="256865"/>
                  <a:pt x="128423" y="256865"/>
                </a:cubicBezTo>
                <a:cubicBezTo>
                  <a:pt x="57503" y="256865"/>
                  <a:pt x="0" y="199365"/>
                  <a:pt x="0" y="128433"/>
                </a:cubicBezTo>
                <a:cubicBezTo>
                  <a:pt x="0" y="57500"/>
                  <a:pt x="57503" y="0"/>
                  <a:pt x="128423" y="0"/>
                </a:cubicBezTo>
                <a:cubicBezTo>
                  <a:pt x="199350" y="0"/>
                  <a:pt x="256847" y="57500"/>
                  <a:pt x="256847" y="1284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flat">
            <a:solidFill>
              <a:srgbClr val="356E6F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966C1-CDAC-44D2-9E12-1574E3AC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solidFill xmlns:a="http://schemas.openxmlformats.org/drawingml/2006/main">
            <a:srgbClr val="4288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69266-F621-4994-B410-A0862DF4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89" y="408470"/>
            <a:ext cx="513693" cy="256865"/>
          </a:xfrm>
          <a:custGeom xmlns:a="http://schemas.openxmlformats.org/drawingml/2006/main">
            <a:pathLst>
              <a:path w="513693" h="256865" fill="none">
                <a:moveTo>
                  <a:pt x="513693" y="256865"/>
                </a:moveTo>
                <a:lnTo>
                  <a:pt x="513693" y="128433"/>
                </a:lnTo>
                <a:cubicBezTo>
                  <a:pt x="513693" y="109168"/>
                  <a:pt x="504062" y="89903"/>
                  <a:pt x="488009" y="77060"/>
                </a:cubicBezTo>
                <a:cubicBezTo>
                  <a:pt x="452692" y="48162"/>
                  <a:pt x="407744" y="28897"/>
                  <a:pt x="362796" y="16054"/>
                </a:cubicBezTo>
                <a:cubicBezTo>
                  <a:pt x="330690" y="6422"/>
                  <a:pt x="295374" y="0"/>
                  <a:pt x="256847" y="0"/>
                </a:cubicBezTo>
                <a:cubicBezTo>
                  <a:pt x="221530" y="0"/>
                  <a:pt x="186214" y="6422"/>
                  <a:pt x="150897" y="16054"/>
                </a:cubicBezTo>
                <a:cubicBezTo>
                  <a:pt x="105949" y="28897"/>
                  <a:pt x="61001" y="51373"/>
                  <a:pt x="25685" y="77059"/>
                </a:cubicBezTo>
                <a:cubicBezTo>
                  <a:pt x="9632" y="89903"/>
                  <a:pt x="0" y="109168"/>
                  <a:pt x="0" y="128433"/>
                </a:cubicBezTo>
                <a:lnTo>
                  <a:pt x="0" y="256865"/>
                </a:lnTo>
                <a:lnTo>
                  <a:pt x="513693" y="2568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405" cap="flat">
            <a:solidFill>
              <a:srgbClr val="356E6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72AB5-38CC-415C-B662-342C08BA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28361" y="213450"/>
                </a:moveTo>
                <a:cubicBezTo>
                  <a:pt x="316321" y="213450"/>
                  <a:pt x="306470" y="203599"/>
                  <a:pt x="306470" y="191558"/>
                </a:cubicBezTo>
                <a:cubicBezTo>
                  <a:pt x="306470" y="179517"/>
                  <a:pt x="316321" y="169666"/>
                  <a:pt x="328361" y="169666"/>
                </a:cubicBezTo>
                <a:cubicBezTo>
                  <a:pt x="340401" y="169666"/>
                  <a:pt x="350251" y="179517"/>
                  <a:pt x="350251" y="191558"/>
                </a:cubicBezTo>
                <a:cubicBezTo>
                  <a:pt x="350251" y="203599"/>
                  <a:pt x="340401" y="213450"/>
                  <a:pt x="328361" y="213450"/>
                </a:cubicBezTo>
                <a:close/>
                <a:moveTo>
                  <a:pt x="383087" y="136827"/>
                </a:moveTo>
                <a:lnTo>
                  <a:pt x="372142" y="136827"/>
                </a:lnTo>
                <a:lnTo>
                  <a:pt x="372142" y="76623"/>
                </a:lnTo>
                <a:cubicBezTo>
                  <a:pt x="372142" y="64583"/>
                  <a:pt x="362291" y="54731"/>
                  <a:pt x="350251" y="54731"/>
                </a:cubicBezTo>
                <a:lnTo>
                  <a:pt x="43781" y="54731"/>
                </a:lnTo>
                <a:cubicBezTo>
                  <a:pt x="37761" y="54731"/>
                  <a:pt x="32836" y="49805"/>
                  <a:pt x="32836" y="43785"/>
                </a:cubicBezTo>
                <a:cubicBezTo>
                  <a:pt x="32836" y="37764"/>
                  <a:pt x="37761" y="32838"/>
                  <a:pt x="43781" y="32838"/>
                </a:cubicBezTo>
                <a:lnTo>
                  <a:pt x="350251" y="32839"/>
                </a:lnTo>
                <a:lnTo>
                  <a:pt x="350251" y="21893"/>
                </a:lnTo>
                <a:cubicBezTo>
                  <a:pt x="350251" y="9852"/>
                  <a:pt x="340401" y="0"/>
                  <a:pt x="328361" y="0"/>
                </a:cubicBezTo>
                <a:lnTo>
                  <a:pt x="43781" y="0"/>
                </a:lnTo>
                <a:cubicBezTo>
                  <a:pt x="19702" y="0"/>
                  <a:pt x="0" y="19703"/>
                  <a:pt x="0" y="43785"/>
                </a:cubicBezTo>
                <a:lnTo>
                  <a:pt x="0" y="284600"/>
                </a:lnTo>
                <a:cubicBezTo>
                  <a:pt x="0" y="308681"/>
                  <a:pt x="19702" y="328384"/>
                  <a:pt x="43781" y="328385"/>
                </a:cubicBezTo>
                <a:lnTo>
                  <a:pt x="350251" y="328385"/>
                </a:lnTo>
                <a:cubicBezTo>
                  <a:pt x="362291" y="328385"/>
                  <a:pt x="372142" y="318533"/>
                  <a:pt x="372142" y="306492"/>
                </a:cubicBezTo>
                <a:lnTo>
                  <a:pt x="372142" y="246289"/>
                </a:lnTo>
                <a:lnTo>
                  <a:pt x="383087" y="246289"/>
                </a:lnTo>
                <a:cubicBezTo>
                  <a:pt x="389107" y="246289"/>
                  <a:pt x="394033" y="241363"/>
                  <a:pt x="394033" y="235342"/>
                </a:cubicBezTo>
                <a:lnTo>
                  <a:pt x="394033" y="147773"/>
                </a:lnTo>
                <a:cubicBezTo>
                  <a:pt x="394033" y="141753"/>
                  <a:pt x="389107" y="136827"/>
                  <a:pt x="383087" y="136827"/>
                </a:cubicBezTo>
                <a:close/>
              </a:path>
            </a:pathLst>
          </a:custGeom>
          <a:solidFill xmlns:a="http://schemas.openxmlformats.org/drawingml/2006/main">
            <a:srgbClr val="EFBD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F1F35-A770-4CC4-A57E-A4EB79A2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4E2A5-E761-4095-B2B6-92E4D7C2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8" y="352059"/>
            <a:ext cx="394033" cy="328385"/>
          </a:xfrm>
          <a:custGeom xmlns:a="http://schemas.openxmlformats.org/drawingml/2006/main">
            <a:pathLst>
              <a:path w="394033" h="328385" fill="none">
                <a:moveTo>
                  <a:pt x="372142" y="136827"/>
                </a:moveTo>
                <a:lnTo>
                  <a:pt x="372142" y="71150"/>
                </a:lnTo>
                <a:cubicBezTo>
                  <a:pt x="372142" y="59059"/>
                  <a:pt x="362341" y="49258"/>
                  <a:pt x="350251" y="49258"/>
                </a:cubicBezTo>
                <a:lnTo>
                  <a:pt x="30100" y="49258"/>
                </a:lnTo>
                <a:cubicBezTo>
                  <a:pt x="19524" y="49258"/>
                  <a:pt x="10945" y="40683"/>
                  <a:pt x="10945" y="30102"/>
                </a:cubicBezTo>
                <a:cubicBezTo>
                  <a:pt x="10945" y="19525"/>
                  <a:pt x="19524" y="10946"/>
                  <a:pt x="30100" y="10946"/>
                </a:cubicBezTo>
                <a:lnTo>
                  <a:pt x="322888" y="10946"/>
                </a:lnTo>
                <a:cubicBezTo>
                  <a:pt x="331959" y="10946"/>
                  <a:pt x="339306" y="18299"/>
                  <a:pt x="339306" y="27366"/>
                </a:cubicBezTo>
                <a:lnTo>
                  <a:pt x="339306" y="38312"/>
                </a:lnTo>
                <a:lnTo>
                  <a:pt x="350251" y="38312"/>
                </a:lnTo>
                <a:lnTo>
                  <a:pt x="350251" y="27366"/>
                </a:lnTo>
                <a:cubicBezTo>
                  <a:pt x="350233" y="12260"/>
                  <a:pt x="337997" y="18"/>
                  <a:pt x="322888" y="0"/>
                </a:cubicBezTo>
                <a:lnTo>
                  <a:pt x="30100" y="0"/>
                </a:lnTo>
                <a:cubicBezTo>
                  <a:pt x="14521" y="14"/>
                  <a:pt x="1491" y="11854"/>
                  <a:pt x="0" y="27365"/>
                </a:cubicBezTo>
                <a:lnTo>
                  <a:pt x="0" y="279127"/>
                </a:lnTo>
                <a:cubicBezTo>
                  <a:pt x="37" y="306319"/>
                  <a:pt x="22069" y="328353"/>
                  <a:pt x="49254" y="328385"/>
                </a:cubicBezTo>
                <a:lnTo>
                  <a:pt x="344779" y="328385"/>
                </a:lnTo>
                <a:cubicBezTo>
                  <a:pt x="359888" y="328366"/>
                  <a:pt x="372124" y="316125"/>
                  <a:pt x="372142" y="301019"/>
                </a:cubicBezTo>
                <a:lnTo>
                  <a:pt x="372142" y="246289"/>
                </a:lnTo>
                <a:cubicBezTo>
                  <a:pt x="384228" y="246289"/>
                  <a:pt x="394033" y="236487"/>
                  <a:pt x="394033" y="224396"/>
                </a:cubicBezTo>
                <a:lnTo>
                  <a:pt x="394033" y="158719"/>
                </a:lnTo>
                <a:cubicBezTo>
                  <a:pt x="394033" y="146628"/>
                  <a:pt x="384228" y="136827"/>
                  <a:pt x="372142" y="136827"/>
                </a:cubicBezTo>
                <a:close/>
                <a:moveTo>
                  <a:pt x="361197" y="301019"/>
                </a:moveTo>
                <a:cubicBezTo>
                  <a:pt x="361197" y="310086"/>
                  <a:pt x="353850" y="317439"/>
                  <a:pt x="344779" y="317439"/>
                </a:cubicBezTo>
                <a:lnTo>
                  <a:pt x="49254" y="317438"/>
                </a:lnTo>
                <a:cubicBezTo>
                  <a:pt x="28107" y="317416"/>
                  <a:pt x="10973" y="300276"/>
                  <a:pt x="10945" y="279127"/>
                </a:cubicBezTo>
                <a:lnTo>
                  <a:pt x="10945" y="53303"/>
                </a:lnTo>
                <a:cubicBezTo>
                  <a:pt x="16331" y="57768"/>
                  <a:pt x="23108" y="60208"/>
                  <a:pt x="30100" y="60204"/>
                </a:cubicBezTo>
                <a:lnTo>
                  <a:pt x="350251" y="60204"/>
                </a:lnTo>
                <a:cubicBezTo>
                  <a:pt x="356299" y="60204"/>
                  <a:pt x="361197" y="65107"/>
                  <a:pt x="361197" y="71150"/>
                </a:cubicBezTo>
                <a:lnTo>
                  <a:pt x="361197" y="136827"/>
                </a:lnTo>
                <a:lnTo>
                  <a:pt x="317415" y="136827"/>
                </a:lnTo>
                <a:cubicBezTo>
                  <a:pt x="287192" y="136827"/>
                  <a:pt x="262689" y="161333"/>
                  <a:pt x="262689" y="191558"/>
                </a:cubicBezTo>
                <a:cubicBezTo>
                  <a:pt x="262689" y="221787"/>
                  <a:pt x="287192" y="246289"/>
                  <a:pt x="317415" y="246289"/>
                </a:cubicBezTo>
                <a:lnTo>
                  <a:pt x="361197" y="246289"/>
                </a:lnTo>
                <a:lnTo>
                  <a:pt x="361197" y="301019"/>
                </a:lnTo>
                <a:close/>
                <a:moveTo>
                  <a:pt x="383087" y="224396"/>
                </a:moveTo>
                <a:cubicBezTo>
                  <a:pt x="383087" y="230444"/>
                  <a:pt x="378208" y="235342"/>
                  <a:pt x="372142" y="235342"/>
                </a:cubicBezTo>
                <a:lnTo>
                  <a:pt x="317415" y="235342"/>
                </a:lnTo>
                <a:cubicBezTo>
                  <a:pt x="293235" y="235342"/>
                  <a:pt x="273634" y="215740"/>
                  <a:pt x="273634" y="191558"/>
                </a:cubicBezTo>
                <a:cubicBezTo>
                  <a:pt x="273634" y="167376"/>
                  <a:pt x="293235" y="147773"/>
                  <a:pt x="317415" y="147773"/>
                </a:cubicBezTo>
                <a:lnTo>
                  <a:pt x="372142" y="147773"/>
                </a:lnTo>
                <a:cubicBezTo>
                  <a:pt x="378208" y="147773"/>
                  <a:pt x="383087" y="152676"/>
                  <a:pt x="383087" y="158719"/>
                </a:cubicBezTo>
                <a:lnTo>
                  <a:pt x="383087" y="2243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flat">
            <a:solidFill>
              <a:srgbClr val="7F6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B44AD-7251-4952-9649-923CF846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C73D6-DD21-46E6-ABE2-0A5E5B2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98" y="521724"/>
            <a:ext cx="43781" cy="43785"/>
          </a:xfrm>
          <a:custGeom xmlns:a="http://schemas.openxmlformats.org/drawingml/2006/main">
            <a:pathLst>
              <a:path w="43781" h="43785" fill="none">
                <a:moveTo>
                  <a:pt x="21891" y="0"/>
                </a:moveTo>
                <a:cubicBezTo>
                  <a:pt x="9805" y="0"/>
                  <a:pt x="0" y="9801"/>
                  <a:pt x="0" y="21892"/>
                </a:cubicBezTo>
                <a:cubicBezTo>
                  <a:pt x="0" y="33983"/>
                  <a:pt x="9805" y="43785"/>
                  <a:pt x="21891" y="43785"/>
                </a:cubicBezTo>
                <a:cubicBezTo>
                  <a:pt x="33981" y="43785"/>
                  <a:pt x="43781" y="33983"/>
                  <a:pt x="43781" y="21892"/>
                </a:cubicBezTo>
                <a:cubicBezTo>
                  <a:pt x="43781" y="9801"/>
                  <a:pt x="33981" y="0"/>
                  <a:pt x="21891" y="0"/>
                </a:cubicBezTo>
                <a:close/>
                <a:moveTo>
                  <a:pt x="21891" y="32838"/>
                </a:moveTo>
                <a:cubicBezTo>
                  <a:pt x="15848" y="32838"/>
                  <a:pt x="10945" y="27940"/>
                  <a:pt x="10945" y="21892"/>
                </a:cubicBezTo>
                <a:cubicBezTo>
                  <a:pt x="10945" y="15849"/>
                  <a:pt x="15848" y="10946"/>
                  <a:pt x="21891" y="10946"/>
                </a:cubicBezTo>
                <a:cubicBezTo>
                  <a:pt x="27938" y="10946"/>
                  <a:pt x="32836" y="15849"/>
                  <a:pt x="32836" y="21892"/>
                </a:cubicBezTo>
                <a:cubicBezTo>
                  <a:pt x="32836" y="27940"/>
                  <a:pt x="27938" y="32838"/>
                  <a:pt x="21891" y="32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121" cap="flat">
            <a:solidFill>
              <a:srgbClr val="7F6000"/>
            </a:solidFill>
            <a:miter/>
          </a:ln>
        </p:spPr>
      </p:sp>
      <p:sp>
        <p:nvSpPr>
          <p:cNvPr id="94" name="Text User">
            <a:extLst xmlns:a="http://schemas.openxmlformats.org/drawingml/2006/main">
              <a:ext uri="{FF2B5EF4-FFF2-40B4-BE49-F238E27FC236}">
                <a16:creationId xmlns:a16="http://schemas.microsoft.com/office/drawing/2014/main" id="{04AEAA9D-4228-4EFF-B4AF-38F79C3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68" y="744707"/>
            <a:ext cx="353594" cy="131115"/>
          </a:xfrm>
          <a:custGeom xmlns:a="http://schemas.openxmlformats.org/drawingml/2006/main">
            <a:pathLst>
              <a:path w="353594" h="131115">
                <a:moveTo>
                  <a:pt x="81423" y="0"/>
                </a:moveTo>
                <a:lnTo>
                  <a:pt x="81423" y="89269"/>
                </a:lnTo>
                <a:cubicBezTo>
                  <a:pt x="81423" y="106357"/>
                  <a:pt x="69044" y="116818"/>
                  <a:pt x="48646" y="116818"/>
                </a:cubicBezTo>
                <a:cubicBezTo>
                  <a:pt x="39231" y="116818"/>
                  <a:pt x="31558" y="114551"/>
                  <a:pt x="25455" y="110191"/>
                </a:cubicBezTo>
                <a:cubicBezTo>
                  <a:pt x="19179" y="105309"/>
                  <a:pt x="16215" y="98860"/>
                  <a:pt x="16215" y="89269"/>
                </a:cubicBezTo>
                <a:lnTo>
                  <a:pt x="16215" y="0"/>
                </a:lnTo>
                <a:lnTo>
                  <a:pt x="0" y="0"/>
                </a:lnTo>
                <a:lnTo>
                  <a:pt x="0" y="89269"/>
                </a:lnTo>
                <a:cubicBezTo>
                  <a:pt x="0" y="115075"/>
                  <a:pt x="18482" y="131115"/>
                  <a:pt x="48646" y="131115"/>
                </a:cubicBezTo>
                <a:cubicBezTo>
                  <a:pt x="78459" y="131115"/>
                  <a:pt x="97639" y="114724"/>
                  <a:pt x="97639" y="89269"/>
                </a:cubicBezTo>
                <a:lnTo>
                  <a:pt x="97639" y="0"/>
                </a:lnTo>
                <a:lnTo>
                  <a:pt x="81423" y="0"/>
                </a:lnTo>
                <a:close/>
                <a:moveTo>
                  <a:pt x="187432" y="61198"/>
                </a:moveTo>
                <a:cubicBezTo>
                  <a:pt x="187259" y="43240"/>
                  <a:pt x="175401" y="33128"/>
                  <a:pt x="154304" y="33128"/>
                </a:cubicBezTo>
                <a:cubicBezTo>
                  <a:pt x="133033" y="33128"/>
                  <a:pt x="119260" y="44110"/>
                  <a:pt x="119260" y="61023"/>
                </a:cubicBezTo>
                <a:cubicBezTo>
                  <a:pt x="119260" y="75320"/>
                  <a:pt x="126582" y="82120"/>
                  <a:pt x="148203" y="87351"/>
                </a:cubicBezTo>
                <a:lnTo>
                  <a:pt x="161804" y="90663"/>
                </a:lnTo>
                <a:cubicBezTo>
                  <a:pt x="171916" y="93105"/>
                  <a:pt x="175925" y="96766"/>
                  <a:pt x="175925" y="103218"/>
                </a:cubicBezTo>
                <a:cubicBezTo>
                  <a:pt x="175925" y="111936"/>
                  <a:pt x="167382" y="117691"/>
                  <a:pt x="154655" y="117691"/>
                </a:cubicBezTo>
                <a:cubicBezTo>
                  <a:pt x="146807" y="117691"/>
                  <a:pt x="140182" y="115424"/>
                  <a:pt x="136521" y="111587"/>
                </a:cubicBezTo>
                <a:cubicBezTo>
                  <a:pt x="134254" y="108972"/>
                  <a:pt x="133209" y="106357"/>
                  <a:pt x="132336" y="99905"/>
                </a:cubicBezTo>
                <a:lnTo>
                  <a:pt x="116993" y="99905"/>
                </a:lnTo>
                <a:cubicBezTo>
                  <a:pt x="117691" y="121003"/>
                  <a:pt x="129545" y="131115"/>
                  <a:pt x="153434" y="131115"/>
                </a:cubicBezTo>
                <a:cubicBezTo>
                  <a:pt x="176449" y="131115"/>
                  <a:pt x="191095" y="119782"/>
                  <a:pt x="191095" y="102172"/>
                </a:cubicBezTo>
                <a:cubicBezTo>
                  <a:pt x="191095" y="88572"/>
                  <a:pt x="183422" y="81075"/>
                  <a:pt x="165289" y="76717"/>
                </a:cubicBezTo>
                <a:lnTo>
                  <a:pt x="151340" y="73402"/>
                </a:lnTo>
                <a:cubicBezTo>
                  <a:pt x="139485" y="70614"/>
                  <a:pt x="134427" y="66777"/>
                  <a:pt x="134427" y="60326"/>
                </a:cubicBezTo>
                <a:cubicBezTo>
                  <a:pt x="134427" y="51783"/>
                  <a:pt x="141925" y="46553"/>
                  <a:pt x="153782" y="46553"/>
                </a:cubicBezTo>
                <a:cubicBezTo>
                  <a:pt x="165464" y="46553"/>
                  <a:pt x="171740" y="51608"/>
                  <a:pt x="172089" y="61198"/>
                </a:cubicBezTo>
                <a:lnTo>
                  <a:pt x="187432" y="61198"/>
                </a:lnTo>
                <a:close/>
                <a:moveTo>
                  <a:pt x="287688" y="86305"/>
                </a:moveTo>
                <a:cubicBezTo>
                  <a:pt x="287688" y="72356"/>
                  <a:pt x="286640" y="63987"/>
                  <a:pt x="284025" y="57189"/>
                </a:cubicBezTo>
                <a:cubicBezTo>
                  <a:pt x="278097" y="42192"/>
                  <a:pt x="264149" y="33128"/>
                  <a:pt x="247063" y="33128"/>
                </a:cubicBezTo>
                <a:cubicBezTo>
                  <a:pt x="221605" y="33128"/>
                  <a:pt x="205217" y="52480"/>
                  <a:pt x="205217" y="82644"/>
                </a:cubicBezTo>
                <a:cubicBezTo>
                  <a:pt x="205217" y="112809"/>
                  <a:pt x="220908" y="131115"/>
                  <a:pt x="246715" y="131115"/>
                </a:cubicBezTo>
                <a:cubicBezTo>
                  <a:pt x="267636" y="131115"/>
                  <a:pt x="282107" y="119258"/>
                  <a:pt x="285770" y="99381"/>
                </a:cubicBezTo>
                <a:lnTo>
                  <a:pt x="271124" y="99381"/>
                </a:lnTo>
                <a:cubicBezTo>
                  <a:pt x="267112" y="111412"/>
                  <a:pt x="258918" y="117691"/>
                  <a:pt x="247236" y="117691"/>
                </a:cubicBezTo>
                <a:cubicBezTo>
                  <a:pt x="237996" y="117691"/>
                  <a:pt x="230151" y="113506"/>
                  <a:pt x="225269" y="105833"/>
                </a:cubicBezTo>
                <a:cubicBezTo>
                  <a:pt x="221781" y="100602"/>
                  <a:pt x="220560" y="95372"/>
                  <a:pt x="220387" y="86305"/>
                </a:cubicBezTo>
                <a:lnTo>
                  <a:pt x="287688" y="86305"/>
                </a:lnTo>
                <a:moveTo>
                  <a:pt x="220735" y="74450"/>
                </a:moveTo>
                <a:cubicBezTo>
                  <a:pt x="221954" y="57538"/>
                  <a:pt x="232242" y="46553"/>
                  <a:pt x="246888" y="46553"/>
                </a:cubicBezTo>
                <a:cubicBezTo>
                  <a:pt x="261709" y="46553"/>
                  <a:pt x="271994" y="58059"/>
                  <a:pt x="271994" y="74450"/>
                </a:cubicBezTo>
                <a:lnTo>
                  <a:pt x="220735" y="74450"/>
                </a:lnTo>
                <a:close/>
                <a:moveTo>
                  <a:pt x="309654" y="35743"/>
                </a:moveTo>
                <a:lnTo>
                  <a:pt x="309654" y="127103"/>
                </a:lnTo>
                <a:lnTo>
                  <a:pt x="324303" y="127103"/>
                </a:lnTo>
                <a:lnTo>
                  <a:pt x="324303" y="79681"/>
                </a:lnTo>
                <a:cubicBezTo>
                  <a:pt x="324476" y="57711"/>
                  <a:pt x="333543" y="47947"/>
                  <a:pt x="353594" y="48471"/>
                </a:cubicBezTo>
                <a:lnTo>
                  <a:pt x="353594" y="33649"/>
                </a:lnTo>
                <a:cubicBezTo>
                  <a:pt x="351152" y="33301"/>
                  <a:pt x="349758" y="33128"/>
                  <a:pt x="348013" y="33128"/>
                </a:cubicBezTo>
                <a:cubicBezTo>
                  <a:pt x="338597" y="33128"/>
                  <a:pt x="331451" y="38707"/>
                  <a:pt x="323082" y="52305"/>
                </a:cubicBezTo>
                <a:lnTo>
                  <a:pt x="323082" y="35743"/>
                </a:lnTo>
                <a:lnTo>
                  <a:pt x="309654" y="357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65738-3864-4C7B-995B-EE555A0D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98" y="889596"/>
            <a:ext cx="370230" cy="10"/>
          </a:xfrm>
          <a:custGeom xmlns:a="http://schemas.openxmlformats.org/drawingml/2006/main">
            <a:pathLst>
              <a:path w="370230" h="1" fill="none">
                <a:moveTo>
                  <a:pt x="0" y="0"/>
                </a:moveTo>
                <a:lnTo>
                  <a:pt x="3702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2D759-55F4-4CCC-8C66-6F16D7C9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662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A6146-8A31-4E51-9868-FEC1F438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59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0F39F-AE09-42CF-883A-F2CFA68E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95" y="364174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7E9AC-E610-44BD-990F-F8668DC7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8" y="73086"/>
                  <a:pt x="481588" y="64217"/>
                </a:cubicBezTo>
                <a:cubicBezTo>
                  <a:pt x="481588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2C8B8-CCDF-4B9A-BC41-E0F2B48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9DC96-5493-40A6-A484-83AE1C0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30CD9-0C54-42DF-A649-3A25A317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ADC81-3BD5-499F-81E9-00EA5C21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E19C8-6B3D-4290-B445-61813CD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7D2F8-534C-4299-B889-BDC23142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29982-9F59-4B6D-906E-A612EE2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CD5EA-23A3-48D9-BFB1-3066E7BE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05AC3-5AAE-46BB-B92A-72600F50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C792D-630D-40F5-8751-12F2942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FC20B-F49C-4BAE-AA94-A88188F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7ECCF-B74D-49CE-AEF4-F164DCE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1403A-753E-45D9-AFEF-3BF2BE4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04526-C814-4F89-9854-F9AF5EF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06F94-9C23-4528-A8B3-8789A4C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55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6E489-EF92-4B2E-AAB2-1D72644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C4E2C-B35E-4953-8C5C-C4BFEB37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B0572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7C658-64BD-4089-8096-FD0A4F8D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662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006FF-D06E-4A1F-8E87-A03F63A0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59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AB23D-CA45-4B18-B4CA-EFBB7A4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95" y="364174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8B21F-8E47-45F8-B00B-CB1FE05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8" y="73086"/>
                  <a:pt x="481588" y="64217"/>
                </a:cubicBezTo>
                <a:cubicBezTo>
                  <a:pt x="481588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A2E18-07D0-4CA2-9AD2-3AC0727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E499F-8E78-4288-A8CC-4E743FE2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4F971-CB0D-4864-8B8D-97046FF1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45D61-6067-49B5-B6C6-6087564A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DE71D-664B-4E03-B15A-83E8E858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7CBC3-7806-4E7C-AA39-C131AB7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0D799-07ED-4365-AE3B-0882837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36B47-576A-4582-8605-4EAE6EBB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07709-C44F-432A-995E-A61CCB9E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4D3A3-048D-42D2-8FB3-D1824E3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D6A39-CAC8-43F3-AD00-4203D08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E82AC-E0D1-47DC-8990-42692FDE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A330E-853D-4D96-9669-FB3C4DA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D2667-D3A1-4F3E-8D5B-3A557C69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007EF-E413-40CD-9835-F80EA375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55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6BD62-FB3F-432D-9D5E-BAA6058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5D006-6F14-431F-ABB2-55D2E782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B05720"/>
            </a:solidFill>
            <a:miter/>
          </a:ln>
        </p:spPr>
      </p:sp>
      <p:sp>
        <p:nvSpPr>
          <p:cNvPr id="138" name="Text MaliciousWebsite">
            <a:extLst xmlns:a="http://schemas.openxmlformats.org/drawingml/2006/main">
              <a:ext uri="{FF2B5EF4-FFF2-40B4-BE49-F238E27FC236}">
                <a16:creationId xmlns:a16="http://schemas.microsoft.com/office/drawing/2014/main" id="{12A35694-70FC-48C4-B1A5-3D0322D4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08" y="744707"/>
            <a:ext cx="1392230" cy="131115"/>
          </a:xfrm>
          <a:custGeom xmlns:a="http://schemas.openxmlformats.org/drawingml/2006/main">
            <a:pathLst>
              <a:path w="1392230" h="131115">
                <a:moveTo>
                  <a:pt x="68520" y="127103"/>
                </a:moveTo>
                <a:lnTo>
                  <a:pt x="104263" y="20573"/>
                </a:lnTo>
                <a:lnTo>
                  <a:pt x="104263" y="127103"/>
                </a:lnTo>
                <a:lnTo>
                  <a:pt x="119606" y="127103"/>
                </a:lnTo>
                <a:lnTo>
                  <a:pt x="119606" y="0"/>
                </a:lnTo>
                <a:lnTo>
                  <a:pt x="97115" y="0"/>
                </a:lnTo>
                <a:lnTo>
                  <a:pt x="60153" y="110715"/>
                </a:lnTo>
                <a:lnTo>
                  <a:pt x="22491" y="0"/>
                </a:lnTo>
                <a:lnTo>
                  <a:pt x="0" y="0"/>
                </a:lnTo>
                <a:lnTo>
                  <a:pt x="0" y="127103"/>
                </a:lnTo>
                <a:lnTo>
                  <a:pt x="15343" y="127103"/>
                </a:lnTo>
                <a:lnTo>
                  <a:pt x="15343" y="20573"/>
                </a:lnTo>
                <a:lnTo>
                  <a:pt x="51435" y="127103"/>
                </a:lnTo>
                <a:lnTo>
                  <a:pt x="68520" y="127103"/>
                </a:lnTo>
                <a:close/>
                <a:moveTo>
                  <a:pt x="227358" y="118561"/>
                </a:moveTo>
                <a:cubicBezTo>
                  <a:pt x="225791" y="118909"/>
                  <a:pt x="225092" y="118909"/>
                  <a:pt x="224222" y="118909"/>
                </a:cubicBezTo>
                <a:cubicBezTo>
                  <a:pt x="219164" y="118909"/>
                  <a:pt x="216376" y="116294"/>
                  <a:pt x="216376" y="111760"/>
                </a:cubicBezTo>
                <a:lnTo>
                  <a:pt x="216376" y="58059"/>
                </a:lnTo>
                <a:cubicBezTo>
                  <a:pt x="216376" y="41844"/>
                  <a:pt x="204518" y="33128"/>
                  <a:pt x="182027" y="33128"/>
                </a:cubicBezTo>
                <a:cubicBezTo>
                  <a:pt x="168602" y="33128"/>
                  <a:pt x="157966" y="36962"/>
                  <a:pt x="151690" y="43762"/>
                </a:cubicBezTo>
                <a:cubicBezTo>
                  <a:pt x="147505" y="48471"/>
                  <a:pt x="145760" y="53701"/>
                  <a:pt x="145411" y="62768"/>
                </a:cubicBezTo>
                <a:lnTo>
                  <a:pt x="160057" y="62768"/>
                </a:lnTo>
                <a:cubicBezTo>
                  <a:pt x="161278" y="51608"/>
                  <a:pt x="167905" y="46553"/>
                  <a:pt x="181503" y="46553"/>
                </a:cubicBezTo>
                <a:cubicBezTo>
                  <a:pt x="194755" y="46553"/>
                  <a:pt x="201903" y="51435"/>
                  <a:pt x="201903" y="60153"/>
                </a:cubicBezTo>
                <a:lnTo>
                  <a:pt x="201903" y="63987"/>
                </a:lnTo>
                <a:cubicBezTo>
                  <a:pt x="201730" y="70265"/>
                  <a:pt x="198591" y="72532"/>
                  <a:pt x="186733" y="74102"/>
                </a:cubicBezTo>
                <a:cubicBezTo>
                  <a:pt x="166160" y="76717"/>
                  <a:pt x="163021" y="77414"/>
                  <a:pt x="157442" y="79681"/>
                </a:cubicBezTo>
                <a:cubicBezTo>
                  <a:pt x="146808" y="84214"/>
                  <a:pt x="141402" y="92233"/>
                  <a:pt x="141402" y="104090"/>
                </a:cubicBezTo>
                <a:cubicBezTo>
                  <a:pt x="141402" y="120654"/>
                  <a:pt x="152908" y="131115"/>
                  <a:pt x="171390" y="131115"/>
                </a:cubicBezTo>
                <a:cubicBezTo>
                  <a:pt x="182900" y="131115"/>
                  <a:pt x="192139" y="127103"/>
                  <a:pt x="202427" y="117691"/>
                </a:cubicBezTo>
                <a:cubicBezTo>
                  <a:pt x="203473" y="127103"/>
                  <a:pt x="208006" y="131115"/>
                  <a:pt x="217422" y="131115"/>
                </a:cubicBezTo>
                <a:cubicBezTo>
                  <a:pt x="220558" y="131115"/>
                  <a:pt x="222477" y="130767"/>
                  <a:pt x="227358" y="129546"/>
                </a:cubicBezTo>
                <a:lnTo>
                  <a:pt x="227358" y="118561"/>
                </a:lnTo>
                <a:moveTo>
                  <a:pt x="201903" y="98336"/>
                </a:moveTo>
                <a:cubicBezTo>
                  <a:pt x="201903" y="103218"/>
                  <a:pt x="200509" y="106181"/>
                  <a:pt x="196149" y="110191"/>
                </a:cubicBezTo>
                <a:cubicBezTo>
                  <a:pt x="190221" y="115597"/>
                  <a:pt x="183073" y="118388"/>
                  <a:pt x="174530" y="118388"/>
                </a:cubicBezTo>
                <a:cubicBezTo>
                  <a:pt x="163196" y="118388"/>
                  <a:pt x="156572" y="112982"/>
                  <a:pt x="156572" y="103742"/>
                </a:cubicBezTo>
                <a:cubicBezTo>
                  <a:pt x="156572" y="94151"/>
                  <a:pt x="162848" y="89269"/>
                  <a:pt x="178539" y="87002"/>
                </a:cubicBezTo>
                <a:cubicBezTo>
                  <a:pt x="194058" y="84911"/>
                  <a:pt x="197021" y="84214"/>
                  <a:pt x="201903" y="81947"/>
                </a:cubicBezTo>
                <a:lnTo>
                  <a:pt x="201903" y="98336"/>
                </a:lnTo>
                <a:close/>
                <a:moveTo>
                  <a:pt x="256825" y="0"/>
                </a:moveTo>
                <a:lnTo>
                  <a:pt x="242179" y="0"/>
                </a:lnTo>
                <a:lnTo>
                  <a:pt x="242179" y="127103"/>
                </a:lnTo>
                <a:lnTo>
                  <a:pt x="256825" y="127103"/>
                </a:lnTo>
                <a:lnTo>
                  <a:pt x="256825" y="0"/>
                </a:lnTo>
                <a:close/>
                <a:moveTo>
                  <a:pt x="295184" y="35743"/>
                </a:moveTo>
                <a:lnTo>
                  <a:pt x="280711" y="35743"/>
                </a:lnTo>
                <a:lnTo>
                  <a:pt x="280711" y="127103"/>
                </a:lnTo>
                <a:lnTo>
                  <a:pt x="295184" y="127103"/>
                </a:lnTo>
                <a:lnTo>
                  <a:pt x="295184" y="35743"/>
                </a:lnTo>
                <a:moveTo>
                  <a:pt x="295184" y="0"/>
                </a:moveTo>
                <a:lnTo>
                  <a:pt x="280538" y="0"/>
                </a:lnTo>
                <a:lnTo>
                  <a:pt x="280538" y="18307"/>
                </a:lnTo>
                <a:lnTo>
                  <a:pt x="295184" y="18307"/>
                </a:lnTo>
                <a:lnTo>
                  <a:pt x="295184" y="0"/>
                </a:lnTo>
                <a:close/>
                <a:moveTo>
                  <a:pt x="390382" y="66429"/>
                </a:moveTo>
                <a:cubicBezTo>
                  <a:pt x="389685" y="57538"/>
                  <a:pt x="387766" y="51783"/>
                  <a:pt x="384279" y="46726"/>
                </a:cubicBezTo>
                <a:cubicBezTo>
                  <a:pt x="378003" y="38183"/>
                  <a:pt x="367018" y="33128"/>
                  <a:pt x="354290" y="33128"/>
                </a:cubicBezTo>
                <a:cubicBezTo>
                  <a:pt x="329532" y="33128"/>
                  <a:pt x="313665" y="52656"/>
                  <a:pt x="313665" y="82993"/>
                </a:cubicBezTo>
                <a:cubicBezTo>
                  <a:pt x="313665" y="112457"/>
                  <a:pt x="329356" y="131115"/>
                  <a:pt x="354117" y="131115"/>
                </a:cubicBezTo>
                <a:cubicBezTo>
                  <a:pt x="375912" y="131115"/>
                  <a:pt x="389685" y="118039"/>
                  <a:pt x="391427" y="95721"/>
                </a:cubicBezTo>
                <a:lnTo>
                  <a:pt x="376781" y="95721"/>
                </a:lnTo>
                <a:cubicBezTo>
                  <a:pt x="374342" y="110366"/>
                  <a:pt x="366845" y="117691"/>
                  <a:pt x="354466" y="117691"/>
                </a:cubicBezTo>
                <a:cubicBezTo>
                  <a:pt x="338423" y="117691"/>
                  <a:pt x="328835" y="104612"/>
                  <a:pt x="328835" y="82993"/>
                </a:cubicBezTo>
                <a:cubicBezTo>
                  <a:pt x="328835" y="60153"/>
                  <a:pt x="338250" y="46553"/>
                  <a:pt x="354117" y="46553"/>
                </a:cubicBezTo>
                <a:cubicBezTo>
                  <a:pt x="366321" y="46553"/>
                  <a:pt x="373993" y="53701"/>
                  <a:pt x="375736" y="66429"/>
                </a:cubicBezTo>
                <a:lnTo>
                  <a:pt x="390382" y="66429"/>
                </a:lnTo>
                <a:close/>
                <a:moveTo>
                  <a:pt x="421591" y="35743"/>
                </a:moveTo>
                <a:lnTo>
                  <a:pt x="407119" y="35743"/>
                </a:lnTo>
                <a:lnTo>
                  <a:pt x="407119" y="127103"/>
                </a:lnTo>
                <a:lnTo>
                  <a:pt x="421591" y="127103"/>
                </a:lnTo>
                <a:lnTo>
                  <a:pt x="421591" y="35743"/>
                </a:lnTo>
                <a:moveTo>
                  <a:pt x="421591" y="0"/>
                </a:moveTo>
                <a:lnTo>
                  <a:pt x="406946" y="0"/>
                </a:lnTo>
                <a:lnTo>
                  <a:pt x="406946" y="18307"/>
                </a:lnTo>
                <a:lnTo>
                  <a:pt x="421591" y="18307"/>
                </a:lnTo>
                <a:lnTo>
                  <a:pt x="421591" y="0"/>
                </a:lnTo>
                <a:close/>
                <a:moveTo>
                  <a:pt x="481569" y="33128"/>
                </a:moveTo>
                <a:cubicBezTo>
                  <a:pt x="455765" y="33128"/>
                  <a:pt x="440422" y="51435"/>
                  <a:pt x="440422" y="82120"/>
                </a:cubicBezTo>
                <a:cubicBezTo>
                  <a:pt x="440422" y="112982"/>
                  <a:pt x="455765" y="131115"/>
                  <a:pt x="481745" y="131115"/>
                </a:cubicBezTo>
                <a:cubicBezTo>
                  <a:pt x="507548" y="131115"/>
                  <a:pt x="523067" y="112809"/>
                  <a:pt x="523067" y="82817"/>
                </a:cubicBezTo>
                <a:cubicBezTo>
                  <a:pt x="523067" y="51086"/>
                  <a:pt x="508072" y="33128"/>
                  <a:pt x="481569" y="33128"/>
                </a:cubicBezTo>
                <a:moveTo>
                  <a:pt x="481745" y="46553"/>
                </a:moveTo>
                <a:cubicBezTo>
                  <a:pt x="498133" y="46553"/>
                  <a:pt x="507897" y="59977"/>
                  <a:pt x="507897" y="82644"/>
                </a:cubicBezTo>
                <a:cubicBezTo>
                  <a:pt x="507897" y="104263"/>
                  <a:pt x="497784" y="117691"/>
                  <a:pt x="481745" y="117691"/>
                </a:cubicBezTo>
                <a:cubicBezTo>
                  <a:pt x="465529" y="117691"/>
                  <a:pt x="455590" y="104263"/>
                  <a:pt x="455590" y="82120"/>
                </a:cubicBezTo>
                <a:cubicBezTo>
                  <a:pt x="455590" y="59977"/>
                  <a:pt x="465529" y="46553"/>
                  <a:pt x="481745" y="46553"/>
                </a:cubicBezTo>
                <a:close/>
                <a:moveTo>
                  <a:pt x="617567" y="127103"/>
                </a:moveTo>
                <a:lnTo>
                  <a:pt x="617567" y="35743"/>
                </a:lnTo>
                <a:lnTo>
                  <a:pt x="603095" y="35743"/>
                </a:lnTo>
                <a:lnTo>
                  <a:pt x="603095" y="87526"/>
                </a:lnTo>
                <a:cubicBezTo>
                  <a:pt x="603095" y="106181"/>
                  <a:pt x="593331" y="118388"/>
                  <a:pt x="578163" y="118388"/>
                </a:cubicBezTo>
                <a:cubicBezTo>
                  <a:pt x="566654" y="118388"/>
                  <a:pt x="559333" y="111412"/>
                  <a:pt x="559333" y="100427"/>
                </a:cubicBezTo>
                <a:lnTo>
                  <a:pt x="559333" y="35743"/>
                </a:lnTo>
                <a:lnTo>
                  <a:pt x="544860" y="35743"/>
                </a:lnTo>
                <a:lnTo>
                  <a:pt x="544860" y="106181"/>
                </a:lnTo>
                <a:cubicBezTo>
                  <a:pt x="544860" y="121351"/>
                  <a:pt x="556193" y="131115"/>
                  <a:pt x="573979" y="131115"/>
                </a:cubicBezTo>
                <a:cubicBezTo>
                  <a:pt x="587403" y="131115"/>
                  <a:pt x="595946" y="126406"/>
                  <a:pt x="604491" y="114376"/>
                </a:cubicBezTo>
                <a:lnTo>
                  <a:pt x="604491" y="127103"/>
                </a:lnTo>
                <a:lnTo>
                  <a:pt x="617567" y="127103"/>
                </a:lnTo>
                <a:close/>
                <a:moveTo>
                  <a:pt x="706139" y="61198"/>
                </a:moveTo>
                <a:cubicBezTo>
                  <a:pt x="705966" y="43240"/>
                  <a:pt x="694108" y="33128"/>
                  <a:pt x="673011" y="33128"/>
                </a:cubicBezTo>
                <a:cubicBezTo>
                  <a:pt x="651740" y="33128"/>
                  <a:pt x="637967" y="44110"/>
                  <a:pt x="637967" y="61023"/>
                </a:cubicBezTo>
                <a:cubicBezTo>
                  <a:pt x="637967" y="75320"/>
                  <a:pt x="645289" y="82120"/>
                  <a:pt x="666910" y="87351"/>
                </a:cubicBezTo>
                <a:lnTo>
                  <a:pt x="680511" y="90663"/>
                </a:lnTo>
                <a:cubicBezTo>
                  <a:pt x="690623" y="93105"/>
                  <a:pt x="694632" y="96766"/>
                  <a:pt x="694632" y="103218"/>
                </a:cubicBezTo>
                <a:cubicBezTo>
                  <a:pt x="694632" y="111936"/>
                  <a:pt x="686090" y="117691"/>
                  <a:pt x="673362" y="117691"/>
                </a:cubicBezTo>
                <a:cubicBezTo>
                  <a:pt x="665514" y="117691"/>
                  <a:pt x="658889" y="115424"/>
                  <a:pt x="655228" y="111587"/>
                </a:cubicBezTo>
                <a:cubicBezTo>
                  <a:pt x="652962" y="108972"/>
                  <a:pt x="651916" y="106357"/>
                  <a:pt x="651043" y="99905"/>
                </a:cubicBezTo>
                <a:lnTo>
                  <a:pt x="635701" y="99905"/>
                </a:lnTo>
                <a:cubicBezTo>
                  <a:pt x="636398" y="121003"/>
                  <a:pt x="648253" y="131115"/>
                  <a:pt x="672141" y="131115"/>
                </a:cubicBezTo>
                <a:cubicBezTo>
                  <a:pt x="695156" y="131115"/>
                  <a:pt x="709802" y="119782"/>
                  <a:pt x="709802" y="102172"/>
                </a:cubicBezTo>
                <a:cubicBezTo>
                  <a:pt x="709802" y="88572"/>
                  <a:pt x="702129" y="81075"/>
                  <a:pt x="683996" y="76717"/>
                </a:cubicBezTo>
                <a:lnTo>
                  <a:pt x="670047" y="73402"/>
                </a:lnTo>
                <a:cubicBezTo>
                  <a:pt x="658192" y="70614"/>
                  <a:pt x="653135" y="66777"/>
                  <a:pt x="653135" y="60326"/>
                </a:cubicBezTo>
                <a:cubicBezTo>
                  <a:pt x="653135" y="51783"/>
                  <a:pt x="660632" y="46553"/>
                  <a:pt x="672489" y="46553"/>
                </a:cubicBezTo>
                <a:cubicBezTo>
                  <a:pt x="684171" y="46553"/>
                  <a:pt x="690447" y="51608"/>
                  <a:pt x="690796" y="61198"/>
                </a:cubicBezTo>
                <a:lnTo>
                  <a:pt x="706139" y="61198"/>
                </a:lnTo>
                <a:close/>
                <a:moveTo>
                  <a:pt x="895140" y="127103"/>
                </a:moveTo>
                <a:lnTo>
                  <a:pt x="927399" y="0"/>
                </a:lnTo>
                <a:lnTo>
                  <a:pt x="909265" y="0"/>
                </a:lnTo>
                <a:lnTo>
                  <a:pt x="885901" y="103218"/>
                </a:lnTo>
                <a:lnTo>
                  <a:pt x="856958" y="0"/>
                </a:lnTo>
                <a:lnTo>
                  <a:pt x="839521" y="0"/>
                </a:lnTo>
                <a:lnTo>
                  <a:pt x="811278" y="103218"/>
                </a:lnTo>
                <a:lnTo>
                  <a:pt x="787389" y="0"/>
                </a:lnTo>
                <a:lnTo>
                  <a:pt x="769256" y="0"/>
                </a:lnTo>
                <a:lnTo>
                  <a:pt x="801862" y="127103"/>
                </a:lnTo>
                <a:lnTo>
                  <a:pt x="819645" y="127103"/>
                </a:lnTo>
                <a:lnTo>
                  <a:pt x="848066" y="22664"/>
                </a:lnTo>
                <a:lnTo>
                  <a:pt x="877358" y="127103"/>
                </a:lnTo>
                <a:lnTo>
                  <a:pt x="895140" y="127103"/>
                </a:lnTo>
                <a:close/>
                <a:moveTo>
                  <a:pt x="1019458" y="86305"/>
                </a:moveTo>
                <a:cubicBezTo>
                  <a:pt x="1019458" y="72356"/>
                  <a:pt x="1018410" y="63987"/>
                  <a:pt x="1015795" y="57189"/>
                </a:cubicBezTo>
                <a:cubicBezTo>
                  <a:pt x="1009867" y="42192"/>
                  <a:pt x="995919" y="33128"/>
                  <a:pt x="978833" y="33128"/>
                </a:cubicBezTo>
                <a:cubicBezTo>
                  <a:pt x="953375" y="33128"/>
                  <a:pt x="936987" y="52480"/>
                  <a:pt x="936987" y="82644"/>
                </a:cubicBezTo>
                <a:cubicBezTo>
                  <a:pt x="936987" y="112809"/>
                  <a:pt x="952678" y="131115"/>
                  <a:pt x="978485" y="131115"/>
                </a:cubicBezTo>
                <a:cubicBezTo>
                  <a:pt x="999406" y="131115"/>
                  <a:pt x="1013877" y="119258"/>
                  <a:pt x="1017540" y="99381"/>
                </a:cubicBezTo>
                <a:lnTo>
                  <a:pt x="1002894" y="99381"/>
                </a:lnTo>
                <a:cubicBezTo>
                  <a:pt x="998882" y="111412"/>
                  <a:pt x="990688" y="117691"/>
                  <a:pt x="979006" y="117691"/>
                </a:cubicBezTo>
                <a:cubicBezTo>
                  <a:pt x="969766" y="117691"/>
                  <a:pt x="961921" y="113506"/>
                  <a:pt x="957039" y="105833"/>
                </a:cubicBezTo>
                <a:cubicBezTo>
                  <a:pt x="953551" y="100602"/>
                  <a:pt x="952330" y="95372"/>
                  <a:pt x="952157" y="86305"/>
                </a:cubicBezTo>
                <a:lnTo>
                  <a:pt x="1019458" y="86305"/>
                </a:lnTo>
                <a:moveTo>
                  <a:pt x="952505" y="74450"/>
                </a:moveTo>
                <a:cubicBezTo>
                  <a:pt x="953724" y="57538"/>
                  <a:pt x="964012" y="46553"/>
                  <a:pt x="978657" y="46553"/>
                </a:cubicBezTo>
                <a:cubicBezTo>
                  <a:pt x="993479" y="46553"/>
                  <a:pt x="1003764" y="58059"/>
                  <a:pt x="1003764" y="74450"/>
                </a:cubicBezTo>
                <a:lnTo>
                  <a:pt x="952505" y="74450"/>
                </a:lnTo>
                <a:close/>
                <a:moveTo>
                  <a:pt x="1038809" y="0"/>
                </a:moveTo>
                <a:lnTo>
                  <a:pt x="1038809" y="127103"/>
                </a:lnTo>
                <a:lnTo>
                  <a:pt x="1051888" y="127103"/>
                </a:lnTo>
                <a:lnTo>
                  <a:pt x="1051888" y="115424"/>
                </a:lnTo>
                <a:cubicBezTo>
                  <a:pt x="1058861" y="126058"/>
                  <a:pt x="1068103" y="131115"/>
                  <a:pt x="1080831" y="131115"/>
                </a:cubicBezTo>
                <a:cubicBezTo>
                  <a:pt x="1104892" y="131115"/>
                  <a:pt x="1120584" y="111412"/>
                  <a:pt x="1120584" y="81075"/>
                </a:cubicBezTo>
                <a:cubicBezTo>
                  <a:pt x="1120584" y="51435"/>
                  <a:pt x="1105762" y="33128"/>
                  <a:pt x="1081528" y="33128"/>
                </a:cubicBezTo>
                <a:cubicBezTo>
                  <a:pt x="1068973" y="33128"/>
                  <a:pt x="1060082" y="37834"/>
                  <a:pt x="1053282" y="48122"/>
                </a:cubicBezTo>
                <a:lnTo>
                  <a:pt x="1053282" y="0"/>
                </a:lnTo>
                <a:lnTo>
                  <a:pt x="1038809" y="0"/>
                </a:lnTo>
                <a:moveTo>
                  <a:pt x="1078737" y="46726"/>
                </a:moveTo>
                <a:cubicBezTo>
                  <a:pt x="1094953" y="46726"/>
                  <a:pt x="1105414" y="60850"/>
                  <a:pt x="1105414" y="82644"/>
                </a:cubicBezTo>
                <a:cubicBezTo>
                  <a:pt x="1105414" y="103393"/>
                  <a:pt x="1094604" y="117515"/>
                  <a:pt x="1078737" y="117515"/>
                </a:cubicBezTo>
                <a:cubicBezTo>
                  <a:pt x="1063221" y="117515"/>
                  <a:pt x="1053282" y="103566"/>
                  <a:pt x="1053282" y="82120"/>
                </a:cubicBezTo>
                <a:cubicBezTo>
                  <a:pt x="1053282" y="60674"/>
                  <a:pt x="1063221" y="46726"/>
                  <a:pt x="1078737" y="46726"/>
                </a:cubicBezTo>
                <a:close/>
                <a:moveTo>
                  <a:pt x="1202006" y="61198"/>
                </a:moveTo>
                <a:cubicBezTo>
                  <a:pt x="1201834" y="43240"/>
                  <a:pt x="1189976" y="33128"/>
                  <a:pt x="1168878" y="33128"/>
                </a:cubicBezTo>
                <a:cubicBezTo>
                  <a:pt x="1147608" y="33128"/>
                  <a:pt x="1133835" y="44110"/>
                  <a:pt x="1133835" y="61023"/>
                </a:cubicBezTo>
                <a:cubicBezTo>
                  <a:pt x="1133835" y="75320"/>
                  <a:pt x="1141157" y="82120"/>
                  <a:pt x="1162778" y="87351"/>
                </a:cubicBezTo>
                <a:lnTo>
                  <a:pt x="1176378" y="90663"/>
                </a:lnTo>
                <a:cubicBezTo>
                  <a:pt x="1186491" y="93105"/>
                  <a:pt x="1190500" y="96766"/>
                  <a:pt x="1190500" y="103218"/>
                </a:cubicBezTo>
                <a:cubicBezTo>
                  <a:pt x="1190500" y="111936"/>
                  <a:pt x="1181957" y="117691"/>
                  <a:pt x="1169230" y="117691"/>
                </a:cubicBezTo>
                <a:cubicBezTo>
                  <a:pt x="1161381" y="117691"/>
                  <a:pt x="1154757" y="115424"/>
                  <a:pt x="1151096" y="111587"/>
                </a:cubicBezTo>
                <a:cubicBezTo>
                  <a:pt x="1148829" y="108972"/>
                  <a:pt x="1147784" y="106357"/>
                  <a:pt x="1146911" y="99905"/>
                </a:cubicBezTo>
                <a:lnTo>
                  <a:pt x="1131568" y="99905"/>
                </a:lnTo>
                <a:cubicBezTo>
                  <a:pt x="1132265" y="121003"/>
                  <a:pt x="1144120" y="131115"/>
                  <a:pt x="1168009" y="131115"/>
                </a:cubicBezTo>
                <a:cubicBezTo>
                  <a:pt x="1191024" y="131115"/>
                  <a:pt x="1205670" y="119782"/>
                  <a:pt x="1205670" y="102172"/>
                </a:cubicBezTo>
                <a:cubicBezTo>
                  <a:pt x="1205670" y="88572"/>
                  <a:pt x="1197997" y="81075"/>
                  <a:pt x="1179863" y="76717"/>
                </a:cubicBezTo>
                <a:lnTo>
                  <a:pt x="1165915" y="73402"/>
                </a:lnTo>
                <a:cubicBezTo>
                  <a:pt x="1154060" y="70614"/>
                  <a:pt x="1149002" y="66777"/>
                  <a:pt x="1149002" y="60326"/>
                </a:cubicBezTo>
                <a:cubicBezTo>
                  <a:pt x="1149002" y="51783"/>
                  <a:pt x="1156499" y="46553"/>
                  <a:pt x="1168357" y="46553"/>
                </a:cubicBezTo>
                <a:cubicBezTo>
                  <a:pt x="1180039" y="46553"/>
                  <a:pt x="1186315" y="51608"/>
                  <a:pt x="1186664" y="61198"/>
                </a:cubicBezTo>
                <a:lnTo>
                  <a:pt x="1202006" y="61198"/>
                </a:lnTo>
                <a:close/>
                <a:moveTo>
                  <a:pt x="1238971" y="35743"/>
                </a:moveTo>
                <a:lnTo>
                  <a:pt x="1224498" y="35743"/>
                </a:lnTo>
                <a:lnTo>
                  <a:pt x="1224498" y="127103"/>
                </a:lnTo>
                <a:lnTo>
                  <a:pt x="1238971" y="127103"/>
                </a:lnTo>
                <a:lnTo>
                  <a:pt x="1238971" y="35743"/>
                </a:lnTo>
                <a:moveTo>
                  <a:pt x="1238971" y="0"/>
                </a:moveTo>
                <a:lnTo>
                  <a:pt x="1224325" y="0"/>
                </a:lnTo>
                <a:lnTo>
                  <a:pt x="1224325" y="18307"/>
                </a:lnTo>
                <a:lnTo>
                  <a:pt x="1238971" y="18307"/>
                </a:lnTo>
                <a:lnTo>
                  <a:pt x="1238971" y="0"/>
                </a:lnTo>
                <a:close/>
                <a:moveTo>
                  <a:pt x="1295811" y="35743"/>
                </a:moveTo>
                <a:lnTo>
                  <a:pt x="1280817" y="35743"/>
                </a:lnTo>
                <a:lnTo>
                  <a:pt x="1280817" y="10634"/>
                </a:lnTo>
                <a:lnTo>
                  <a:pt x="1266344" y="10634"/>
                </a:lnTo>
                <a:lnTo>
                  <a:pt x="1266344" y="35743"/>
                </a:lnTo>
                <a:lnTo>
                  <a:pt x="1253965" y="35743"/>
                </a:lnTo>
                <a:lnTo>
                  <a:pt x="1253965" y="47598"/>
                </a:lnTo>
                <a:lnTo>
                  <a:pt x="1266344" y="47598"/>
                </a:lnTo>
                <a:lnTo>
                  <a:pt x="1266344" y="116642"/>
                </a:lnTo>
                <a:cubicBezTo>
                  <a:pt x="1266344" y="126058"/>
                  <a:pt x="1272620" y="131115"/>
                  <a:pt x="1283954" y="131115"/>
                </a:cubicBezTo>
                <a:cubicBezTo>
                  <a:pt x="1287790" y="131115"/>
                  <a:pt x="1290929" y="130767"/>
                  <a:pt x="1295811" y="129894"/>
                </a:cubicBezTo>
                <a:lnTo>
                  <a:pt x="1295811" y="117691"/>
                </a:lnTo>
                <a:cubicBezTo>
                  <a:pt x="1293718" y="118212"/>
                  <a:pt x="1291799" y="118388"/>
                  <a:pt x="1288836" y="118388"/>
                </a:cubicBezTo>
                <a:cubicBezTo>
                  <a:pt x="1282560" y="118388"/>
                  <a:pt x="1280817" y="116642"/>
                  <a:pt x="1280817" y="110191"/>
                </a:cubicBezTo>
                <a:lnTo>
                  <a:pt x="1280817" y="47598"/>
                </a:lnTo>
                <a:lnTo>
                  <a:pt x="1295811" y="47598"/>
                </a:lnTo>
                <a:lnTo>
                  <a:pt x="1295811" y="35743"/>
                </a:lnTo>
                <a:close/>
                <a:moveTo>
                  <a:pt x="1392230" y="86305"/>
                </a:moveTo>
                <a:cubicBezTo>
                  <a:pt x="1392230" y="72356"/>
                  <a:pt x="1391182" y="63987"/>
                  <a:pt x="1388567" y="57189"/>
                </a:cubicBezTo>
                <a:cubicBezTo>
                  <a:pt x="1382639" y="42192"/>
                  <a:pt x="1368691" y="33128"/>
                  <a:pt x="1351605" y="33128"/>
                </a:cubicBezTo>
                <a:cubicBezTo>
                  <a:pt x="1326147" y="33128"/>
                  <a:pt x="1309759" y="52480"/>
                  <a:pt x="1309759" y="82644"/>
                </a:cubicBezTo>
                <a:cubicBezTo>
                  <a:pt x="1309759" y="112809"/>
                  <a:pt x="1325450" y="131115"/>
                  <a:pt x="1351257" y="131115"/>
                </a:cubicBezTo>
                <a:cubicBezTo>
                  <a:pt x="1372178" y="131115"/>
                  <a:pt x="1386649" y="119258"/>
                  <a:pt x="1390312" y="99381"/>
                </a:cubicBezTo>
                <a:lnTo>
                  <a:pt x="1375666" y="99381"/>
                </a:lnTo>
                <a:cubicBezTo>
                  <a:pt x="1371654" y="111412"/>
                  <a:pt x="1363460" y="117691"/>
                  <a:pt x="1351778" y="117691"/>
                </a:cubicBezTo>
                <a:cubicBezTo>
                  <a:pt x="1342538" y="117691"/>
                  <a:pt x="1334693" y="113506"/>
                  <a:pt x="1329811" y="105833"/>
                </a:cubicBezTo>
                <a:cubicBezTo>
                  <a:pt x="1326323" y="100602"/>
                  <a:pt x="1325102" y="95372"/>
                  <a:pt x="1324929" y="86305"/>
                </a:cubicBezTo>
                <a:lnTo>
                  <a:pt x="1392230" y="86305"/>
                </a:lnTo>
                <a:moveTo>
                  <a:pt x="1325277" y="74450"/>
                </a:moveTo>
                <a:cubicBezTo>
                  <a:pt x="1326496" y="57538"/>
                  <a:pt x="1336784" y="46553"/>
                  <a:pt x="1351430" y="46553"/>
                </a:cubicBezTo>
                <a:cubicBezTo>
                  <a:pt x="1366251" y="46553"/>
                  <a:pt x="1376536" y="58059"/>
                  <a:pt x="1376536" y="74450"/>
                </a:cubicBezTo>
                <a:lnTo>
                  <a:pt x="1325277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3DD04-6FDB-4C0B-A666-8FBEEEF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330" y="889596"/>
            <a:ext cx="1413132" cy="10"/>
          </a:xfrm>
          <a:custGeom xmlns:a="http://schemas.openxmlformats.org/drawingml/2006/main">
            <a:pathLst>
              <a:path w="1413132" h="1" fill="none">
                <a:moveTo>
                  <a:pt x="0" y="0"/>
                </a:moveTo>
                <a:lnTo>
                  <a:pt x="14131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C0B4C-A2B8-4272-B351-32C67D0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662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AD8CF-AEF9-461E-AA3D-D104B308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59" y="367017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89EF4-9C9F-430B-84D7-65A32A1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95" y="364174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30C03-D1F3-4DE1-AF95-50E69C4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8" y="73086"/>
                  <a:pt x="481588" y="64217"/>
                </a:cubicBezTo>
                <a:cubicBezTo>
                  <a:pt x="481588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DA75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CC94F-D4F2-4144-80F0-120BABE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7A822-0F99-4FD4-8E3F-82DA5EBD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32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08D6A-DC74-4535-BC41-9789ECB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9A63B-6569-43DF-9982-229944A9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04" y="372662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4AA50-9876-4EC9-9916-3EE129A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F7C24-1BA0-4494-9069-DDA96F0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469" y="367104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BB51F-7AC5-4A22-B2AA-8A5DB289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2F181-3A90-4BBE-BB56-6E0F7D7D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00" y="169632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53D30-F9A5-41D0-8037-306505B9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9C053-0774-4D06-BF35-C5ABF74E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302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7F4DF-4AF1-4ED0-A91D-FA43915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87903-243A-47D1-AC35-1F6CCBFD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8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94ECD-8E26-41A8-83BF-05CED0A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698DD-930A-4328-B80A-E2C18C2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673" y="217794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B0572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76F88-9CF5-4A54-A009-F4316284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55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E342F-C329-4F88-8D84-101718F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B057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8A2EE-F328-4B7D-A541-8E3BF60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11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70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B05720"/>
            </a:solidFill>
            <a:miter/>
          </a:ln>
        </p:spPr>
      </p:sp>
      <p:sp>
        <p:nvSpPr>
          <p:cNvPr id="161" name="Text MaliciousWebsite">
            <a:extLst xmlns:a="http://schemas.openxmlformats.org/drawingml/2006/main">
              <a:ext uri="{FF2B5EF4-FFF2-40B4-BE49-F238E27FC236}">
                <a16:creationId xmlns:a16="http://schemas.microsoft.com/office/drawing/2014/main" id="{30E50551-3D29-40AA-A56F-CAD1E563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08" y="744707"/>
            <a:ext cx="1392230" cy="131115"/>
          </a:xfrm>
          <a:custGeom xmlns:a="http://schemas.openxmlformats.org/drawingml/2006/main">
            <a:pathLst>
              <a:path w="1392230" h="131115">
                <a:moveTo>
                  <a:pt x="68520" y="127103"/>
                </a:moveTo>
                <a:lnTo>
                  <a:pt x="104263" y="20573"/>
                </a:lnTo>
                <a:lnTo>
                  <a:pt x="104263" y="127103"/>
                </a:lnTo>
                <a:lnTo>
                  <a:pt x="119606" y="127103"/>
                </a:lnTo>
                <a:lnTo>
                  <a:pt x="119606" y="0"/>
                </a:lnTo>
                <a:lnTo>
                  <a:pt x="97115" y="0"/>
                </a:lnTo>
                <a:lnTo>
                  <a:pt x="60153" y="110715"/>
                </a:lnTo>
                <a:lnTo>
                  <a:pt x="22491" y="0"/>
                </a:lnTo>
                <a:lnTo>
                  <a:pt x="0" y="0"/>
                </a:lnTo>
                <a:lnTo>
                  <a:pt x="0" y="127103"/>
                </a:lnTo>
                <a:lnTo>
                  <a:pt x="15343" y="127103"/>
                </a:lnTo>
                <a:lnTo>
                  <a:pt x="15343" y="20573"/>
                </a:lnTo>
                <a:lnTo>
                  <a:pt x="51435" y="127103"/>
                </a:lnTo>
                <a:lnTo>
                  <a:pt x="68520" y="127103"/>
                </a:lnTo>
                <a:close/>
                <a:moveTo>
                  <a:pt x="227358" y="118561"/>
                </a:moveTo>
                <a:cubicBezTo>
                  <a:pt x="225791" y="118909"/>
                  <a:pt x="225092" y="118909"/>
                  <a:pt x="224222" y="118909"/>
                </a:cubicBezTo>
                <a:cubicBezTo>
                  <a:pt x="219164" y="118909"/>
                  <a:pt x="216376" y="116294"/>
                  <a:pt x="216376" y="111760"/>
                </a:cubicBezTo>
                <a:lnTo>
                  <a:pt x="216376" y="58059"/>
                </a:lnTo>
                <a:cubicBezTo>
                  <a:pt x="216376" y="41844"/>
                  <a:pt x="204518" y="33128"/>
                  <a:pt x="182027" y="33128"/>
                </a:cubicBezTo>
                <a:cubicBezTo>
                  <a:pt x="168602" y="33128"/>
                  <a:pt x="157966" y="36962"/>
                  <a:pt x="151690" y="43762"/>
                </a:cubicBezTo>
                <a:cubicBezTo>
                  <a:pt x="147505" y="48471"/>
                  <a:pt x="145760" y="53701"/>
                  <a:pt x="145411" y="62768"/>
                </a:cubicBezTo>
                <a:lnTo>
                  <a:pt x="160057" y="62768"/>
                </a:lnTo>
                <a:cubicBezTo>
                  <a:pt x="161278" y="51608"/>
                  <a:pt x="167905" y="46553"/>
                  <a:pt x="181503" y="46553"/>
                </a:cubicBezTo>
                <a:cubicBezTo>
                  <a:pt x="194755" y="46553"/>
                  <a:pt x="201903" y="51435"/>
                  <a:pt x="201903" y="60153"/>
                </a:cubicBezTo>
                <a:lnTo>
                  <a:pt x="201903" y="63987"/>
                </a:lnTo>
                <a:cubicBezTo>
                  <a:pt x="201730" y="70265"/>
                  <a:pt x="198591" y="72532"/>
                  <a:pt x="186733" y="74102"/>
                </a:cubicBezTo>
                <a:cubicBezTo>
                  <a:pt x="166160" y="76717"/>
                  <a:pt x="163021" y="77414"/>
                  <a:pt x="157442" y="79681"/>
                </a:cubicBezTo>
                <a:cubicBezTo>
                  <a:pt x="146808" y="84214"/>
                  <a:pt x="141402" y="92233"/>
                  <a:pt x="141402" y="104090"/>
                </a:cubicBezTo>
                <a:cubicBezTo>
                  <a:pt x="141402" y="120654"/>
                  <a:pt x="152908" y="131115"/>
                  <a:pt x="171390" y="131115"/>
                </a:cubicBezTo>
                <a:cubicBezTo>
                  <a:pt x="182900" y="131115"/>
                  <a:pt x="192139" y="127103"/>
                  <a:pt x="202427" y="117691"/>
                </a:cubicBezTo>
                <a:cubicBezTo>
                  <a:pt x="203473" y="127103"/>
                  <a:pt x="208006" y="131115"/>
                  <a:pt x="217422" y="131115"/>
                </a:cubicBezTo>
                <a:cubicBezTo>
                  <a:pt x="220558" y="131115"/>
                  <a:pt x="222477" y="130767"/>
                  <a:pt x="227358" y="129546"/>
                </a:cubicBezTo>
                <a:lnTo>
                  <a:pt x="227358" y="118561"/>
                </a:lnTo>
                <a:moveTo>
                  <a:pt x="201903" y="98336"/>
                </a:moveTo>
                <a:cubicBezTo>
                  <a:pt x="201903" y="103218"/>
                  <a:pt x="200509" y="106181"/>
                  <a:pt x="196149" y="110191"/>
                </a:cubicBezTo>
                <a:cubicBezTo>
                  <a:pt x="190221" y="115597"/>
                  <a:pt x="183073" y="118388"/>
                  <a:pt x="174530" y="118388"/>
                </a:cubicBezTo>
                <a:cubicBezTo>
                  <a:pt x="163196" y="118388"/>
                  <a:pt x="156572" y="112982"/>
                  <a:pt x="156572" y="103742"/>
                </a:cubicBezTo>
                <a:cubicBezTo>
                  <a:pt x="156572" y="94151"/>
                  <a:pt x="162848" y="89269"/>
                  <a:pt x="178539" y="87002"/>
                </a:cubicBezTo>
                <a:cubicBezTo>
                  <a:pt x="194058" y="84911"/>
                  <a:pt x="197021" y="84214"/>
                  <a:pt x="201903" y="81947"/>
                </a:cubicBezTo>
                <a:lnTo>
                  <a:pt x="201903" y="98336"/>
                </a:lnTo>
                <a:close/>
                <a:moveTo>
                  <a:pt x="256825" y="0"/>
                </a:moveTo>
                <a:lnTo>
                  <a:pt x="242179" y="0"/>
                </a:lnTo>
                <a:lnTo>
                  <a:pt x="242179" y="127103"/>
                </a:lnTo>
                <a:lnTo>
                  <a:pt x="256825" y="127103"/>
                </a:lnTo>
                <a:lnTo>
                  <a:pt x="256825" y="0"/>
                </a:lnTo>
                <a:close/>
                <a:moveTo>
                  <a:pt x="295184" y="35743"/>
                </a:moveTo>
                <a:lnTo>
                  <a:pt x="280711" y="35743"/>
                </a:lnTo>
                <a:lnTo>
                  <a:pt x="280711" y="127103"/>
                </a:lnTo>
                <a:lnTo>
                  <a:pt x="295184" y="127103"/>
                </a:lnTo>
                <a:lnTo>
                  <a:pt x="295184" y="35743"/>
                </a:lnTo>
                <a:moveTo>
                  <a:pt x="295184" y="0"/>
                </a:moveTo>
                <a:lnTo>
                  <a:pt x="280538" y="0"/>
                </a:lnTo>
                <a:lnTo>
                  <a:pt x="280538" y="18307"/>
                </a:lnTo>
                <a:lnTo>
                  <a:pt x="295184" y="18307"/>
                </a:lnTo>
                <a:lnTo>
                  <a:pt x="295184" y="0"/>
                </a:lnTo>
                <a:close/>
                <a:moveTo>
                  <a:pt x="390382" y="66429"/>
                </a:moveTo>
                <a:cubicBezTo>
                  <a:pt x="389685" y="57538"/>
                  <a:pt x="387766" y="51783"/>
                  <a:pt x="384279" y="46726"/>
                </a:cubicBezTo>
                <a:cubicBezTo>
                  <a:pt x="378003" y="38183"/>
                  <a:pt x="367018" y="33128"/>
                  <a:pt x="354290" y="33128"/>
                </a:cubicBezTo>
                <a:cubicBezTo>
                  <a:pt x="329532" y="33128"/>
                  <a:pt x="313665" y="52656"/>
                  <a:pt x="313665" y="82993"/>
                </a:cubicBezTo>
                <a:cubicBezTo>
                  <a:pt x="313665" y="112457"/>
                  <a:pt x="329356" y="131115"/>
                  <a:pt x="354117" y="131115"/>
                </a:cubicBezTo>
                <a:cubicBezTo>
                  <a:pt x="375912" y="131115"/>
                  <a:pt x="389685" y="118039"/>
                  <a:pt x="391427" y="95721"/>
                </a:cubicBezTo>
                <a:lnTo>
                  <a:pt x="376781" y="95721"/>
                </a:lnTo>
                <a:cubicBezTo>
                  <a:pt x="374342" y="110366"/>
                  <a:pt x="366845" y="117691"/>
                  <a:pt x="354466" y="117691"/>
                </a:cubicBezTo>
                <a:cubicBezTo>
                  <a:pt x="338423" y="117691"/>
                  <a:pt x="328835" y="104612"/>
                  <a:pt x="328835" y="82993"/>
                </a:cubicBezTo>
                <a:cubicBezTo>
                  <a:pt x="328835" y="60153"/>
                  <a:pt x="338250" y="46553"/>
                  <a:pt x="354117" y="46553"/>
                </a:cubicBezTo>
                <a:cubicBezTo>
                  <a:pt x="366321" y="46553"/>
                  <a:pt x="373993" y="53701"/>
                  <a:pt x="375736" y="66429"/>
                </a:cubicBezTo>
                <a:lnTo>
                  <a:pt x="390382" y="66429"/>
                </a:lnTo>
                <a:close/>
                <a:moveTo>
                  <a:pt x="421591" y="35743"/>
                </a:moveTo>
                <a:lnTo>
                  <a:pt x="407119" y="35743"/>
                </a:lnTo>
                <a:lnTo>
                  <a:pt x="407119" y="127103"/>
                </a:lnTo>
                <a:lnTo>
                  <a:pt x="421591" y="127103"/>
                </a:lnTo>
                <a:lnTo>
                  <a:pt x="421591" y="35743"/>
                </a:lnTo>
                <a:moveTo>
                  <a:pt x="421591" y="0"/>
                </a:moveTo>
                <a:lnTo>
                  <a:pt x="406946" y="0"/>
                </a:lnTo>
                <a:lnTo>
                  <a:pt x="406946" y="18307"/>
                </a:lnTo>
                <a:lnTo>
                  <a:pt x="421591" y="18307"/>
                </a:lnTo>
                <a:lnTo>
                  <a:pt x="421591" y="0"/>
                </a:lnTo>
                <a:close/>
                <a:moveTo>
                  <a:pt x="481569" y="33128"/>
                </a:moveTo>
                <a:cubicBezTo>
                  <a:pt x="455765" y="33128"/>
                  <a:pt x="440422" y="51435"/>
                  <a:pt x="440422" y="82120"/>
                </a:cubicBezTo>
                <a:cubicBezTo>
                  <a:pt x="440422" y="112982"/>
                  <a:pt x="455765" y="131115"/>
                  <a:pt x="481745" y="131115"/>
                </a:cubicBezTo>
                <a:cubicBezTo>
                  <a:pt x="507548" y="131115"/>
                  <a:pt x="523067" y="112809"/>
                  <a:pt x="523067" y="82817"/>
                </a:cubicBezTo>
                <a:cubicBezTo>
                  <a:pt x="523067" y="51086"/>
                  <a:pt x="508072" y="33128"/>
                  <a:pt x="481569" y="33128"/>
                </a:cubicBezTo>
                <a:moveTo>
                  <a:pt x="481745" y="46553"/>
                </a:moveTo>
                <a:cubicBezTo>
                  <a:pt x="498133" y="46553"/>
                  <a:pt x="507897" y="59977"/>
                  <a:pt x="507897" y="82644"/>
                </a:cubicBezTo>
                <a:cubicBezTo>
                  <a:pt x="507897" y="104263"/>
                  <a:pt x="497784" y="117691"/>
                  <a:pt x="481745" y="117691"/>
                </a:cubicBezTo>
                <a:cubicBezTo>
                  <a:pt x="465529" y="117691"/>
                  <a:pt x="455590" y="104263"/>
                  <a:pt x="455590" y="82120"/>
                </a:cubicBezTo>
                <a:cubicBezTo>
                  <a:pt x="455590" y="59977"/>
                  <a:pt x="465529" y="46553"/>
                  <a:pt x="481745" y="46553"/>
                </a:cubicBezTo>
                <a:close/>
                <a:moveTo>
                  <a:pt x="617567" y="127103"/>
                </a:moveTo>
                <a:lnTo>
                  <a:pt x="617567" y="35743"/>
                </a:lnTo>
                <a:lnTo>
                  <a:pt x="603095" y="35743"/>
                </a:lnTo>
                <a:lnTo>
                  <a:pt x="603095" y="87526"/>
                </a:lnTo>
                <a:cubicBezTo>
                  <a:pt x="603095" y="106181"/>
                  <a:pt x="593331" y="118388"/>
                  <a:pt x="578163" y="118388"/>
                </a:cubicBezTo>
                <a:cubicBezTo>
                  <a:pt x="566654" y="118388"/>
                  <a:pt x="559333" y="111412"/>
                  <a:pt x="559333" y="100427"/>
                </a:cubicBezTo>
                <a:lnTo>
                  <a:pt x="559333" y="35743"/>
                </a:lnTo>
                <a:lnTo>
                  <a:pt x="544860" y="35743"/>
                </a:lnTo>
                <a:lnTo>
                  <a:pt x="544860" y="106181"/>
                </a:lnTo>
                <a:cubicBezTo>
                  <a:pt x="544860" y="121351"/>
                  <a:pt x="556193" y="131115"/>
                  <a:pt x="573979" y="131115"/>
                </a:cubicBezTo>
                <a:cubicBezTo>
                  <a:pt x="587403" y="131115"/>
                  <a:pt x="595946" y="126406"/>
                  <a:pt x="604491" y="114376"/>
                </a:cubicBezTo>
                <a:lnTo>
                  <a:pt x="604491" y="127103"/>
                </a:lnTo>
                <a:lnTo>
                  <a:pt x="617567" y="127103"/>
                </a:lnTo>
                <a:close/>
                <a:moveTo>
                  <a:pt x="706139" y="61198"/>
                </a:moveTo>
                <a:cubicBezTo>
                  <a:pt x="705966" y="43240"/>
                  <a:pt x="694108" y="33128"/>
                  <a:pt x="673011" y="33128"/>
                </a:cubicBezTo>
                <a:cubicBezTo>
                  <a:pt x="651740" y="33128"/>
                  <a:pt x="637967" y="44110"/>
                  <a:pt x="637967" y="61023"/>
                </a:cubicBezTo>
                <a:cubicBezTo>
                  <a:pt x="637967" y="75320"/>
                  <a:pt x="645289" y="82120"/>
                  <a:pt x="666910" y="87351"/>
                </a:cubicBezTo>
                <a:lnTo>
                  <a:pt x="680511" y="90663"/>
                </a:lnTo>
                <a:cubicBezTo>
                  <a:pt x="690623" y="93105"/>
                  <a:pt x="694632" y="96766"/>
                  <a:pt x="694632" y="103218"/>
                </a:cubicBezTo>
                <a:cubicBezTo>
                  <a:pt x="694632" y="111936"/>
                  <a:pt x="686090" y="117691"/>
                  <a:pt x="673362" y="117691"/>
                </a:cubicBezTo>
                <a:cubicBezTo>
                  <a:pt x="665514" y="117691"/>
                  <a:pt x="658889" y="115424"/>
                  <a:pt x="655228" y="111587"/>
                </a:cubicBezTo>
                <a:cubicBezTo>
                  <a:pt x="652962" y="108972"/>
                  <a:pt x="651916" y="106357"/>
                  <a:pt x="651043" y="99905"/>
                </a:cubicBezTo>
                <a:lnTo>
                  <a:pt x="635701" y="99905"/>
                </a:lnTo>
                <a:cubicBezTo>
                  <a:pt x="636398" y="121003"/>
                  <a:pt x="648253" y="131115"/>
                  <a:pt x="672141" y="131115"/>
                </a:cubicBezTo>
                <a:cubicBezTo>
                  <a:pt x="695156" y="131115"/>
                  <a:pt x="709802" y="119782"/>
                  <a:pt x="709802" y="102172"/>
                </a:cubicBezTo>
                <a:cubicBezTo>
                  <a:pt x="709802" y="88572"/>
                  <a:pt x="702129" y="81075"/>
                  <a:pt x="683996" y="76717"/>
                </a:cubicBezTo>
                <a:lnTo>
                  <a:pt x="670047" y="73402"/>
                </a:lnTo>
                <a:cubicBezTo>
                  <a:pt x="658192" y="70614"/>
                  <a:pt x="653135" y="66777"/>
                  <a:pt x="653135" y="60326"/>
                </a:cubicBezTo>
                <a:cubicBezTo>
                  <a:pt x="653135" y="51783"/>
                  <a:pt x="660632" y="46553"/>
                  <a:pt x="672489" y="46553"/>
                </a:cubicBezTo>
                <a:cubicBezTo>
                  <a:pt x="684171" y="46553"/>
                  <a:pt x="690447" y="51608"/>
                  <a:pt x="690796" y="61198"/>
                </a:cubicBezTo>
                <a:lnTo>
                  <a:pt x="706139" y="61198"/>
                </a:lnTo>
                <a:close/>
                <a:moveTo>
                  <a:pt x="895140" y="127103"/>
                </a:moveTo>
                <a:lnTo>
                  <a:pt x="927399" y="0"/>
                </a:lnTo>
                <a:lnTo>
                  <a:pt x="909265" y="0"/>
                </a:lnTo>
                <a:lnTo>
                  <a:pt x="885901" y="103218"/>
                </a:lnTo>
                <a:lnTo>
                  <a:pt x="856958" y="0"/>
                </a:lnTo>
                <a:lnTo>
                  <a:pt x="839521" y="0"/>
                </a:lnTo>
                <a:lnTo>
                  <a:pt x="811278" y="103218"/>
                </a:lnTo>
                <a:lnTo>
                  <a:pt x="787389" y="0"/>
                </a:lnTo>
                <a:lnTo>
                  <a:pt x="769256" y="0"/>
                </a:lnTo>
                <a:lnTo>
                  <a:pt x="801862" y="127103"/>
                </a:lnTo>
                <a:lnTo>
                  <a:pt x="819645" y="127103"/>
                </a:lnTo>
                <a:lnTo>
                  <a:pt x="848066" y="22664"/>
                </a:lnTo>
                <a:lnTo>
                  <a:pt x="877358" y="127103"/>
                </a:lnTo>
                <a:lnTo>
                  <a:pt x="895140" y="127103"/>
                </a:lnTo>
                <a:close/>
                <a:moveTo>
                  <a:pt x="1019458" y="86305"/>
                </a:moveTo>
                <a:cubicBezTo>
                  <a:pt x="1019458" y="72356"/>
                  <a:pt x="1018410" y="63987"/>
                  <a:pt x="1015795" y="57189"/>
                </a:cubicBezTo>
                <a:cubicBezTo>
                  <a:pt x="1009867" y="42192"/>
                  <a:pt x="995919" y="33128"/>
                  <a:pt x="978833" y="33128"/>
                </a:cubicBezTo>
                <a:cubicBezTo>
                  <a:pt x="953375" y="33128"/>
                  <a:pt x="936987" y="52480"/>
                  <a:pt x="936987" y="82644"/>
                </a:cubicBezTo>
                <a:cubicBezTo>
                  <a:pt x="936987" y="112809"/>
                  <a:pt x="952678" y="131115"/>
                  <a:pt x="978485" y="131115"/>
                </a:cubicBezTo>
                <a:cubicBezTo>
                  <a:pt x="999406" y="131115"/>
                  <a:pt x="1013877" y="119258"/>
                  <a:pt x="1017540" y="99381"/>
                </a:cubicBezTo>
                <a:lnTo>
                  <a:pt x="1002894" y="99381"/>
                </a:lnTo>
                <a:cubicBezTo>
                  <a:pt x="998882" y="111412"/>
                  <a:pt x="990688" y="117691"/>
                  <a:pt x="979006" y="117691"/>
                </a:cubicBezTo>
                <a:cubicBezTo>
                  <a:pt x="969766" y="117691"/>
                  <a:pt x="961921" y="113506"/>
                  <a:pt x="957039" y="105833"/>
                </a:cubicBezTo>
                <a:cubicBezTo>
                  <a:pt x="953551" y="100602"/>
                  <a:pt x="952330" y="95372"/>
                  <a:pt x="952157" y="86305"/>
                </a:cubicBezTo>
                <a:lnTo>
                  <a:pt x="1019458" y="86305"/>
                </a:lnTo>
                <a:moveTo>
                  <a:pt x="952505" y="74450"/>
                </a:moveTo>
                <a:cubicBezTo>
                  <a:pt x="953724" y="57538"/>
                  <a:pt x="964012" y="46553"/>
                  <a:pt x="978657" y="46553"/>
                </a:cubicBezTo>
                <a:cubicBezTo>
                  <a:pt x="993479" y="46553"/>
                  <a:pt x="1003764" y="58059"/>
                  <a:pt x="1003764" y="74450"/>
                </a:cubicBezTo>
                <a:lnTo>
                  <a:pt x="952505" y="74450"/>
                </a:lnTo>
                <a:close/>
                <a:moveTo>
                  <a:pt x="1038809" y="0"/>
                </a:moveTo>
                <a:lnTo>
                  <a:pt x="1038809" y="127103"/>
                </a:lnTo>
                <a:lnTo>
                  <a:pt x="1051888" y="127103"/>
                </a:lnTo>
                <a:lnTo>
                  <a:pt x="1051888" y="115424"/>
                </a:lnTo>
                <a:cubicBezTo>
                  <a:pt x="1058861" y="126058"/>
                  <a:pt x="1068103" y="131115"/>
                  <a:pt x="1080831" y="131115"/>
                </a:cubicBezTo>
                <a:cubicBezTo>
                  <a:pt x="1104892" y="131115"/>
                  <a:pt x="1120584" y="111412"/>
                  <a:pt x="1120584" y="81075"/>
                </a:cubicBezTo>
                <a:cubicBezTo>
                  <a:pt x="1120584" y="51435"/>
                  <a:pt x="1105762" y="33128"/>
                  <a:pt x="1081528" y="33128"/>
                </a:cubicBezTo>
                <a:cubicBezTo>
                  <a:pt x="1068973" y="33128"/>
                  <a:pt x="1060082" y="37834"/>
                  <a:pt x="1053282" y="48122"/>
                </a:cubicBezTo>
                <a:lnTo>
                  <a:pt x="1053282" y="0"/>
                </a:lnTo>
                <a:lnTo>
                  <a:pt x="1038809" y="0"/>
                </a:lnTo>
                <a:moveTo>
                  <a:pt x="1078737" y="46726"/>
                </a:moveTo>
                <a:cubicBezTo>
                  <a:pt x="1094953" y="46726"/>
                  <a:pt x="1105414" y="60850"/>
                  <a:pt x="1105414" y="82644"/>
                </a:cubicBezTo>
                <a:cubicBezTo>
                  <a:pt x="1105414" y="103393"/>
                  <a:pt x="1094604" y="117515"/>
                  <a:pt x="1078737" y="117515"/>
                </a:cubicBezTo>
                <a:cubicBezTo>
                  <a:pt x="1063221" y="117515"/>
                  <a:pt x="1053282" y="103566"/>
                  <a:pt x="1053282" y="82120"/>
                </a:cubicBezTo>
                <a:cubicBezTo>
                  <a:pt x="1053282" y="60674"/>
                  <a:pt x="1063221" y="46726"/>
                  <a:pt x="1078737" y="46726"/>
                </a:cubicBezTo>
                <a:close/>
                <a:moveTo>
                  <a:pt x="1202006" y="61198"/>
                </a:moveTo>
                <a:cubicBezTo>
                  <a:pt x="1201834" y="43240"/>
                  <a:pt x="1189976" y="33128"/>
                  <a:pt x="1168878" y="33128"/>
                </a:cubicBezTo>
                <a:cubicBezTo>
                  <a:pt x="1147608" y="33128"/>
                  <a:pt x="1133835" y="44110"/>
                  <a:pt x="1133835" y="61023"/>
                </a:cubicBezTo>
                <a:cubicBezTo>
                  <a:pt x="1133835" y="75320"/>
                  <a:pt x="1141157" y="82120"/>
                  <a:pt x="1162778" y="87351"/>
                </a:cubicBezTo>
                <a:lnTo>
                  <a:pt x="1176378" y="90663"/>
                </a:lnTo>
                <a:cubicBezTo>
                  <a:pt x="1186491" y="93105"/>
                  <a:pt x="1190500" y="96766"/>
                  <a:pt x="1190500" y="103218"/>
                </a:cubicBezTo>
                <a:cubicBezTo>
                  <a:pt x="1190500" y="111936"/>
                  <a:pt x="1181957" y="117691"/>
                  <a:pt x="1169230" y="117691"/>
                </a:cubicBezTo>
                <a:cubicBezTo>
                  <a:pt x="1161381" y="117691"/>
                  <a:pt x="1154757" y="115424"/>
                  <a:pt x="1151096" y="111587"/>
                </a:cubicBezTo>
                <a:cubicBezTo>
                  <a:pt x="1148829" y="108972"/>
                  <a:pt x="1147784" y="106357"/>
                  <a:pt x="1146911" y="99905"/>
                </a:cubicBezTo>
                <a:lnTo>
                  <a:pt x="1131568" y="99905"/>
                </a:lnTo>
                <a:cubicBezTo>
                  <a:pt x="1132265" y="121003"/>
                  <a:pt x="1144120" y="131115"/>
                  <a:pt x="1168009" y="131115"/>
                </a:cubicBezTo>
                <a:cubicBezTo>
                  <a:pt x="1191024" y="131115"/>
                  <a:pt x="1205670" y="119782"/>
                  <a:pt x="1205670" y="102172"/>
                </a:cubicBezTo>
                <a:cubicBezTo>
                  <a:pt x="1205670" y="88572"/>
                  <a:pt x="1197997" y="81075"/>
                  <a:pt x="1179863" y="76717"/>
                </a:cubicBezTo>
                <a:lnTo>
                  <a:pt x="1165915" y="73402"/>
                </a:lnTo>
                <a:cubicBezTo>
                  <a:pt x="1154060" y="70614"/>
                  <a:pt x="1149002" y="66777"/>
                  <a:pt x="1149002" y="60326"/>
                </a:cubicBezTo>
                <a:cubicBezTo>
                  <a:pt x="1149002" y="51783"/>
                  <a:pt x="1156499" y="46553"/>
                  <a:pt x="1168357" y="46553"/>
                </a:cubicBezTo>
                <a:cubicBezTo>
                  <a:pt x="1180039" y="46553"/>
                  <a:pt x="1186315" y="51608"/>
                  <a:pt x="1186664" y="61198"/>
                </a:cubicBezTo>
                <a:lnTo>
                  <a:pt x="1202006" y="61198"/>
                </a:lnTo>
                <a:close/>
                <a:moveTo>
                  <a:pt x="1238971" y="35743"/>
                </a:moveTo>
                <a:lnTo>
                  <a:pt x="1224498" y="35743"/>
                </a:lnTo>
                <a:lnTo>
                  <a:pt x="1224498" y="127103"/>
                </a:lnTo>
                <a:lnTo>
                  <a:pt x="1238971" y="127103"/>
                </a:lnTo>
                <a:lnTo>
                  <a:pt x="1238971" y="35743"/>
                </a:lnTo>
                <a:moveTo>
                  <a:pt x="1238971" y="0"/>
                </a:moveTo>
                <a:lnTo>
                  <a:pt x="1224325" y="0"/>
                </a:lnTo>
                <a:lnTo>
                  <a:pt x="1224325" y="18307"/>
                </a:lnTo>
                <a:lnTo>
                  <a:pt x="1238971" y="18307"/>
                </a:lnTo>
                <a:lnTo>
                  <a:pt x="1238971" y="0"/>
                </a:lnTo>
                <a:close/>
                <a:moveTo>
                  <a:pt x="1295811" y="35743"/>
                </a:moveTo>
                <a:lnTo>
                  <a:pt x="1280817" y="35743"/>
                </a:lnTo>
                <a:lnTo>
                  <a:pt x="1280817" y="10634"/>
                </a:lnTo>
                <a:lnTo>
                  <a:pt x="1266344" y="10634"/>
                </a:lnTo>
                <a:lnTo>
                  <a:pt x="1266344" y="35743"/>
                </a:lnTo>
                <a:lnTo>
                  <a:pt x="1253965" y="35743"/>
                </a:lnTo>
                <a:lnTo>
                  <a:pt x="1253965" y="47598"/>
                </a:lnTo>
                <a:lnTo>
                  <a:pt x="1266344" y="47598"/>
                </a:lnTo>
                <a:lnTo>
                  <a:pt x="1266344" y="116642"/>
                </a:lnTo>
                <a:cubicBezTo>
                  <a:pt x="1266344" y="126058"/>
                  <a:pt x="1272620" y="131115"/>
                  <a:pt x="1283954" y="131115"/>
                </a:cubicBezTo>
                <a:cubicBezTo>
                  <a:pt x="1287790" y="131115"/>
                  <a:pt x="1290929" y="130767"/>
                  <a:pt x="1295811" y="129894"/>
                </a:cubicBezTo>
                <a:lnTo>
                  <a:pt x="1295811" y="117691"/>
                </a:lnTo>
                <a:cubicBezTo>
                  <a:pt x="1293718" y="118212"/>
                  <a:pt x="1291799" y="118388"/>
                  <a:pt x="1288836" y="118388"/>
                </a:cubicBezTo>
                <a:cubicBezTo>
                  <a:pt x="1282560" y="118388"/>
                  <a:pt x="1280817" y="116642"/>
                  <a:pt x="1280817" y="110191"/>
                </a:cubicBezTo>
                <a:lnTo>
                  <a:pt x="1280817" y="47598"/>
                </a:lnTo>
                <a:lnTo>
                  <a:pt x="1295811" y="47598"/>
                </a:lnTo>
                <a:lnTo>
                  <a:pt x="1295811" y="35743"/>
                </a:lnTo>
                <a:close/>
                <a:moveTo>
                  <a:pt x="1392230" y="86305"/>
                </a:moveTo>
                <a:cubicBezTo>
                  <a:pt x="1392230" y="72356"/>
                  <a:pt x="1391182" y="63987"/>
                  <a:pt x="1388567" y="57189"/>
                </a:cubicBezTo>
                <a:cubicBezTo>
                  <a:pt x="1382639" y="42192"/>
                  <a:pt x="1368691" y="33128"/>
                  <a:pt x="1351605" y="33128"/>
                </a:cubicBezTo>
                <a:cubicBezTo>
                  <a:pt x="1326147" y="33128"/>
                  <a:pt x="1309759" y="52480"/>
                  <a:pt x="1309759" y="82644"/>
                </a:cubicBezTo>
                <a:cubicBezTo>
                  <a:pt x="1309759" y="112809"/>
                  <a:pt x="1325450" y="131115"/>
                  <a:pt x="1351257" y="131115"/>
                </a:cubicBezTo>
                <a:cubicBezTo>
                  <a:pt x="1372178" y="131115"/>
                  <a:pt x="1386649" y="119258"/>
                  <a:pt x="1390312" y="99381"/>
                </a:cubicBezTo>
                <a:lnTo>
                  <a:pt x="1375666" y="99381"/>
                </a:lnTo>
                <a:cubicBezTo>
                  <a:pt x="1371654" y="111412"/>
                  <a:pt x="1363460" y="117691"/>
                  <a:pt x="1351778" y="117691"/>
                </a:cubicBezTo>
                <a:cubicBezTo>
                  <a:pt x="1342538" y="117691"/>
                  <a:pt x="1334693" y="113506"/>
                  <a:pt x="1329811" y="105833"/>
                </a:cubicBezTo>
                <a:cubicBezTo>
                  <a:pt x="1326323" y="100602"/>
                  <a:pt x="1325102" y="95372"/>
                  <a:pt x="1324929" y="86305"/>
                </a:cubicBezTo>
                <a:lnTo>
                  <a:pt x="1392230" y="86305"/>
                </a:lnTo>
                <a:moveTo>
                  <a:pt x="1325277" y="74450"/>
                </a:moveTo>
                <a:cubicBezTo>
                  <a:pt x="1326496" y="57538"/>
                  <a:pt x="1336784" y="46553"/>
                  <a:pt x="1351430" y="46553"/>
                </a:cubicBezTo>
                <a:cubicBezTo>
                  <a:pt x="1366251" y="46553"/>
                  <a:pt x="1376536" y="58059"/>
                  <a:pt x="1376536" y="74450"/>
                </a:cubicBezTo>
                <a:lnTo>
                  <a:pt x="1325277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3E6AA-26E3-4148-81E4-86D1C1B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330" y="889596"/>
            <a:ext cx="1413132" cy="10"/>
          </a:xfrm>
          <a:custGeom xmlns:a="http://schemas.openxmlformats.org/drawingml/2006/main">
            <a:pathLst>
              <a:path w="1413132" h="1" fill="none">
                <a:moveTo>
                  <a:pt x="0" y="0"/>
                </a:moveTo>
                <a:lnTo>
                  <a:pt x="14131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374BD-D1FC-4E73-832A-1826AB5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069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45743-DA1D-40AA-B979-EAC05B8C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367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6A757-9AC3-46F9-A499-E531FDF5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602" y="356909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5BCF2-297F-4EBB-8B35-FCBC235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7" y="73086"/>
                  <a:pt x="481587" y="64217"/>
                </a:cubicBezTo>
                <a:cubicBezTo>
                  <a:pt x="481587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1EA55-CB9A-4E2F-8440-67904D4B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07A2B-4F79-4421-9619-C7EB5B74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2DB5F-61F4-4137-B969-9BEAA4E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F1C2E-1505-4A63-8EF6-538216E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625FB-E62E-4F1E-9DFD-BB4CD3E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7BEC8-A92C-40D8-A140-FCD08783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E4E6C-A877-4259-9EC5-193761E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69BC0-77A2-4998-A6C9-D1FEA714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EC0F5-D364-4D5F-8890-371C9F5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E1D4F-129F-497B-A5F2-4AD2B746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8A6DF-7C74-46D1-9299-D76C069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075A7-0721-4A36-86E0-73ED1C6C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4A6B1-34F6-4E0F-B360-B1656B10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70866-66DA-4092-AA04-20114A9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F0DA7-9A68-4028-A544-88A7BEC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330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808BD-31BA-42B0-839D-74DE64F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A34DE-FA90-44E1-868C-CE90D8D3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556F27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29519-D5F5-4C96-8BA7-05BBB59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069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E33A7-31C0-403D-B877-97D10FE7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367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95AF3-B850-4527-97EE-7D08BE44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602" y="356909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5453B-4A5D-4CC8-96FC-0D331F22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7" y="73086"/>
                  <a:pt x="481587" y="64217"/>
                </a:cubicBezTo>
                <a:cubicBezTo>
                  <a:pt x="481587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B8A91-7EC7-4135-8773-3278BBE4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A79B0-DBB7-4000-86EB-815200E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6128E-BB91-4483-BCC4-8E080E5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84675-892B-4706-A135-1DD5D279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31926-E652-49DF-B305-7409F4F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AC79A-50A1-4DBA-9C83-7D84588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961D6-6F21-4FA6-AA35-D367684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47480-3F20-4E58-B9AD-9AD6264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91ABF-6687-4DA8-BA45-372A5481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41438-EE3D-4438-B4D9-D31923A2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A0F3B-CD1D-4B69-A21E-3AC36D1C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9D352-DBEE-4DDE-9973-F03F84C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D4A7A-1D0E-4EF6-BDA5-F5E3AD7A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A5F58-E2AF-4D5C-86A9-41E1DA5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9FC7A-1FEC-4D28-B3DB-EBAFAD57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330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FDED2-A655-4235-B66A-4290ABCA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2BFF2-FF7F-4DA4-AA55-12FFE892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556F27"/>
            </a:solidFill>
            <a:miter/>
          </a:ln>
        </p:spPr>
      </p:sp>
      <p:sp>
        <p:nvSpPr>
          <p:cNvPr id="205" name="Text TargetWebsite">
            <a:extLst xmlns:a="http://schemas.openxmlformats.org/drawingml/2006/main">
              <a:ext uri="{FF2B5EF4-FFF2-40B4-BE49-F238E27FC236}">
                <a16:creationId xmlns:a16="http://schemas.microsoft.com/office/drawing/2014/main" id="{ECE3C226-6C9A-476F-B869-116D06CB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234" y="744707"/>
            <a:ext cx="1176552" cy="165113"/>
          </a:xfrm>
          <a:custGeom xmlns:a="http://schemas.openxmlformats.org/drawingml/2006/main">
            <a:pathLst>
              <a:path w="1176552" h="165113">
                <a:moveTo>
                  <a:pt x="58059" y="14297"/>
                </a:moveTo>
                <a:lnTo>
                  <a:pt x="99730" y="14297"/>
                </a:lnTo>
                <a:lnTo>
                  <a:pt x="99730" y="0"/>
                </a:lnTo>
                <a:lnTo>
                  <a:pt x="0" y="0"/>
                </a:lnTo>
                <a:lnTo>
                  <a:pt x="0" y="14297"/>
                </a:lnTo>
                <a:lnTo>
                  <a:pt x="41844" y="14297"/>
                </a:lnTo>
                <a:lnTo>
                  <a:pt x="41844" y="127103"/>
                </a:lnTo>
                <a:lnTo>
                  <a:pt x="58059" y="127103"/>
                </a:lnTo>
                <a:lnTo>
                  <a:pt x="58059" y="14297"/>
                </a:lnTo>
                <a:close/>
                <a:moveTo>
                  <a:pt x="197718" y="118561"/>
                </a:moveTo>
                <a:cubicBezTo>
                  <a:pt x="196151" y="118909"/>
                  <a:pt x="195451" y="118909"/>
                  <a:pt x="194581" y="118909"/>
                </a:cubicBezTo>
                <a:cubicBezTo>
                  <a:pt x="189524" y="118909"/>
                  <a:pt x="186736" y="116294"/>
                  <a:pt x="186736" y="111760"/>
                </a:cubicBezTo>
                <a:lnTo>
                  <a:pt x="186736" y="58059"/>
                </a:lnTo>
                <a:cubicBezTo>
                  <a:pt x="186736" y="41844"/>
                  <a:pt x="174878" y="33128"/>
                  <a:pt x="152387" y="33128"/>
                </a:cubicBezTo>
                <a:cubicBezTo>
                  <a:pt x="138962" y="33128"/>
                  <a:pt x="128325" y="36962"/>
                  <a:pt x="122049" y="43762"/>
                </a:cubicBezTo>
                <a:cubicBezTo>
                  <a:pt x="117865" y="48471"/>
                  <a:pt x="116119" y="53701"/>
                  <a:pt x="115771" y="62768"/>
                </a:cubicBezTo>
                <a:lnTo>
                  <a:pt x="130417" y="62768"/>
                </a:lnTo>
                <a:cubicBezTo>
                  <a:pt x="131638" y="51608"/>
                  <a:pt x="138265" y="46553"/>
                  <a:pt x="151862" y="46553"/>
                </a:cubicBezTo>
                <a:cubicBezTo>
                  <a:pt x="165114" y="46553"/>
                  <a:pt x="172263" y="51435"/>
                  <a:pt x="172263" y="60153"/>
                </a:cubicBezTo>
                <a:lnTo>
                  <a:pt x="172263" y="63987"/>
                </a:lnTo>
                <a:cubicBezTo>
                  <a:pt x="172090" y="70265"/>
                  <a:pt x="168951" y="72532"/>
                  <a:pt x="157093" y="74102"/>
                </a:cubicBezTo>
                <a:cubicBezTo>
                  <a:pt x="136520" y="76717"/>
                  <a:pt x="133380" y="77414"/>
                  <a:pt x="127801" y="79681"/>
                </a:cubicBezTo>
                <a:cubicBezTo>
                  <a:pt x="117167" y="84214"/>
                  <a:pt x="111761" y="92233"/>
                  <a:pt x="111761" y="104090"/>
                </a:cubicBezTo>
                <a:cubicBezTo>
                  <a:pt x="111761" y="120654"/>
                  <a:pt x="123268" y="131115"/>
                  <a:pt x="141750" y="131115"/>
                </a:cubicBezTo>
                <a:cubicBezTo>
                  <a:pt x="153259" y="131115"/>
                  <a:pt x="162499" y="127103"/>
                  <a:pt x="172787" y="117691"/>
                </a:cubicBezTo>
                <a:cubicBezTo>
                  <a:pt x="173833" y="127103"/>
                  <a:pt x="178366" y="131115"/>
                  <a:pt x="187781" y="131115"/>
                </a:cubicBezTo>
                <a:cubicBezTo>
                  <a:pt x="190918" y="131115"/>
                  <a:pt x="192836" y="130767"/>
                  <a:pt x="197718" y="129546"/>
                </a:cubicBezTo>
                <a:lnTo>
                  <a:pt x="197718" y="118561"/>
                </a:lnTo>
                <a:moveTo>
                  <a:pt x="172263" y="98336"/>
                </a:moveTo>
                <a:cubicBezTo>
                  <a:pt x="172263" y="103218"/>
                  <a:pt x="170869" y="106181"/>
                  <a:pt x="166508" y="110191"/>
                </a:cubicBezTo>
                <a:cubicBezTo>
                  <a:pt x="160581" y="115597"/>
                  <a:pt x="153432" y="118388"/>
                  <a:pt x="144889" y="118388"/>
                </a:cubicBezTo>
                <a:cubicBezTo>
                  <a:pt x="133556" y="118388"/>
                  <a:pt x="126931" y="112982"/>
                  <a:pt x="126931" y="103742"/>
                </a:cubicBezTo>
                <a:cubicBezTo>
                  <a:pt x="126931" y="94151"/>
                  <a:pt x="133207" y="89269"/>
                  <a:pt x="148899" y="87002"/>
                </a:cubicBezTo>
                <a:cubicBezTo>
                  <a:pt x="164417" y="84911"/>
                  <a:pt x="167381" y="84214"/>
                  <a:pt x="172263" y="81947"/>
                </a:cubicBezTo>
                <a:lnTo>
                  <a:pt x="172263" y="98336"/>
                </a:lnTo>
                <a:close/>
                <a:moveTo>
                  <a:pt x="212712" y="35743"/>
                </a:moveTo>
                <a:lnTo>
                  <a:pt x="212712" y="127103"/>
                </a:lnTo>
                <a:lnTo>
                  <a:pt x="227360" y="127103"/>
                </a:lnTo>
                <a:lnTo>
                  <a:pt x="227360" y="79681"/>
                </a:lnTo>
                <a:cubicBezTo>
                  <a:pt x="227533" y="57711"/>
                  <a:pt x="236600" y="47947"/>
                  <a:pt x="256652" y="48471"/>
                </a:cubicBezTo>
                <a:lnTo>
                  <a:pt x="256652" y="33649"/>
                </a:lnTo>
                <a:cubicBezTo>
                  <a:pt x="254210" y="33301"/>
                  <a:pt x="252816" y="33128"/>
                  <a:pt x="251070" y="33128"/>
                </a:cubicBezTo>
                <a:cubicBezTo>
                  <a:pt x="241655" y="33128"/>
                  <a:pt x="234509" y="38707"/>
                  <a:pt x="226139" y="52305"/>
                </a:cubicBezTo>
                <a:lnTo>
                  <a:pt x="226139" y="35743"/>
                </a:lnTo>
                <a:lnTo>
                  <a:pt x="212712" y="35743"/>
                </a:lnTo>
                <a:close/>
                <a:moveTo>
                  <a:pt x="328310" y="35743"/>
                </a:moveTo>
                <a:lnTo>
                  <a:pt x="328310" y="48992"/>
                </a:lnTo>
                <a:cubicBezTo>
                  <a:pt x="320989" y="38010"/>
                  <a:pt x="312968" y="33128"/>
                  <a:pt x="301461" y="33128"/>
                </a:cubicBezTo>
                <a:cubicBezTo>
                  <a:pt x="279315" y="33128"/>
                  <a:pt x="263973" y="53701"/>
                  <a:pt x="263973" y="82993"/>
                </a:cubicBezTo>
                <a:cubicBezTo>
                  <a:pt x="263973" y="98336"/>
                  <a:pt x="267636" y="109494"/>
                  <a:pt x="275482" y="118736"/>
                </a:cubicBezTo>
                <a:cubicBezTo>
                  <a:pt x="282282" y="126755"/>
                  <a:pt x="290998" y="131115"/>
                  <a:pt x="300413" y="131115"/>
                </a:cubicBezTo>
                <a:cubicBezTo>
                  <a:pt x="311398" y="131115"/>
                  <a:pt x="319244" y="126233"/>
                  <a:pt x="326916" y="114724"/>
                </a:cubicBezTo>
                <a:lnTo>
                  <a:pt x="326916" y="119433"/>
                </a:lnTo>
                <a:cubicBezTo>
                  <a:pt x="326916" y="143843"/>
                  <a:pt x="320116" y="152910"/>
                  <a:pt x="301983" y="152910"/>
                </a:cubicBezTo>
                <a:cubicBezTo>
                  <a:pt x="289603" y="152910"/>
                  <a:pt x="283152" y="148028"/>
                  <a:pt x="281758" y="137567"/>
                </a:cubicBezTo>
                <a:lnTo>
                  <a:pt x="266936" y="137567"/>
                </a:lnTo>
                <a:cubicBezTo>
                  <a:pt x="268333" y="154479"/>
                  <a:pt x="281758" y="165113"/>
                  <a:pt x="301634" y="165113"/>
                </a:cubicBezTo>
                <a:cubicBezTo>
                  <a:pt x="315059" y="165113"/>
                  <a:pt x="326219" y="160755"/>
                  <a:pt x="332147" y="153431"/>
                </a:cubicBezTo>
                <a:cubicBezTo>
                  <a:pt x="339120" y="144888"/>
                  <a:pt x="341735" y="133555"/>
                  <a:pt x="341735" y="112109"/>
                </a:cubicBezTo>
                <a:lnTo>
                  <a:pt x="341735" y="35743"/>
                </a:lnTo>
                <a:lnTo>
                  <a:pt x="328310" y="35743"/>
                </a:lnTo>
                <a:moveTo>
                  <a:pt x="302855" y="46553"/>
                </a:moveTo>
                <a:cubicBezTo>
                  <a:pt x="318198" y="46553"/>
                  <a:pt x="326916" y="59453"/>
                  <a:pt x="326916" y="82644"/>
                </a:cubicBezTo>
                <a:cubicBezTo>
                  <a:pt x="326916" y="104787"/>
                  <a:pt x="318022" y="117691"/>
                  <a:pt x="302855" y="117691"/>
                </a:cubicBezTo>
                <a:cubicBezTo>
                  <a:pt x="287861" y="117691"/>
                  <a:pt x="279143" y="104612"/>
                  <a:pt x="279143" y="82120"/>
                </a:cubicBezTo>
                <a:cubicBezTo>
                  <a:pt x="279143" y="59804"/>
                  <a:pt x="287861" y="46553"/>
                  <a:pt x="302855" y="46553"/>
                </a:cubicBezTo>
                <a:close/>
                <a:moveTo>
                  <a:pt x="446351" y="86305"/>
                </a:moveTo>
                <a:cubicBezTo>
                  <a:pt x="446351" y="72356"/>
                  <a:pt x="445303" y="63987"/>
                  <a:pt x="442688" y="57189"/>
                </a:cubicBezTo>
                <a:cubicBezTo>
                  <a:pt x="436760" y="42192"/>
                  <a:pt x="422811" y="33128"/>
                  <a:pt x="405726" y="33128"/>
                </a:cubicBezTo>
                <a:cubicBezTo>
                  <a:pt x="380268" y="33128"/>
                  <a:pt x="363880" y="52480"/>
                  <a:pt x="363880" y="82644"/>
                </a:cubicBezTo>
                <a:cubicBezTo>
                  <a:pt x="363880" y="112809"/>
                  <a:pt x="379571" y="131115"/>
                  <a:pt x="405377" y="131115"/>
                </a:cubicBezTo>
                <a:cubicBezTo>
                  <a:pt x="426299" y="131115"/>
                  <a:pt x="440769" y="119258"/>
                  <a:pt x="444433" y="99381"/>
                </a:cubicBezTo>
                <a:lnTo>
                  <a:pt x="429787" y="99381"/>
                </a:lnTo>
                <a:cubicBezTo>
                  <a:pt x="425775" y="111412"/>
                  <a:pt x="417581" y="117691"/>
                  <a:pt x="405899" y="117691"/>
                </a:cubicBezTo>
                <a:cubicBezTo>
                  <a:pt x="396659" y="117691"/>
                  <a:pt x="388813" y="113506"/>
                  <a:pt x="383931" y="105833"/>
                </a:cubicBezTo>
                <a:cubicBezTo>
                  <a:pt x="380444" y="100602"/>
                  <a:pt x="379222" y="95372"/>
                  <a:pt x="379050" y="86305"/>
                </a:cubicBezTo>
                <a:lnTo>
                  <a:pt x="446351" y="86305"/>
                </a:lnTo>
                <a:moveTo>
                  <a:pt x="379398" y="74450"/>
                </a:moveTo>
                <a:cubicBezTo>
                  <a:pt x="380617" y="57538"/>
                  <a:pt x="390905" y="46553"/>
                  <a:pt x="405550" y="46553"/>
                </a:cubicBezTo>
                <a:cubicBezTo>
                  <a:pt x="420372" y="46553"/>
                  <a:pt x="430657" y="58059"/>
                  <a:pt x="430657" y="74450"/>
                </a:cubicBezTo>
                <a:lnTo>
                  <a:pt x="379398" y="74450"/>
                </a:lnTo>
                <a:close/>
                <a:moveTo>
                  <a:pt x="497437" y="35743"/>
                </a:moveTo>
                <a:lnTo>
                  <a:pt x="482442" y="35743"/>
                </a:lnTo>
                <a:lnTo>
                  <a:pt x="482442" y="10634"/>
                </a:lnTo>
                <a:lnTo>
                  <a:pt x="467969" y="10634"/>
                </a:lnTo>
                <a:lnTo>
                  <a:pt x="467969" y="35743"/>
                </a:lnTo>
                <a:lnTo>
                  <a:pt x="455590" y="35743"/>
                </a:lnTo>
                <a:lnTo>
                  <a:pt x="455590" y="47598"/>
                </a:lnTo>
                <a:lnTo>
                  <a:pt x="467969" y="47598"/>
                </a:lnTo>
                <a:lnTo>
                  <a:pt x="467969" y="116642"/>
                </a:lnTo>
                <a:cubicBezTo>
                  <a:pt x="467969" y="126058"/>
                  <a:pt x="474245" y="131115"/>
                  <a:pt x="485579" y="131115"/>
                </a:cubicBezTo>
                <a:cubicBezTo>
                  <a:pt x="489415" y="131115"/>
                  <a:pt x="492555" y="130767"/>
                  <a:pt x="497437" y="129894"/>
                </a:cubicBezTo>
                <a:lnTo>
                  <a:pt x="497437" y="117691"/>
                </a:lnTo>
                <a:cubicBezTo>
                  <a:pt x="495343" y="118212"/>
                  <a:pt x="493425" y="118388"/>
                  <a:pt x="490461" y="118388"/>
                </a:cubicBezTo>
                <a:cubicBezTo>
                  <a:pt x="484185" y="118388"/>
                  <a:pt x="482442" y="116642"/>
                  <a:pt x="482442" y="110191"/>
                </a:cubicBezTo>
                <a:lnTo>
                  <a:pt x="482442" y="47598"/>
                </a:lnTo>
                <a:lnTo>
                  <a:pt x="497437" y="47598"/>
                </a:lnTo>
                <a:lnTo>
                  <a:pt x="497437" y="35743"/>
                </a:lnTo>
                <a:close/>
                <a:moveTo>
                  <a:pt x="682252" y="127103"/>
                </a:moveTo>
                <a:lnTo>
                  <a:pt x="714510" y="0"/>
                </a:lnTo>
                <a:lnTo>
                  <a:pt x="696376" y="0"/>
                </a:lnTo>
                <a:lnTo>
                  <a:pt x="673012" y="103218"/>
                </a:lnTo>
                <a:lnTo>
                  <a:pt x="644069" y="0"/>
                </a:lnTo>
                <a:lnTo>
                  <a:pt x="626633" y="0"/>
                </a:lnTo>
                <a:lnTo>
                  <a:pt x="598389" y="103218"/>
                </a:lnTo>
                <a:lnTo>
                  <a:pt x="574501" y="0"/>
                </a:lnTo>
                <a:lnTo>
                  <a:pt x="556367" y="0"/>
                </a:lnTo>
                <a:lnTo>
                  <a:pt x="588974" y="127103"/>
                </a:lnTo>
                <a:lnTo>
                  <a:pt x="606756" y="127103"/>
                </a:lnTo>
                <a:lnTo>
                  <a:pt x="635178" y="22664"/>
                </a:lnTo>
                <a:lnTo>
                  <a:pt x="664470" y="127103"/>
                </a:lnTo>
                <a:lnTo>
                  <a:pt x="682252" y="127103"/>
                </a:lnTo>
                <a:close/>
                <a:moveTo>
                  <a:pt x="806570" y="86305"/>
                </a:moveTo>
                <a:cubicBezTo>
                  <a:pt x="806570" y="72356"/>
                  <a:pt x="805521" y="63987"/>
                  <a:pt x="802906" y="57189"/>
                </a:cubicBezTo>
                <a:cubicBezTo>
                  <a:pt x="796979" y="42192"/>
                  <a:pt x="783030" y="33128"/>
                  <a:pt x="765944" y="33128"/>
                </a:cubicBezTo>
                <a:cubicBezTo>
                  <a:pt x="740486" y="33128"/>
                  <a:pt x="724098" y="52480"/>
                  <a:pt x="724098" y="82644"/>
                </a:cubicBezTo>
                <a:cubicBezTo>
                  <a:pt x="724098" y="112809"/>
                  <a:pt x="739789" y="131115"/>
                  <a:pt x="765596" y="131115"/>
                </a:cubicBezTo>
                <a:cubicBezTo>
                  <a:pt x="786518" y="131115"/>
                  <a:pt x="800988" y="119258"/>
                  <a:pt x="804651" y="99381"/>
                </a:cubicBezTo>
                <a:lnTo>
                  <a:pt x="790006" y="99381"/>
                </a:lnTo>
                <a:cubicBezTo>
                  <a:pt x="785994" y="111412"/>
                  <a:pt x="777799" y="117691"/>
                  <a:pt x="766117" y="117691"/>
                </a:cubicBezTo>
                <a:cubicBezTo>
                  <a:pt x="756878" y="117691"/>
                  <a:pt x="749032" y="113506"/>
                  <a:pt x="744150" y="105833"/>
                </a:cubicBezTo>
                <a:cubicBezTo>
                  <a:pt x="740662" y="100602"/>
                  <a:pt x="739441" y="95372"/>
                  <a:pt x="739268" y="86305"/>
                </a:cubicBezTo>
                <a:lnTo>
                  <a:pt x="806570" y="86305"/>
                </a:lnTo>
                <a:moveTo>
                  <a:pt x="739617" y="74450"/>
                </a:moveTo>
                <a:cubicBezTo>
                  <a:pt x="740835" y="57538"/>
                  <a:pt x="751123" y="46553"/>
                  <a:pt x="765769" y="46553"/>
                </a:cubicBezTo>
                <a:cubicBezTo>
                  <a:pt x="780590" y="46553"/>
                  <a:pt x="790875" y="58059"/>
                  <a:pt x="790875" y="74450"/>
                </a:cubicBezTo>
                <a:lnTo>
                  <a:pt x="739617" y="74450"/>
                </a:lnTo>
                <a:close/>
                <a:moveTo>
                  <a:pt x="823479" y="0"/>
                </a:moveTo>
                <a:lnTo>
                  <a:pt x="823479" y="127103"/>
                </a:lnTo>
                <a:lnTo>
                  <a:pt x="836558" y="127103"/>
                </a:lnTo>
                <a:lnTo>
                  <a:pt x="836558" y="115424"/>
                </a:lnTo>
                <a:cubicBezTo>
                  <a:pt x="843531" y="126058"/>
                  <a:pt x="852774" y="131115"/>
                  <a:pt x="865501" y="131115"/>
                </a:cubicBezTo>
                <a:cubicBezTo>
                  <a:pt x="889562" y="131115"/>
                  <a:pt x="905254" y="111412"/>
                  <a:pt x="905254" y="81075"/>
                </a:cubicBezTo>
                <a:cubicBezTo>
                  <a:pt x="905254" y="51435"/>
                  <a:pt x="890432" y="33128"/>
                  <a:pt x="866198" y="33128"/>
                </a:cubicBezTo>
                <a:cubicBezTo>
                  <a:pt x="853643" y="33128"/>
                  <a:pt x="844752" y="37834"/>
                  <a:pt x="837952" y="48122"/>
                </a:cubicBezTo>
                <a:lnTo>
                  <a:pt x="837952" y="0"/>
                </a:lnTo>
                <a:lnTo>
                  <a:pt x="823479" y="0"/>
                </a:lnTo>
                <a:moveTo>
                  <a:pt x="863407" y="46726"/>
                </a:moveTo>
                <a:cubicBezTo>
                  <a:pt x="879623" y="46726"/>
                  <a:pt x="890084" y="60850"/>
                  <a:pt x="890084" y="82644"/>
                </a:cubicBezTo>
                <a:cubicBezTo>
                  <a:pt x="890084" y="103393"/>
                  <a:pt x="879274" y="117515"/>
                  <a:pt x="863407" y="117515"/>
                </a:cubicBezTo>
                <a:cubicBezTo>
                  <a:pt x="847892" y="117515"/>
                  <a:pt x="837952" y="103566"/>
                  <a:pt x="837952" y="82120"/>
                </a:cubicBezTo>
                <a:cubicBezTo>
                  <a:pt x="837952" y="60674"/>
                  <a:pt x="847892" y="46726"/>
                  <a:pt x="863407" y="46726"/>
                </a:cubicBezTo>
                <a:close/>
                <a:moveTo>
                  <a:pt x="989118" y="61198"/>
                </a:moveTo>
                <a:cubicBezTo>
                  <a:pt x="988945" y="43240"/>
                  <a:pt x="977087" y="33128"/>
                  <a:pt x="955990" y="33128"/>
                </a:cubicBezTo>
                <a:cubicBezTo>
                  <a:pt x="934720" y="33128"/>
                  <a:pt x="920947" y="44110"/>
                  <a:pt x="920947" y="61023"/>
                </a:cubicBezTo>
                <a:cubicBezTo>
                  <a:pt x="920947" y="75320"/>
                  <a:pt x="928268" y="82120"/>
                  <a:pt x="949890" y="87351"/>
                </a:cubicBezTo>
                <a:lnTo>
                  <a:pt x="963490" y="90663"/>
                </a:lnTo>
                <a:cubicBezTo>
                  <a:pt x="973602" y="93105"/>
                  <a:pt x="977612" y="96766"/>
                  <a:pt x="977612" y="103218"/>
                </a:cubicBezTo>
                <a:cubicBezTo>
                  <a:pt x="977612" y="111936"/>
                  <a:pt x="969069" y="117691"/>
                  <a:pt x="956341" y="117691"/>
                </a:cubicBezTo>
                <a:cubicBezTo>
                  <a:pt x="948493" y="117691"/>
                  <a:pt x="941868" y="115424"/>
                  <a:pt x="938208" y="111587"/>
                </a:cubicBezTo>
                <a:cubicBezTo>
                  <a:pt x="935941" y="108972"/>
                  <a:pt x="934895" y="106357"/>
                  <a:pt x="934023" y="99905"/>
                </a:cubicBezTo>
                <a:lnTo>
                  <a:pt x="918680" y="99905"/>
                </a:lnTo>
                <a:cubicBezTo>
                  <a:pt x="919377" y="121003"/>
                  <a:pt x="931232" y="131115"/>
                  <a:pt x="955120" y="131115"/>
                </a:cubicBezTo>
                <a:cubicBezTo>
                  <a:pt x="978136" y="131115"/>
                  <a:pt x="992781" y="119782"/>
                  <a:pt x="992781" y="102172"/>
                </a:cubicBezTo>
                <a:cubicBezTo>
                  <a:pt x="992781" y="88572"/>
                  <a:pt x="985109" y="81075"/>
                  <a:pt x="966975" y="76717"/>
                </a:cubicBezTo>
                <a:lnTo>
                  <a:pt x="953026" y="73402"/>
                </a:lnTo>
                <a:cubicBezTo>
                  <a:pt x="941171" y="70614"/>
                  <a:pt x="936114" y="66777"/>
                  <a:pt x="936114" y="60326"/>
                </a:cubicBezTo>
                <a:cubicBezTo>
                  <a:pt x="936114" y="51783"/>
                  <a:pt x="943611" y="46553"/>
                  <a:pt x="955469" y="46553"/>
                </a:cubicBezTo>
                <a:cubicBezTo>
                  <a:pt x="967151" y="46553"/>
                  <a:pt x="973427" y="51608"/>
                  <a:pt x="973775" y="61198"/>
                </a:cubicBezTo>
                <a:lnTo>
                  <a:pt x="989118" y="61198"/>
                </a:lnTo>
                <a:close/>
                <a:moveTo>
                  <a:pt x="1026082" y="35743"/>
                </a:moveTo>
                <a:lnTo>
                  <a:pt x="1011609" y="35743"/>
                </a:lnTo>
                <a:lnTo>
                  <a:pt x="1011609" y="127103"/>
                </a:lnTo>
                <a:lnTo>
                  <a:pt x="1026082" y="127103"/>
                </a:lnTo>
                <a:lnTo>
                  <a:pt x="1026082" y="35743"/>
                </a:lnTo>
                <a:moveTo>
                  <a:pt x="1026082" y="0"/>
                </a:moveTo>
                <a:lnTo>
                  <a:pt x="1011436" y="0"/>
                </a:lnTo>
                <a:lnTo>
                  <a:pt x="1011436" y="18307"/>
                </a:lnTo>
                <a:lnTo>
                  <a:pt x="1026082" y="18307"/>
                </a:lnTo>
                <a:lnTo>
                  <a:pt x="1026082" y="0"/>
                </a:lnTo>
                <a:close/>
                <a:moveTo>
                  <a:pt x="1082923" y="35743"/>
                </a:moveTo>
                <a:lnTo>
                  <a:pt x="1067929" y="35743"/>
                </a:lnTo>
                <a:lnTo>
                  <a:pt x="1067929" y="10634"/>
                </a:lnTo>
                <a:lnTo>
                  <a:pt x="1053456" y="10634"/>
                </a:lnTo>
                <a:lnTo>
                  <a:pt x="1053456" y="35743"/>
                </a:lnTo>
                <a:lnTo>
                  <a:pt x="1041077" y="35743"/>
                </a:lnTo>
                <a:lnTo>
                  <a:pt x="1041077" y="47598"/>
                </a:lnTo>
                <a:lnTo>
                  <a:pt x="1053456" y="47598"/>
                </a:lnTo>
                <a:lnTo>
                  <a:pt x="1053456" y="116642"/>
                </a:lnTo>
                <a:cubicBezTo>
                  <a:pt x="1053456" y="126058"/>
                  <a:pt x="1059732" y="131115"/>
                  <a:pt x="1071065" y="131115"/>
                </a:cubicBezTo>
                <a:cubicBezTo>
                  <a:pt x="1074902" y="131115"/>
                  <a:pt x="1078041" y="130767"/>
                  <a:pt x="1082923" y="129894"/>
                </a:cubicBezTo>
                <a:lnTo>
                  <a:pt x="1082923" y="117691"/>
                </a:lnTo>
                <a:cubicBezTo>
                  <a:pt x="1080829" y="118212"/>
                  <a:pt x="1078911" y="118388"/>
                  <a:pt x="1075947" y="118388"/>
                </a:cubicBezTo>
                <a:cubicBezTo>
                  <a:pt x="1069671" y="118388"/>
                  <a:pt x="1067929" y="116642"/>
                  <a:pt x="1067929" y="110191"/>
                </a:cubicBezTo>
                <a:lnTo>
                  <a:pt x="1067929" y="47598"/>
                </a:lnTo>
                <a:lnTo>
                  <a:pt x="1082923" y="47598"/>
                </a:lnTo>
                <a:lnTo>
                  <a:pt x="1082923" y="35743"/>
                </a:lnTo>
                <a:close/>
                <a:moveTo>
                  <a:pt x="1176552" y="86305"/>
                </a:moveTo>
                <a:cubicBezTo>
                  <a:pt x="1176552" y="72356"/>
                  <a:pt x="1175504" y="63987"/>
                  <a:pt x="1172889" y="57189"/>
                </a:cubicBezTo>
                <a:cubicBezTo>
                  <a:pt x="1166961" y="42192"/>
                  <a:pt x="1153012" y="33128"/>
                  <a:pt x="1135927" y="33128"/>
                </a:cubicBezTo>
                <a:cubicBezTo>
                  <a:pt x="1110469" y="33128"/>
                  <a:pt x="1094081" y="52480"/>
                  <a:pt x="1094081" y="82644"/>
                </a:cubicBezTo>
                <a:cubicBezTo>
                  <a:pt x="1094081" y="112809"/>
                  <a:pt x="1109772" y="131115"/>
                  <a:pt x="1135578" y="131115"/>
                </a:cubicBezTo>
                <a:cubicBezTo>
                  <a:pt x="1156500" y="131115"/>
                  <a:pt x="1170970" y="119258"/>
                  <a:pt x="1174634" y="99381"/>
                </a:cubicBezTo>
                <a:lnTo>
                  <a:pt x="1159988" y="99381"/>
                </a:lnTo>
                <a:cubicBezTo>
                  <a:pt x="1155976" y="111412"/>
                  <a:pt x="1147782" y="117691"/>
                  <a:pt x="1136100" y="117691"/>
                </a:cubicBezTo>
                <a:cubicBezTo>
                  <a:pt x="1126860" y="117691"/>
                  <a:pt x="1119014" y="113506"/>
                  <a:pt x="1114132" y="105833"/>
                </a:cubicBezTo>
                <a:cubicBezTo>
                  <a:pt x="1110645" y="100602"/>
                  <a:pt x="1109423" y="95372"/>
                  <a:pt x="1109251" y="86305"/>
                </a:cubicBezTo>
                <a:lnTo>
                  <a:pt x="1176552" y="86305"/>
                </a:lnTo>
                <a:moveTo>
                  <a:pt x="1109599" y="74450"/>
                </a:moveTo>
                <a:cubicBezTo>
                  <a:pt x="1110818" y="57538"/>
                  <a:pt x="1121105" y="46553"/>
                  <a:pt x="1135751" y="46553"/>
                </a:cubicBezTo>
                <a:cubicBezTo>
                  <a:pt x="1150573" y="46553"/>
                  <a:pt x="1160858" y="58059"/>
                  <a:pt x="1160858" y="74450"/>
                </a:cubicBezTo>
                <a:lnTo>
                  <a:pt x="1109599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6B090-FBFD-4A53-A4F0-C7329BA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318" y="889596"/>
            <a:ext cx="1188925" cy="10"/>
          </a:xfrm>
          <a:custGeom xmlns:a="http://schemas.openxmlformats.org/drawingml/2006/main">
            <a:pathLst>
              <a:path w="1188925" h="1" fill="none">
                <a:moveTo>
                  <a:pt x="0" y="0"/>
                </a:moveTo>
                <a:lnTo>
                  <a:pt x="1188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A1C6B-2D16-41CC-8858-EED2183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069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91662" y="183177"/>
                </a:moveTo>
                <a:lnTo>
                  <a:pt x="0" y="91588"/>
                </a:lnTo>
                <a:lnTo>
                  <a:pt x="91662" y="0"/>
                </a:lnTo>
                <a:lnTo>
                  <a:pt x="114297" y="22636"/>
                </a:lnTo>
                <a:lnTo>
                  <a:pt x="45430" y="91589"/>
                </a:lnTo>
                <a:lnTo>
                  <a:pt x="114297" y="160541"/>
                </a:lnTo>
                <a:lnTo>
                  <a:pt x="91662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D02F0-78D4-44A0-B440-E9A8BC3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367" y="359752"/>
            <a:ext cx="114297" cy="183177"/>
          </a:xfrm>
          <a:custGeom xmlns:a="http://schemas.openxmlformats.org/drawingml/2006/main">
            <a:pathLst>
              <a:path w="114297" h="183177">
                <a:moveTo>
                  <a:pt x="22635" y="183177"/>
                </a:moveTo>
                <a:lnTo>
                  <a:pt x="0" y="160541"/>
                </a:lnTo>
                <a:lnTo>
                  <a:pt x="68867" y="91589"/>
                </a:lnTo>
                <a:lnTo>
                  <a:pt x="0" y="22636"/>
                </a:lnTo>
                <a:lnTo>
                  <a:pt x="22635" y="0"/>
                </a:lnTo>
                <a:lnTo>
                  <a:pt x="114297" y="91589"/>
                </a:lnTo>
                <a:lnTo>
                  <a:pt x="22635" y="183177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517DD-3873-4FC6-B0EE-133D8476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602" y="356909"/>
            <a:ext cx="106451" cy="197606"/>
          </a:xfrm>
          <a:custGeom xmlns:a="http://schemas.openxmlformats.org/drawingml/2006/main">
            <a:pathLst>
              <a:path w="106451" h="197606">
                <a:moveTo>
                  <a:pt x="0" y="185311"/>
                </a:moveTo>
                <a:lnTo>
                  <a:pt x="76793" y="0"/>
                </a:lnTo>
                <a:lnTo>
                  <a:pt x="106451" y="12295"/>
                </a:lnTo>
                <a:lnTo>
                  <a:pt x="29658" y="197606"/>
                </a:lnTo>
                <a:lnTo>
                  <a:pt x="0" y="185311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CA6FC-48B9-44E3-8209-90977C5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0"/>
                </a:moveTo>
                <a:lnTo>
                  <a:pt x="0" y="497676"/>
                </a:ln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close/>
                <a:moveTo>
                  <a:pt x="553826" y="48162"/>
                </a:moveTo>
                <a:cubicBezTo>
                  <a:pt x="562695" y="48162"/>
                  <a:pt x="569879" y="55353"/>
                  <a:pt x="569879" y="64217"/>
                </a:cubicBezTo>
                <a:cubicBezTo>
                  <a:pt x="569879" y="73086"/>
                  <a:pt x="562695" y="80271"/>
                  <a:pt x="553826" y="80271"/>
                </a:cubicBezTo>
                <a:cubicBezTo>
                  <a:pt x="544963" y="80271"/>
                  <a:pt x="537773" y="73086"/>
                  <a:pt x="537773" y="64217"/>
                </a:cubicBezTo>
                <a:cubicBezTo>
                  <a:pt x="537773" y="55353"/>
                  <a:pt x="544963" y="48162"/>
                  <a:pt x="553826" y="48162"/>
                </a:cubicBezTo>
                <a:close/>
                <a:moveTo>
                  <a:pt x="497640" y="48162"/>
                </a:moveTo>
                <a:cubicBezTo>
                  <a:pt x="506510" y="48162"/>
                  <a:pt x="513693" y="55353"/>
                  <a:pt x="513693" y="64217"/>
                </a:cubicBezTo>
                <a:cubicBezTo>
                  <a:pt x="513693" y="73086"/>
                  <a:pt x="506510" y="80271"/>
                  <a:pt x="497640" y="80271"/>
                </a:cubicBezTo>
                <a:cubicBezTo>
                  <a:pt x="488778" y="80271"/>
                  <a:pt x="481587" y="73086"/>
                  <a:pt x="481587" y="64217"/>
                </a:cubicBezTo>
                <a:cubicBezTo>
                  <a:pt x="481587" y="55353"/>
                  <a:pt x="488778" y="48162"/>
                  <a:pt x="497640" y="48162"/>
                </a:cubicBezTo>
                <a:close/>
                <a:moveTo>
                  <a:pt x="441455" y="48162"/>
                </a:moveTo>
                <a:cubicBezTo>
                  <a:pt x="450324" y="48162"/>
                  <a:pt x="457508" y="55353"/>
                  <a:pt x="457508" y="64217"/>
                </a:cubicBezTo>
                <a:cubicBezTo>
                  <a:pt x="457508" y="73086"/>
                  <a:pt x="450324" y="80271"/>
                  <a:pt x="441455" y="80271"/>
                </a:cubicBezTo>
                <a:cubicBezTo>
                  <a:pt x="432593" y="80271"/>
                  <a:pt x="425402" y="73086"/>
                  <a:pt x="425402" y="64217"/>
                </a:cubicBezTo>
                <a:cubicBezTo>
                  <a:pt x="425402" y="55353"/>
                  <a:pt x="432593" y="48162"/>
                  <a:pt x="441455" y="48162"/>
                </a:cubicBezTo>
                <a:close/>
                <a:moveTo>
                  <a:pt x="593958" y="449515"/>
                </a:moveTo>
                <a:lnTo>
                  <a:pt x="48159" y="449514"/>
                </a:lnTo>
                <a:lnTo>
                  <a:pt x="48159" y="128433"/>
                </a:lnTo>
                <a:lnTo>
                  <a:pt x="593958" y="128433"/>
                </a:lnTo>
                <a:lnTo>
                  <a:pt x="593958" y="449515"/>
                </a:lnTo>
                <a:close/>
              </a:path>
            </a:pathLst>
          </a:custGeom>
          <a:solidFill xmlns:a="http://schemas.openxmlformats.org/drawingml/2006/main">
            <a:srgbClr val="6B8C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1E91C-08E1-4E7D-A21B-F78B419B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CB87C-C151-4B70-8E55-7770E29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40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85937" y="0"/>
                </a:moveTo>
                <a:lnTo>
                  <a:pt x="0" y="85943"/>
                </a:lnTo>
                <a:lnTo>
                  <a:pt x="85937" y="171892"/>
                </a:lnTo>
                <a:lnTo>
                  <a:pt x="97287" y="160541"/>
                </a:lnTo>
                <a:lnTo>
                  <a:pt x="22695" y="85943"/>
                </a:lnTo>
                <a:lnTo>
                  <a:pt x="97287" y="11352"/>
                </a:lnTo>
                <a:lnTo>
                  <a:pt x="859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B5D31-E7D8-4D42-8505-C3A4A3CB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CEE97-8EAC-45A2-98C3-066C60C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12" y="365397"/>
            <a:ext cx="97287" cy="171892"/>
          </a:xfrm>
          <a:custGeom xmlns:a="http://schemas.openxmlformats.org/drawingml/2006/main">
            <a:pathLst>
              <a:path w="97287" h="171892" fill="none">
                <a:moveTo>
                  <a:pt x="0" y="11352"/>
                </a:moveTo>
                <a:lnTo>
                  <a:pt x="74593" y="85943"/>
                </a:lnTo>
                <a:lnTo>
                  <a:pt x="0" y="160541"/>
                </a:lnTo>
                <a:lnTo>
                  <a:pt x="11351" y="171892"/>
                </a:lnTo>
                <a:lnTo>
                  <a:pt x="97287" y="85943"/>
                </a:lnTo>
                <a:lnTo>
                  <a:pt x="11351" y="0"/>
                </a:lnTo>
                <a:lnTo>
                  <a:pt x="0" y="11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572CD-4781-4FB5-A734-001DE2C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CB7FD-BF2A-49DB-90FC-ACED17D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876" y="359839"/>
            <a:ext cx="94986" cy="191030"/>
          </a:xfrm>
          <a:custGeom xmlns:a="http://schemas.openxmlformats.org/drawingml/2006/main">
            <a:pathLst>
              <a:path w="94986" h="191030" fill="none">
                <a:moveTo>
                  <a:pt x="0" y="184629"/>
                </a:moveTo>
                <a:lnTo>
                  <a:pt x="80265" y="0"/>
                </a:lnTo>
                <a:lnTo>
                  <a:pt x="94986" y="6402"/>
                </a:lnTo>
                <a:lnTo>
                  <a:pt x="14722" y="191030"/>
                </a:lnTo>
                <a:lnTo>
                  <a:pt x="0" y="184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A0C13-E95D-4876-872E-702943D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5F63C-E644-4774-8237-FED529F3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08" y="162367"/>
            <a:ext cx="642117" cy="497677"/>
          </a:xfrm>
          <a:custGeom xmlns:a="http://schemas.openxmlformats.org/drawingml/2006/main">
            <a:pathLst>
              <a:path w="642117" h="497677" fill="none">
                <a:moveTo>
                  <a:pt x="0" y="497676"/>
                </a:moveTo>
                <a:lnTo>
                  <a:pt x="642117" y="497677"/>
                </a:lnTo>
                <a:lnTo>
                  <a:pt x="642117" y="0"/>
                </a:lnTo>
                <a:lnTo>
                  <a:pt x="0" y="0"/>
                </a:lnTo>
                <a:lnTo>
                  <a:pt x="0" y="497676"/>
                </a:lnTo>
                <a:close/>
                <a:moveTo>
                  <a:pt x="16053" y="481622"/>
                </a:moveTo>
                <a:lnTo>
                  <a:pt x="16053" y="128433"/>
                </a:lnTo>
                <a:lnTo>
                  <a:pt x="626064" y="128433"/>
                </a:lnTo>
                <a:lnTo>
                  <a:pt x="626064" y="481623"/>
                </a:lnTo>
                <a:lnTo>
                  <a:pt x="16053" y="481622"/>
                </a:lnTo>
                <a:close/>
                <a:moveTo>
                  <a:pt x="626064" y="16054"/>
                </a:moveTo>
                <a:lnTo>
                  <a:pt x="626064" y="112379"/>
                </a:lnTo>
                <a:lnTo>
                  <a:pt x="16053" y="112379"/>
                </a:lnTo>
                <a:lnTo>
                  <a:pt x="16053" y="16054"/>
                </a:lnTo>
                <a:lnTo>
                  <a:pt x="626064" y="16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6FB9E-E54C-4747-ACA2-F1DA1FF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F9ED4-3F3E-4047-9CDD-7834979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10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11F97-AD28-462C-90E1-409D32B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0868E-B1FF-4BBA-8593-D0C7BB0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896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E0039-B267-4940-A21E-6EBF35E4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C381D-C4F3-4D5F-A7BC-9C3D55F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81" y="210529"/>
            <a:ext cx="32106" cy="32108"/>
          </a:xfrm>
          <a:custGeom xmlns:a="http://schemas.openxmlformats.org/drawingml/2006/main">
            <a:pathLst>
              <a:path w="32106" h="32108" fill="none">
                <a:moveTo>
                  <a:pt x="32106" y="16054"/>
                </a:moveTo>
                <a:cubicBezTo>
                  <a:pt x="32106" y="24924"/>
                  <a:pt x="24922" y="32108"/>
                  <a:pt x="16053" y="32108"/>
                </a:cubicBezTo>
                <a:cubicBezTo>
                  <a:pt x="7190" y="32108"/>
                  <a:pt x="0" y="24924"/>
                  <a:pt x="0" y="16054"/>
                </a:cubicBezTo>
                <a:cubicBezTo>
                  <a:pt x="0" y="7191"/>
                  <a:pt x="7190" y="0"/>
                  <a:pt x="16053" y="0"/>
                </a:cubicBezTo>
                <a:cubicBezTo>
                  <a:pt x="24922" y="0"/>
                  <a:pt x="32106" y="7191"/>
                  <a:pt x="32106" y="160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02" cap="flat">
            <a:solidFill>
              <a:srgbClr val="556F27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44002-3812-42BB-8C3F-6581A898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330" y="316098"/>
            <a:ext cx="615393" cy="360487"/>
          </a:xfrm>
          <a:custGeom xmlns:a="http://schemas.openxmlformats.org/drawingml/2006/main">
            <a:pathLst>
              <a:path w="615393" h="360487">
                <a:moveTo>
                  <a:pt x="529439" y="184622"/>
                </a:moveTo>
                <a:cubicBezTo>
                  <a:pt x="527273" y="184622"/>
                  <a:pt x="524383" y="184622"/>
                  <a:pt x="522217" y="184622"/>
                </a:cubicBezTo>
                <a:cubicBezTo>
                  <a:pt x="522217" y="148865"/>
                  <a:pt x="504881" y="116027"/>
                  <a:pt x="476712" y="95595"/>
                </a:cubicBezTo>
                <a:cubicBezTo>
                  <a:pt x="447820" y="75162"/>
                  <a:pt x="410983" y="70054"/>
                  <a:pt x="377757" y="81730"/>
                </a:cubicBezTo>
                <a:cubicBezTo>
                  <a:pt x="350310" y="27730"/>
                  <a:pt x="289637" y="0"/>
                  <a:pt x="231854" y="13865"/>
                </a:cubicBezTo>
                <a:cubicBezTo>
                  <a:pt x="174070" y="27730"/>
                  <a:pt x="132177" y="80270"/>
                  <a:pt x="132177" y="140838"/>
                </a:cubicBezTo>
                <a:cubicBezTo>
                  <a:pt x="132177" y="140838"/>
                  <a:pt x="132177" y="141568"/>
                  <a:pt x="132177" y="142297"/>
                </a:cubicBezTo>
                <a:cubicBezTo>
                  <a:pt x="92451" y="135730"/>
                  <a:pt x="52725" y="152514"/>
                  <a:pt x="28166" y="184622"/>
                </a:cubicBezTo>
                <a:cubicBezTo>
                  <a:pt x="4334" y="217460"/>
                  <a:pt x="0" y="260514"/>
                  <a:pt x="16613" y="297000"/>
                </a:cubicBezTo>
                <a:cubicBezTo>
                  <a:pt x="33945" y="333487"/>
                  <a:pt x="70060" y="357568"/>
                  <a:pt x="109786" y="359757"/>
                </a:cubicBezTo>
                <a:lnTo>
                  <a:pt x="109786" y="360487"/>
                </a:lnTo>
                <a:lnTo>
                  <a:pt x="528717" y="360487"/>
                </a:lnTo>
                <a:cubicBezTo>
                  <a:pt x="576389" y="360487"/>
                  <a:pt x="615393" y="321082"/>
                  <a:pt x="615393" y="272920"/>
                </a:cubicBezTo>
                <a:cubicBezTo>
                  <a:pt x="615393" y="224757"/>
                  <a:pt x="577111" y="184622"/>
                  <a:pt x="529439" y="184622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E5563-2453-4D6A-9DAC-671EED0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solidFill xmlns:a="http://schemas.openxmlformats.org/drawingml/2006/main">
            <a:srgbClr val="556F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62E41-1939-46F8-ACBE-2D62E50C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986" y="307797"/>
            <a:ext cx="609212" cy="368788"/>
          </a:xfrm>
          <a:custGeom xmlns:a="http://schemas.openxmlformats.org/drawingml/2006/main">
            <a:pathLst>
              <a:path w="609212" h="368788" fill="none">
                <a:moveTo>
                  <a:pt x="103436" y="368204"/>
                </a:moveTo>
                <a:cubicBezTo>
                  <a:pt x="110738" y="368605"/>
                  <a:pt x="132045" y="368788"/>
                  <a:pt x="132045" y="368788"/>
                </a:cubicBezTo>
                <a:lnTo>
                  <a:pt x="522392" y="368788"/>
                </a:lnTo>
                <a:cubicBezTo>
                  <a:pt x="570448" y="368599"/>
                  <a:pt x="609212" y="329091"/>
                  <a:pt x="609031" y="280557"/>
                </a:cubicBezTo>
                <a:cubicBezTo>
                  <a:pt x="608850" y="232571"/>
                  <a:pt x="570629" y="193610"/>
                  <a:pt x="523114" y="193026"/>
                </a:cubicBezTo>
                <a:lnTo>
                  <a:pt x="515891" y="193026"/>
                </a:lnTo>
                <a:cubicBezTo>
                  <a:pt x="515819" y="157665"/>
                  <a:pt x="498881" y="124504"/>
                  <a:pt x="470386" y="103969"/>
                </a:cubicBezTo>
                <a:cubicBezTo>
                  <a:pt x="441513" y="83560"/>
                  <a:pt x="404700" y="78404"/>
                  <a:pt x="371426" y="90104"/>
                </a:cubicBezTo>
                <a:cubicBezTo>
                  <a:pt x="338748" y="25565"/>
                  <a:pt x="260475" y="0"/>
                  <a:pt x="196594" y="33014"/>
                </a:cubicBezTo>
                <a:cubicBezTo>
                  <a:pt x="153365" y="55350"/>
                  <a:pt x="126074" y="100174"/>
                  <a:pt x="125833" y="149230"/>
                </a:cubicBezTo>
                <a:lnTo>
                  <a:pt x="125833" y="150689"/>
                </a:lnTo>
                <a:cubicBezTo>
                  <a:pt x="120163" y="149753"/>
                  <a:pt x="114433" y="149279"/>
                  <a:pt x="108691" y="149279"/>
                </a:cubicBezTo>
                <a:cubicBezTo>
                  <a:pt x="48740" y="149206"/>
                  <a:pt x="88" y="198250"/>
                  <a:pt x="19" y="258811"/>
                </a:cubicBezTo>
                <a:cubicBezTo>
                  <a:pt x="0" y="274926"/>
                  <a:pt x="3496" y="290840"/>
                  <a:pt x="10257" y="305435"/>
                </a:cubicBezTo>
                <a:cubicBezTo>
                  <a:pt x="27806" y="341836"/>
                  <a:pt x="63427" y="365832"/>
                  <a:pt x="103436" y="368204"/>
                </a:cubicBezTo>
                <a:close/>
                <a:moveTo>
                  <a:pt x="33356" y="201801"/>
                </a:moveTo>
                <a:cubicBezTo>
                  <a:pt x="51377" y="178152"/>
                  <a:pt x="79149" y="164171"/>
                  <a:pt x="108685" y="163867"/>
                </a:cubicBezTo>
                <a:cubicBezTo>
                  <a:pt x="113645" y="163873"/>
                  <a:pt x="118598" y="164281"/>
                  <a:pt x="123492" y="165089"/>
                </a:cubicBezTo>
                <a:lnTo>
                  <a:pt x="140273" y="167862"/>
                </a:lnTo>
                <a:lnTo>
                  <a:pt x="140273" y="149224"/>
                </a:lnTo>
                <a:cubicBezTo>
                  <a:pt x="140665" y="84783"/>
                  <a:pt x="192694" y="32862"/>
                  <a:pt x="256479" y="33264"/>
                </a:cubicBezTo>
                <a:cubicBezTo>
                  <a:pt x="299569" y="33531"/>
                  <a:pt x="338929" y="58014"/>
                  <a:pt x="358569" y="96768"/>
                </a:cubicBezTo>
                <a:lnTo>
                  <a:pt x="364305" y="108055"/>
                </a:lnTo>
                <a:lnTo>
                  <a:pt x="376169" y="103889"/>
                </a:lnTo>
                <a:cubicBezTo>
                  <a:pt x="424906" y="86285"/>
                  <a:pt x="478542" y="111929"/>
                  <a:pt x="495974" y="161167"/>
                </a:cubicBezTo>
                <a:cubicBezTo>
                  <a:pt x="499591" y="171390"/>
                  <a:pt x="501439" y="182165"/>
                  <a:pt x="501439" y="193026"/>
                </a:cubicBezTo>
                <a:lnTo>
                  <a:pt x="501439" y="207621"/>
                </a:lnTo>
                <a:lnTo>
                  <a:pt x="523108" y="207621"/>
                </a:lnTo>
                <a:cubicBezTo>
                  <a:pt x="563165" y="208211"/>
                  <a:pt x="595187" y="241505"/>
                  <a:pt x="594585" y="281980"/>
                </a:cubicBezTo>
                <a:cubicBezTo>
                  <a:pt x="593983" y="321897"/>
                  <a:pt x="561901" y="354005"/>
                  <a:pt x="522392" y="354193"/>
                </a:cubicBezTo>
                <a:lnTo>
                  <a:pt x="117094" y="354193"/>
                </a:lnTo>
                <a:lnTo>
                  <a:pt x="104219" y="353634"/>
                </a:lnTo>
                <a:cubicBezTo>
                  <a:pt x="52442" y="351377"/>
                  <a:pt x="12274" y="307138"/>
                  <a:pt x="14510" y="254828"/>
                </a:cubicBezTo>
                <a:cubicBezTo>
                  <a:pt x="15328" y="235630"/>
                  <a:pt x="21901" y="217137"/>
                  <a:pt x="33356" y="2018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0" cap="flat">
            <a:solidFill>
              <a:srgbClr val="556F27"/>
            </a:solidFill>
            <a:miter/>
          </a:ln>
        </p:spPr>
      </p:sp>
      <p:sp>
        <p:nvSpPr>
          <p:cNvPr id="228" name="Text TargetWebsite">
            <a:extLst xmlns:a="http://schemas.openxmlformats.org/drawingml/2006/main">
              <a:ext uri="{FF2B5EF4-FFF2-40B4-BE49-F238E27FC236}">
                <a16:creationId xmlns:a16="http://schemas.microsoft.com/office/drawing/2014/main" id="{091ED484-B7B1-44EA-B2F3-57A4DD2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234" y="744707"/>
            <a:ext cx="1176552" cy="165113"/>
          </a:xfrm>
          <a:custGeom xmlns:a="http://schemas.openxmlformats.org/drawingml/2006/main">
            <a:pathLst>
              <a:path w="1176552" h="165113">
                <a:moveTo>
                  <a:pt x="58059" y="14297"/>
                </a:moveTo>
                <a:lnTo>
                  <a:pt x="99730" y="14297"/>
                </a:lnTo>
                <a:lnTo>
                  <a:pt x="99730" y="0"/>
                </a:lnTo>
                <a:lnTo>
                  <a:pt x="0" y="0"/>
                </a:lnTo>
                <a:lnTo>
                  <a:pt x="0" y="14297"/>
                </a:lnTo>
                <a:lnTo>
                  <a:pt x="41844" y="14297"/>
                </a:lnTo>
                <a:lnTo>
                  <a:pt x="41844" y="127103"/>
                </a:lnTo>
                <a:lnTo>
                  <a:pt x="58059" y="127103"/>
                </a:lnTo>
                <a:lnTo>
                  <a:pt x="58059" y="14297"/>
                </a:lnTo>
                <a:close/>
                <a:moveTo>
                  <a:pt x="197718" y="118561"/>
                </a:moveTo>
                <a:cubicBezTo>
                  <a:pt x="196151" y="118909"/>
                  <a:pt x="195451" y="118909"/>
                  <a:pt x="194581" y="118909"/>
                </a:cubicBezTo>
                <a:cubicBezTo>
                  <a:pt x="189524" y="118909"/>
                  <a:pt x="186736" y="116294"/>
                  <a:pt x="186736" y="111760"/>
                </a:cubicBezTo>
                <a:lnTo>
                  <a:pt x="186736" y="58059"/>
                </a:lnTo>
                <a:cubicBezTo>
                  <a:pt x="186736" y="41844"/>
                  <a:pt x="174878" y="33128"/>
                  <a:pt x="152387" y="33128"/>
                </a:cubicBezTo>
                <a:cubicBezTo>
                  <a:pt x="138962" y="33128"/>
                  <a:pt x="128325" y="36962"/>
                  <a:pt x="122049" y="43762"/>
                </a:cubicBezTo>
                <a:cubicBezTo>
                  <a:pt x="117865" y="48471"/>
                  <a:pt x="116119" y="53701"/>
                  <a:pt x="115771" y="62768"/>
                </a:cubicBezTo>
                <a:lnTo>
                  <a:pt x="130417" y="62768"/>
                </a:lnTo>
                <a:cubicBezTo>
                  <a:pt x="131638" y="51608"/>
                  <a:pt x="138265" y="46553"/>
                  <a:pt x="151862" y="46553"/>
                </a:cubicBezTo>
                <a:cubicBezTo>
                  <a:pt x="165114" y="46553"/>
                  <a:pt x="172263" y="51435"/>
                  <a:pt x="172263" y="60153"/>
                </a:cubicBezTo>
                <a:lnTo>
                  <a:pt x="172263" y="63987"/>
                </a:lnTo>
                <a:cubicBezTo>
                  <a:pt x="172090" y="70265"/>
                  <a:pt x="168951" y="72532"/>
                  <a:pt x="157093" y="74102"/>
                </a:cubicBezTo>
                <a:cubicBezTo>
                  <a:pt x="136520" y="76717"/>
                  <a:pt x="133380" y="77414"/>
                  <a:pt x="127801" y="79681"/>
                </a:cubicBezTo>
                <a:cubicBezTo>
                  <a:pt x="117167" y="84214"/>
                  <a:pt x="111761" y="92233"/>
                  <a:pt x="111761" y="104090"/>
                </a:cubicBezTo>
                <a:cubicBezTo>
                  <a:pt x="111761" y="120654"/>
                  <a:pt x="123268" y="131115"/>
                  <a:pt x="141750" y="131115"/>
                </a:cubicBezTo>
                <a:cubicBezTo>
                  <a:pt x="153259" y="131115"/>
                  <a:pt x="162499" y="127103"/>
                  <a:pt x="172787" y="117691"/>
                </a:cubicBezTo>
                <a:cubicBezTo>
                  <a:pt x="173833" y="127103"/>
                  <a:pt x="178366" y="131115"/>
                  <a:pt x="187781" y="131115"/>
                </a:cubicBezTo>
                <a:cubicBezTo>
                  <a:pt x="190918" y="131115"/>
                  <a:pt x="192836" y="130767"/>
                  <a:pt x="197718" y="129546"/>
                </a:cubicBezTo>
                <a:lnTo>
                  <a:pt x="197718" y="118561"/>
                </a:lnTo>
                <a:moveTo>
                  <a:pt x="172263" y="98336"/>
                </a:moveTo>
                <a:cubicBezTo>
                  <a:pt x="172263" y="103218"/>
                  <a:pt x="170869" y="106181"/>
                  <a:pt x="166508" y="110191"/>
                </a:cubicBezTo>
                <a:cubicBezTo>
                  <a:pt x="160581" y="115597"/>
                  <a:pt x="153432" y="118388"/>
                  <a:pt x="144889" y="118388"/>
                </a:cubicBezTo>
                <a:cubicBezTo>
                  <a:pt x="133556" y="118388"/>
                  <a:pt x="126931" y="112982"/>
                  <a:pt x="126931" y="103742"/>
                </a:cubicBezTo>
                <a:cubicBezTo>
                  <a:pt x="126931" y="94151"/>
                  <a:pt x="133207" y="89269"/>
                  <a:pt x="148899" y="87002"/>
                </a:cubicBezTo>
                <a:cubicBezTo>
                  <a:pt x="164417" y="84911"/>
                  <a:pt x="167381" y="84214"/>
                  <a:pt x="172263" y="81947"/>
                </a:cubicBezTo>
                <a:lnTo>
                  <a:pt x="172263" y="98336"/>
                </a:lnTo>
                <a:close/>
                <a:moveTo>
                  <a:pt x="212712" y="35743"/>
                </a:moveTo>
                <a:lnTo>
                  <a:pt x="212712" y="127103"/>
                </a:lnTo>
                <a:lnTo>
                  <a:pt x="227360" y="127103"/>
                </a:lnTo>
                <a:lnTo>
                  <a:pt x="227360" y="79681"/>
                </a:lnTo>
                <a:cubicBezTo>
                  <a:pt x="227533" y="57711"/>
                  <a:pt x="236600" y="47947"/>
                  <a:pt x="256652" y="48471"/>
                </a:cubicBezTo>
                <a:lnTo>
                  <a:pt x="256652" y="33649"/>
                </a:lnTo>
                <a:cubicBezTo>
                  <a:pt x="254210" y="33301"/>
                  <a:pt x="252816" y="33128"/>
                  <a:pt x="251070" y="33128"/>
                </a:cubicBezTo>
                <a:cubicBezTo>
                  <a:pt x="241655" y="33128"/>
                  <a:pt x="234509" y="38707"/>
                  <a:pt x="226139" y="52305"/>
                </a:cubicBezTo>
                <a:lnTo>
                  <a:pt x="226139" y="35743"/>
                </a:lnTo>
                <a:lnTo>
                  <a:pt x="212712" y="35743"/>
                </a:lnTo>
                <a:close/>
                <a:moveTo>
                  <a:pt x="328310" y="35743"/>
                </a:moveTo>
                <a:lnTo>
                  <a:pt x="328310" y="48992"/>
                </a:lnTo>
                <a:cubicBezTo>
                  <a:pt x="320989" y="38010"/>
                  <a:pt x="312968" y="33128"/>
                  <a:pt x="301461" y="33128"/>
                </a:cubicBezTo>
                <a:cubicBezTo>
                  <a:pt x="279315" y="33128"/>
                  <a:pt x="263973" y="53701"/>
                  <a:pt x="263973" y="82993"/>
                </a:cubicBezTo>
                <a:cubicBezTo>
                  <a:pt x="263973" y="98336"/>
                  <a:pt x="267636" y="109494"/>
                  <a:pt x="275482" y="118736"/>
                </a:cubicBezTo>
                <a:cubicBezTo>
                  <a:pt x="282282" y="126755"/>
                  <a:pt x="290998" y="131115"/>
                  <a:pt x="300413" y="131115"/>
                </a:cubicBezTo>
                <a:cubicBezTo>
                  <a:pt x="311398" y="131115"/>
                  <a:pt x="319244" y="126233"/>
                  <a:pt x="326916" y="114724"/>
                </a:cubicBezTo>
                <a:lnTo>
                  <a:pt x="326916" y="119433"/>
                </a:lnTo>
                <a:cubicBezTo>
                  <a:pt x="326916" y="143843"/>
                  <a:pt x="320116" y="152910"/>
                  <a:pt x="301983" y="152910"/>
                </a:cubicBezTo>
                <a:cubicBezTo>
                  <a:pt x="289603" y="152910"/>
                  <a:pt x="283152" y="148028"/>
                  <a:pt x="281758" y="137567"/>
                </a:cubicBezTo>
                <a:lnTo>
                  <a:pt x="266936" y="137567"/>
                </a:lnTo>
                <a:cubicBezTo>
                  <a:pt x="268333" y="154479"/>
                  <a:pt x="281758" y="165113"/>
                  <a:pt x="301634" y="165113"/>
                </a:cubicBezTo>
                <a:cubicBezTo>
                  <a:pt x="315059" y="165113"/>
                  <a:pt x="326219" y="160755"/>
                  <a:pt x="332147" y="153431"/>
                </a:cubicBezTo>
                <a:cubicBezTo>
                  <a:pt x="339120" y="144888"/>
                  <a:pt x="341735" y="133555"/>
                  <a:pt x="341735" y="112109"/>
                </a:cubicBezTo>
                <a:lnTo>
                  <a:pt x="341735" y="35743"/>
                </a:lnTo>
                <a:lnTo>
                  <a:pt x="328310" y="35743"/>
                </a:lnTo>
                <a:moveTo>
                  <a:pt x="302855" y="46553"/>
                </a:moveTo>
                <a:cubicBezTo>
                  <a:pt x="318198" y="46553"/>
                  <a:pt x="326916" y="59453"/>
                  <a:pt x="326916" y="82644"/>
                </a:cubicBezTo>
                <a:cubicBezTo>
                  <a:pt x="326916" y="104787"/>
                  <a:pt x="318022" y="117691"/>
                  <a:pt x="302855" y="117691"/>
                </a:cubicBezTo>
                <a:cubicBezTo>
                  <a:pt x="287861" y="117691"/>
                  <a:pt x="279143" y="104612"/>
                  <a:pt x="279143" y="82120"/>
                </a:cubicBezTo>
                <a:cubicBezTo>
                  <a:pt x="279143" y="59804"/>
                  <a:pt x="287861" y="46553"/>
                  <a:pt x="302855" y="46553"/>
                </a:cubicBezTo>
                <a:close/>
                <a:moveTo>
                  <a:pt x="446351" y="86305"/>
                </a:moveTo>
                <a:cubicBezTo>
                  <a:pt x="446351" y="72356"/>
                  <a:pt x="445303" y="63987"/>
                  <a:pt x="442688" y="57189"/>
                </a:cubicBezTo>
                <a:cubicBezTo>
                  <a:pt x="436760" y="42192"/>
                  <a:pt x="422811" y="33128"/>
                  <a:pt x="405726" y="33128"/>
                </a:cubicBezTo>
                <a:cubicBezTo>
                  <a:pt x="380268" y="33128"/>
                  <a:pt x="363880" y="52480"/>
                  <a:pt x="363880" y="82644"/>
                </a:cubicBezTo>
                <a:cubicBezTo>
                  <a:pt x="363880" y="112809"/>
                  <a:pt x="379571" y="131115"/>
                  <a:pt x="405377" y="131115"/>
                </a:cubicBezTo>
                <a:cubicBezTo>
                  <a:pt x="426299" y="131115"/>
                  <a:pt x="440769" y="119258"/>
                  <a:pt x="444433" y="99381"/>
                </a:cubicBezTo>
                <a:lnTo>
                  <a:pt x="429787" y="99381"/>
                </a:lnTo>
                <a:cubicBezTo>
                  <a:pt x="425775" y="111412"/>
                  <a:pt x="417581" y="117691"/>
                  <a:pt x="405899" y="117691"/>
                </a:cubicBezTo>
                <a:cubicBezTo>
                  <a:pt x="396659" y="117691"/>
                  <a:pt x="388813" y="113506"/>
                  <a:pt x="383931" y="105833"/>
                </a:cubicBezTo>
                <a:cubicBezTo>
                  <a:pt x="380444" y="100602"/>
                  <a:pt x="379222" y="95372"/>
                  <a:pt x="379050" y="86305"/>
                </a:cubicBezTo>
                <a:lnTo>
                  <a:pt x="446351" y="86305"/>
                </a:lnTo>
                <a:moveTo>
                  <a:pt x="379398" y="74450"/>
                </a:moveTo>
                <a:cubicBezTo>
                  <a:pt x="380617" y="57538"/>
                  <a:pt x="390905" y="46553"/>
                  <a:pt x="405550" y="46553"/>
                </a:cubicBezTo>
                <a:cubicBezTo>
                  <a:pt x="420372" y="46553"/>
                  <a:pt x="430657" y="58059"/>
                  <a:pt x="430657" y="74450"/>
                </a:cubicBezTo>
                <a:lnTo>
                  <a:pt x="379398" y="74450"/>
                </a:lnTo>
                <a:close/>
                <a:moveTo>
                  <a:pt x="497437" y="35743"/>
                </a:moveTo>
                <a:lnTo>
                  <a:pt x="482442" y="35743"/>
                </a:lnTo>
                <a:lnTo>
                  <a:pt x="482442" y="10634"/>
                </a:lnTo>
                <a:lnTo>
                  <a:pt x="467969" y="10634"/>
                </a:lnTo>
                <a:lnTo>
                  <a:pt x="467969" y="35743"/>
                </a:lnTo>
                <a:lnTo>
                  <a:pt x="455590" y="35743"/>
                </a:lnTo>
                <a:lnTo>
                  <a:pt x="455590" y="47598"/>
                </a:lnTo>
                <a:lnTo>
                  <a:pt x="467969" y="47598"/>
                </a:lnTo>
                <a:lnTo>
                  <a:pt x="467969" y="116642"/>
                </a:lnTo>
                <a:cubicBezTo>
                  <a:pt x="467969" y="126058"/>
                  <a:pt x="474245" y="131115"/>
                  <a:pt x="485579" y="131115"/>
                </a:cubicBezTo>
                <a:cubicBezTo>
                  <a:pt x="489415" y="131115"/>
                  <a:pt x="492555" y="130767"/>
                  <a:pt x="497437" y="129894"/>
                </a:cubicBezTo>
                <a:lnTo>
                  <a:pt x="497437" y="117691"/>
                </a:lnTo>
                <a:cubicBezTo>
                  <a:pt x="495343" y="118212"/>
                  <a:pt x="493425" y="118388"/>
                  <a:pt x="490461" y="118388"/>
                </a:cubicBezTo>
                <a:cubicBezTo>
                  <a:pt x="484185" y="118388"/>
                  <a:pt x="482442" y="116642"/>
                  <a:pt x="482442" y="110191"/>
                </a:cubicBezTo>
                <a:lnTo>
                  <a:pt x="482442" y="47598"/>
                </a:lnTo>
                <a:lnTo>
                  <a:pt x="497437" y="47598"/>
                </a:lnTo>
                <a:lnTo>
                  <a:pt x="497437" y="35743"/>
                </a:lnTo>
                <a:close/>
                <a:moveTo>
                  <a:pt x="682252" y="127103"/>
                </a:moveTo>
                <a:lnTo>
                  <a:pt x="714510" y="0"/>
                </a:lnTo>
                <a:lnTo>
                  <a:pt x="696376" y="0"/>
                </a:lnTo>
                <a:lnTo>
                  <a:pt x="673012" y="103218"/>
                </a:lnTo>
                <a:lnTo>
                  <a:pt x="644069" y="0"/>
                </a:lnTo>
                <a:lnTo>
                  <a:pt x="626633" y="0"/>
                </a:lnTo>
                <a:lnTo>
                  <a:pt x="598389" y="103218"/>
                </a:lnTo>
                <a:lnTo>
                  <a:pt x="574501" y="0"/>
                </a:lnTo>
                <a:lnTo>
                  <a:pt x="556367" y="0"/>
                </a:lnTo>
                <a:lnTo>
                  <a:pt x="588974" y="127103"/>
                </a:lnTo>
                <a:lnTo>
                  <a:pt x="606756" y="127103"/>
                </a:lnTo>
                <a:lnTo>
                  <a:pt x="635178" y="22664"/>
                </a:lnTo>
                <a:lnTo>
                  <a:pt x="664470" y="127103"/>
                </a:lnTo>
                <a:lnTo>
                  <a:pt x="682252" y="127103"/>
                </a:lnTo>
                <a:close/>
                <a:moveTo>
                  <a:pt x="806570" y="86305"/>
                </a:moveTo>
                <a:cubicBezTo>
                  <a:pt x="806570" y="72356"/>
                  <a:pt x="805521" y="63987"/>
                  <a:pt x="802906" y="57189"/>
                </a:cubicBezTo>
                <a:cubicBezTo>
                  <a:pt x="796979" y="42192"/>
                  <a:pt x="783030" y="33128"/>
                  <a:pt x="765944" y="33128"/>
                </a:cubicBezTo>
                <a:cubicBezTo>
                  <a:pt x="740486" y="33128"/>
                  <a:pt x="724098" y="52480"/>
                  <a:pt x="724098" y="82644"/>
                </a:cubicBezTo>
                <a:cubicBezTo>
                  <a:pt x="724098" y="112809"/>
                  <a:pt x="739789" y="131115"/>
                  <a:pt x="765596" y="131115"/>
                </a:cubicBezTo>
                <a:cubicBezTo>
                  <a:pt x="786518" y="131115"/>
                  <a:pt x="800988" y="119258"/>
                  <a:pt x="804651" y="99381"/>
                </a:cubicBezTo>
                <a:lnTo>
                  <a:pt x="790006" y="99381"/>
                </a:lnTo>
                <a:cubicBezTo>
                  <a:pt x="785994" y="111412"/>
                  <a:pt x="777799" y="117691"/>
                  <a:pt x="766117" y="117691"/>
                </a:cubicBezTo>
                <a:cubicBezTo>
                  <a:pt x="756878" y="117691"/>
                  <a:pt x="749032" y="113506"/>
                  <a:pt x="744150" y="105833"/>
                </a:cubicBezTo>
                <a:cubicBezTo>
                  <a:pt x="740662" y="100602"/>
                  <a:pt x="739441" y="95372"/>
                  <a:pt x="739268" y="86305"/>
                </a:cubicBezTo>
                <a:lnTo>
                  <a:pt x="806570" y="86305"/>
                </a:lnTo>
                <a:moveTo>
                  <a:pt x="739617" y="74450"/>
                </a:moveTo>
                <a:cubicBezTo>
                  <a:pt x="740835" y="57538"/>
                  <a:pt x="751123" y="46553"/>
                  <a:pt x="765769" y="46553"/>
                </a:cubicBezTo>
                <a:cubicBezTo>
                  <a:pt x="780590" y="46553"/>
                  <a:pt x="790875" y="58059"/>
                  <a:pt x="790875" y="74450"/>
                </a:cubicBezTo>
                <a:lnTo>
                  <a:pt x="739617" y="74450"/>
                </a:lnTo>
                <a:close/>
                <a:moveTo>
                  <a:pt x="823479" y="0"/>
                </a:moveTo>
                <a:lnTo>
                  <a:pt x="823479" y="127103"/>
                </a:lnTo>
                <a:lnTo>
                  <a:pt x="836558" y="127103"/>
                </a:lnTo>
                <a:lnTo>
                  <a:pt x="836558" y="115424"/>
                </a:lnTo>
                <a:cubicBezTo>
                  <a:pt x="843531" y="126058"/>
                  <a:pt x="852774" y="131115"/>
                  <a:pt x="865501" y="131115"/>
                </a:cubicBezTo>
                <a:cubicBezTo>
                  <a:pt x="889562" y="131115"/>
                  <a:pt x="905254" y="111412"/>
                  <a:pt x="905254" y="81075"/>
                </a:cubicBezTo>
                <a:cubicBezTo>
                  <a:pt x="905254" y="51435"/>
                  <a:pt x="890432" y="33128"/>
                  <a:pt x="866198" y="33128"/>
                </a:cubicBezTo>
                <a:cubicBezTo>
                  <a:pt x="853643" y="33128"/>
                  <a:pt x="844752" y="37834"/>
                  <a:pt x="837952" y="48122"/>
                </a:cubicBezTo>
                <a:lnTo>
                  <a:pt x="837952" y="0"/>
                </a:lnTo>
                <a:lnTo>
                  <a:pt x="823479" y="0"/>
                </a:lnTo>
                <a:moveTo>
                  <a:pt x="863407" y="46726"/>
                </a:moveTo>
                <a:cubicBezTo>
                  <a:pt x="879623" y="46726"/>
                  <a:pt x="890084" y="60850"/>
                  <a:pt x="890084" y="82644"/>
                </a:cubicBezTo>
                <a:cubicBezTo>
                  <a:pt x="890084" y="103393"/>
                  <a:pt x="879274" y="117515"/>
                  <a:pt x="863407" y="117515"/>
                </a:cubicBezTo>
                <a:cubicBezTo>
                  <a:pt x="847892" y="117515"/>
                  <a:pt x="837952" y="103566"/>
                  <a:pt x="837952" y="82120"/>
                </a:cubicBezTo>
                <a:cubicBezTo>
                  <a:pt x="837952" y="60674"/>
                  <a:pt x="847892" y="46726"/>
                  <a:pt x="863407" y="46726"/>
                </a:cubicBezTo>
                <a:close/>
                <a:moveTo>
                  <a:pt x="989118" y="61198"/>
                </a:moveTo>
                <a:cubicBezTo>
                  <a:pt x="988945" y="43240"/>
                  <a:pt x="977087" y="33128"/>
                  <a:pt x="955990" y="33128"/>
                </a:cubicBezTo>
                <a:cubicBezTo>
                  <a:pt x="934720" y="33128"/>
                  <a:pt x="920947" y="44110"/>
                  <a:pt x="920947" y="61023"/>
                </a:cubicBezTo>
                <a:cubicBezTo>
                  <a:pt x="920947" y="75320"/>
                  <a:pt x="928268" y="82120"/>
                  <a:pt x="949890" y="87351"/>
                </a:cubicBezTo>
                <a:lnTo>
                  <a:pt x="963490" y="90663"/>
                </a:lnTo>
                <a:cubicBezTo>
                  <a:pt x="973602" y="93105"/>
                  <a:pt x="977612" y="96766"/>
                  <a:pt x="977612" y="103218"/>
                </a:cubicBezTo>
                <a:cubicBezTo>
                  <a:pt x="977612" y="111936"/>
                  <a:pt x="969069" y="117691"/>
                  <a:pt x="956341" y="117691"/>
                </a:cubicBezTo>
                <a:cubicBezTo>
                  <a:pt x="948493" y="117691"/>
                  <a:pt x="941868" y="115424"/>
                  <a:pt x="938208" y="111587"/>
                </a:cubicBezTo>
                <a:cubicBezTo>
                  <a:pt x="935941" y="108972"/>
                  <a:pt x="934895" y="106357"/>
                  <a:pt x="934023" y="99905"/>
                </a:cubicBezTo>
                <a:lnTo>
                  <a:pt x="918680" y="99905"/>
                </a:lnTo>
                <a:cubicBezTo>
                  <a:pt x="919377" y="121003"/>
                  <a:pt x="931232" y="131115"/>
                  <a:pt x="955120" y="131115"/>
                </a:cubicBezTo>
                <a:cubicBezTo>
                  <a:pt x="978136" y="131115"/>
                  <a:pt x="992781" y="119782"/>
                  <a:pt x="992781" y="102172"/>
                </a:cubicBezTo>
                <a:cubicBezTo>
                  <a:pt x="992781" y="88572"/>
                  <a:pt x="985109" y="81075"/>
                  <a:pt x="966975" y="76717"/>
                </a:cubicBezTo>
                <a:lnTo>
                  <a:pt x="953026" y="73402"/>
                </a:lnTo>
                <a:cubicBezTo>
                  <a:pt x="941171" y="70614"/>
                  <a:pt x="936114" y="66777"/>
                  <a:pt x="936114" y="60326"/>
                </a:cubicBezTo>
                <a:cubicBezTo>
                  <a:pt x="936114" y="51783"/>
                  <a:pt x="943611" y="46553"/>
                  <a:pt x="955469" y="46553"/>
                </a:cubicBezTo>
                <a:cubicBezTo>
                  <a:pt x="967151" y="46553"/>
                  <a:pt x="973427" y="51608"/>
                  <a:pt x="973775" y="61198"/>
                </a:cubicBezTo>
                <a:lnTo>
                  <a:pt x="989118" y="61198"/>
                </a:lnTo>
                <a:close/>
                <a:moveTo>
                  <a:pt x="1026082" y="35743"/>
                </a:moveTo>
                <a:lnTo>
                  <a:pt x="1011609" y="35743"/>
                </a:lnTo>
                <a:lnTo>
                  <a:pt x="1011609" y="127103"/>
                </a:lnTo>
                <a:lnTo>
                  <a:pt x="1026082" y="127103"/>
                </a:lnTo>
                <a:lnTo>
                  <a:pt x="1026082" y="35743"/>
                </a:lnTo>
                <a:moveTo>
                  <a:pt x="1026082" y="0"/>
                </a:moveTo>
                <a:lnTo>
                  <a:pt x="1011436" y="0"/>
                </a:lnTo>
                <a:lnTo>
                  <a:pt x="1011436" y="18307"/>
                </a:lnTo>
                <a:lnTo>
                  <a:pt x="1026082" y="18307"/>
                </a:lnTo>
                <a:lnTo>
                  <a:pt x="1026082" y="0"/>
                </a:lnTo>
                <a:close/>
                <a:moveTo>
                  <a:pt x="1082923" y="35743"/>
                </a:moveTo>
                <a:lnTo>
                  <a:pt x="1067929" y="35743"/>
                </a:lnTo>
                <a:lnTo>
                  <a:pt x="1067929" y="10634"/>
                </a:lnTo>
                <a:lnTo>
                  <a:pt x="1053456" y="10634"/>
                </a:lnTo>
                <a:lnTo>
                  <a:pt x="1053456" y="35743"/>
                </a:lnTo>
                <a:lnTo>
                  <a:pt x="1041077" y="35743"/>
                </a:lnTo>
                <a:lnTo>
                  <a:pt x="1041077" y="47598"/>
                </a:lnTo>
                <a:lnTo>
                  <a:pt x="1053456" y="47598"/>
                </a:lnTo>
                <a:lnTo>
                  <a:pt x="1053456" y="116642"/>
                </a:lnTo>
                <a:cubicBezTo>
                  <a:pt x="1053456" y="126058"/>
                  <a:pt x="1059732" y="131115"/>
                  <a:pt x="1071065" y="131115"/>
                </a:cubicBezTo>
                <a:cubicBezTo>
                  <a:pt x="1074902" y="131115"/>
                  <a:pt x="1078041" y="130767"/>
                  <a:pt x="1082923" y="129894"/>
                </a:cubicBezTo>
                <a:lnTo>
                  <a:pt x="1082923" y="117691"/>
                </a:lnTo>
                <a:cubicBezTo>
                  <a:pt x="1080829" y="118212"/>
                  <a:pt x="1078911" y="118388"/>
                  <a:pt x="1075947" y="118388"/>
                </a:cubicBezTo>
                <a:cubicBezTo>
                  <a:pt x="1069671" y="118388"/>
                  <a:pt x="1067929" y="116642"/>
                  <a:pt x="1067929" y="110191"/>
                </a:cubicBezTo>
                <a:lnTo>
                  <a:pt x="1067929" y="47598"/>
                </a:lnTo>
                <a:lnTo>
                  <a:pt x="1082923" y="47598"/>
                </a:lnTo>
                <a:lnTo>
                  <a:pt x="1082923" y="35743"/>
                </a:lnTo>
                <a:close/>
                <a:moveTo>
                  <a:pt x="1176552" y="86305"/>
                </a:moveTo>
                <a:cubicBezTo>
                  <a:pt x="1176552" y="72356"/>
                  <a:pt x="1175504" y="63987"/>
                  <a:pt x="1172889" y="57189"/>
                </a:cubicBezTo>
                <a:cubicBezTo>
                  <a:pt x="1166961" y="42192"/>
                  <a:pt x="1153012" y="33128"/>
                  <a:pt x="1135927" y="33128"/>
                </a:cubicBezTo>
                <a:cubicBezTo>
                  <a:pt x="1110469" y="33128"/>
                  <a:pt x="1094081" y="52480"/>
                  <a:pt x="1094081" y="82644"/>
                </a:cubicBezTo>
                <a:cubicBezTo>
                  <a:pt x="1094081" y="112809"/>
                  <a:pt x="1109772" y="131115"/>
                  <a:pt x="1135578" y="131115"/>
                </a:cubicBezTo>
                <a:cubicBezTo>
                  <a:pt x="1156500" y="131115"/>
                  <a:pt x="1170970" y="119258"/>
                  <a:pt x="1174634" y="99381"/>
                </a:cubicBezTo>
                <a:lnTo>
                  <a:pt x="1159988" y="99381"/>
                </a:lnTo>
                <a:cubicBezTo>
                  <a:pt x="1155976" y="111412"/>
                  <a:pt x="1147782" y="117691"/>
                  <a:pt x="1136100" y="117691"/>
                </a:cubicBezTo>
                <a:cubicBezTo>
                  <a:pt x="1126860" y="117691"/>
                  <a:pt x="1119014" y="113506"/>
                  <a:pt x="1114132" y="105833"/>
                </a:cubicBezTo>
                <a:cubicBezTo>
                  <a:pt x="1110645" y="100602"/>
                  <a:pt x="1109423" y="95372"/>
                  <a:pt x="1109251" y="86305"/>
                </a:cubicBezTo>
                <a:lnTo>
                  <a:pt x="1176552" y="86305"/>
                </a:lnTo>
                <a:moveTo>
                  <a:pt x="1109599" y="74450"/>
                </a:moveTo>
                <a:cubicBezTo>
                  <a:pt x="1110818" y="57538"/>
                  <a:pt x="1121105" y="46553"/>
                  <a:pt x="1135751" y="46553"/>
                </a:cubicBezTo>
                <a:cubicBezTo>
                  <a:pt x="1150573" y="46553"/>
                  <a:pt x="1160858" y="58059"/>
                  <a:pt x="1160858" y="74450"/>
                </a:cubicBezTo>
                <a:lnTo>
                  <a:pt x="1109599" y="7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BA839-6717-416C-9269-EE1C00FF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318" y="889596"/>
            <a:ext cx="1188925" cy="10"/>
          </a:xfrm>
          <a:custGeom xmlns:a="http://schemas.openxmlformats.org/drawingml/2006/main">
            <a:pathLst>
              <a:path w="1188925" h="1" fill="none">
                <a:moveTo>
                  <a:pt x="0" y="0"/>
                </a:moveTo>
                <a:lnTo>
                  <a:pt x="1188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46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8BDCB-AC44-4BB2-BC78-AB44ABA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2329533"/>
            <a:ext cx="284079" cy="443905"/>
          </a:xfrm>
          <a:custGeom xmlns:a="http://schemas.openxmlformats.org/drawingml/2006/main">
            <a:pathLst>
              <a:path w="284079" h="443905">
                <a:moveTo>
                  <a:pt x="0" y="301866"/>
                </a:moveTo>
                <a:lnTo>
                  <a:pt x="142040" y="159826"/>
                </a:lnTo>
                <a:lnTo>
                  <a:pt x="142040" y="230721"/>
                </a:lnTo>
                <a:cubicBezTo>
                  <a:pt x="220450" y="230721"/>
                  <a:pt x="284079" y="127510"/>
                  <a:pt x="284079" y="0"/>
                </a:cubicBezTo>
                <a:lnTo>
                  <a:pt x="284079" y="142040"/>
                </a:lnTo>
                <a:cubicBezTo>
                  <a:pt x="284079" y="269550"/>
                  <a:pt x="220450" y="372760"/>
                  <a:pt x="142040" y="372760"/>
                </a:cubicBezTo>
                <a:lnTo>
                  <a:pt x="142040" y="443905"/>
                </a:lnTo>
                <a:lnTo>
                  <a:pt x="0" y="301866"/>
                </a:lnTo>
                <a:close/>
              </a:path>
            </a:pathLst>
          </a:custGeom>
          <a:solidFill xmlns:a="http://schemas.openxmlformats.org/drawingml/2006/main">
            <a:srgbClr val="F8CF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7597F-C57A-4C53-BB25-FF1A9D5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2329533"/>
            <a:ext cx="284079" cy="443905"/>
          </a:xfrm>
          <a:custGeom xmlns:a="http://schemas.openxmlformats.org/drawingml/2006/main">
            <a:pathLst>
              <a:path w="284079" h="443905" fill="none">
                <a:moveTo>
                  <a:pt x="0" y="301866"/>
                </a:moveTo>
                <a:lnTo>
                  <a:pt x="142040" y="159826"/>
                </a:lnTo>
                <a:lnTo>
                  <a:pt x="142040" y="230721"/>
                </a:lnTo>
                <a:cubicBezTo>
                  <a:pt x="220450" y="230721"/>
                  <a:pt x="284079" y="127510"/>
                  <a:pt x="284079" y="0"/>
                </a:cubicBezTo>
                <a:lnTo>
                  <a:pt x="284079" y="142040"/>
                </a:lnTo>
                <a:cubicBezTo>
                  <a:pt x="284079" y="269550"/>
                  <a:pt x="220450" y="372760"/>
                  <a:pt x="142040" y="372760"/>
                </a:cubicBezTo>
                <a:lnTo>
                  <a:pt x="142040" y="443905"/>
                </a:lnTo>
                <a:lnTo>
                  <a:pt x="0" y="3018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2E455-B3FB-42CF-9FC4-3517A61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2098812"/>
            <a:ext cx="284079" cy="372760"/>
          </a:xfrm>
          <a:custGeom xmlns:a="http://schemas.openxmlformats.org/drawingml/2006/main">
            <a:pathLst>
              <a:path w="284079" h="372760">
                <a:moveTo>
                  <a:pt x="0" y="0"/>
                </a:moveTo>
                <a:cubicBezTo>
                  <a:pt x="157070" y="0"/>
                  <a:pt x="284079" y="103210"/>
                  <a:pt x="284079" y="230721"/>
                </a:cubicBezTo>
                <a:lnTo>
                  <a:pt x="284079" y="372760"/>
                </a:lnTo>
                <a:cubicBezTo>
                  <a:pt x="284079" y="245250"/>
                  <a:pt x="156820" y="142040"/>
                  <a:pt x="0" y="14204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EB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A1A4B-20EB-4585-94C6-F81BE2B6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80" y="2098812"/>
            <a:ext cx="284079" cy="372760"/>
          </a:xfrm>
          <a:custGeom xmlns:a="http://schemas.openxmlformats.org/drawingml/2006/main">
            <a:pathLst>
              <a:path w="284079" h="372760" fill="none">
                <a:moveTo>
                  <a:pt x="0" y="0"/>
                </a:moveTo>
                <a:lnTo>
                  <a:pt x="0" y="142040"/>
                </a:lnTo>
                <a:cubicBezTo>
                  <a:pt x="156820" y="142040"/>
                  <a:pt x="284079" y="245250"/>
                  <a:pt x="284079" y="372760"/>
                </a:cubicBezTo>
                <a:lnTo>
                  <a:pt x="284079" y="230721"/>
                </a:lnTo>
                <a:cubicBezTo>
                  <a:pt x="284079" y="103210"/>
                  <a:pt x="15707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526" cap="rnd">
            <a:solidFill>
              <a:srgbClr val="954709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2089249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2026-09-08T03:06:44.3820000Z</dcterms:created>
  <dcterms:modified xsi:type="dcterms:W3CDTF">2026-09-08T03:06:44.3820000Z</dcterms:modified>
</coreProperties>
</file>