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fd0d0c5b6d4543" /><Relationship Type="http://schemas.openxmlformats.org/officeDocument/2006/relationships/extended-properties" Target="/docProps/app.xml" Id="R4dcc9ba1ab4047be" /><Relationship Type="http://schemas.openxmlformats.org/officeDocument/2006/relationships/officeDocument" Target="/ppt/presentation.xml" Id="R66fc0cd494274c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f9de74cfee4a34"/>
  </p:sldMasterIdLst>
  <p:notesMasterIdLst>
    <p:notesMasterId xmlns:r="http://schemas.openxmlformats.org/officeDocument/2006/relationships" r:id="R7bf9eed380324e1a"/>
  </p:notesMasterIdLst>
  <p:sldIdLst>
    <p:sldId xmlns:r="http://schemas.openxmlformats.org/officeDocument/2006/relationships" id="256" r:id="Re42787f299af4b1f"/>
  </p:sldIdLst>
  <p:sldSz cx="7229475" cy="5029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74acaec44c4679" /><Relationship Type="http://schemas.openxmlformats.org/officeDocument/2006/relationships/slideMaster" Target="/ppt/slideMasters/slideMaster1.xml" Id="R25f9de74cfee4a34" /><Relationship Type="http://schemas.openxmlformats.org/officeDocument/2006/relationships/notesMaster" Target="/ppt/notesMasters/notesMaster1.xml" Id="R7bf9eed380324e1a" /><Relationship Type="http://schemas.openxmlformats.org/officeDocument/2006/relationships/presProps" Target="/ppt/presProps.xml" Id="Re587f25f7c294b48" /><Relationship Type="http://schemas.openxmlformats.org/officeDocument/2006/relationships/tableStyles" Target="/ppt/tableStyles.xml" Id="R6f342cda53e04bdd" /><Relationship Type="http://schemas.openxmlformats.org/officeDocument/2006/relationships/slide" Target="/ppt/slides/slide1.xml" Id="Re42787f299af4b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bc00ea03ab40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543da4d2f64de8" /><Relationship Type="http://schemas.openxmlformats.org/officeDocument/2006/relationships/notesMaster" Target="/ppt/notesMasters/notesMaster1.xml" Id="Redc5806e98774f5e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素材ID：SEC-035</ns1:t>
            </ns1:r>
          </ns1:p>
          <ns1:p>
            <ns1:r>
              <ns1:t>论文：One Email, Many Faces: A Deep Dive into Identity Confusion in Email Aliases</ns1:t>
            </ns1:r>
          </ns1:p>
          <ns1:p>
            <ns1:r>
              <ns1:t>会议：NDSS 2026</ns1:t>
            </ns1:r>
          </ns1:p>
          <ns1:p>
            <ns1:r>
              <ns1:t>奖项：Best Paper Award</ns1:t>
            </ns1:r>
          </ns1:p>
          <ns1:p>
            <ns1:r>
              <ns1:t>图号：Figure 1，PDF第2页</ns1:t>
            </ns1:r>
          </ns1:p>
          <ns1:p>
            <ns1:r>
              <ns1:t>类型：威胁与攻击</ns1:t>
            </ns1:r>
          </ns1:p>
          <ns1:p>
            <ns1:r>
              <ns1:t>借鉴点：上下两个场景展示一对多别名滥用和相似别名冒充，角色、地址样例、平台、账户对象共同解释机制。</ns1:t>
            </ns1:r>
          </ns1:p>
          <ns1:p>
            <ns1:r>
              <ns1:t>论文URL：https://www.ndss-symposium.org/wp-content/uploads/2026-s148-paper.pdf</ns1:t>
            </ns1:r>
          </ns1:p>
          <ns1:p>
            <ns1:r>
              <ns1:t>官方获奖URL：https://www.ndss-symposium.org/ndss2026/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04bf4448b64a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a4fafb1e3b4dbc" /><Relationship Type="http://schemas.openxmlformats.org/officeDocument/2006/relationships/slideLayout" Target="/ppt/slideLayouts/slideLayout1.xml" Id="R4ecc56b2d25842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cc56b2d25842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a71dcecb44e6b" /><Relationship Type="http://schemas.openxmlformats.org/officeDocument/2006/relationships/image" Target="/ppt/media/image.png" Id="R212ae25c04a847ed" /><Relationship Type="http://schemas.openxmlformats.org/officeDocument/2006/relationships/image" Target="/ppt/media/image2.png" Id="R15b6bceb40164a33" /><Relationship Type="http://schemas.openxmlformats.org/officeDocument/2006/relationships/image" Target="/ppt/media/image3.png" Id="Rfd21f6dc216c4b07" /><Relationship Type="http://schemas.openxmlformats.org/officeDocument/2006/relationships/image" Target="/ppt/media/image4.png" Id="Re7de2597d2ab42f2" /><Relationship Type="http://schemas.openxmlformats.org/officeDocument/2006/relationships/image" Target="/ppt/media/image5.png" Id="R5f552b888ba94a13" /><Relationship Type="http://schemas.openxmlformats.org/officeDocument/2006/relationships/image" Target="/ppt/media/image6.png" Id="Rf2703a2adf8f4fbf" /><Relationship Type="http://schemas.openxmlformats.org/officeDocument/2006/relationships/image" Target="/ppt/media/image7.png" Id="R97b40c8b7d19442c" /><Relationship Type="http://schemas.openxmlformats.org/officeDocument/2006/relationships/image" Target="/ppt/media/image8.png" Id="R82350bb1ec704d3d" /><Relationship Type="http://schemas.openxmlformats.org/officeDocument/2006/relationships/image" Target="/ppt/media/image9.png" Id="Ref07701b05124974" /><Relationship Type="http://schemas.openxmlformats.org/officeDocument/2006/relationships/image" Target="/ppt/media/image10.png" Id="R6fb65b249579455b" /><Relationship Type="http://schemas.openxmlformats.org/officeDocument/2006/relationships/image" Target="/ppt/media/image11.png" Id="R8b484e1eaefd4cec" /><Relationship Type="http://schemas.openxmlformats.org/officeDocument/2006/relationships/image" Target="/ppt/media/image12.png" Id="Rdd0181b09ed54d56" /><Relationship Type="http://schemas.openxmlformats.org/officeDocument/2006/relationships/image" Target="/ppt/media/image13.png" Id="R9a71ef5253c24d51" /><Relationship Type="http://schemas.openxmlformats.org/officeDocument/2006/relationships/image" Target="/ppt/media/image14.png" Id="R9816783facc4484b" /><Relationship Type="http://schemas.openxmlformats.org/officeDocument/2006/relationships/image" Target="/ppt/media/image15.png" Id="Rab28cd35131e43ad" /><Relationship Type="http://schemas.openxmlformats.org/officeDocument/2006/relationships/image" Target="/ppt/media/image16.png" Id="Rbb2c6dc05e754712" /><Relationship Type="http://schemas.openxmlformats.org/officeDocument/2006/relationships/notesSlide" Target="/ppt/notesSlides/notesSlide1.xml" Id="R33d376b189274a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B3799C-4474-47AE-81D8-84765EC8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171941" cy="4951669"/>
          </a:xfrm>
          <a:custGeom xmlns:a="http://schemas.openxmlformats.org/drawingml/2006/main">
            <a:pathLst>
              <a:path w="7171941" h="4951669">
                <a:moveTo>
                  <a:pt x="7171941" y="4951669"/>
                </a:moveTo>
                <a:lnTo>
                  <a:pt x="7171941" y="0"/>
                </a:lnTo>
                <a:lnTo>
                  <a:pt x="0" y="0"/>
                </a:lnTo>
                <a:lnTo>
                  <a:pt x="0" y="4951669"/>
                </a:lnTo>
                <a:lnTo>
                  <a:pt x="7171941" y="495166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Text alice+1@a.com">
            <a:extLst xmlns:a="http://schemas.openxmlformats.org/drawingml/2006/main">
              <a:ext uri="{FF2B5EF4-FFF2-40B4-BE49-F238E27FC236}">
                <a16:creationId xmlns:a16="http://schemas.microsoft.com/office/drawing/2014/main" id="{1F70A38E-C6DA-4139-A057-727D5E3E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431" y="751652"/>
            <a:ext cx="1294313" cy="170060"/>
          </a:xfrm>
          <a:custGeom xmlns:a="http://schemas.openxmlformats.org/drawingml/2006/main">
            <a:pathLst>
              <a:path w="1294313" h="170060">
                <a:moveTo>
                  <a:pt x="76724" y="142236"/>
                </a:moveTo>
                <a:cubicBezTo>
                  <a:pt x="76724" y="143067"/>
                  <a:pt x="76448" y="143690"/>
                  <a:pt x="75894" y="144105"/>
                </a:cubicBezTo>
                <a:cubicBezTo>
                  <a:pt x="75340" y="144520"/>
                  <a:pt x="74579" y="144832"/>
                  <a:pt x="73610" y="145039"/>
                </a:cubicBezTo>
                <a:cubicBezTo>
                  <a:pt x="72641" y="145247"/>
                  <a:pt x="71222" y="145351"/>
                  <a:pt x="69353" y="145351"/>
                </a:cubicBezTo>
                <a:cubicBezTo>
                  <a:pt x="67553" y="145351"/>
                  <a:pt x="66117" y="145247"/>
                  <a:pt x="65044" y="145039"/>
                </a:cubicBezTo>
                <a:cubicBezTo>
                  <a:pt x="63972" y="144832"/>
                  <a:pt x="63193" y="144520"/>
                  <a:pt x="62708" y="144105"/>
                </a:cubicBezTo>
                <a:cubicBezTo>
                  <a:pt x="62224" y="143690"/>
                  <a:pt x="61982" y="143067"/>
                  <a:pt x="61982" y="142236"/>
                </a:cubicBezTo>
                <a:lnTo>
                  <a:pt x="61982" y="132892"/>
                </a:lnTo>
                <a:cubicBezTo>
                  <a:pt x="57898" y="137253"/>
                  <a:pt x="53347" y="140661"/>
                  <a:pt x="48329" y="143119"/>
                </a:cubicBezTo>
                <a:cubicBezTo>
                  <a:pt x="43311" y="145576"/>
                  <a:pt x="37999" y="146804"/>
                  <a:pt x="32392" y="146804"/>
                </a:cubicBezTo>
                <a:cubicBezTo>
                  <a:pt x="27478" y="146804"/>
                  <a:pt x="23031" y="146162"/>
                  <a:pt x="19051" y="144877"/>
                </a:cubicBezTo>
                <a:cubicBezTo>
                  <a:pt x="15071" y="143592"/>
                  <a:pt x="11680" y="141734"/>
                  <a:pt x="8877" y="139303"/>
                </a:cubicBezTo>
                <a:cubicBezTo>
                  <a:pt x="6074" y="136872"/>
                  <a:pt x="3893" y="133886"/>
                  <a:pt x="2336" y="130345"/>
                </a:cubicBezTo>
                <a:cubicBezTo>
                  <a:pt x="779" y="126802"/>
                  <a:pt x="0" y="122773"/>
                  <a:pt x="0" y="118256"/>
                </a:cubicBezTo>
                <a:cubicBezTo>
                  <a:pt x="0" y="112979"/>
                  <a:pt x="1073" y="108395"/>
                  <a:pt x="3218" y="104506"/>
                </a:cubicBezTo>
                <a:cubicBezTo>
                  <a:pt x="5364" y="100615"/>
                  <a:pt x="8444" y="97385"/>
                  <a:pt x="12459" y="94815"/>
                </a:cubicBezTo>
                <a:cubicBezTo>
                  <a:pt x="16473" y="92246"/>
                  <a:pt x="21387" y="90319"/>
                  <a:pt x="27201" y="89034"/>
                </a:cubicBezTo>
                <a:cubicBezTo>
                  <a:pt x="33015" y="87749"/>
                  <a:pt x="39556" y="87107"/>
                  <a:pt x="46824" y="87107"/>
                </a:cubicBezTo>
                <a:lnTo>
                  <a:pt x="59698" y="87107"/>
                </a:lnTo>
                <a:lnTo>
                  <a:pt x="59698" y="79865"/>
                </a:lnTo>
                <a:cubicBezTo>
                  <a:pt x="59698" y="76279"/>
                  <a:pt x="59317" y="73107"/>
                  <a:pt x="58556" y="70349"/>
                </a:cubicBezTo>
                <a:cubicBezTo>
                  <a:pt x="57794" y="67589"/>
                  <a:pt x="56566" y="65295"/>
                  <a:pt x="54870" y="63468"/>
                </a:cubicBezTo>
                <a:cubicBezTo>
                  <a:pt x="53174" y="61640"/>
                  <a:pt x="50977" y="60261"/>
                  <a:pt x="48277" y="59331"/>
                </a:cubicBezTo>
                <a:cubicBezTo>
                  <a:pt x="45578" y="58399"/>
                  <a:pt x="42256" y="57933"/>
                  <a:pt x="38310" y="57933"/>
                </a:cubicBezTo>
                <a:cubicBezTo>
                  <a:pt x="34088" y="57933"/>
                  <a:pt x="30299" y="58429"/>
                  <a:pt x="26942" y="59422"/>
                </a:cubicBezTo>
                <a:cubicBezTo>
                  <a:pt x="23585" y="60415"/>
                  <a:pt x="20643" y="61510"/>
                  <a:pt x="18117" y="62708"/>
                </a:cubicBezTo>
                <a:cubicBezTo>
                  <a:pt x="15591" y="63907"/>
                  <a:pt x="13480" y="65002"/>
                  <a:pt x="11784" y="65995"/>
                </a:cubicBezTo>
                <a:cubicBezTo>
                  <a:pt x="10088" y="66988"/>
                  <a:pt x="8825" y="67484"/>
                  <a:pt x="7994" y="67484"/>
                </a:cubicBezTo>
                <a:cubicBezTo>
                  <a:pt x="7441" y="67484"/>
                  <a:pt x="6956" y="67346"/>
                  <a:pt x="6541" y="67069"/>
                </a:cubicBezTo>
                <a:cubicBezTo>
                  <a:pt x="6125" y="66792"/>
                  <a:pt x="5762" y="66377"/>
                  <a:pt x="5451" y="65823"/>
                </a:cubicBezTo>
                <a:cubicBezTo>
                  <a:pt x="5139" y="65269"/>
                  <a:pt x="4914" y="64560"/>
                  <a:pt x="4776" y="63695"/>
                </a:cubicBezTo>
                <a:cubicBezTo>
                  <a:pt x="4637" y="62830"/>
                  <a:pt x="4568" y="61878"/>
                  <a:pt x="4568" y="60840"/>
                </a:cubicBezTo>
                <a:cubicBezTo>
                  <a:pt x="4568" y="59109"/>
                  <a:pt x="4689" y="57742"/>
                  <a:pt x="4932" y="56739"/>
                </a:cubicBezTo>
                <a:cubicBezTo>
                  <a:pt x="5174" y="55735"/>
                  <a:pt x="5762" y="54783"/>
                  <a:pt x="6697" y="53884"/>
                </a:cubicBezTo>
                <a:cubicBezTo>
                  <a:pt x="7631" y="52984"/>
                  <a:pt x="9240" y="51936"/>
                  <a:pt x="11524" y="50740"/>
                </a:cubicBezTo>
                <a:cubicBezTo>
                  <a:pt x="13808" y="49541"/>
                  <a:pt x="16438" y="48447"/>
                  <a:pt x="19415" y="47456"/>
                </a:cubicBezTo>
                <a:cubicBezTo>
                  <a:pt x="22391" y="46466"/>
                  <a:pt x="25644" y="45646"/>
                  <a:pt x="29174" y="44997"/>
                </a:cubicBezTo>
                <a:cubicBezTo>
                  <a:pt x="32704" y="44346"/>
                  <a:pt x="36268" y="44020"/>
                  <a:pt x="39868" y="44020"/>
                </a:cubicBezTo>
                <a:cubicBezTo>
                  <a:pt x="46581" y="44020"/>
                  <a:pt x="52292" y="44782"/>
                  <a:pt x="56998" y="46305"/>
                </a:cubicBezTo>
                <a:cubicBezTo>
                  <a:pt x="61705" y="47827"/>
                  <a:pt x="65512" y="50059"/>
                  <a:pt x="68419" y="53001"/>
                </a:cubicBezTo>
                <a:cubicBezTo>
                  <a:pt x="71326" y="55943"/>
                  <a:pt x="73437" y="59594"/>
                  <a:pt x="74752" y="63954"/>
                </a:cubicBezTo>
                <a:cubicBezTo>
                  <a:pt x="76067" y="68315"/>
                  <a:pt x="76724" y="73402"/>
                  <a:pt x="76724" y="79216"/>
                </a:cubicBezTo>
                <a:lnTo>
                  <a:pt x="76724" y="142236"/>
                </a:lnTo>
                <a:moveTo>
                  <a:pt x="59698" y="99461"/>
                </a:moveTo>
                <a:lnTo>
                  <a:pt x="45059" y="99461"/>
                </a:lnTo>
                <a:cubicBezTo>
                  <a:pt x="40352" y="99461"/>
                  <a:pt x="36268" y="99863"/>
                  <a:pt x="32808" y="100665"/>
                </a:cubicBezTo>
                <a:cubicBezTo>
                  <a:pt x="29347" y="101465"/>
                  <a:pt x="26475" y="102649"/>
                  <a:pt x="24191" y="104214"/>
                </a:cubicBezTo>
                <a:cubicBezTo>
                  <a:pt x="21906" y="105780"/>
                  <a:pt x="20228" y="107661"/>
                  <a:pt x="19155" y="109857"/>
                </a:cubicBezTo>
                <a:cubicBezTo>
                  <a:pt x="18082" y="112050"/>
                  <a:pt x="17546" y="114574"/>
                  <a:pt x="17546" y="117429"/>
                </a:cubicBezTo>
                <a:cubicBezTo>
                  <a:pt x="17546" y="122304"/>
                  <a:pt x="19086" y="126187"/>
                  <a:pt x="22166" y="129077"/>
                </a:cubicBezTo>
                <a:cubicBezTo>
                  <a:pt x="25246" y="131966"/>
                  <a:pt x="29555" y="133411"/>
                  <a:pt x="35092" y="133411"/>
                </a:cubicBezTo>
                <a:cubicBezTo>
                  <a:pt x="39591" y="133411"/>
                  <a:pt x="43761" y="132263"/>
                  <a:pt x="47602" y="129966"/>
                </a:cubicBezTo>
                <a:cubicBezTo>
                  <a:pt x="51444" y="127666"/>
                  <a:pt x="55475" y="124149"/>
                  <a:pt x="59698" y="119415"/>
                </a:cubicBezTo>
                <a:lnTo>
                  <a:pt x="59698" y="99461"/>
                </a:lnTo>
                <a:close/>
                <a:moveTo>
                  <a:pt x="124738" y="142129"/>
                </a:moveTo>
                <a:cubicBezTo>
                  <a:pt x="124738" y="142683"/>
                  <a:pt x="124600" y="143151"/>
                  <a:pt x="124323" y="143534"/>
                </a:cubicBezTo>
                <a:cubicBezTo>
                  <a:pt x="124046" y="143914"/>
                  <a:pt x="123596" y="144243"/>
                  <a:pt x="122973" y="144520"/>
                </a:cubicBezTo>
                <a:cubicBezTo>
                  <a:pt x="122350" y="144797"/>
                  <a:pt x="121485" y="145005"/>
                  <a:pt x="120378" y="145143"/>
                </a:cubicBezTo>
                <a:cubicBezTo>
                  <a:pt x="119270" y="145281"/>
                  <a:pt x="117851" y="145351"/>
                  <a:pt x="116121" y="145351"/>
                </a:cubicBezTo>
                <a:cubicBezTo>
                  <a:pt x="114460" y="145351"/>
                  <a:pt x="113075" y="145281"/>
                  <a:pt x="111968" y="145143"/>
                </a:cubicBezTo>
                <a:cubicBezTo>
                  <a:pt x="110861" y="145005"/>
                  <a:pt x="109978" y="144797"/>
                  <a:pt x="109321" y="144520"/>
                </a:cubicBezTo>
                <a:cubicBezTo>
                  <a:pt x="108663" y="144243"/>
                  <a:pt x="108213" y="143914"/>
                  <a:pt x="107971" y="143534"/>
                </a:cubicBezTo>
                <a:cubicBezTo>
                  <a:pt x="107729" y="143151"/>
                  <a:pt x="107608" y="142683"/>
                  <a:pt x="107608" y="142129"/>
                </a:cubicBezTo>
                <a:lnTo>
                  <a:pt x="107608" y="3326"/>
                </a:lnTo>
                <a:cubicBezTo>
                  <a:pt x="107608" y="2772"/>
                  <a:pt x="107729" y="2287"/>
                  <a:pt x="107971" y="1872"/>
                </a:cubicBezTo>
                <a:cubicBezTo>
                  <a:pt x="108213" y="1455"/>
                  <a:pt x="108663" y="1107"/>
                  <a:pt x="109321" y="831"/>
                </a:cubicBezTo>
                <a:cubicBezTo>
                  <a:pt x="109978" y="554"/>
                  <a:pt x="110861" y="346"/>
                  <a:pt x="111968" y="208"/>
                </a:cubicBezTo>
                <a:cubicBezTo>
                  <a:pt x="113075" y="69"/>
                  <a:pt x="114460" y="0"/>
                  <a:pt x="116121" y="0"/>
                </a:cubicBezTo>
                <a:cubicBezTo>
                  <a:pt x="117851" y="0"/>
                  <a:pt x="119270" y="69"/>
                  <a:pt x="120378" y="208"/>
                </a:cubicBezTo>
                <a:cubicBezTo>
                  <a:pt x="121485" y="346"/>
                  <a:pt x="122350" y="554"/>
                  <a:pt x="122973" y="831"/>
                </a:cubicBezTo>
                <a:cubicBezTo>
                  <a:pt x="123596" y="1107"/>
                  <a:pt x="124046" y="1455"/>
                  <a:pt x="124323" y="1872"/>
                </a:cubicBezTo>
                <a:cubicBezTo>
                  <a:pt x="124600" y="2287"/>
                  <a:pt x="124738" y="2772"/>
                  <a:pt x="124738" y="3326"/>
                </a:cubicBezTo>
                <a:lnTo>
                  <a:pt x="124738" y="142129"/>
                </a:lnTo>
                <a:close/>
                <a:moveTo>
                  <a:pt x="173281" y="142132"/>
                </a:moveTo>
                <a:cubicBezTo>
                  <a:pt x="173281" y="142686"/>
                  <a:pt x="173142" y="143153"/>
                  <a:pt x="172865" y="143534"/>
                </a:cubicBezTo>
                <a:cubicBezTo>
                  <a:pt x="172589" y="143914"/>
                  <a:pt x="172139" y="144243"/>
                  <a:pt x="171516" y="144520"/>
                </a:cubicBezTo>
                <a:cubicBezTo>
                  <a:pt x="170893" y="144797"/>
                  <a:pt x="170028" y="145005"/>
                  <a:pt x="168920" y="145143"/>
                </a:cubicBezTo>
                <a:cubicBezTo>
                  <a:pt x="167813" y="145281"/>
                  <a:pt x="166394" y="145351"/>
                  <a:pt x="164664" y="145351"/>
                </a:cubicBezTo>
                <a:cubicBezTo>
                  <a:pt x="163002" y="145351"/>
                  <a:pt x="161618" y="145281"/>
                  <a:pt x="160511" y="145143"/>
                </a:cubicBezTo>
                <a:cubicBezTo>
                  <a:pt x="159403" y="145005"/>
                  <a:pt x="158521" y="144797"/>
                  <a:pt x="157863" y="144520"/>
                </a:cubicBezTo>
                <a:cubicBezTo>
                  <a:pt x="157206" y="144243"/>
                  <a:pt x="156756" y="143914"/>
                  <a:pt x="156514" y="143534"/>
                </a:cubicBezTo>
                <a:cubicBezTo>
                  <a:pt x="156271" y="143153"/>
                  <a:pt x="156150" y="142686"/>
                  <a:pt x="156150" y="142132"/>
                </a:cubicBezTo>
                <a:lnTo>
                  <a:pt x="156150" y="48692"/>
                </a:lnTo>
                <a:cubicBezTo>
                  <a:pt x="156150" y="48208"/>
                  <a:pt x="156271" y="47758"/>
                  <a:pt x="156514" y="47343"/>
                </a:cubicBezTo>
                <a:cubicBezTo>
                  <a:pt x="156756" y="46928"/>
                  <a:pt x="157206" y="46581"/>
                  <a:pt x="157863" y="46305"/>
                </a:cubicBezTo>
                <a:cubicBezTo>
                  <a:pt x="158521" y="46028"/>
                  <a:pt x="159403" y="45820"/>
                  <a:pt x="160511" y="45682"/>
                </a:cubicBezTo>
                <a:cubicBezTo>
                  <a:pt x="161618" y="45543"/>
                  <a:pt x="163002" y="45474"/>
                  <a:pt x="164664" y="45474"/>
                </a:cubicBezTo>
                <a:cubicBezTo>
                  <a:pt x="166394" y="45474"/>
                  <a:pt x="167813" y="45543"/>
                  <a:pt x="168920" y="45682"/>
                </a:cubicBezTo>
                <a:cubicBezTo>
                  <a:pt x="170028" y="45820"/>
                  <a:pt x="170893" y="46028"/>
                  <a:pt x="171516" y="46305"/>
                </a:cubicBezTo>
                <a:cubicBezTo>
                  <a:pt x="172139" y="46581"/>
                  <a:pt x="172589" y="46928"/>
                  <a:pt x="172865" y="47343"/>
                </a:cubicBezTo>
                <a:cubicBezTo>
                  <a:pt x="173142" y="47758"/>
                  <a:pt x="173281" y="48208"/>
                  <a:pt x="173281" y="48692"/>
                </a:cubicBezTo>
                <a:lnTo>
                  <a:pt x="173281" y="142132"/>
                </a:lnTo>
                <a:moveTo>
                  <a:pt x="175253" y="17027"/>
                </a:moveTo>
                <a:cubicBezTo>
                  <a:pt x="175253" y="21041"/>
                  <a:pt x="174492" y="23775"/>
                  <a:pt x="172969" y="25229"/>
                </a:cubicBezTo>
                <a:cubicBezTo>
                  <a:pt x="171447" y="26682"/>
                  <a:pt x="168643" y="27409"/>
                  <a:pt x="164560" y="27409"/>
                </a:cubicBezTo>
                <a:cubicBezTo>
                  <a:pt x="160545" y="27409"/>
                  <a:pt x="157794" y="26700"/>
                  <a:pt x="156306" y="25281"/>
                </a:cubicBezTo>
                <a:cubicBezTo>
                  <a:pt x="154818" y="23862"/>
                  <a:pt x="154074" y="21180"/>
                  <a:pt x="154074" y="17234"/>
                </a:cubicBezTo>
                <a:cubicBezTo>
                  <a:pt x="154074" y="13220"/>
                  <a:pt x="154835" y="10486"/>
                  <a:pt x="156358" y="9033"/>
                </a:cubicBezTo>
                <a:cubicBezTo>
                  <a:pt x="157881" y="7579"/>
                  <a:pt x="160684" y="6852"/>
                  <a:pt x="164767" y="6852"/>
                </a:cubicBezTo>
                <a:cubicBezTo>
                  <a:pt x="168782" y="6852"/>
                  <a:pt x="171533" y="7562"/>
                  <a:pt x="173021" y="8981"/>
                </a:cubicBezTo>
                <a:cubicBezTo>
                  <a:pt x="174509" y="10399"/>
                  <a:pt x="175253" y="13082"/>
                  <a:pt x="175253" y="17027"/>
                </a:cubicBezTo>
                <a:close/>
                <a:moveTo>
                  <a:pt x="271866" y="128012"/>
                </a:moveTo>
                <a:cubicBezTo>
                  <a:pt x="271866" y="129189"/>
                  <a:pt x="271831" y="130210"/>
                  <a:pt x="271762" y="131075"/>
                </a:cubicBezTo>
                <a:cubicBezTo>
                  <a:pt x="271693" y="131940"/>
                  <a:pt x="271572" y="132667"/>
                  <a:pt x="271399" y="133255"/>
                </a:cubicBezTo>
                <a:cubicBezTo>
                  <a:pt x="271226" y="133844"/>
                  <a:pt x="271018" y="134363"/>
                  <a:pt x="270776" y="134813"/>
                </a:cubicBezTo>
                <a:cubicBezTo>
                  <a:pt x="270534" y="135263"/>
                  <a:pt x="269980" y="135920"/>
                  <a:pt x="269115" y="136785"/>
                </a:cubicBezTo>
                <a:cubicBezTo>
                  <a:pt x="268250" y="137651"/>
                  <a:pt x="266779" y="138723"/>
                  <a:pt x="264702" y="140004"/>
                </a:cubicBezTo>
                <a:cubicBezTo>
                  <a:pt x="262626" y="141284"/>
                  <a:pt x="260290" y="142426"/>
                  <a:pt x="257694" y="143430"/>
                </a:cubicBezTo>
                <a:cubicBezTo>
                  <a:pt x="255099" y="144434"/>
                  <a:pt x="252278" y="145247"/>
                  <a:pt x="249233" y="145870"/>
                </a:cubicBezTo>
                <a:cubicBezTo>
                  <a:pt x="246187" y="146493"/>
                  <a:pt x="243038" y="146804"/>
                  <a:pt x="239785" y="146804"/>
                </a:cubicBezTo>
                <a:cubicBezTo>
                  <a:pt x="233071" y="146804"/>
                  <a:pt x="227119" y="145695"/>
                  <a:pt x="221928" y="143475"/>
                </a:cubicBezTo>
                <a:cubicBezTo>
                  <a:pt x="216737" y="141256"/>
                  <a:pt x="212393" y="138014"/>
                  <a:pt x="208898" y="133749"/>
                </a:cubicBezTo>
                <a:cubicBezTo>
                  <a:pt x="205403" y="129483"/>
                  <a:pt x="202738" y="124247"/>
                  <a:pt x="200904" y="118039"/>
                </a:cubicBezTo>
                <a:cubicBezTo>
                  <a:pt x="199070" y="111831"/>
                  <a:pt x="198153" y="104671"/>
                  <a:pt x="198153" y="96558"/>
                </a:cubicBezTo>
                <a:cubicBezTo>
                  <a:pt x="198153" y="87333"/>
                  <a:pt x="199277" y="79409"/>
                  <a:pt x="201527" y="72786"/>
                </a:cubicBezTo>
                <a:cubicBezTo>
                  <a:pt x="203776" y="66163"/>
                  <a:pt x="206856" y="60736"/>
                  <a:pt x="210767" y="56505"/>
                </a:cubicBezTo>
                <a:cubicBezTo>
                  <a:pt x="214678" y="52274"/>
                  <a:pt x="219280" y="49136"/>
                  <a:pt x="224575" y="47090"/>
                </a:cubicBezTo>
                <a:cubicBezTo>
                  <a:pt x="229870" y="45044"/>
                  <a:pt x="235598" y="44020"/>
                  <a:pt x="241758" y="44020"/>
                </a:cubicBezTo>
                <a:cubicBezTo>
                  <a:pt x="244734" y="44020"/>
                  <a:pt x="247624" y="44297"/>
                  <a:pt x="250427" y="44851"/>
                </a:cubicBezTo>
                <a:cubicBezTo>
                  <a:pt x="253230" y="45405"/>
                  <a:pt x="255808" y="46132"/>
                  <a:pt x="258162" y="47031"/>
                </a:cubicBezTo>
                <a:cubicBezTo>
                  <a:pt x="260515" y="47931"/>
                  <a:pt x="262609" y="48969"/>
                  <a:pt x="264443" y="50146"/>
                </a:cubicBezTo>
                <a:cubicBezTo>
                  <a:pt x="266277" y="51323"/>
                  <a:pt x="267609" y="52326"/>
                  <a:pt x="268440" y="53157"/>
                </a:cubicBezTo>
                <a:cubicBezTo>
                  <a:pt x="269271" y="53987"/>
                  <a:pt x="269842" y="54645"/>
                  <a:pt x="270153" y="55129"/>
                </a:cubicBezTo>
                <a:cubicBezTo>
                  <a:pt x="270464" y="55614"/>
                  <a:pt x="270724" y="56185"/>
                  <a:pt x="270932" y="56842"/>
                </a:cubicBezTo>
                <a:cubicBezTo>
                  <a:pt x="271139" y="57500"/>
                  <a:pt x="271278" y="58244"/>
                  <a:pt x="271347" y="59075"/>
                </a:cubicBezTo>
                <a:cubicBezTo>
                  <a:pt x="271416" y="59905"/>
                  <a:pt x="271451" y="60943"/>
                  <a:pt x="271451" y="62189"/>
                </a:cubicBezTo>
                <a:cubicBezTo>
                  <a:pt x="271451" y="64889"/>
                  <a:pt x="271139" y="66775"/>
                  <a:pt x="270516" y="67848"/>
                </a:cubicBezTo>
                <a:cubicBezTo>
                  <a:pt x="269893" y="68920"/>
                  <a:pt x="269132" y="69457"/>
                  <a:pt x="268232" y="69457"/>
                </a:cubicBezTo>
                <a:cubicBezTo>
                  <a:pt x="267194" y="69457"/>
                  <a:pt x="266000" y="68886"/>
                  <a:pt x="264650" y="67744"/>
                </a:cubicBezTo>
                <a:cubicBezTo>
                  <a:pt x="263301" y="66602"/>
                  <a:pt x="261588" y="65339"/>
                  <a:pt x="259511" y="63954"/>
                </a:cubicBezTo>
                <a:cubicBezTo>
                  <a:pt x="257435" y="62570"/>
                  <a:pt x="254926" y="61307"/>
                  <a:pt x="251984" y="60165"/>
                </a:cubicBezTo>
                <a:cubicBezTo>
                  <a:pt x="249043" y="59023"/>
                  <a:pt x="245565" y="58452"/>
                  <a:pt x="241550" y="58452"/>
                </a:cubicBezTo>
                <a:cubicBezTo>
                  <a:pt x="233314" y="58452"/>
                  <a:pt x="226998" y="61628"/>
                  <a:pt x="222603" y="67981"/>
                </a:cubicBezTo>
                <a:cubicBezTo>
                  <a:pt x="218207" y="74331"/>
                  <a:pt x="216010" y="83544"/>
                  <a:pt x="216010" y="95620"/>
                </a:cubicBezTo>
                <a:cubicBezTo>
                  <a:pt x="216010" y="101659"/>
                  <a:pt x="216581" y="106952"/>
                  <a:pt x="217723" y="111498"/>
                </a:cubicBezTo>
                <a:cubicBezTo>
                  <a:pt x="218865" y="116045"/>
                  <a:pt x="220543" y="119845"/>
                  <a:pt x="222758" y="122899"/>
                </a:cubicBezTo>
                <a:cubicBezTo>
                  <a:pt x="224973" y="125953"/>
                  <a:pt x="227690" y="128227"/>
                  <a:pt x="230908" y="129719"/>
                </a:cubicBezTo>
                <a:cubicBezTo>
                  <a:pt x="234127" y="131211"/>
                  <a:pt x="237812" y="131958"/>
                  <a:pt x="241965" y="131958"/>
                </a:cubicBezTo>
                <a:cubicBezTo>
                  <a:pt x="245911" y="131958"/>
                  <a:pt x="249371" y="131335"/>
                  <a:pt x="252348" y="130089"/>
                </a:cubicBezTo>
                <a:cubicBezTo>
                  <a:pt x="255324" y="128843"/>
                  <a:pt x="257902" y="127476"/>
                  <a:pt x="260082" y="125988"/>
                </a:cubicBezTo>
                <a:cubicBezTo>
                  <a:pt x="262263" y="124500"/>
                  <a:pt x="264097" y="123150"/>
                  <a:pt x="265585" y="121939"/>
                </a:cubicBezTo>
                <a:cubicBezTo>
                  <a:pt x="267073" y="120728"/>
                  <a:pt x="268232" y="120122"/>
                  <a:pt x="269063" y="120122"/>
                </a:cubicBezTo>
                <a:cubicBezTo>
                  <a:pt x="269547" y="120122"/>
                  <a:pt x="269963" y="120260"/>
                  <a:pt x="270309" y="120537"/>
                </a:cubicBezTo>
                <a:cubicBezTo>
                  <a:pt x="270655" y="120814"/>
                  <a:pt x="270949" y="121281"/>
                  <a:pt x="271191" y="121939"/>
                </a:cubicBezTo>
                <a:cubicBezTo>
                  <a:pt x="271433" y="122596"/>
                  <a:pt x="271607" y="123427"/>
                  <a:pt x="271710" y="124431"/>
                </a:cubicBezTo>
                <a:cubicBezTo>
                  <a:pt x="271814" y="125434"/>
                  <a:pt x="271866" y="126628"/>
                  <a:pt x="271866" y="128012"/>
                </a:cubicBezTo>
                <a:close/>
                <a:moveTo>
                  <a:pt x="374008" y="91363"/>
                </a:moveTo>
                <a:cubicBezTo>
                  <a:pt x="374008" y="94063"/>
                  <a:pt x="373334" y="95983"/>
                  <a:pt x="371984" y="97125"/>
                </a:cubicBezTo>
                <a:cubicBezTo>
                  <a:pt x="370634" y="98267"/>
                  <a:pt x="369094" y="98838"/>
                  <a:pt x="367364" y="98838"/>
                </a:cubicBezTo>
                <a:lnTo>
                  <a:pt x="306109" y="98838"/>
                </a:lnTo>
                <a:cubicBezTo>
                  <a:pt x="306109" y="104045"/>
                  <a:pt x="306628" y="108731"/>
                  <a:pt x="307666" y="112897"/>
                </a:cubicBezTo>
                <a:cubicBezTo>
                  <a:pt x="308704" y="117062"/>
                  <a:pt x="310435" y="120638"/>
                  <a:pt x="312857" y="123623"/>
                </a:cubicBezTo>
                <a:cubicBezTo>
                  <a:pt x="315280" y="126608"/>
                  <a:pt x="318429" y="128899"/>
                  <a:pt x="322305" y="130498"/>
                </a:cubicBezTo>
                <a:cubicBezTo>
                  <a:pt x="326181" y="132094"/>
                  <a:pt x="330922" y="132892"/>
                  <a:pt x="336529" y="132892"/>
                </a:cubicBezTo>
                <a:cubicBezTo>
                  <a:pt x="340958" y="132892"/>
                  <a:pt x="344904" y="132529"/>
                  <a:pt x="348364" y="131802"/>
                </a:cubicBezTo>
                <a:cubicBezTo>
                  <a:pt x="351825" y="131075"/>
                  <a:pt x="354819" y="130262"/>
                  <a:pt x="357345" y="129362"/>
                </a:cubicBezTo>
                <a:cubicBezTo>
                  <a:pt x="359871" y="128462"/>
                  <a:pt x="361948" y="127649"/>
                  <a:pt x="363574" y="126922"/>
                </a:cubicBezTo>
                <a:cubicBezTo>
                  <a:pt x="365201" y="126196"/>
                  <a:pt x="366429" y="125832"/>
                  <a:pt x="367260" y="125832"/>
                </a:cubicBezTo>
                <a:cubicBezTo>
                  <a:pt x="367744" y="125832"/>
                  <a:pt x="368177" y="125953"/>
                  <a:pt x="368558" y="126196"/>
                </a:cubicBezTo>
                <a:cubicBezTo>
                  <a:pt x="368938" y="126438"/>
                  <a:pt x="369233" y="126801"/>
                  <a:pt x="369440" y="127286"/>
                </a:cubicBezTo>
                <a:cubicBezTo>
                  <a:pt x="369648" y="127770"/>
                  <a:pt x="369804" y="128445"/>
                  <a:pt x="369907" y="129310"/>
                </a:cubicBezTo>
                <a:cubicBezTo>
                  <a:pt x="370011" y="130175"/>
                  <a:pt x="370063" y="131231"/>
                  <a:pt x="370063" y="132477"/>
                </a:cubicBezTo>
                <a:cubicBezTo>
                  <a:pt x="370063" y="133377"/>
                  <a:pt x="370029" y="134155"/>
                  <a:pt x="369959" y="134813"/>
                </a:cubicBezTo>
                <a:cubicBezTo>
                  <a:pt x="369890" y="135470"/>
                  <a:pt x="369804" y="136059"/>
                  <a:pt x="369700" y="136578"/>
                </a:cubicBezTo>
                <a:cubicBezTo>
                  <a:pt x="369596" y="137097"/>
                  <a:pt x="369423" y="137564"/>
                  <a:pt x="369181" y="137979"/>
                </a:cubicBezTo>
                <a:cubicBezTo>
                  <a:pt x="368938" y="138395"/>
                  <a:pt x="368627" y="138793"/>
                  <a:pt x="368246" y="139173"/>
                </a:cubicBezTo>
                <a:cubicBezTo>
                  <a:pt x="367866" y="139554"/>
                  <a:pt x="366741" y="140177"/>
                  <a:pt x="364872" y="141042"/>
                </a:cubicBezTo>
                <a:cubicBezTo>
                  <a:pt x="363003" y="141907"/>
                  <a:pt x="360581" y="142755"/>
                  <a:pt x="357604" y="143586"/>
                </a:cubicBezTo>
                <a:cubicBezTo>
                  <a:pt x="354628" y="144416"/>
                  <a:pt x="351185" y="145160"/>
                  <a:pt x="347274" y="145818"/>
                </a:cubicBezTo>
                <a:cubicBezTo>
                  <a:pt x="343364" y="146475"/>
                  <a:pt x="339193" y="146804"/>
                  <a:pt x="334764" y="146804"/>
                </a:cubicBezTo>
                <a:cubicBezTo>
                  <a:pt x="327081" y="146804"/>
                  <a:pt x="320350" y="145730"/>
                  <a:pt x="314570" y="143582"/>
                </a:cubicBezTo>
                <a:cubicBezTo>
                  <a:pt x="308791" y="141435"/>
                  <a:pt x="303929" y="138248"/>
                  <a:pt x="299983" y="134021"/>
                </a:cubicBezTo>
                <a:cubicBezTo>
                  <a:pt x="296038" y="129795"/>
                  <a:pt x="293062" y="124494"/>
                  <a:pt x="291055" y="118120"/>
                </a:cubicBezTo>
                <a:cubicBezTo>
                  <a:pt x="289047" y="111746"/>
                  <a:pt x="288044" y="104332"/>
                  <a:pt x="288044" y="95880"/>
                </a:cubicBezTo>
                <a:cubicBezTo>
                  <a:pt x="288044" y="87842"/>
                  <a:pt x="289082" y="80619"/>
                  <a:pt x="291158" y="74210"/>
                </a:cubicBezTo>
                <a:cubicBezTo>
                  <a:pt x="293235" y="67801"/>
                  <a:pt x="296228" y="62362"/>
                  <a:pt x="300139" y="57894"/>
                </a:cubicBezTo>
                <a:cubicBezTo>
                  <a:pt x="304050" y="53425"/>
                  <a:pt x="308774" y="49996"/>
                  <a:pt x="314311" y="47606"/>
                </a:cubicBezTo>
                <a:cubicBezTo>
                  <a:pt x="319848" y="45216"/>
                  <a:pt x="326043" y="44020"/>
                  <a:pt x="332895" y="44020"/>
                </a:cubicBezTo>
                <a:cubicBezTo>
                  <a:pt x="340232" y="44020"/>
                  <a:pt x="346478" y="45197"/>
                  <a:pt x="351635" y="47550"/>
                </a:cubicBezTo>
                <a:cubicBezTo>
                  <a:pt x="356791" y="49904"/>
                  <a:pt x="361031" y="53070"/>
                  <a:pt x="364353" y="57050"/>
                </a:cubicBezTo>
                <a:cubicBezTo>
                  <a:pt x="367675" y="61030"/>
                  <a:pt x="370115" y="65702"/>
                  <a:pt x="371672" y="71066"/>
                </a:cubicBezTo>
                <a:cubicBezTo>
                  <a:pt x="373230" y="76430"/>
                  <a:pt x="374008" y="82158"/>
                  <a:pt x="374008" y="88249"/>
                </a:cubicBezTo>
                <a:lnTo>
                  <a:pt x="374008" y="91363"/>
                </a:lnTo>
                <a:moveTo>
                  <a:pt x="356774" y="86276"/>
                </a:moveTo>
                <a:cubicBezTo>
                  <a:pt x="356982" y="77278"/>
                  <a:pt x="354992" y="70218"/>
                  <a:pt x="350804" y="65096"/>
                </a:cubicBezTo>
                <a:cubicBezTo>
                  <a:pt x="346617" y="59974"/>
                  <a:pt x="340405" y="57414"/>
                  <a:pt x="332168" y="57414"/>
                </a:cubicBezTo>
                <a:cubicBezTo>
                  <a:pt x="327946" y="57414"/>
                  <a:pt x="324243" y="58209"/>
                  <a:pt x="321059" y="59801"/>
                </a:cubicBezTo>
                <a:cubicBezTo>
                  <a:pt x="317875" y="61393"/>
                  <a:pt x="315211" y="63504"/>
                  <a:pt x="313065" y="66135"/>
                </a:cubicBezTo>
                <a:cubicBezTo>
                  <a:pt x="310919" y="68765"/>
                  <a:pt x="309258" y="71827"/>
                  <a:pt x="308081" y="75323"/>
                </a:cubicBezTo>
                <a:cubicBezTo>
                  <a:pt x="306905" y="78818"/>
                  <a:pt x="306247" y="82469"/>
                  <a:pt x="306109" y="86276"/>
                </a:cubicBezTo>
                <a:lnTo>
                  <a:pt x="356774" y="86276"/>
                </a:lnTo>
                <a:close/>
                <a:moveTo>
                  <a:pt x="482759" y="84926"/>
                </a:moveTo>
                <a:cubicBezTo>
                  <a:pt x="482759" y="86241"/>
                  <a:pt x="482655" y="87366"/>
                  <a:pt x="482447" y="88301"/>
                </a:cubicBezTo>
                <a:cubicBezTo>
                  <a:pt x="482240" y="89235"/>
                  <a:pt x="481963" y="90014"/>
                  <a:pt x="481617" y="90637"/>
                </a:cubicBezTo>
                <a:cubicBezTo>
                  <a:pt x="481271" y="91259"/>
                  <a:pt x="480855" y="91709"/>
                  <a:pt x="480371" y="91986"/>
                </a:cubicBezTo>
                <a:cubicBezTo>
                  <a:pt x="479886" y="92263"/>
                  <a:pt x="479367" y="92402"/>
                  <a:pt x="478813" y="92402"/>
                </a:cubicBezTo>
                <a:lnTo>
                  <a:pt x="444760" y="92402"/>
                </a:lnTo>
                <a:lnTo>
                  <a:pt x="444760" y="130193"/>
                </a:lnTo>
                <a:cubicBezTo>
                  <a:pt x="444760" y="130746"/>
                  <a:pt x="444621" y="131214"/>
                  <a:pt x="444345" y="131594"/>
                </a:cubicBezTo>
                <a:cubicBezTo>
                  <a:pt x="444068" y="131975"/>
                  <a:pt x="443635" y="132304"/>
                  <a:pt x="443047" y="132581"/>
                </a:cubicBezTo>
                <a:cubicBezTo>
                  <a:pt x="442458" y="132857"/>
                  <a:pt x="441680" y="133082"/>
                  <a:pt x="440711" y="133255"/>
                </a:cubicBezTo>
                <a:cubicBezTo>
                  <a:pt x="439742" y="133428"/>
                  <a:pt x="438530" y="133515"/>
                  <a:pt x="437077" y="133515"/>
                </a:cubicBezTo>
                <a:cubicBezTo>
                  <a:pt x="435693" y="133515"/>
                  <a:pt x="434499" y="133428"/>
                  <a:pt x="433495" y="133255"/>
                </a:cubicBezTo>
                <a:cubicBezTo>
                  <a:pt x="432492" y="133082"/>
                  <a:pt x="431696" y="132857"/>
                  <a:pt x="431107" y="132581"/>
                </a:cubicBezTo>
                <a:cubicBezTo>
                  <a:pt x="430519" y="132304"/>
                  <a:pt x="430086" y="131975"/>
                  <a:pt x="429809" y="131594"/>
                </a:cubicBezTo>
                <a:cubicBezTo>
                  <a:pt x="429533" y="131214"/>
                  <a:pt x="429394" y="130746"/>
                  <a:pt x="429394" y="130193"/>
                </a:cubicBezTo>
                <a:lnTo>
                  <a:pt x="429394" y="92402"/>
                </a:lnTo>
                <a:lnTo>
                  <a:pt x="395341" y="92402"/>
                </a:lnTo>
                <a:cubicBezTo>
                  <a:pt x="394718" y="92402"/>
                  <a:pt x="394181" y="92263"/>
                  <a:pt x="393731" y="91986"/>
                </a:cubicBezTo>
                <a:cubicBezTo>
                  <a:pt x="393281" y="91709"/>
                  <a:pt x="392883" y="91259"/>
                  <a:pt x="392537" y="90637"/>
                </a:cubicBezTo>
                <a:cubicBezTo>
                  <a:pt x="392191" y="90014"/>
                  <a:pt x="391914" y="89235"/>
                  <a:pt x="391707" y="88301"/>
                </a:cubicBezTo>
                <a:cubicBezTo>
                  <a:pt x="391499" y="87366"/>
                  <a:pt x="391395" y="86241"/>
                  <a:pt x="391395" y="84926"/>
                </a:cubicBezTo>
                <a:cubicBezTo>
                  <a:pt x="391395" y="83680"/>
                  <a:pt x="391499" y="82590"/>
                  <a:pt x="391707" y="81656"/>
                </a:cubicBezTo>
                <a:cubicBezTo>
                  <a:pt x="391914" y="80722"/>
                  <a:pt x="392191" y="79943"/>
                  <a:pt x="392537" y="79320"/>
                </a:cubicBezTo>
                <a:cubicBezTo>
                  <a:pt x="392883" y="78697"/>
                  <a:pt x="393281" y="78247"/>
                  <a:pt x="393731" y="77970"/>
                </a:cubicBezTo>
                <a:cubicBezTo>
                  <a:pt x="394181" y="77693"/>
                  <a:pt x="394683" y="77555"/>
                  <a:pt x="395237" y="77555"/>
                </a:cubicBezTo>
                <a:lnTo>
                  <a:pt x="429394" y="77555"/>
                </a:lnTo>
                <a:lnTo>
                  <a:pt x="429394" y="39670"/>
                </a:lnTo>
                <a:cubicBezTo>
                  <a:pt x="429394" y="39114"/>
                  <a:pt x="429533" y="38611"/>
                  <a:pt x="429809" y="38161"/>
                </a:cubicBezTo>
                <a:cubicBezTo>
                  <a:pt x="430086" y="37709"/>
                  <a:pt x="430519" y="37327"/>
                  <a:pt x="431107" y="37016"/>
                </a:cubicBezTo>
                <a:cubicBezTo>
                  <a:pt x="431696" y="36702"/>
                  <a:pt x="432492" y="36459"/>
                  <a:pt x="433495" y="36286"/>
                </a:cubicBezTo>
                <a:cubicBezTo>
                  <a:pt x="434499" y="36113"/>
                  <a:pt x="435693" y="36026"/>
                  <a:pt x="437077" y="36026"/>
                </a:cubicBezTo>
                <a:cubicBezTo>
                  <a:pt x="438530" y="36026"/>
                  <a:pt x="439742" y="36113"/>
                  <a:pt x="440711" y="36286"/>
                </a:cubicBezTo>
                <a:cubicBezTo>
                  <a:pt x="441680" y="36459"/>
                  <a:pt x="442458" y="36702"/>
                  <a:pt x="443047" y="37016"/>
                </a:cubicBezTo>
                <a:cubicBezTo>
                  <a:pt x="443635" y="37327"/>
                  <a:pt x="444068" y="37709"/>
                  <a:pt x="444345" y="38161"/>
                </a:cubicBezTo>
                <a:cubicBezTo>
                  <a:pt x="444621" y="38611"/>
                  <a:pt x="444760" y="39114"/>
                  <a:pt x="444760" y="39670"/>
                </a:cubicBezTo>
                <a:lnTo>
                  <a:pt x="444760" y="77555"/>
                </a:lnTo>
                <a:lnTo>
                  <a:pt x="478917" y="77555"/>
                </a:lnTo>
                <a:cubicBezTo>
                  <a:pt x="479471" y="77555"/>
                  <a:pt x="479973" y="77693"/>
                  <a:pt x="480423" y="77970"/>
                </a:cubicBezTo>
                <a:cubicBezTo>
                  <a:pt x="480873" y="78247"/>
                  <a:pt x="481288" y="78697"/>
                  <a:pt x="481668" y="79320"/>
                </a:cubicBezTo>
                <a:cubicBezTo>
                  <a:pt x="482049" y="79943"/>
                  <a:pt x="482326" y="80722"/>
                  <a:pt x="482499" y="81656"/>
                </a:cubicBezTo>
                <a:cubicBezTo>
                  <a:pt x="482672" y="82590"/>
                  <a:pt x="482759" y="83680"/>
                  <a:pt x="482759" y="84926"/>
                </a:cubicBezTo>
                <a:close/>
                <a:moveTo>
                  <a:pt x="586110" y="137668"/>
                </a:moveTo>
                <a:cubicBezTo>
                  <a:pt x="586110" y="138983"/>
                  <a:pt x="586006" y="140090"/>
                  <a:pt x="585799" y="140990"/>
                </a:cubicBezTo>
                <a:cubicBezTo>
                  <a:pt x="585591" y="141890"/>
                  <a:pt x="585314" y="142617"/>
                  <a:pt x="584968" y="143170"/>
                </a:cubicBezTo>
                <a:cubicBezTo>
                  <a:pt x="584622" y="143724"/>
                  <a:pt x="584224" y="144122"/>
                  <a:pt x="583774" y="144364"/>
                </a:cubicBezTo>
                <a:cubicBezTo>
                  <a:pt x="583324" y="144607"/>
                  <a:pt x="582857" y="144728"/>
                  <a:pt x="582373" y="144728"/>
                </a:cubicBezTo>
                <a:lnTo>
                  <a:pt x="512189" y="144728"/>
                </a:lnTo>
                <a:cubicBezTo>
                  <a:pt x="511705" y="144728"/>
                  <a:pt x="511255" y="144607"/>
                  <a:pt x="510839" y="144364"/>
                </a:cubicBezTo>
                <a:cubicBezTo>
                  <a:pt x="510424" y="144122"/>
                  <a:pt x="510026" y="143724"/>
                  <a:pt x="509645" y="143170"/>
                </a:cubicBezTo>
                <a:cubicBezTo>
                  <a:pt x="509265" y="142617"/>
                  <a:pt x="508971" y="141890"/>
                  <a:pt x="508763" y="140990"/>
                </a:cubicBezTo>
                <a:cubicBezTo>
                  <a:pt x="508555" y="140090"/>
                  <a:pt x="508451" y="138983"/>
                  <a:pt x="508451" y="137668"/>
                </a:cubicBezTo>
                <a:cubicBezTo>
                  <a:pt x="508451" y="136422"/>
                  <a:pt x="508555" y="135349"/>
                  <a:pt x="508763" y="134449"/>
                </a:cubicBezTo>
                <a:cubicBezTo>
                  <a:pt x="508971" y="133550"/>
                  <a:pt x="509230" y="132806"/>
                  <a:pt x="509542" y="132217"/>
                </a:cubicBezTo>
                <a:cubicBezTo>
                  <a:pt x="509853" y="131629"/>
                  <a:pt x="510234" y="131179"/>
                  <a:pt x="510684" y="130868"/>
                </a:cubicBezTo>
                <a:cubicBezTo>
                  <a:pt x="511134" y="130556"/>
                  <a:pt x="511635" y="130400"/>
                  <a:pt x="512189" y="130400"/>
                </a:cubicBezTo>
                <a:lnTo>
                  <a:pt x="540221" y="130400"/>
                </a:lnTo>
                <a:lnTo>
                  <a:pt x="540221" y="28136"/>
                </a:lnTo>
                <a:lnTo>
                  <a:pt x="514266" y="43709"/>
                </a:lnTo>
                <a:cubicBezTo>
                  <a:pt x="512950" y="44401"/>
                  <a:pt x="511895" y="44816"/>
                  <a:pt x="511099" y="44955"/>
                </a:cubicBezTo>
                <a:cubicBezTo>
                  <a:pt x="510303" y="45093"/>
                  <a:pt x="509663" y="44938"/>
                  <a:pt x="509178" y="44488"/>
                </a:cubicBezTo>
                <a:cubicBezTo>
                  <a:pt x="508694" y="44038"/>
                  <a:pt x="508365" y="43293"/>
                  <a:pt x="508192" y="42252"/>
                </a:cubicBezTo>
                <a:cubicBezTo>
                  <a:pt x="508019" y="41210"/>
                  <a:pt x="507932" y="39890"/>
                  <a:pt x="507932" y="38294"/>
                </a:cubicBezTo>
                <a:cubicBezTo>
                  <a:pt x="507932" y="37113"/>
                  <a:pt x="507984" y="36106"/>
                  <a:pt x="508088" y="35273"/>
                </a:cubicBezTo>
                <a:cubicBezTo>
                  <a:pt x="508192" y="34441"/>
                  <a:pt x="508348" y="33746"/>
                  <a:pt x="508555" y="33191"/>
                </a:cubicBezTo>
                <a:cubicBezTo>
                  <a:pt x="508763" y="32635"/>
                  <a:pt x="509057" y="32149"/>
                  <a:pt x="509438" y="31734"/>
                </a:cubicBezTo>
                <a:cubicBezTo>
                  <a:pt x="509818" y="31316"/>
                  <a:pt x="510320" y="30900"/>
                  <a:pt x="510943" y="30485"/>
                </a:cubicBezTo>
                <a:lnTo>
                  <a:pt x="541882" y="10593"/>
                </a:lnTo>
                <a:cubicBezTo>
                  <a:pt x="542159" y="10385"/>
                  <a:pt x="542505" y="10212"/>
                  <a:pt x="542920" y="10074"/>
                </a:cubicBezTo>
                <a:cubicBezTo>
                  <a:pt x="543336" y="9933"/>
                  <a:pt x="543855" y="9794"/>
                  <a:pt x="544478" y="9655"/>
                </a:cubicBezTo>
                <a:cubicBezTo>
                  <a:pt x="545101" y="9517"/>
                  <a:pt x="545827" y="9431"/>
                  <a:pt x="546658" y="9396"/>
                </a:cubicBezTo>
                <a:cubicBezTo>
                  <a:pt x="547489" y="9361"/>
                  <a:pt x="548527" y="9344"/>
                  <a:pt x="549773" y="9344"/>
                </a:cubicBezTo>
                <a:cubicBezTo>
                  <a:pt x="551434" y="9344"/>
                  <a:pt x="552818" y="9413"/>
                  <a:pt x="553925" y="9552"/>
                </a:cubicBezTo>
                <a:cubicBezTo>
                  <a:pt x="555033" y="9690"/>
                  <a:pt x="555898" y="9880"/>
                  <a:pt x="556521" y="10123"/>
                </a:cubicBezTo>
                <a:cubicBezTo>
                  <a:pt x="557144" y="10365"/>
                  <a:pt x="557559" y="10677"/>
                  <a:pt x="557767" y="11060"/>
                </a:cubicBezTo>
                <a:cubicBezTo>
                  <a:pt x="557975" y="11441"/>
                  <a:pt x="558078" y="11839"/>
                  <a:pt x="558078" y="12254"/>
                </a:cubicBezTo>
                <a:lnTo>
                  <a:pt x="558078" y="130400"/>
                </a:lnTo>
                <a:lnTo>
                  <a:pt x="582373" y="130400"/>
                </a:lnTo>
                <a:cubicBezTo>
                  <a:pt x="582926" y="130400"/>
                  <a:pt x="583446" y="130556"/>
                  <a:pt x="583930" y="130868"/>
                </a:cubicBezTo>
                <a:cubicBezTo>
                  <a:pt x="584415" y="131179"/>
                  <a:pt x="584813" y="131629"/>
                  <a:pt x="585124" y="132217"/>
                </a:cubicBezTo>
                <a:cubicBezTo>
                  <a:pt x="585435" y="132806"/>
                  <a:pt x="585678" y="133550"/>
                  <a:pt x="585851" y="134449"/>
                </a:cubicBezTo>
                <a:cubicBezTo>
                  <a:pt x="586024" y="135349"/>
                  <a:pt x="586110" y="136422"/>
                  <a:pt x="586110" y="137668"/>
                </a:cubicBezTo>
                <a:close/>
                <a:moveTo>
                  <a:pt x="769024" y="64937"/>
                </a:moveTo>
                <a:cubicBezTo>
                  <a:pt x="769024" y="69648"/>
                  <a:pt x="768730" y="74463"/>
                  <a:pt x="768142" y="79382"/>
                </a:cubicBezTo>
                <a:cubicBezTo>
                  <a:pt x="767554" y="84300"/>
                  <a:pt x="766602" y="89080"/>
                  <a:pt x="765287" y="93722"/>
                </a:cubicBezTo>
                <a:cubicBezTo>
                  <a:pt x="763972" y="98364"/>
                  <a:pt x="762241" y="102746"/>
                  <a:pt x="760096" y="106868"/>
                </a:cubicBezTo>
                <a:cubicBezTo>
                  <a:pt x="757950" y="110989"/>
                  <a:pt x="755320" y="114609"/>
                  <a:pt x="752205" y="117728"/>
                </a:cubicBezTo>
                <a:cubicBezTo>
                  <a:pt x="749091" y="120844"/>
                  <a:pt x="745474" y="123286"/>
                  <a:pt x="741356" y="125053"/>
                </a:cubicBezTo>
                <a:cubicBezTo>
                  <a:pt x="737238" y="126818"/>
                  <a:pt x="732514" y="127701"/>
                  <a:pt x="727184" y="127701"/>
                </a:cubicBezTo>
                <a:cubicBezTo>
                  <a:pt x="724346" y="127701"/>
                  <a:pt x="721716" y="127372"/>
                  <a:pt x="719294" y="126715"/>
                </a:cubicBezTo>
                <a:cubicBezTo>
                  <a:pt x="716871" y="126055"/>
                  <a:pt x="714726" y="125102"/>
                  <a:pt x="712857" y="123856"/>
                </a:cubicBezTo>
                <a:cubicBezTo>
                  <a:pt x="710988" y="122608"/>
                  <a:pt x="709413" y="120997"/>
                  <a:pt x="708133" y="119022"/>
                </a:cubicBezTo>
                <a:cubicBezTo>
                  <a:pt x="706852" y="117045"/>
                  <a:pt x="705970" y="114775"/>
                  <a:pt x="705485" y="112212"/>
                </a:cubicBezTo>
                <a:cubicBezTo>
                  <a:pt x="702717" y="114985"/>
                  <a:pt x="700035" y="117359"/>
                  <a:pt x="697439" y="119334"/>
                </a:cubicBezTo>
                <a:cubicBezTo>
                  <a:pt x="694844" y="121308"/>
                  <a:pt x="692300" y="122920"/>
                  <a:pt x="689808" y="124168"/>
                </a:cubicBezTo>
                <a:cubicBezTo>
                  <a:pt x="687317" y="125414"/>
                  <a:pt x="684877" y="126314"/>
                  <a:pt x="682489" y="126870"/>
                </a:cubicBezTo>
                <a:cubicBezTo>
                  <a:pt x="680101" y="127424"/>
                  <a:pt x="677765" y="127701"/>
                  <a:pt x="675481" y="127701"/>
                </a:cubicBezTo>
                <a:cubicBezTo>
                  <a:pt x="672505" y="127701"/>
                  <a:pt x="669875" y="127407"/>
                  <a:pt x="667590" y="126818"/>
                </a:cubicBezTo>
                <a:cubicBezTo>
                  <a:pt x="665306" y="126228"/>
                  <a:pt x="663282" y="125362"/>
                  <a:pt x="661517" y="124220"/>
                </a:cubicBezTo>
                <a:cubicBezTo>
                  <a:pt x="659752" y="123075"/>
                  <a:pt x="658246" y="121672"/>
                  <a:pt x="657001" y="120008"/>
                </a:cubicBezTo>
                <a:cubicBezTo>
                  <a:pt x="655755" y="118345"/>
                  <a:pt x="654717" y="116474"/>
                  <a:pt x="653886" y="114396"/>
                </a:cubicBezTo>
                <a:cubicBezTo>
                  <a:pt x="653055" y="112317"/>
                  <a:pt x="652467" y="110031"/>
                  <a:pt x="652121" y="107537"/>
                </a:cubicBezTo>
                <a:cubicBezTo>
                  <a:pt x="651775" y="105041"/>
                  <a:pt x="651602" y="102337"/>
                  <a:pt x="651602" y="99426"/>
                </a:cubicBezTo>
                <a:cubicBezTo>
                  <a:pt x="651602" y="96445"/>
                  <a:pt x="651844" y="93032"/>
                  <a:pt x="652329" y="89186"/>
                </a:cubicBezTo>
                <a:cubicBezTo>
                  <a:pt x="652813" y="85341"/>
                  <a:pt x="653609" y="81374"/>
                  <a:pt x="654717" y="77286"/>
                </a:cubicBezTo>
                <a:cubicBezTo>
                  <a:pt x="655824" y="73196"/>
                  <a:pt x="657347" y="69193"/>
                  <a:pt x="659285" y="65278"/>
                </a:cubicBezTo>
                <a:cubicBezTo>
                  <a:pt x="661223" y="61363"/>
                  <a:pt x="663628" y="57863"/>
                  <a:pt x="666500" y="54779"/>
                </a:cubicBezTo>
                <a:cubicBezTo>
                  <a:pt x="669373" y="51695"/>
                  <a:pt x="672782" y="49200"/>
                  <a:pt x="676727" y="47294"/>
                </a:cubicBezTo>
                <a:cubicBezTo>
                  <a:pt x="680672" y="45389"/>
                  <a:pt x="685275" y="44436"/>
                  <a:pt x="690535" y="44436"/>
                </a:cubicBezTo>
                <a:cubicBezTo>
                  <a:pt x="692750" y="44436"/>
                  <a:pt x="694878" y="44696"/>
                  <a:pt x="696920" y="45218"/>
                </a:cubicBezTo>
                <a:cubicBezTo>
                  <a:pt x="698962" y="45737"/>
                  <a:pt x="700917" y="46551"/>
                  <a:pt x="702786" y="47661"/>
                </a:cubicBezTo>
                <a:cubicBezTo>
                  <a:pt x="704655" y="48768"/>
                  <a:pt x="706454" y="50154"/>
                  <a:pt x="708185" y="51817"/>
                </a:cubicBezTo>
                <a:cubicBezTo>
                  <a:pt x="709915" y="53480"/>
                  <a:pt x="711680" y="55455"/>
                  <a:pt x="713480" y="57741"/>
                </a:cubicBezTo>
                <a:lnTo>
                  <a:pt x="715245" y="48592"/>
                </a:lnTo>
                <a:cubicBezTo>
                  <a:pt x="715522" y="47623"/>
                  <a:pt x="716144" y="46896"/>
                  <a:pt x="717113" y="46412"/>
                </a:cubicBezTo>
                <a:cubicBezTo>
                  <a:pt x="718082" y="45925"/>
                  <a:pt x="719882" y="45682"/>
                  <a:pt x="722512" y="45682"/>
                </a:cubicBezTo>
                <a:cubicBezTo>
                  <a:pt x="723758" y="45682"/>
                  <a:pt x="724814" y="45751"/>
                  <a:pt x="725679" y="45889"/>
                </a:cubicBezTo>
                <a:cubicBezTo>
                  <a:pt x="726544" y="46028"/>
                  <a:pt x="727219" y="46218"/>
                  <a:pt x="727703" y="46460"/>
                </a:cubicBezTo>
                <a:cubicBezTo>
                  <a:pt x="728188" y="46703"/>
                  <a:pt x="728517" y="46998"/>
                  <a:pt x="728690" y="47346"/>
                </a:cubicBezTo>
                <a:cubicBezTo>
                  <a:pt x="728863" y="47692"/>
                  <a:pt x="728880" y="48107"/>
                  <a:pt x="728742" y="48592"/>
                </a:cubicBezTo>
                <a:lnTo>
                  <a:pt x="719501" y="96412"/>
                </a:lnTo>
                <a:cubicBezTo>
                  <a:pt x="718394" y="102446"/>
                  <a:pt x="718671" y="106903"/>
                  <a:pt x="720332" y="109782"/>
                </a:cubicBezTo>
                <a:cubicBezTo>
                  <a:pt x="721993" y="112661"/>
                  <a:pt x="725142" y="114100"/>
                  <a:pt x="729780" y="114100"/>
                </a:cubicBezTo>
                <a:cubicBezTo>
                  <a:pt x="732618" y="114100"/>
                  <a:pt x="735178" y="113391"/>
                  <a:pt x="737463" y="111972"/>
                </a:cubicBezTo>
                <a:cubicBezTo>
                  <a:pt x="739747" y="110551"/>
                  <a:pt x="741754" y="108628"/>
                  <a:pt x="743484" y="106203"/>
                </a:cubicBezTo>
                <a:cubicBezTo>
                  <a:pt x="745215" y="103776"/>
                  <a:pt x="746668" y="100953"/>
                  <a:pt x="747845" y="97732"/>
                </a:cubicBezTo>
                <a:cubicBezTo>
                  <a:pt x="749021" y="94509"/>
                  <a:pt x="749990" y="91113"/>
                  <a:pt x="750752" y="87545"/>
                </a:cubicBezTo>
                <a:cubicBezTo>
                  <a:pt x="751513" y="83976"/>
                  <a:pt x="752067" y="80320"/>
                  <a:pt x="752413" y="76578"/>
                </a:cubicBezTo>
                <a:cubicBezTo>
                  <a:pt x="752759" y="72836"/>
                  <a:pt x="752932" y="69233"/>
                  <a:pt x="752932" y="65768"/>
                </a:cubicBezTo>
                <a:cubicBezTo>
                  <a:pt x="752932" y="59740"/>
                  <a:pt x="752119" y="54007"/>
                  <a:pt x="750492" y="48569"/>
                </a:cubicBezTo>
                <a:cubicBezTo>
                  <a:pt x="748866" y="43129"/>
                  <a:pt x="746080" y="38348"/>
                  <a:pt x="742135" y="34226"/>
                </a:cubicBezTo>
                <a:cubicBezTo>
                  <a:pt x="738189" y="30103"/>
                  <a:pt x="732912" y="26812"/>
                  <a:pt x="726302" y="24353"/>
                </a:cubicBezTo>
                <a:cubicBezTo>
                  <a:pt x="719692" y="21891"/>
                  <a:pt x="711403" y="20661"/>
                  <a:pt x="701436" y="20661"/>
                </a:cubicBezTo>
                <a:cubicBezTo>
                  <a:pt x="693269" y="20661"/>
                  <a:pt x="686002" y="21561"/>
                  <a:pt x="679634" y="23363"/>
                </a:cubicBezTo>
                <a:cubicBezTo>
                  <a:pt x="673266" y="25163"/>
                  <a:pt x="667660" y="27604"/>
                  <a:pt x="662815" y="30686"/>
                </a:cubicBezTo>
                <a:cubicBezTo>
                  <a:pt x="657970" y="33768"/>
                  <a:pt x="653817" y="37319"/>
                  <a:pt x="650356" y="41337"/>
                </a:cubicBezTo>
                <a:cubicBezTo>
                  <a:pt x="646895" y="45354"/>
                  <a:pt x="643971" y="49631"/>
                  <a:pt x="641583" y="54169"/>
                </a:cubicBezTo>
                <a:cubicBezTo>
                  <a:pt x="639195" y="58707"/>
                  <a:pt x="637274" y="63349"/>
                  <a:pt x="635821" y="68094"/>
                </a:cubicBezTo>
                <a:cubicBezTo>
                  <a:pt x="634367" y="72838"/>
                  <a:pt x="633260" y="77409"/>
                  <a:pt x="632499" y="81808"/>
                </a:cubicBezTo>
                <a:cubicBezTo>
                  <a:pt x="631737" y="86206"/>
                  <a:pt x="631235" y="90345"/>
                  <a:pt x="630993" y="94225"/>
                </a:cubicBezTo>
                <a:cubicBezTo>
                  <a:pt x="630751" y="98103"/>
                  <a:pt x="630630" y="101393"/>
                  <a:pt x="630630" y="104094"/>
                </a:cubicBezTo>
                <a:cubicBezTo>
                  <a:pt x="630630" y="111782"/>
                  <a:pt x="631512" y="118812"/>
                  <a:pt x="633277" y="125187"/>
                </a:cubicBezTo>
                <a:cubicBezTo>
                  <a:pt x="635042" y="131559"/>
                  <a:pt x="638105" y="137065"/>
                  <a:pt x="642466" y="141707"/>
                </a:cubicBezTo>
                <a:cubicBezTo>
                  <a:pt x="646826" y="146347"/>
                  <a:pt x="652675" y="149948"/>
                  <a:pt x="660011" y="152511"/>
                </a:cubicBezTo>
                <a:cubicBezTo>
                  <a:pt x="667348" y="155074"/>
                  <a:pt x="676588" y="156356"/>
                  <a:pt x="687732" y="156356"/>
                </a:cubicBezTo>
                <a:cubicBezTo>
                  <a:pt x="692785" y="156356"/>
                  <a:pt x="697353" y="156067"/>
                  <a:pt x="701436" y="155490"/>
                </a:cubicBezTo>
                <a:cubicBezTo>
                  <a:pt x="705520" y="154912"/>
                  <a:pt x="709067" y="154301"/>
                  <a:pt x="712078" y="153656"/>
                </a:cubicBezTo>
                <a:cubicBezTo>
                  <a:pt x="715089" y="153012"/>
                  <a:pt x="717529" y="152401"/>
                  <a:pt x="719398" y="151823"/>
                </a:cubicBezTo>
                <a:cubicBezTo>
                  <a:pt x="721266" y="151246"/>
                  <a:pt x="722547" y="150957"/>
                  <a:pt x="723239" y="150957"/>
                </a:cubicBezTo>
                <a:cubicBezTo>
                  <a:pt x="723654" y="150957"/>
                  <a:pt x="724018" y="151078"/>
                  <a:pt x="724329" y="151320"/>
                </a:cubicBezTo>
                <a:cubicBezTo>
                  <a:pt x="724641" y="151563"/>
                  <a:pt x="724883" y="151943"/>
                  <a:pt x="725056" y="152462"/>
                </a:cubicBezTo>
                <a:cubicBezTo>
                  <a:pt x="725229" y="152982"/>
                  <a:pt x="725350" y="153639"/>
                  <a:pt x="725419" y="154435"/>
                </a:cubicBezTo>
                <a:cubicBezTo>
                  <a:pt x="725488" y="155231"/>
                  <a:pt x="725523" y="156217"/>
                  <a:pt x="725523" y="157394"/>
                </a:cubicBezTo>
                <a:cubicBezTo>
                  <a:pt x="725523" y="158363"/>
                  <a:pt x="725506" y="159159"/>
                  <a:pt x="725471" y="159782"/>
                </a:cubicBezTo>
                <a:cubicBezTo>
                  <a:pt x="725437" y="160405"/>
                  <a:pt x="725350" y="160976"/>
                  <a:pt x="725212" y="161495"/>
                </a:cubicBezTo>
                <a:cubicBezTo>
                  <a:pt x="725073" y="162014"/>
                  <a:pt x="724883" y="162481"/>
                  <a:pt x="724641" y="162897"/>
                </a:cubicBezTo>
                <a:cubicBezTo>
                  <a:pt x="724398" y="163312"/>
                  <a:pt x="724070" y="163693"/>
                  <a:pt x="723654" y="164039"/>
                </a:cubicBezTo>
                <a:cubicBezTo>
                  <a:pt x="723239" y="164385"/>
                  <a:pt x="722045" y="164897"/>
                  <a:pt x="720072" y="165576"/>
                </a:cubicBezTo>
                <a:cubicBezTo>
                  <a:pt x="718100" y="166256"/>
                  <a:pt x="715435" y="166935"/>
                  <a:pt x="712078" y="167614"/>
                </a:cubicBezTo>
                <a:cubicBezTo>
                  <a:pt x="708721" y="168293"/>
                  <a:pt x="704793" y="168871"/>
                  <a:pt x="700294" y="169347"/>
                </a:cubicBezTo>
                <a:cubicBezTo>
                  <a:pt x="695795" y="169822"/>
                  <a:pt x="690847" y="170060"/>
                  <a:pt x="685448" y="170060"/>
                </a:cubicBezTo>
                <a:cubicBezTo>
                  <a:pt x="672505" y="170060"/>
                  <a:pt x="661551" y="168536"/>
                  <a:pt x="652588" y="165489"/>
                </a:cubicBezTo>
                <a:cubicBezTo>
                  <a:pt x="643625" y="162441"/>
                  <a:pt x="636323" y="158078"/>
                  <a:pt x="630682" y="152398"/>
                </a:cubicBezTo>
                <a:cubicBezTo>
                  <a:pt x="625041" y="146720"/>
                  <a:pt x="620974" y="139899"/>
                  <a:pt x="618483" y="131935"/>
                </a:cubicBezTo>
                <a:cubicBezTo>
                  <a:pt x="615991" y="123969"/>
                  <a:pt x="614745" y="115068"/>
                  <a:pt x="614745" y="105233"/>
                </a:cubicBezTo>
                <a:cubicBezTo>
                  <a:pt x="614745" y="101632"/>
                  <a:pt x="614935" y="97494"/>
                  <a:pt x="615316" y="92820"/>
                </a:cubicBezTo>
                <a:cubicBezTo>
                  <a:pt x="615697" y="88144"/>
                  <a:pt x="616424" y="83157"/>
                  <a:pt x="617496" y="77860"/>
                </a:cubicBezTo>
                <a:cubicBezTo>
                  <a:pt x="618569" y="72561"/>
                  <a:pt x="620075" y="67159"/>
                  <a:pt x="622013" y="61654"/>
                </a:cubicBezTo>
                <a:cubicBezTo>
                  <a:pt x="623951" y="56147"/>
                  <a:pt x="626460" y="50762"/>
                  <a:pt x="629540" y="45500"/>
                </a:cubicBezTo>
                <a:cubicBezTo>
                  <a:pt x="632620" y="40235"/>
                  <a:pt x="636357" y="35266"/>
                  <a:pt x="640752" y="30592"/>
                </a:cubicBezTo>
                <a:cubicBezTo>
                  <a:pt x="645148" y="25915"/>
                  <a:pt x="650339" y="21829"/>
                  <a:pt x="656326" y="18331"/>
                </a:cubicBezTo>
                <a:cubicBezTo>
                  <a:pt x="662313" y="14834"/>
                  <a:pt x="669165" y="12081"/>
                  <a:pt x="676882" y="10074"/>
                </a:cubicBezTo>
                <a:cubicBezTo>
                  <a:pt x="684600" y="8065"/>
                  <a:pt x="693338" y="7060"/>
                  <a:pt x="703098" y="7060"/>
                </a:cubicBezTo>
                <a:cubicBezTo>
                  <a:pt x="714449" y="7060"/>
                  <a:pt x="724260" y="8428"/>
                  <a:pt x="732531" y="11164"/>
                </a:cubicBezTo>
                <a:cubicBezTo>
                  <a:pt x="740802" y="13900"/>
                  <a:pt x="747637" y="17762"/>
                  <a:pt x="753036" y="22750"/>
                </a:cubicBezTo>
                <a:cubicBezTo>
                  <a:pt x="758435" y="27738"/>
                  <a:pt x="762449" y="33817"/>
                  <a:pt x="765079" y="40987"/>
                </a:cubicBezTo>
                <a:cubicBezTo>
                  <a:pt x="767709" y="48157"/>
                  <a:pt x="769024" y="56141"/>
                  <a:pt x="769024" y="64937"/>
                </a:cubicBezTo>
                <a:moveTo>
                  <a:pt x="708808" y="71670"/>
                </a:moveTo>
                <a:cubicBezTo>
                  <a:pt x="706178" y="67229"/>
                  <a:pt x="703478" y="63830"/>
                  <a:pt x="700710" y="61472"/>
                </a:cubicBezTo>
                <a:cubicBezTo>
                  <a:pt x="697941" y="59113"/>
                  <a:pt x="694792" y="57933"/>
                  <a:pt x="691262" y="57933"/>
                </a:cubicBezTo>
                <a:cubicBezTo>
                  <a:pt x="688355" y="57933"/>
                  <a:pt x="685725" y="58643"/>
                  <a:pt x="683371" y="60064"/>
                </a:cubicBezTo>
                <a:cubicBezTo>
                  <a:pt x="681018" y="61485"/>
                  <a:pt x="678976" y="63323"/>
                  <a:pt x="677246" y="65577"/>
                </a:cubicBezTo>
                <a:cubicBezTo>
                  <a:pt x="675515" y="67830"/>
                  <a:pt x="674045" y="70379"/>
                  <a:pt x="672833" y="73224"/>
                </a:cubicBezTo>
                <a:cubicBezTo>
                  <a:pt x="671622" y="76066"/>
                  <a:pt x="670636" y="78978"/>
                  <a:pt x="669875" y="81961"/>
                </a:cubicBezTo>
                <a:cubicBezTo>
                  <a:pt x="669113" y="84941"/>
                  <a:pt x="668577" y="87837"/>
                  <a:pt x="668265" y="90646"/>
                </a:cubicBezTo>
                <a:cubicBezTo>
                  <a:pt x="667954" y="93454"/>
                  <a:pt x="667798" y="95933"/>
                  <a:pt x="667798" y="98083"/>
                </a:cubicBezTo>
                <a:cubicBezTo>
                  <a:pt x="667798" y="103213"/>
                  <a:pt x="668715" y="107166"/>
                  <a:pt x="670549" y="109941"/>
                </a:cubicBezTo>
                <a:cubicBezTo>
                  <a:pt x="672384" y="112714"/>
                  <a:pt x="675481" y="114100"/>
                  <a:pt x="679841" y="114100"/>
                </a:cubicBezTo>
                <a:cubicBezTo>
                  <a:pt x="681503" y="114100"/>
                  <a:pt x="683198" y="113806"/>
                  <a:pt x="684929" y="113218"/>
                </a:cubicBezTo>
                <a:cubicBezTo>
                  <a:pt x="686659" y="112627"/>
                  <a:pt x="688493" y="111725"/>
                  <a:pt x="690431" y="110512"/>
                </a:cubicBezTo>
                <a:cubicBezTo>
                  <a:pt x="692369" y="109296"/>
                  <a:pt x="694428" y="107700"/>
                  <a:pt x="696609" y="105723"/>
                </a:cubicBezTo>
                <a:cubicBezTo>
                  <a:pt x="698789" y="103746"/>
                  <a:pt x="701194" y="101405"/>
                  <a:pt x="703824" y="98699"/>
                </a:cubicBezTo>
                <a:lnTo>
                  <a:pt x="708808" y="71670"/>
                </a:lnTo>
                <a:moveTo>
                  <a:pt x="597095" y="10382"/>
                </a:moveTo>
                <a:lnTo>
                  <a:pt x="597095" y="10382"/>
                </a:lnTo>
                <a:close/>
                <a:moveTo>
                  <a:pt x="872673" y="142236"/>
                </a:moveTo>
                <a:cubicBezTo>
                  <a:pt x="872673" y="143067"/>
                  <a:pt x="872396" y="143690"/>
                  <a:pt x="871843" y="144105"/>
                </a:cubicBezTo>
                <a:cubicBezTo>
                  <a:pt x="871289" y="144520"/>
                  <a:pt x="870528" y="144832"/>
                  <a:pt x="869559" y="145039"/>
                </a:cubicBezTo>
                <a:cubicBezTo>
                  <a:pt x="868590" y="145247"/>
                  <a:pt x="867171" y="145351"/>
                  <a:pt x="865302" y="145351"/>
                </a:cubicBezTo>
                <a:cubicBezTo>
                  <a:pt x="863502" y="145351"/>
                  <a:pt x="862066" y="145247"/>
                  <a:pt x="860993" y="145039"/>
                </a:cubicBezTo>
                <a:cubicBezTo>
                  <a:pt x="859921" y="144832"/>
                  <a:pt x="859142" y="144520"/>
                  <a:pt x="858657" y="144105"/>
                </a:cubicBezTo>
                <a:cubicBezTo>
                  <a:pt x="858173" y="143690"/>
                  <a:pt x="857931" y="143067"/>
                  <a:pt x="857931" y="142236"/>
                </a:cubicBezTo>
                <a:lnTo>
                  <a:pt x="857931" y="132892"/>
                </a:lnTo>
                <a:cubicBezTo>
                  <a:pt x="853847" y="137253"/>
                  <a:pt x="849296" y="140661"/>
                  <a:pt x="844278" y="143119"/>
                </a:cubicBezTo>
                <a:cubicBezTo>
                  <a:pt x="839260" y="145576"/>
                  <a:pt x="833948" y="146804"/>
                  <a:pt x="828341" y="146804"/>
                </a:cubicBezTo>
                <a:cubicBezTo>
                  <a:pt x="823427" y="146804"/>
                  <a:pt x="818980" y="146162"/>
                  <a:pt x="815000" y="144877"/>
                </a:cubicBezTo>
                <a:cubicBezTo>
                  <a:pt x="811020" y="143592"/>
                  <a:pt x="807629" y="141734"/>
                  <a:pt x="804826" y="139303"/>
                </a:cubicBezTo>
                <a:cubicBezTo>
                  <a:pt x="802022" y="136872"/>
                  <a:pt x="799842" y="133886"/>
                  <a:pt x="798285" y="130345"/>
                </a:cubicBezTo>
                <a:cubicBezTo>
                  <a:pt x="796728" y="126802"/>
                  <a:pt x="795949" y="122773"/>
                  <a:pt x="795949" y="118256"/>
                </a:cubicBezTo>
                <a:cubicBezTo>
                  <a:pt x="795949" y="112979"/>
                  <a:pt x="797022" y="108395"/>
                  <a:pt x="799167" y="104506"/>
                </a:cubicBezTo>
                <a:cubicBezTo>
                  <a:pt x="801313" y="100615"/>
                  <a:pt x="804393" y="97385"/>
                  <a:pt x="808408" y="94815"/>
                </a:cubicBezTo>
                <a:cubicBezTo>
                  <a:pt x="812422" y="92246"/>
                  <a:pt x="817336" y="90319"/>
                  <a:pt x="823150" y="89034"/>
                </a:cubicBezTo>
                <a:cubicBezTo>
                  <a:pt x="828964" y="87749"/>
                  <a:pt x="835505" y="87107"/>
                  <a:pt x="842773" y="87107"/>
                </a:cubicBezTo>
                <a:lnTo>
                  <a:pt x="855647" y="87107"/>
                </a:lnTo>
                <a:lnTo>
                  <a:pt x="855647" y="79865"/>
                </a:lnTo>
                <a:cubicBezTo>
                  <a:pt x="855647" y="76279"/>
                  <a:pt x="855266" y="73107"/>
                  <a:pt x="854504" y="70349"/>
                </a:cubicBezTo>
                <a:cubicBezTo>
                  <a:pt x="853743" y="67589"/>
                  <a:pt x="852515" y="65295"/>
                  <a:pt x="850819" y="63468"/>
                </a:cubicBezTo>
                <a:cubicBezTo>
                  <a:pt x="849123" y="61640"/>
                  <a:pt x="846925" y="60261"/>
                  <a:pt x="844226" y="59331"/>
                </a:cubicBezTo>
                <a:cubicBezTo>
                  <a:pt x="841527" y="58399"/>
                  <a:pt x="838204" y="57933"/>
                  <a:pt x="834259" y="57933"/>
                </a:cubicBezTo>
                <a:cubicBezTo>
                  <a:pt x="830037" y="57933"/>
                  <a:pt x="826248" y="58429"/>
                  <a:pt x="822891" y="59422"/>
                </a:cubicBezTo>
                <a:cubicBezTo>
                  <a:pt x="819534" y="60415"/>
                  <a:pt x="816592" y="61510"/>
                  <a:pt x="814066" y="62708"/>
                </a:cubicBezTo>
                <a:cubicBezTo>
                  <a:pt x="811540" y="63907"/>
                  <a:pt x="809428" y="65002"/>
                  <a:pt x="807733" y="65995"/>
                </a:cubicBezTo>
                <a:cubicBezTo>
                  <a:pt x="806037" y="66988"/>
                  <a:pt x="804774" y="67484"/>
                  <a:pt x="803943" y="67484"/>
                </a:cubicBezTo>
                <a:cubicBezTo>
                  <a:pt x="803389" y="67484"/>
                  <a:pt x="802905" y="67346"/>
                  <a:pt x="802490" y="67069"/>
                </a:cubicBezTo>
                <a:cubicBezTo>
                  <a:pt x="802074" y="66792"/>
                  <a:pt x="801711" y="66377"/>
                  <a:pt x="801400" y="65823"/>
                </a:cubicBezTo>
                <a:cubicBezTo>
                  <a:pt x="801088" y="65269"/>
                  <a:pt x="800863" y="64560"/>
                  <a:pt x="800725" y="63695"/>
                </a:cubicBezTo>
                <a:cubicBezTo>
                  <a:pt x="800586" y="62830"/>
                  <a:pt x="800517" y="61878"/>
                  <a:pt x="800517" y="60840"/>
                </a:cubicBezTo>
                <a:cubicBezTo>
                  <a:pt x="800517" y="59109"/>
                  <a:pt x="800638" y="57742"/>
                  <a:pt x="800880" y="56739"/>
                </a:cubicBezTo>
                <a:cubicBezTo>
                  <a:pt x="801123" y="55735"/>
                  <a:pt x="801711" y="54783"/>
                  <a:pt x="802645" y="53884"/>
                </a:cubicBezTo>
                <a:cubicBezTo>
                  <a:pt x="803580" y="52984"/>
                  <a:pt x="805189" y="51936"/>
                  <a:pt x="807473" y="50740"/>
                </a:cubicBezTo>
                <a:cubicBezTo>
                  <a:pt x="809757" y="49541"/>
                  <a:pt x="812387" y="48447"/>
                  <a:pt x="815364" y="47456"/>
                </a:cubicBezTo>
                <a:cubicBezTo>
                  <a:pt x="818340" y="46466"/>
                  <a:pt x="821593" y="45646"/>
                  <a:pt x="825123" y="44997"/>
                </a:cubicBezTo>
                <a:cubicBezTo>
                  <a:pt x="828653" y="44346"/>
                  <a:pt x="832217" y="44020"/>
                  <a:pt x="835817" y="44020"/>
                </a:cubicBezTo>
                <a:cubicBezTo>
                  <a:pt x="842530" y="44020"/>
                  <a:pt x="848241" y="44782"/>
                  <a:pt x="852947" y="46305"/>
                </a:cubicBezTo>
                <a:cubicBezTo>
                  <a:pt x="857654" y="47827"/>
                  <a:pt x="861461" y="50059"/>
                  <a:pt x="864368" y="53001"/>
                </a:cubicBezTo>
                <a:cubicBezTo>
                  <a:pt x="867275" y="55943"/>
                  <a:pt x="869386" y="59594"/>
                  <a:pt x="870701" y="63954"/>
                </a:cubicBezTo>
                <a:cubicBezTo>
                  <a:pt x="872016" y="68315"/>
                  <a:pt x="872673" y="73402"/>
                  <a:pt x="872673" y="79216"/>
                </a:cubicBezTo>
                <a:lnTo>
                  <a:pt x="872673" y="142236"/>
                </a:lnTo>
                <a:moveTo>
                  <a:pt x="855647" y="99461"/>
                </a:moveTo>
                <a:lnTo>
                  <a:pt x="841008" y="99461"/>
                </a:lnTo>
                <a:cubicBezTo>
                  <a:pt x="836301" y="99461"/>
                  <a:pt x="832217" y="99863"/>
                  <a:pt x="828757" y="100665"/>
                </a:cubicBezTo>
                <a:cubicBezTo>
                  <a:pt x="825296" y="101465"/>
                  <a:pt x="822423" y="102649"/>
                  <a:pt x="820139" y="104214"/>
                </a:cubicBezTo>
                <a:cubicBezTo>
                  <a:pt x="817855" y="105780"/>
                  <a:pt x="816177" y="107661"/>
                  <a:pt x="815104" y="109857"/>
                </a:cubicBezTo>
                <a:cubicBezTo>
                  <a:pt x="814031" y="112050"/>
                  <a:pt x="813495" y="114574"/>
                  <a:pt x="813495" y="117429"/>
                </a:cubicBezTo>
                <a:cubicBezTo>
                  <a:pt x="813495" y="122304"/>
                  <a:pt x="815035" y="126187"/>
                  <a:pt x="818115" y="129077"/>
                </a:cubicBezTo>
                <a:cubicBezTo>
                  <a:pt x="821195" y="131966"/>
                  <a:pt x="825504" y="133411"/>
                  <a:pt x="831041" y="133411"/>
                </a:cubicBezTo>
                <a:cubicBezTo>
                  <a:pt x="835540" y="133411"/>
                  <a:pt x="839710" y="132263"/>
                  <a:pt x="843551" y="129966"/>
                </a:cubicBezTo>
                <a:cubicBezTo>
                  <a:pt x="847393" y="127666"/>
                  <a:pt x="851424" y="124149"/>
                  <a:pt x="855647" y="119415"/>
                </a:cubicBezTo>
                <a:lnTo>
                  <a:pt x="855647" y="99461"/>
                </a:lnTo>
                <a:close/>
                <a:moveTo>
                  <a:pt x="925670" y="133463"/>
                </a:moveTo>
                <a:cubicBezTo>
                  <a:pt x="925670" y="138399"/>
                  <a:pt x="924857" y="141683"/>
                  <a:pt x="923231" y="143316"/>
                </a:cubicBezTo>
                <a:cubicBezTo>
                  <a:pt x="921604" y="144949"/>
                  <a:pt x="918645" y="145766"/>
                  <a:pt x="914354" y="145766"/>
                </a:cubicBezTo>
                <a:cubicBezTo>
                  <a:pt x="910201" y="145766"/>
                  <a:pt x="907329" y="144967"/>
                  <a:pt x="905737" y="143368"/>
                </a:cubicBezTo>
                <a:cubicBezTo>
                  <a:pt x="904145" y="141770"/>
                  <a:pt x="903349" y="138572"/>
                  <a:pt x="903349" y="133775"/>
                </a:cubicBezTo>
                <a:cubicBezTo>
                  <a:pt x="903349" y="128839"/>
                  <a:pt x="904162" y="125554"/>
                  <a:pt x="905789" y="123921"/>
                </a:cubicBezTo>
                <a:cubicBezTo>
                  <a:pt x="907415" y="122288"/>
                  <a:pt x="910374" y="121472"/>
                  <a:pt x="914665" y="121472"/>
                </a:cubicBezTo>
                <a:cubicBezTo>
                  <a:pt x="918818" y="121472"/>
                  <a:pt x="921691" y="122271"/>
                  <a:pt x="923283" y="123869"/>
                </a:cubicBezTo>
                <a:cubicBezTo>
                  <a:pt x="924875" y="125468"/>
                  <a:pt x="925670" y="128666"/>
                  <a:pt x="925670" y="133463"/>
                </a:cubicBezTo>
                <a:close/>
                <a:moveTo>
                  <a:pt x="1023524" y="128012"/>
                </a:moveTo>
                <a:cubicBezTo>
                  <a:pt x="1023524" y="129189"/>
                  <a:pt x="1023490" y="130210"/>
                  <a:pt x="1023421" y="131075"/>
                </a:cubicBezTo>
                <a:cubicBezTo>
                  <a:pt x="1023351" y="131940"/>
                  <a:pt x="1023230" y="132667"/>
                  <a:pt x="1023057" y="133255"/>
                </a:cubicBezTo>
                <a:cubicBezTo>
                  <a:pt x="1022884" y="133844"/>
                  <a:pt x="1022676" y="134363"/>
                  <a:pt x="1022434" y="134813"/>
                </a:cubicBezTo>
                <a:cubicBezTo>
                  <a:pt x="1022192" y="135263"/>
                  <a:pt x="1021638" y="135920"/>
                  <a:pt x="1020773" y="136785"/>
                </a:cubicBezTo>
                <a:cubicBezTo>
                  <a:pt x="1019908" y="137651"/>
                  <a:pt x="1018437" y="138723"/>
                  <a:pt x="1016361" y="140004"/>
                </a:cubicBezTo>
                <a:cubicBezTo>
                  <a:pt x="1014284" y="141284"/>
                  <a:pt x="1011948" y="142426"/>
                  <a:pt x="1009353" y="143430"/>
                </a:cubicBezTo>
                <a:cubicBezTo>
                  <a:pt x="1006757" y="144434"/>
                  <a:pt x="1003937" y="145247"/>
                  <a:pt x="1000891" y="145870"/>
                </a:cubicBezTo>
                <a:cubicBezTo>
                  <a:pt x="997846" y="146493"/>
                  <a:pt x="994696" y="146804"/>
                  <a:pt x="991443" y="146804"/>
                </a:cubicBezTo>
                <a:cubicBezTo>
                  <a:pt x="984730" y="146804"/>
                  <a:pt x="978777" y="145695"/>
                  <a:pt x="973586" y="143475"/>
                </a:cubicBezTo>
                <a:cubicBezTo>
                  <a:pt x="968395" y="141256"/>
                  <a:pt x="964052" y="138014"/>
                  <a:pt x="960556" y="133749"/>
                </a:cubicBezTo>
                <a:cubicBezTo>
                  <a:pt x="957061" y="129483"/>
                  <a:pt x="954396" y="124247"/>
                  <a:pt x="952562" y="118039"/>
                </a:cubicBezTo>
                <a:cubicBezTo>
                  <a:pt x="950728" y="111831"/>
                  <a:pt x="949811" y="104671"/>
                  <a:pt x="949811" y="96558"/>
                </a:cubicBezTo>
                <a:cubicBezTo>
                  <a:pt x="949811" y="87333"/>
                  <a:pt x="950936" y="79409"/>
                  <a:pt x="953185" y="72786"/>
                </a:cubicBezTo>
                <a:cubicBezTo>
                  <a:pt x="955434" y="66163"/>
                  <a:pt x="958515" y="60736"/>
                  <a:pt x="962425" y="56505"/>
                </a:cubicBezTo>
                <a:cubicBezTo>
                  <a:pt x="966336" y="52274"/>
                  <a:pt x="970939" y="49136"/>
                  <a:pt x="976233" y="47090"/>
                </a:cubicBezTo>
                <a:cubicBezTo>
                  <a:pt x="981528" y="45044"/>
                  <a:pt x="987256" y="44020"/>
                  <a:pt x="993416" y="44020"/>
                </a:cubicBezTo>
                <a:cubicBezTo>
                  <a:pt x="996392" y="44020"/>
                  <a:pt x="999282" y="44297"/>
                  <a:pt x="1002085" y="44851"/>
                </a:cubicBezTo>
                <a:cubicBezTo>
                  <a:pt x="1004888" y="45405"/>
                  <a:pt x="1007467" y="46132"/>
                  <a:pt x="1009820" y="47031"/>
                </a:cubicBezTo>
                <a:cubicBezTo>
                  <a:pt x="1012173" y="47931"/>
                  <a:pt x="1014267" y="48969"/>
                  <a:pt x="1016101" y="50146"/>
                </a:cubicBezTo>
                <a:cubicBezTo>
                  <a:pt x="1017935" y="51323"/>
                  <a:pt x="1019268" y="52326"/>
                  <a:pt x="1020098" y="53157"/>
                </a:cubicBezTo>
                <a:cubicBezTo>
                  <a:pt x="1020929" y="53987"/>
                  <a:pt x="1021500" y="54645"/>
                  <a:pt x="1021811" y="55129"/>
                </a:cubicBezTo>
                <a:cubicBezTo>
                  <a:pt x="1022123" y="55614"/>
                  <a:pt x="1022382" y="56185"/>
                  <a:pt x="1022590" y="56842"/>
                </a:cubicBezTo>
                <a:cubicBezTo>
                  <a:pt x="1022798" y="57500"/>
                  <a:pt x="1022936" y="58244"/>
                  <a:pt x="1023005" y="59075"/>
                </a:cubicBezTo>
                <a:cubicBezTo>
                  <a:pt x="1023074" y="59905"/>
                  <a:pt x="1023109" y="60943"/>
                  <a:pt x="1023109" y="62189"/>
                </a:cubicBezTo>
                <a:cubicBezTo>
                  <a:pt x="1023109" y="64889"/>
                  <a:pt x="1022798" y="66775"/>
                  <a:pt x="1022175" y="67848"/>
                </a:cubicBezTo>
                <a:cubicBezTo>
                  <a:pt x="1021552" y="68920"/>
                  <a:pt x="1020790" y="69457"/>
                  <a:pt x="1019891" y="69457"/>
                </a:cubicBezTo>
                <a:cubicBezTo>
                  <a:pt x="1018852" y="69457"/>
                  <a:pt x="1017658" y="68886"/>
                  <a:pt x="1016309" y="67744"/>
                </a:cubicBezTo>
                <a:cubicBezTo>
                  <a:pt x="1014959" y="66602"/>
                  <a:pt x="1013246" y="65339"/>
                  <a:pt x="1011170" y="63954"/>
                </a:cubicBezTo>
                <a:cubicBezTo>
                  <a:pt x="1009093" y="62570"/>
                  <a:pt x="1006584" y="61307"/>
                  <a:pt x="1003642" y="60165"/>
                </a:cubicBezTo>
                <a:cubicBezTo>
                  <a:pt x="1000701" y="59023"/>
                  <a:pt x="997223" y="58452"/>
                  <a:pt x="993208" y="58452"/>
                </a:cubicBezTo>
                <a:cubicBezTo>
                  <a:pt x="984972" y="58452"/>
                  <a:pt x="978656" y="61628"/>
                  <a:pt x="974261" y="67981"/>
                </a:cubicBezTo>
                <a:cubicBezTo>
                  <a:pt x="969866" y="74331"/>
                  <a:pt x="967668" y="83544"/>
                  <a:pt x="967668" y="95620"/>
                </a:cubicBezTo>
                <a:cubicBezTo>
                  <a:pt x="967668" y="101659"/>
                  <a:pt x="968239" y="106952"/>
                  <a:pt x="969381" y="111498"/>
                </a:cubicBezTo>
                <a:cubicBezTo>
                  <a:pt x="970523" y="116045"/>
                  <a:pt x="972202" y="119845"/>
                  <a:pt x="974417" y="122899"/>
                </a:cubicBezTo>
                <a:cubicBezTo>
                  <a:pt x="976631" y="125953"/>
                  <a:pt x="979348" y="128227"/>
                  <a:pt x="982567" y="129719"/>
                </a:cubicBezTo>
                <a:cubicBezTo>
                  <a:pt x="985785" y="131211"/>
                  <a:pt x="989471" y="131958"/>
                  <a:pt x="993624" y="131958"/>
                </a:cubicBezTo>
                <a:cubicBezTo>
                  <a:pt x="997569" y="131958"/>
                  <a:pt x="1001030" y="131335"/>
                  <a:pt x="1004006" y="130089"/>
                </a:cubicBezTo>
                <a:cubicBezTo>
                  <a:pt x="1006982" y="128843"/>
                  <a:pt x="1009560" y="127476"/>
                  <a:pt x="1011741" y="125988"/>
                </a:cubicBezTo>
                <a:cubicBezTo>
                  <a:pt x="1013921" y="124500"/>
                  <a:pt x="1015755" y="123150"/>
                  <a:pt x="1017243" y="121939"/>
                </a:cubicBezTo>
                <a:cubicBezTo>
                  <a:pt x="1018731" y="120728"/>
                  <a:pt x="1019891" y="120122"/>
                  <a:pt x="1020721" y="120122"/>
                </a:cubicBezTo>
                <a:cubicBezTo>
                  <a:pt x="1021206" y="120122"/>
                  <a:pt x="1021621" y="120260"/>
                  <a:pt x="1021967" y="120537"/>
                </a:cubicBezTo>
                <a:cubicBezTo>
                  <a:pt x="1022313" y="120814"/>
                  <a:pt x="1022607" y="121281"/>
                  <a:pt x="1022850" y="121939"/>
                </a:cubicBezTo>
                <a:cubicBezTo>
                  <a:pt x="1023092" y="122596"/>
                  <a:pt x="1023265" y="123427"/>
                  <a:pt x="1023369" y="124431"/>
                </a:cubicBezTo>
                <a:cubicBezTo>
                  <a:pt x="1023472" y="125434"/>
                  <a:pt x="1023524" y="126628"/>
                  <a:pt x="1023524" y="128012"/>
                </a:cubicBezTo>
                <a:close/>
                <a:moveTo>
                  <a:pt x="1131130" y="94426"/>
                </a:moveTo>
                <a:cubicBezTo>
                  <a:pt x="1131130" y="102046"/>
                  <a:pt x="1130126" y="109061"/>
                  <a:pt x="1128119" y="115469"/>
                </a:cubicBezTo>
                <a:cubicBezTo>
                  <a:pt x="1126111" y="121878"/>
                  <a:pt x="1123118" y="127405"/>
                  <a:pt x="1119138" y="132048"/>
                </a:cubicBezTo>
                <a:cubicBezTo>
                  <a:pt x="1115158" y="136690"/>
                  <a:pt x="1110175" y="140310"/>
                  <a:pt x="1104188" y="142908"/>
                </a:cubicBezTo>
                <a:cubicBezTo>
                  <a:pt x="1098201" y="145505"/>
                  <a:pt x="1091262" y="146804"/>
                  <a:pt x="1083371" y="146804"/>
                </a:cubicBezTo>
                <a:cubicBezTo>
                  <a:pt x="1075689" y="146804"/>
                  <a:pt x="1068992" y="145661"/>
                  <a:pt x="1063282" y="143375"/>
                </a:cubicBezTo>
                <a:cubicBezTo>
                  <a:pt x="1057572" y="141089"/>
                  <a:pt x="1052813" y="137763"/>
                  <a:pt x="1049006" y="133398"/>
                </a:cubicBezTo>
                <a:cubicBezTo>
                  <a:pt x="1045200" y="129033"/>
                  <a:pt x="1042362" y="123733"/>
                  <a:pt x="1040493" y="117497"/>
                </a:cubicBezTo>
                <a:cubicBezTo>
                  <a:pt x="1038624" y="111261"/>
                  <a:pt x="1037690" y="104194"/>
                  <a:pt x="1037690" y="96295"/>
                </a:cubicBezTo>
                <a:cubicBezTo>
                  <a:pt x="1037690" y="88675"/>
                  <a:pt x="1038676" y="81660"/>
                  <a:pt x="1040649" y="75251"/>
                </a:cubicBezTo>
                <a:cubicBezTo>
                  <a:pt x="1042621" y="68843"/>
                  <a:pt x="1045598" y="63317"/>
                  <a:pt x="1049577" y="58676"/>
                </a:cubicBezTo>
                <a:cubicBezTo>
                  <a:pt x="1053557" y="54032"/>
                  <a:pt x="1058523" y="50428"/>
                  <a:pt x="1064476" y="47865"/>
                </a:cubicBezTo>
                <a:cubicBezTo>
                  <a:pt x="1070428" y="45302"/>
                  <a:pt x="1077384" y="44020"/>
                  <a:pt x="1085344" y="44020"/>
                </a:cubicBezTo>
                <a:cubicBezTo>
                  <a:pt x="1093027" y="44020"/>
                  <a:pt x="1099723" y="45164"/>
                  <a:pt x="1105434" y="47450"/>
                </a:cubicBezTo>
                <a:cubicBezTo>
                  <a:pt x="1111144" y="49736"/>
                  <a:pt x="1115902" y="53062"/>
                  <a:pt x="1119709" y="57426"/>
                </a:cubicBezTo>
                <a:cubicBezTo>
                  <a:pt x="1123516" y="61791"/>
                  <a:pt x="1126371" y="67092"/>
                  <a:pt x="1128274" y="73327"/>
                </a:cubicBezTo>
                <a:cubicBezTo>
                  <a:pt x="1130178" y="79563"/>
                  <a:pt x="1131130" y="86596"/>
                  <a:pt x="1131130" y="94426"/>
                </a:cubicBezTo>
                <a:moveTo>
                  <a:pt x="1113064" y="95568"/>
                </a:moveTo>
                <a:cubicBezTo>
                  <a:pt x="1113064" y="90509"/>
                  <a:pt x="1112597" y="85727"/>
                  <a:pt x="1111663" y="81221"/>
                </a:cubicBezTo>
                <a:cubicBezTo>
                  <a:pt x="1110729" y="76716"/>
                  <a:pt x="1109188" y="72765"/>
                  <a:pt x="1107043" y="69369"/>
                </a:cubicBezTo>
                <a:cubicBezTo>
                  <a:pt x="1104897" y="65973"/>
                  <a:pt x="1101990" y="63288"/>
                  <a:pt x="1098322" y="61313"/>
                </a:cubicBezTo>
                <a:cubicBezTo>
                  <a:pt x="1094653" y="59336"/>
                  <a:pt x="1090085" y="58348"/>
                  <a:pt x="1084617" y="58348"/>
                </a:cubicBezTo>
                <a:cubicBezTo>
                  <a:pt x="1079565" y="58348"/>
                  <a:pt x="1075221" y="59249"/>
                  <a:pt x="1071588" y="61051"/>
                </a:cubicBezTo>
                <a:cubicBezTo>
                  <a:pt x="1067954" y="62852"/>
                  <a:pt x="1064960" y="65400"/>
                  <a:pt x="1062607" y="68694"/>
                </a:cubicBezTo>
                <a:cubicBezTo>
                  <a:pt x="1060254" y="71986"/>
                  <a:pt x="1058506" y="75885"/>
                  <a:pt x="1057364" y="80391"/>
                </a:cubicBezTo>
                <a:cubicBezTo>
                  <a:pt x="1056222" y="84894"/>
                  <a:pt x="1055651" y="89815"/>
                  <a:pt x="1055651" y="95153"/>
                </a:cubicBezTo>
                <a:cubicBezTo>
                  <a:pt x="1055651" y="100281"/>
                  <a:pt x="1056118" y="105098"/>
                  <a:pt x="1057053" y="109603"/>
                </a:cubicBezTo>
                <a:cubicBezTo>
                  <a:pt x="1057987" y="114109"/>
                  <a:pt x="1059544" y="118042"/>
                  <a:pt x="1061725" y="121404"/>
                </a:cubicBezTo>
                <a:cubicBezTo>
                  <a:pt x="1063905" y="124765"/>
                  <a:pt x="1066829" y="127434"/>
                  <a:pt x="1070498" y="129411"/>
                </a:cubicBezTo>
                <a:cubicBezTo>
                  <a:pt x="1074166" y="131386"/>
                  <a:pt x="1078734" y="132373"/>
                  <a:pt x="1084202" y="132373"/>
                </a:cubicBezTo>
                <a:cubicBezTo>
                  <a:pt x="1089185" y="132373"/>
                  <a:pt x="1093511" y="131472"/>
                  <a:pt x="1097180" y="129670"/>
                </a:cubicBezTo>
                <a:cubicBezTo>
                  <a:pt x="1100848" y="127869"/>
                  <a:pt x="1103859" y="125339"/>
                  <a:pt x="1106212" y="122082"/>
                </a:cubicBezTo>
                <a:cubicBezTo>
                  <a:pt x="1108566" y="118822"/>
                  <a:pt x="1110296" y="114941"/>
                  <a:pt x="1111403" y="110437"/>
                </a:cubicBezTo>
                <a:cubicBezTo>
                  <a:pt x="1112511" y="105932"/>
                  <a:pt x="1113064" y="100975"/>
                  <a:pt x="1113064" y="95568"/>
                </a:cubicBezTo>
                <a:close/>
                <a:moveTo>
                  <a:pt x="1294313" y="142132"/>
                </a:moveTo>
                <a:cubicBezTo>
                  <a:pt x="1294313" y="142686"/>
                  <a:pt x="1294175" y="143153"/>
                  <a:pt x="1293898" y="143534"/>
                </a:cubicBezTo>
                <a:cubicBezTo>
                  <a:pt x="1293621" y="143914"/>
                  <a:pt x="1293171" y="144243"/>
                  <a:pt x="1292548" y="144520"/>
                </a:cubicBezTo>
                <a:cubicBezTo>
                  <a:pt x="1291925" y="144797"/>
                  <a:pt x="1291060" y="145005"/>
                  <a:pt x="1289953" y="145143"/>
                </a:cubicBezTo>
                <a:cubicBezTo>
                  <a:pt x="1288845" y="145281"/>
                  <a:pt x="1287461" y="145351"/>
                  <a:pt x="1285800" y="145351"/>
                </a:cubicBezTo>
                <a:cubicBezTo>
                  <a:pt x="1284070" y="145351"/>
                  <a:pt x="1282651" y="145281"/>
                  <a:pt x="1281543" y="145143"/>
                </a:cubicBezTo>
                <a:cubicBezTo>
                  <a:pt x="1280436" y="145005"/>
                  <a:pt x="1279553" y="144797"/>
                  <a:pt x="1278896" y="144520"/>
                </a:cubicBezTo>
                <a:cubicBezTo>
                  <a:pt x="1278238" y="144243"/>
                  <a:pt x="1277771" y="143914"/>
                  <a:pt x="1277494" y="143534"/>
                </a:cubicBezTo>
                <a:cubicBezTo>
                  <a:pt x="1277217" y="143153"/>
                  <a:pt x="1277079" y="142686"/>
                  <a:pt x="1277079" y="142132"/>
                </a:cubicBezTo>
                <a:lnTo>
                  <a:pt x="1277079" y="85342"/>
                </a:lnTo>
                <a:cubicBezTo>
                  <a:pt x="1277079" y="81396"/>
                  <a:pt x="1276733" y="77797"/>
                  <a:pt x="1276041" y="74544"/>
                </a:cubicBezTo>
                <a:cubicBezTo>
                  <a:pt x="1275349" y="71291"/>
                  <a:pt x="1274241" y="68488"/>
                  <a:pt x="1272718" y="66135"/>
                </a:cubicBezTo>
                <a:cubicBezTo>
                  <a:pt x="1271196" y="63781"/>
                  <a:pt x="1269258" y="61982"/>
                  <a:pt x="1266904" y="60736"/>
                </a:cubicBezTo>
                <a:cubicBezTo>
                  <a:pt x="1264551" y="59490"/>
                  <a:pt x="1261782" y="58867"/>
                  <a:pt x="1258599" y="58867"/>
                </a:cubicBezTo>
                <a:cubicBezTo>
                  <a:pt x="1254653" y="58867"/>
                  <a:pt x="1250691" y="60390"/>
                  <a:pt x="1246711" y="63435"/>
                </a:cubicBezTo>
                <a:cubicBezTo>
                  <a:pt x="1242731" y="66481"/>
                  <a:pt x="1238353" y="70945"/>
                  <a:pt x="1233578" y="76828"/>
                </a:cubicBezTo>
                <a:lnTo>
                  <a:pt x="1233578" y="142132"/>
                </a:lnTo>
                <a:cubicBezTo>
                  <a:pt x="1233578" y="142686"/>
                  <a:pt x="1233439" y="143153"/>
                  <a:pt x="1233162" y="143534"/>
                </a:cubicBezTo>
                <a:cubicBezTo>
                  <a:pt x="1232885" y="143914"/>
                  <a:pt x="1232418" y="144243"/>
                  <a:pt x="1231761" y="144520"/>
                </a:cubicBezTo>
                <a:cubicBezTo>
                  <a:pt x="1231103" y="144797"/>
                  <a:pt x="1230221" y="145005"/>
                  <a:pt x="1229113" y="145143"/>
                </a:cubicBezTo>
                <a:cubicBezTo>
                  <a:pt x="1228006" y="145281"/>
                  <a:pt x="1226621" y="145351"/>
                  <a:pt x="1224960" y="145351"/>
                </a:cubicBezTo>
                <a:cubicBezTo>
                  <a:pt x="1223368" y="145351"/>
                  <a:pt x="1222001" y="145281"/>
                  <a:pt x="1220859" y="145143"/>
                </a:cubicBezTo>
                <a:cubicBezTo>
                  <a:pt x="1219717" y="145005"/>
                  <a:pt x="1218817" y="144797"/>
                  <a:pt x="1218160" y="144520"/>
                </a:cubicBezTo>
                <a:cubicBezTo>
                  <a:pt x="1217502" y="144243"/>
                  <a:pt x="1217053" y="143914"/>
                  <a:pt x="1216810" y="143534"/>
                </a:cubicBezTo>
                <a:cubicBezTo>
                  <a:pt x="1216568" y="143153"/>
                  <a:pt x="1216447" y="142686"/>
                  <a:pt x="1216447" y="142132"/>
                </a:cubicBezTo>
                <a:lnTo>
                  <a:pt x="1216447" y="85342"/>
                </a:lnTo>
                <a:cubicBezTo>
                  <a:pt x="1216447" y="81396"/>
                  <a:pt x="1216066" y="77797"/>
                  <a:pt x="1215305" y="74544"/>
                </a:cubicBezTo>
                <a:cubicBezTo>
                  <a:pt x="1214543" y="71291"/>
                  <a:pt x="1213401" y="68488"/>
                  <a:pt x="1211879" y="66135"/>
                </a:cubicBezTo>
                <a:cubicBezTo>
                  <a:pt x="1210356" y="63781"/>
                  <a:pt x="1208435" y="61982"/>
                  <a:pt x="1206117" y="60736"/>
                </a:cubicBezTo>
                <a:cubicBezTo>
                  <a:pt x="1203798" y="59490"/>
                  <a:pt x="1201047" y="58867"/>
                  <a:pt x="1197863" y="58867"/>
                </a:cubicBezTo>
                <a:cubicBezTo>
                  <a:pt x="1193918" y="58867"/>
                  <a:pt x="1189938" y="60390"/>
                  <a:pt x="1185923" y="63435"/>
                </a:cubicBezTo>
                <a:cubicBezTo>
                  <a:pt x="1181909" y="66481"/>
                  <a:pt x="1177548" y="70945"/>
                  <a:pt x="1172842" y="76828"/>
                </a:cubicBezTo>
                <a:lnTo>
                  <a:pt x="1172842" y="142132"/>
                </a:lnTo>
                <a:cubicBezTo>
                  <a:pt x="1172842" y="142686"/>
                  <a:pt x="1172703" y="143153"/>
                  <a:pt x="1172426" y="143534"/>
                </a:cubicBezTo>
                <a:cubicBezTo>
                  <a:pt x="1172150" y="143914"/>
                  <a:pt x="1171700" y="144243"/>
                  <a:pt x="1171077" y="144520"/>
                </a:cubicBezTo>
                <a:cubicBezTo>
                  <a:pt x="1170454" y="144797"/>
                  <a:pt x="1169589" y="145005"/>
                  <a:pt x="1168481" y="145143"/>
                </a:cubicBezTo>
                <a:cubicBezTo>
                  <a:pt x="1167374" y="145281"/>
                  <a:pt x="1165955" y="145351"/>
                  <a:pt x="1164224" y="145351"/>
                </a:cubicBezTo>
                <a:cubicBezTo>
                  <a:pt x="1162563" y="145351"/>
                  <a:pt x="1161179" y="145281"/>
                  <a:pt x="1160072" y="145143"/>
                </a:cubicBezTo>
                <a:cubicBezTo>
                  <a:pt x="1158964" y="145005"/>
                  <a:pt x="1158082" y="144797"/>
                  <a:pt x="1157424" y="144520"/>
                </a:cubicBezTo>
                <a:cubicBezTo>
                  <a:pt x="1156767" y="144243"/>
                  <a:pt x="1156317" y="143914"/>
                  <a:pt x="1156074" y="143534"/>
                </a:cubicBezTo>
                <a:cubicBezTo>
                  <a:pt x="1155832" y="143153"/>
                  <a:pt x="1155711" y="142686"/>
                  <a:pt x="1155711" y="142132"/>
                </a:cubicBezTo>
                <a:lnTo>
                  <a:pt x="1155711" y="48692"/>
                </a:lnTo>
                <a:cubicBezTo>
                  <a:pt x="1155711" y="48139"/>
                  <a:pt x="1155815" y="47672"/>
                  <a:pt x="1156023" y="47291"/>
                </a:cubicBezTo>
                <a:cubicBezTo>
                  <a:pt x="1156230" y="46910"/>
                  <a:pt x="1156645" y="46564"/>
                  <a:pt x="1157268" y="46253"/>
                </a:cubicBezTo>
                <a:cubicBezTo>
                  <a:pt x="1157891" y="45941"/>
                  <a:pt x="1158687" y="45734"/>
                  <a:pt x="1159656" y="45630"/>
                </a:cubicBezTo>
                <a:cubicBezTo>
                  <a:pt x="1160625" y="45526"/>
                  <a:pt x="1161906" y="45474"/>
                  <a:pt x="1163498" y="45474"/>
                </a:cubicBezTo>
                <a:cubicBezTo>
                  <a:pt x="1165020" y="45474"/>
                  <a:pt x="1166284" y="45526"/>
                  <a:pt x="1167287" y="45630"/>
                </a:cubicBezTo>
                <a:cubicBezTo>
                  <a:pt x="1168291" y="45734"/>
                  <a:pt x="1169069" y="45941"/>
                  <a:pt x="1169623" y="46253"/>
                </a:cubicBezTo>
                <a:cubicBezTo>
                  <a:pt x="1170177" y="46564"/>
                  <a:pt x="1170575" y="46910"/>
                  <a:pt x="1170817" y="47291"/>
                </a:cubicBezTo>
                <a:cubicBezTo>
                  <a:pt x="1171059" y="47672"/>
                  <a:pt x="1171181" y="48139"/>
                  <a:pt x="1171181" y="48692"/>
                </a:cubicBezTo>
                <a:lnTo>
                  <a:pt x="1171181" y="61047"/>
                </a:lnTo>
                <a:cubicBezTo>
                  <a:pt x="1176441" y="55164"/>
                  <a:pt x="1181545" y="50855"/>
                  <a:pt x="1186494" y="48121"/>
                </a:cubicBezTo>
                <a:cubicBezTo>
                  <a:pt x="1191443" y="45387"/>
                  <a:pt x="1196444" y="44020"/>
                  <a:pt x="1201497" y="44020"/>
                </a:cubicBezTo>
                <a:cubicBezTo>
                  <a:pt x="1205373" y="44020"/>
                  <a:pt x="1208851" y="44470"/>
                  <a:pt x="1211931" y="45370"/>
                </a:cubicBezTo>
                <a:cubicBezTo>
                  <a:pt x="1215011" y="46270"/>
                  <a:pt x="1217727" y="47533"/>
                  <a:pt x="1220081" y="49160"/>
                </a:cubicBezTo>
                <a:cubicBezTo>
                  <a:pt x="1222434" y="50786"/>
                  <a:pt x="1224441" y="52724"/>
                  <a:pt x="1226102" y="54974"/>
                </a:cubicBezTo>
                <a:cubicBezTo>
                  <a:pt x="1227763" y="57223"/>
                  <a:pt x="1229148" y="59732"/>
                  <a:pt x="1230255" y="62501"/>
                </a:cubicBezTo>
                <a:cubicBezTo>
                  <a:pt x="1233370" y="59109"/>
                  <a:pt x="1236329" y="56237"/>
                  <a:pt x="1239132" y="53884"/>
                </a:cubicBezTo>
                <a:cubicBezTo>
                  <a:pt x="1241935" y="51530"/>
                  <a:pt x="1244635" y="49627"/>
                  <a:pt x="1247230" y="48173"/>
                </a:cubicBezTo>
                <a:cubicBezTo>
                  <a:pt x="1249826" y="46720"/>
                  <a:pt x="1252352" y="45664"/>
                  <a:pt x="1254809" y="45007"/>
                </a:cubicBezTo>
                <a:cubicBezTo>
                  <a:pt x="1257266" y="44349"/>
                  <a:pt x="1259741" y="44020"/>
                  <a:pt x="1262232" y="44020"/>
                </a:cubicBezTo>
                <a:cubicBezTo>
                  <a:pt x="1268254" y="44020"/>
                  <a:pt x="1273307" y="45076"/>
                  <a:pt x="1277390" y="47187"/>
                </a:cubicBezTo>
                <a:cubicBezTo>
                  <a:pt x="1281474" y="49298"/>
                  <a:pt x="1284779" y="52119"/>
                  <a:pt x="1287305" y="55649"/>
                </a:cubicBezTo>
                <a:cubicBezTo>
                  <a:pt x="1289832" y="59178"/>
                  <a:pt x="1291631" y="63314"/>
                  <a:pt x="1292704" y="68055"/>
                </a:cubicBezTo>
                <a:cubicBezTo>
                  <a:pt x="1293777" y="72796"/>
                  <a:pt x="1294313" y="77797"/>
                  <a:pt x="1294313" y="83058"/>
                </a:cubicBezTo>
                <a:lnTo>
                  <a:pt x="1294313" y="142132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Text alice+2@a.com">
            <a:extLst xmlns:a="http://schemas.openxmlformats.org/drawingml/2006/main">
              <a:ext uri="{FF2B5EF4-FFF2-40B4-BE49-F238E27FC236}">
                <a16:creationId xmlns:a16="http://schemas.microsoft.com/office/drawing/2014/main" id="{C6AB1714-9328-4AD4-8FFF-99883214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431" y="1199963"/>
            <a:ext cx="1294313" cy="170060"/>
          </a:xfrm>
          <a:custGeom xmlns:a="http://schemas.openxmlformats.org/drawingml/2006/main">
            <a:pathLst>
              <a:path w="1294313" h="170060">
                <a:moveTo>
                  <a:pt x="76724" y="142236"/>
                </a:moveTo>
                <a:cubicBezTo>
                  <a:pt x="76724" y="143067"/>
                  <a:pt x="76448" y="143690"/>
                  <a:pt x="75894" y="144105"/>
                </a:cubicBezTo>
                <a:cubicBezTo>
                  <a:pt x="75340" y="144520"/>
                  <a:pt x="74579" y="144832"/>
                  <a:pt x="73610" y="145039"/>
                </a:cubicBezTo>
                <a:cubicBezTo>
                  <a:pt x="72641" y="145247"/>
                  <a:pt x="71222" y="145351"/>
                  <a:pt x="69353" y="145351"/>
                </a:cubicBezTo>
                <a:cubicBezTo>
                  <a:pt x="67553" y="145351"/>
                  <a:pt x="66117" y="145247"/>
                  <a:pt x="65044" y="145039"/>
                </a:cubicBezTo>
                <a:cubicBezTo>
                  <a:pt x="63972" y="144832"/>
                  <a:pt x="63193" y="144520"/>
                  <a:pt x="62708" y="144105"/>
                </a:cubicBezTo>
                <a:cubicBezTo>
                  <a:pt x="62224" y="143690"/>
                  <a:pt x="61982" y="143067"/>
                  <a:pt x="61982" y="142236"/>
                </a:cubicBezTo>
                <a:lnTo>
                  <a:pt x="61982" y="132892"/>
                </a:lnTo>
                <a:cubicBezTo>
                  <a:pt x="57898" y="137253"/>
                  <a:pt x="53347" y="140661"/>
                  <a:pt x="48329" y="143119"/>
                </a:cubicBezTo>
                <a:cubicBezTo>
                  <a:pt x="43311" y="145576"/>
                  <a:pt x="37999" y="146804"/>
                  <a:pt x="32392" y="146804"/>
                </a:cubicBezTo>
                <a:cubicBezTo>
                  <a:pt x="27478" y="146804"/>
                  <a:pt x="23031" y="146162"/>
                  <a:pt x="19051" y="144877"/>
                </a:cubicBezTo>
                <a:cubicBezTo>
                  <a:pt x="15071" y="143592"/>
                  <a:pt x="11680" y="141734"/>
                  <a:pt x="8877" y="139303"/>
                </a:cubicBezTo>
                <a:cubicBezTo>
                  <a:pt x="6074" y="136872"/>
                  <a:pt x="3893" y="133886"/>
                  <a:pt x="2336" y="130345"/>
                </a:cubicBezTo>
                <a:cubicBezTo>
                  <a:pt x="779" y="126802"/>
                  <a:pt x="0" y="122773"/>
                  <a:pt x="0" y="118256"/>
                </a:cubicBezTo>
                <a:cubicBezTo>
                  <a:pt x="0" y="112979"/>
                  <a:pt x="1073" y="108395"/>
                  <a:pt x="3218" y="104506"/>
                </a:cubicBezTo>
                <a:cubicBezTo>
                  <a:pt x="5364" y="100615"/>
                  <a:pt x="8444" y="97385"/>
                  <a:pt x="12459" y="94815"/>
                </a:cubicBezTo>
                <a:cubicBezTo>
                  <a:pt x="16473" y="92246"/>
                  <a:pt x="21387" y="90319"/>
                  <a:pt x="27201" y="89034"/>
                </a:cubicBezTo>
                <a:cubicBezTo>
                  <a:pt x="33015" y="87749"/>
                  <a:pt x="39556" y="87107"/>
                  <a:pt x="46824" y="87107"/>
                </a:cubicBezTo>
                <a:lnTo>
                  <a:pt x="59698" y="87107"/>
                </a:lnTo>
                <a:lnTo>
                  <a:pt x="59698" y="79865"/>
                </a:lnTo>
                <a:cubicBezTo>
                  <a:pt x="59698" y="76279"/>
                  <a:pt x="59317" y="73107"/>
                  <a:pt x="58556" y="70349"/>
                </a:cubicBezTo>
                <a:cubicBezTo>
                  <a:pt x="57794" y="67589"/>
                  <a:pt x="56566" y="65295"/>
                  <a:pt x="54870" y="63468"/>
                </a:cubicBezTo>
                <a:cubicBezTo>
                  <a:pt x="53174" y="61640"/>
                  <a:pt x="50977" y="60261"/>
                  <a:pt x="48277" y="59331"/>
                </a:cubicBezTo>
                <a:cubicBezTo>
                  <a:pt x="45578" y="58399"/>
                  <a:pt x="42256" y="57933"/>
                  <a:pt x="38310" y="57933"/>
                </a:cubicBezTo>
                <a:cubicBezTo>
                  <a:pt x="34088" y="57933"/>
                  <a:pt x="30299" y="58429"/>
                  <a:pt x="26942" y="59422"/>
                </a:cubicBezTo>
                <a:cubicBezTo>
                  <a:pt x="23585" y="60415"/>
                  <a:pt x="20643" y="61510"/>
                  <a:pt x="18117" y="62708"/>
                </a:cubicBezTo>
                <a:cubicBezTo>
                  <a:pt x="15591" y="63907"/>
                  <a:pt x="13480" y="65002"/>
                  <a:pt x="11784" y="65995"/>
                </a:cubicBezTo>
                <a:cubicBezTo>
                  <a:pt x="10088" y="66988"/>
                  <a:pt x="8825" y="67484"/>
                  <a:pt x="7994" y="67484"/>
                </a:cubicBezTo>
                <a:cubicBezTo>
                  <a:pt x="7441" y="67484"/>
                  <a:pt x="6956" y="67346"/>
                  <a:pt x="6541" y="67069"/>
                </a:cubicBezTo>
                <a:cubicBezTo>
                  <a:pt x="6125" y="66792"/>
                  <a:pt x="5762" y="66377"/>
                  <a:pt x="5451" y="65823"/>
                </a:cubicBezTo>
                <a:cubicBezTo>
                  <a:pt x="5139" y="65269"/>
                  <a:pt x="4914" y="64560"/>
                  <a:pt x="4776" y="63695"/>
                </a:cubicBezTo>
                <a:cubicBezTo>
                  <a:pt x="4637" y="62830"/>
                  <a:pt x="4568" y="61878"/>
                  <a:pt x="4568" y="60840"/>
                </a:cubicBezTo>
                <a:cubicBezTo>
                  <a:pt x="4568" y="59109"/>
                  <a:pt x="4689" y="57742"/>
                  <a:pt x="4932" y="56739"/>
                </a:cubicBezTo>
                <a:cubicBezTo>
                  <a:pt x="5174" y="55735"/>
                  <a:pt x="5762" y="54783"/>
                  <a:pt x="6697" y="53884"/>
                </a:cubicBezTo>
                <a:cubicBezTo>
                  <a:pt x="7631" y="52984"/>
                  <a:pt x="9240" y="51936"/>
                  <a:pt x="11524" y="50740"/>
                </a:cubicBezTo>
                <a:cubicBezTo>
                  <a:pt x="13808" y="49541"/>
                  <a:pt x="16438" y="48447"/>
                  <a:pt x="19415" y="47456"/>
                </a:cubicBezTo>
                <a:cubicBezTo>
                  <a:pt x="22391" y="46466"/>
                  <a:pt x="25644" y="45646"/>
                  <a:pt x="29174" y="44997"/>
                </a:cubicBezTo>
                <a:cubicBezTo>
                  <a:pt x="32704" y="44346"/>
                  <a:pt x="36268" y="44020"/>
                  <a:pt x="39868" y="44020"/>
                </a:cubicBezTo>
                <a:cubicBezTo>
                  <a:pt x="46581" y="44020"/>
                  <a:pt x="52292" y="44782"/>
                  <a:pt x="56998" y="46305"/>
                </a:cubicBezTo>
                <a:cubicBezTo>
                  <a:pt x="61705" y="47827"/>
                  <a:pt x="65512" y="50059"/>
                  <a:pt x="68419" y="53001"/>
                </a:cubicBezTo>
                <a:cubicBezTo>
                  <a:pt x="71326" y="55943"/>
                  <a:pt x="73437" y="59594"/>
                  <a:pt x="74752" y="63954"/>
                </a:cubicBezTo>
                <a:cubicBezTo>
                  <a:pt x="76067" y="68315"/>
                  <a:pt x="76724" y="73402"/>
                  <a:pt x="76724" y="79216"/>
                </a:cubicBezTo>
                <a:lnTo>
                  <a:pt x="76724" y="142236"/>
                </a:lnTo>
                <a:moveTo>
                  <a:pt x="59698" y="99461"/>
                </a:moveTo>
                <a:lnTo>
                  <a:pt x="45059" y="99461"/>
                </a:lnTo>
                <a:cubicBezTo>
                  <a:pt x="40352" y="99461"/>
                  <a:pt x="36268" y="99863"/>
                  <a:pt x="32808" y="100665"/>
                </a:cubicBezTo>
                <a:cubicBezTo>
                  <a:pt x="29347" y="101465"/>
                  <a:pt x="26475" y="102649"/>
                  <a:pt x="24191" y="104214"/>
                </a:cubicBezTo>
                <a:cubicBezTo>
                  <a:pt x="21906" y="105780"/>
                  <a:pt x="20228" y="107661"/>
                  <a:pt x="19155" y="109857"/>
                </a:cubicBezTo>
                <a:cubicBezTo>
                  <a:pt x="18082" y="112050"/>
                  <a:pt x="17546" y="114574"/>
                  <a:pt x="17546" y="117429"/>
                </a:cubicBezTo>
                <a:cubicBezTo>
                  <a:pt x="17546" y="122304"/>
                  <a:pt x="19086" y="126187"/>
                  <a:pt x="22166" y="129077"/>
                </a:cubicBezTo>
                <a:cubicBezTo>
                  <a:pt x="25246" y="131966"/>
                  <a:pt x="29555" y="133411"/>
                  <a:pt x="35092" y="133411"/>
                </a:cubicBezTo>
                <a:cubicBezTo>
                  <a:pt x="39591" y="133411"/>
                  <a:pt x="43761" y="132263"/>
                  <a:pt x="47602" y="129966"/>
                </a:cubicBezTo>
                <a:cubicBezTo>
                  <a:pt x="51444" y="127666"/>
                  <a:pt x="55475" y="124149"/>
                  <a:pt x="59698" y="119415"/>
                </a:cubicBezTo>
                <a:lnTo>
                  <a:pt x="59698" y="99461"/>
                </a:lnTo>
                <a:close/>
                <a:moveTo>
                  <a:pt x="124738" y="142129"/>
                </a:moveTo>
                <a:cubicBezTo>
                  <a:pt x="124738" y="142683"/>
                  <a:pt x="124600" y="143151"/>
                  <a:pt x="124323" y="143534"/>
                </a:cubicBezTo>
                <a:cubicBezTo>
                  <a:pt x="124046" y="143914"/>
                  <a:pt x="123596" y="144243"/>
                  <a:pt x="122973" y="144520"/>
                </a:cubicBezTo>
                <a:cubicBezTo>
                  <a:pt x="122350" y="144797"/>
                  <a:pt x="121485" y="145005"/>
                  <a:pt x="120378" y="145143"/>
                </a:cubicBezTo>
                <a:cubicBezTo>
                  <a:pt x="119270" y="145281"/>
                  <a:pt x="117851" y="145351"/>
                  <a:pt x="116121" y="145351"/>
                </a:cubicBezTo>
                <a:cubicBezTo>
                  <a:pt x="114460" y="145351"/>
                  <a:pt x="113075" y="145281"/>
                  <a:pt x="111968" y="145143"/>
                </a:cubicBezTo>
                <a:cubicBezTo>
                  <a:pt x="110861" y="145005"/>
                  <a:pt x="109978" y="144797"/>
                  <a:pt x="109321" y="144520"/>
                </a:cubicBezTo>
                <a:cubicBezTo>
                  <a:pt x="108663" y="144243"/>
                  <a:pt x="108213" y="143914"/>
                  <a:pt x="107971" y="143534"/>
                </a:cubicBezTo>
                <a:cubicBezTo>
                  <a:pt x="107729" y="143151"/>
                  <a:pt x="107608" y="142683"/>
                  <a:pt x="107608" y="142129"/>
                </a:cubicBezTo>
                <a:lnTo>
                  <a:pt x="107608" y="3326"/>
                </a:lnTo>
                <a:cubicBezTo>
                  <a:pt x="107608" y="2772"/>
                  <a:pt x="107729" y="2287"/>
                  <a:pt x="107971" y="1872"/>
                </a:cubicBezTo>
                <a:cubicBezTo>
                  <a:pt x="108213" y="1455"/>
                  <a:pt x="108663" y="1107"/>
                  <a:pt x="109321" y="831"/>
                </a:cubicBezTo>
                <a:cubicBezTo>
                  <a:pt x="109978" y="554"/>
                  <a:pt x="110861" y="346"/>
                  <a:pt x="111968" y="208"/>
                </a:cubicBezTo>
                <a:cubicBezTo>
                  <a:pt x="113075" y="69"/>
                  <a:pt x="114460" y="0"/>
                  <a:pt x="116121" y="0"/>
                </a:cubicBezTo>
                <a:cubicBezTo>
                  <a:pt x="117851" y="0"/>
                  <a:pt x="119270" y="69"/>
                  <a:pt x="120378" y="208"/>
                </a:cubicBezTo>
                <a:cubicBezTo>
                  <a:pt x="121485" y="346"/>
                  <a:pt x="122350" y="554"/>
                  <a:pt x="122973" y="831"/>
                </a:cubicBezTo>
                <a:cubicBezTo>
                  <a:pt x="123596" y="1107"/>
                  <a:pt x="124046" y="1455"/>
                  <a:pt x="124323" y="1872"/>
                </a:cubicBezTo>
                <a:cubicBezTo>
                  <a:pt x="124600" y="2287"/>
                  <a:pt x="124738" y="2772"/>
                  <a:pt x="124738" y="3326"/>
                </a:cubicBezTo>
                <a:lnTo>
                  <a:pt x="124738" y="142129"/>
                </a:lnTo>
                <a:close/>
                <a:moveTo>
                  <a:pt x="173281" y="142132"/>
                </a:moveTo>
                <a:cubicBezTo>
                  <a:pt x="173281" y="142686"/>
                  <a:pt x="173142" y="143153"/>
                  <a:pt x="172865" y="143534"/>
                </a:cubicBezTo>
                <a:cubicBezTo>
                  <a:pt x="172589" y="143914"/>
                  <a:pt x="172139" y="144243"/>
                  <a:pt x="171516" y="144520"/>
                </a:cubicBezTo>
                <a:cubicBezTo>
                  <a:pt x="170893" y="144797"/>
                  <a:pt x="170028" y="145005"/>
                  <a:pt x="168920" y="145143"/>
                </a:cubicBezTo>
                <a:cubicBezTo>
                  <a:pt x="167813" y="145281"/>
                  <a:pt x="166394" y="145351"/>
                  <a:pt x="164664" y="145351"/>
                </a:cubicBezTo>
                <a:cubicBezTo>
                  <a:pt x="163002" y="145351"/>
                  <a:pt x="161618" y="145281"/>
                  <a:pt x="160511" y="145143"/>
                </a:cubicBezTo>
                <a:cubicBezTo>
                  <a:pt x="159403" y="145005"/>
                  <a:pt x="158521" y="144797"/>
                  <a:pt x="157863" y="144520"/>
                </a:cubicBezTo>
                <a:cubicBezTo>
                  <a:pt x="157206" y="144243"/>
                  <a:pt x="156756" y="143914"/>
                  <a:pt x="156514" y="143534"/>
                </a:cubicBezTo>
                <a:cubicBezTo>
                  <a:pt x="156271" y="143153"/>
                  <a:pt x="156150" y="142686"/>
                  <a:pt x="156150" y="142132"/>
                </a:cubicBezTo>
                <a:lnTo>
                  <a:pt x="156150" y="48692"/>
                </a:lnTo>
                <a:cubicBezTo>
                  <a:pt x="156150" y="48208"/>
                  <a:pt x="156271" y="47758"/>
                  <a:pt x="156514" y="47343"/>
                </a:cubicBezTo>
                <a:cubicBezTo>
                  <a:pt x="156756" y="46928"/>
                  <a:pt x="157206" y="46581"/>
                  <a:pt x="157863" y="46305"/>
                </a:cubicBezTo>
                <a:cubicBezTo>
                  <a:pt x="158521" y="46028"/>
                  <a:pt x="159403" y="45820"/>
                  <a:pt x="160511" y="45682"/>
                </a:cubicBezTo>
                <a:cubicBezTo>
                  <a:pt x="161618" y="45543"/>
                  <a:pt x="163002" y="45474"/>
                  <a:pt x="164664" y="45474"/>
                </a:cubicBezTo>
                <a:cubicBezTo>
                  <a:pt x="166394" y="45474"/>
                  <a:pt x="167813" y="45543"/>
                  <a:pt x="168920" y="45682"/>
                </a:cubicBezTo>
                <a:cubicBezTo>
                  <a:pt x="170028" y="45820"/>
                  <a:pt x="170893" y="46028"/>
                  <a:pt x="171516" y="46305"/>
                </a:cubicBezTo>
                <a:cubicBezTo>
                  <a:pt x="172139" y="46581"/>
                  <a:pt x="172589" y="46928"/>
                  <a:pt x="172865" y="47343"/>
                </a:cubicBezTo>
                <a:cubicBezTo>
                  <a:pt x="173142" y="47758"/>
                  <a:pt x="173281" y="48208"/>
                  <a:pt x="173281" y="48692"/>
                </a:cubicBezTo>
                <a:lnTo>
                  <a:pt x="173281" y="142132"/>
                </a:lnTo>
                <a:moveTo>
                  <a:pt x="175253" y="17027"/>
                </a:moveTo>
                <a:cubicBezTo>
                  <a:pt x="175253" y="21041"/>
                  <a:pt x="174492" y="23775"/>
                  <a:pt x="172969" y="25229"/>
                </a:cubicBezTo>
                <a:cubicBezTo>
                  <a:pt x="171447" y="26682"/>
                  <a:pt x="168643" y="27409"/>
                  <a:pt x="164560" y="27409"/>
                </a:cubicBezTo>
                <a:cubicBezTo>
                  <a:pt x="160545" y="27409"/>
                  <a:pt x="157794" y="26700"/>
                  <a:pt x="156306" y="25281"/>
                </a:cubicBezTo>
                <a:cubicBezTo>
                  <a:pt x="154818" y="23862"/>
                  <a:pt x="154074" y="21180"/>
                  <a:pt x="154074" y="17234"/>
                </a:cubicBezTo>
                <a:cubicBezTo>
                  <a:pt x="154074" y="13220"/>
                  <a:pt x="154835" y="10486"/>
                  <a:pt x="156358" y="9033"/>
                </a:cubicBezTo>
                <a:cubicBezTo>
                  <a:pt x="157881" y="7579"/>
                  <a:pt x="160684" y="6852"/>
                  <a:pt x="164767" y="6852"/>
                </a:cubicBezTo>
                <a:cubicBezTo>
                  <a:pt x="168782" y="6852"/>
                  <a:pt x="171533" y="7562"/>
                  <a:pt x="173021" y="8981"/>
                </a:cubicBezTo>
                <a:cubicBezTo>
                  <a:pt x="174509" y="10399"/>
                  <a:pt x="175253" y="13082"/>
                  <a:pt x="175253" y="17027"/>
                </a:cubicBezTo>
                <a:close/>
                <a:moveTo>
                  <a:pt x="271866" y="128012"/>
                </a:moveTo>
                <a:cubicBezTo>
                  <a:pt x="271866" y="129189"/>
                  <a:pt x="271831" y="130210"/>
                  <a:pt x="271762" y="131075"/>
                </a:cubicBezTo>
                <a:cubicBezTo>
                  <a:pt x="271693" y="131940"/>
                  <a:pt x="271572" y="132667"/>
                  <a:pt x="271399" y="133255"/>
                </a:cubicBezTo>
                <a:cubicBezTo>
                  <a:pt x="271226" y="133844"/>
                  <a:pt x="271018" y="134363"/>
                  <a:pt x="270776" y="134813"/>
                </a:cubicBezTo>
                <a:cubicBezTo>
                  <a:pt x="270534" y="135263"/>
                  <a:pt x="269980" y="135920"/>
                  <a:pt x="269115" y="136785"/>
                </a:cubicBezTo>
                <a:cubicBezTo>
                  <a:pt x="268250" y="137651"/>
                  <a:pt x="266779" y="138723"/>
                  <a:pt x="264702" y="140004"/>
                </a:cubicBezTo>
                <a:cubicBezTo>
                  <a:pt x="262626" y="141284"/>
                  <a:pt x="260290" y="142426"/>
                  <a:pt x="257694" y="143430"/>
                </a:cubicBezTo>
                <a:cubicBezTo>
                  <a:pt x="255099" y="144434"/>
                  <a:pt x="252278" y="145247"/>
                  <a:pt x="249233" y="145870"/>
                </a:cubicBezTo>
                <a:cubicBezTo>
                  <a:pt x="246187" y="146493"/>
                  <a:pt x="243038" y="146804"/>
                  <a:pt x="239785" y="146804"/>
                </a:cubicBezTo>
                <a:cubicBezTo>
                  <a:pt x="233071" y="146804"/>
                  <a:pt x="227119" y="145695"/>
                  <a:pt x="221928" y="143475"/>
                </a:cubicBezTo>
                <a:cubicBezTo>
                  <a:pt x="216737" y="141256"/>
                  <a:pt x="212393" y="138014"/>
                  <a:pt x="208898" y="133749"/>
                </a:cubicBezTo>
                <a:cubicBezTo>
                  <a:pt x="205403" y="129483"/>
                  <a:pt x="202738" y="124247"/>
                  <a:pt x="200904" y="118039"/>
                </a:cubicBezTo>
                <a:cubicBezTo>
                  <a:pt x="199070" y="111831"/>
                  <a:pt x="198153" y="104671"/>
                  <a:pt x="198153" y="96558"/>
                </a:cubicBezTo>
                <a:cubicBezTo>
                  <a:pt x="198153" y="87333"/>
                  <a:pt x="199277" y="79409"/>
                  <a:pt x="201527" y="72786"/>
                </a:cubicBezTo>
                <a:cubicBezTo>
                  <a:pt x="203776" y="66163"/>
                  <a:pt x="206856" y="60736"/>
                  <a:pt x="210767" y="56505"/>
                </a:cubicBezTo>
                <a:cubicBezTo>
                  <a:pt x="214678" y="52274"/>
                  <a:pt x="219280" y="49136"/>
                  <a:pt x="224575" y="47090"/>
                </a:cubicBezTo>
                <a:cubicBezTo>
                  <a:pt x="229870" y="45044"/>
                  <a:pt x="235598" y="44020"/>
                  <a:pt x="241758" y="44020"/>
                </a:cubicBezTo>
                <a:cubicBezTo>
                  <a:pt x="244734" y="44020"/>
                  <a:pt x="247624" y="44297"/>
                  <a:pt x="250427" y="44851"/>
                </a:cubicBezTo>
                <a:cubicBezTo>
                  <a:pt x="253230" y="45405"/>
                  <a:pt x="255808" y="46132"/>
                  <a:pt x="258162" y="47031"/>
                </a:cubicBezTo>
                <a:cubicBezTo>
                  <a:pt x="260515" y="47931"/>
                  <a:pt x="262609" y="48969"/>
                  <a:pt x="264443" y="50146"/>
                </a:cubicBezTo>
                <a:cubicBezTo>
                  <a:pt x="266277" y="51323"/>
                  <a:pt x="267609" y="52326"/>
                  <a:pt x="268440" y="53157"/>
                </a:cubicBezTo>
                <a:cubicBezTo>
                  <a:pt x="269271" y="53987"/>
                  <a:pt x="269842" y="54645"/>
                  <a:pt x="270153" y="55129"/>
                </a:cubicBezTo>
                <a:cubicBezTo>
                  <a:pt x="270464" y="55614"/>
                  <a:pt x="270724" y="56185"/>
                  <a:pt x="270932" y="56842"/>
                </a:cubicBezTo>
                <a:cubicBezTo>
                  <a:pt x="271139" y="57500"/>
                  <a:pt x="271278" y="58244"/>
                  <a:pt x="271347" y="59075"/>
                </a:cubicBezTo>
                <a:cubicBezTo>
                  <a:pt x="271416" y="59905"/>
                  <a:pt x="271451" y="60943"/>
                  <a:pt x="271451" y="62189"/>
                </a:cubicBezTo>
                <a:cubicBezTo>
                  <a:pt x="271451" y="64889"/>
                  <a:pt x="271139" y="66775"/>
                  <a:pt x="270516" y="67848"/>
                </a:cubicBezTo>
                <a:cubicBezTo>
                  <a:pt x="269893" y="68920"/>
                  <a:pt x="269132" y="69457"/>
                  <a:pt x="268232" y="69457"/>
                </a:cubicBezTo>
                <a:cubicBezTo>
                  <a:pt x="267194" y="69457"/>
                  <a:pt x="266000" y="68886"/>
                  <a:pt x="264650" y="67744"/>
                </a:cubicBezTo>
                <a:cubicBezTo>
                  <a:pt x="263301" y="66602"/>
                  <a:pt x="261588" y="65339"/>
                  <a:pt x="259511" y="63954"/>
                </a:cubicBezTo>
                <a:cubicBezTo>
                  <a:pt x="257435" y="62570"/>
                  <a:pt x="254926" y="61307"/>
                  <a:pt x="251984" y="60165"/>
                </a:cubicBezTo>
                <a:cubicBezTo>
                  <a:pt x="249043" y="59023"/>
                  <a:pt x="245565" y="58452"/>
                  <a:pt x="241550" y="58452"/>
                </a:cubicBezTo>
                <a:cubicBezTo>
                  <a:pt x="233314" y="58452"/>
                  <a:pt x="226998" y="61628"/>
                  <a:pt x="222603" y="67981"/>
                </a:cubicBezTo>
                <a:cubicBezTo>
                  <a:pt x="218207" y="74331"/>
                  <a:pt x="216010" y="83544"/>
                  <a:pt x="216010" y="95620"/>
                </a:cubicBezTo>
                <a:cubicBezTo>
                  <a:pt x="216010" y="101659"/>
                  <a:pt x="216581" y="106952"/>
                  <a:pt x="217723" y="111498"/>
                </a:cubicBezTo>
                <a:cubicBezTo>
                  <a:pt x="218865" y="116045"/>
                  <a:pt x="220543" y="119845"/>
                  <a:pt x="222758" y="122899"/>
                </a:cubicBezTo>
                <a:cubicBezTo>
                  <a:pt x="224973" y="125953"/>
                  <a:pt x="227690" y="128227"/>
                  <a:pt x="230908" y="129719"/>
                </a:cubicBezTo>
                <a:cubicBezTo>
                  <a:pt x="234127" y="131211"/>
                  <a:pt x="237812" y="131958"/>
                  <a:pt x="241965" y="131958"/>
                </a:cubicBezTo>
                <a:cubicBezTo>
                  <a:pt x="245911" y="131958"/>
                  <a:pt x="249371" y="131335"/>
                  <a:pt x="252348" y="130089"/>
                </a:cubicBezTo>
                <a:cubicBezTo>
                  <a:pt x="255324" y="128843"/>
                  <a:pt x="257902" y="127476"/>
                  <a:pt x="260082" y="125988"/>
                </a:cubicBezTo>
                <a:cubicBezTo>
                  <a:pt x="262263" y="124500"/>
                  <a:pt x="264097" y="123150"/>
                  <a:pt x="265585" y="121939"/>
                </a:cubicBezTo>
                <a:cubicBezTo>
                  <a:pt x="267073" y="120728"/>
                  <a:pt x="268232" y="120122"/>
                  <a:pt x="269063" y="120122"/>
                </a:cubicBezTo>
                <a:cubicBezTo>
                  <a:pt x="269547" y="120122"/>
                  <a:pt x="269963" y="120260"/>
                  <a:pt x="270309" y="120537"/>
                </a:cubicBezTo>
                <a:cubicBezTo>
                  <a:pt x="270655" y="120814"/>
                  <a:pt x="270949" y="121281"/>
                  <a:pt x="271191" y="121939"/>
                </a:cubicBezTo>
                <a:cubicBezTo>
                  <a:pt x="271433" y="122596"/>
                  <a:pt x="271607" y="123427"/>
                  <a:pt x="271710" y="124431"/>
                </a:cubicBezTo>
                <a:cubicBezTo>
                  <a:pt x="271814" y="125434"/>
                  <a:pt x="271866" y="126628"/>
                  <a:pt x="271866" y="128012"/>
                </a:cubicBezTo>
                <a:close/>
                <a:moveTo>
                  <a:pt x="374008" y="91363"/>
                </a:moveTo>
                <a:cubicBezTo>
                  <a:pt x="374008" y="94063"/>
                  <a:pt x="373334" y="95983"/>
                  <a:pt x="371984" y="97125"/>
                </a:cubicBezTo>
                <a:cubicBezTo>
                  <a:pt x="370634" y="98267"/>
                  <a:pt x="369094" y="98838"/>
                  <a:pt x="367364" y="98838"/>
                </a:cubicBezTo>
                <a:lnTo>
                  <a:pt x="306109" y="98838"/>
                </a:lnTo>
                <a:cubicBezTo>
                  <a:pt x="306109" y="104045"/>
                  <a:pt x="306628" y="108731"/>
                  <a:pt x="307666" y="112897"/>
                </a:cubicBezTo>
                <a:cubicBezTo>
                  <a:pt x="308704" y="117062"/>
                  <a:pt x="310435" y="120638"/>
                  <a:pt x="312857" y="123623"/>
                </a:cubicBezTo>
                <a:cubicBezTo>
                  <a:pt x="315280" y="126608"/>
                  <a:pt x="318429" y="128899"/>
                  <a:pt x="322305" y="130498"/>
                </a:cubicBezTo>
                <a:cubicBezTo>
                  <a:pt x="326181" y="132094"/>
                  <a:pt x="330922" y="132892"/>
                  <a:pt x="336529" y="132892"/>
                </a:cubicBezTo>
                <a:cubicBezTo>
                  <a:pt x="340958" y="132892"/>
                  <a:pt x="344904" y="132529"/>
                  <a:pt x="348364" y="131802"/>
                </a:cubicBezTo>
                <a:cubicBezTo>
                  <a:pt x="351825" y="131075"/>
                  <a:pt x="354819" y="130262"/>
                  <a:pt x="357345" y="129362"/>
                </a:cubicBezTo>
                <a:cubicBezTo>
                  <a:pt x="359871" y="128462"/>
                  <a:pt x="361948" y="127649"/>
                  <a:pt x="363574" y="126922"/>
                </a:cubicBezTo>
                <a:cubicBezTo>
                  <a:pt x="365201" y="126196"/>
                  <a:pt x="366429" y="125832"/>
                  <a:pt x="367260" y="125832"/>
                </a:cubicBezTo>
                <a:cubicBezTo>
                  <a:pt x="367744" y="125832"/>
                  <a:pt x="368177" y="125953"/>
                  <a:pt x="368558" y="126196"/>
                </a:cubicBezTo>
                <a:cubicBezTo>
                  <a:pt x="368938" y="126438"/>
                  <a:pt x="369233" y="126801"/>
                  <a:pt x="369440" y="127286"/>
                </a:cubicBezTo>
                <a:cubicBezTo>
                  <a:pt x="369648" y="127770"/>
                  <a:pt x="369804" y="128445"/>
                  <a:pt x="369907" y="129310"/>
                </a:cubicBezTo>
                <a:cubicBezTo>
                  <a:pt x="370011" y="130175"/>
                  <a:pt x="370063" y="131231"/>
                  <a:pt x="370063" y="132477"/>
                </a:cubicBezTo>
                <a:cubicBezTo>
                  <a:pt x="370063" y="133377"/>
                  <a:pt x="370029" y="134155"/>
                  <a:pt x="369959" y="134813"/>
                </a:cubicBezTo>
                <a:cubicBezTo>
                  <a:pt x="369890" y="135470"/>
                  <a:pt x="369804" y="136059"/>
                  <a:pt x="369700" y="136578"/>
                </a:cubicBezTo>
                <a:cubicBezTo>
                  <a:pt x="369596" y="137097"/>
                  <a:pt x="369423" y="137564"/>
                  <a:pt x="369181" y="137979"/>
                </a:cubicBezTo>
                <a:cubicBezTo>
                  <a:pt x="368938" y="138395"/>
                  <a:pt x="368627" y="138793"/>
                  <a:pt x="368246" y="139173"/>
                </a:cubicBezTo>
                <a:cubicBezTo>
                  <a:pt x="367866" y="139554"/>
                  <a:pt x="366741" y="140177"/>
                  <a:pt x="364872" y="141042"/>
                </a:cubicBezTo>
                <a:cubicBezTo>
                  <a:pt x="363003" y="141907"/>
                  <a:pt x="360581" y="142755"/>
                  <a:pt x="357604" y="143586"/>
                </a:cubicBezTo>
                <a:cubicBezTo>
                  <a:pt x="354628" y="144416"/>
                  <a:pt x="351185" y="145160"/>
                  <a:pt x="347274" y="145818"/>
                </a:cubicBezTo>
                <a:cubicBezTo>
                  <a:pt x="343364" y="146475"/>
                  <a:pt x="339193" y="146804"/>
                  <a:pt x="334764" y="146804"/>
                </a:cubicBezTo>
                <a:cubicBezTo>
                  <a:pt x="327081" y="146804"/>
                  <a:pt x="320350" y="145730"/>
                  <a:pt x="314570" y="143582"/>
                </a:cubicBezTo>
                <a:cubicBezTo>
                  <a:pt x="308791" y="141435"/>
                  <a:pt x="303929" y="138248"/>
                  <a:pt x="299983" y="134021"/>
                </a:cubicBezTo>
                <a:cubicBezTo>
                  <a:pt x="296038" y="129795"/>
                  <a:pt x="293062" y="124494"/>
                  <a:pt x="291055" y="118120"/>
                </a:cubicBezTo>
                <a:cubicBezTo>
                  <a:pt x="289047" y="111746"/>
                  <a:pt x="288044" y="104332"/>
                  <a:pt x="288044" y="95880"/>
                </a:cubicBezTo>
                <a:cubicBezTo>
                  <a:pt x="288044" y="87842"/>
                  <a:pt x="289082" y="80619"/>
                  <a:pt x="291158" y="74210"/>
                </a:cubicBezTo>
                <a:cubicBezTo>
                  <a:pt x="293235" y="67801"/>
                  <a:pt x="296228" y="62362"/>
                  <a:pt x="300139" y="57894"/>
                </a:cubicBezTo>
                <a:cubicBezTo>
                  <a:pt x="304050" y="53425"/>
                  <a:pt x="308774" y="49996"/>
                  <a:pt x="314311" y="47606"/>
                </a:cubicBezTo>
                <a:cubicBezTo>
                  <a:pt x="319848" y="45216"/>
                  <a:pt x="326043" y="44020"/>
                  <a:pt x="332895" y="44020"/>
                </a:cubicBezTo>
                <a:cubicBezTo>
                  <a:pt x="340232" y="44020"/>
                  <a:pt x="346478" y="45197"/>
                  <a:pt x="351635" y="47550"/>
                </a:cubicBezTo>
                <a:cubicBezTo>
                  <a:pt x="356791" y="49904"/>
                  <a:pt x="361031" y="53070"/>
                  <a:pt x="364353" y="57050"/>
                </a:cubicBezTo>
                <a:cubicBezTo>
                  <a:pt x="367675" y="61030"/>
                  <a:pt x="370115" y="65702"/>
                  <a:pt x="371672" y="71066"/>
                </a:cubicBezTo>
                <a:cubicBezTo>
                  <a:pt x="373230" y="76430"/>
                  <a:pt x="374008" y="82158"/>
                  <a:pt x="374008" y="88249"/>
                </a:cubicBezTo>
                <a:lnTo>
                  <a:pt x="374008" y="91363"/>
                </a:lnTo>
                <a:moveTo>
                  <a:pt x="356774" y="86276"/>
                </a:moveTo>
                <a:cubicBezTo>
                  <a:pt x="356982" y="77278"/>
                  <a:pt x="354992" y="70218"/>
                  <a:pt x="350804" y="65096"/>
                </a:cubicBezTo>
                <a:cubicBezTo>
                  <a:pt x="346617" y="59974"/>
                  <a:pt x="340405" y="57414"/>
                  <a:pt x="332168" y="57414"/>
                </a:cubicBezTo>
                <a:cubicBezTo>
                  <a:pt x="327946" y="57414"/>
                  <a:pt x="324243" y="58209"/>
                  <a:pt x="321059" y="59801"/>
                </a:cubicBezTo>
                <a:cubicBezTo>
                  <a:pt x="317875" y="61393"/>
                  <a:pt x="315211" y="63504"/>
                  <a:pt x="313065" y="66135"/>
                </a:cubicBezTo>
                <a:cubicBezTo>
                  <a:pt x="310919" y="68765"/>
                  <a:pt x="309258" y="71827"/>
                  <a:pt x="308081" y="75323"/>
                </a:cubicBezTo>
                <a:cubicBezTo>
                  <a:pt x="306905" y="78818"/>
                  <a:pt x="306247" y="82469"/>
                  <a:pt x="306109" y="86276"/>
                </a:cubicBezTo>
                <a:lnTo>
                  <a:pt x="356774" y="86276"/>
                </a:lnTo>
                <a:close/>
                <a:moveTo>
                  <a:pt x="482759" y="84926"/>
                </a:moveTo>
                <a:cubicBezTo>
                  <a:pt x="482759" y="86241"/>
                  <a:pt x="482655" y="87366"/>
                  <a:pt x="482447" y="88301"/>
                </a:cubicBezTo>
                <a:cubicBezTo>
                  <a:pt x="482240" y="89235"/>
                  <a:pt x="481963" y="90014"/>
                  <a:pt x="481617" y="90637"/>
                </a:cubicBezTo>
                <a:cubicBezTo>
                  <a:pt x="481271" y="91259"/>
                  <a:pt x="480855" y="91709"/>
                  <a:pt x="480371" y="91986"/>
                </a:cubicBezTo>
                <a:cubicBezTo>
                  <a:pt x="479886" y="92263"/>
                  <a:pt x="479367" y="92402"/>
                  <a:pt x="478813" y="92402"/>
                </a:cubicBezTo>
                <a:lnTo>
                  <a:pt x="444760" y="92402"/>
                </a:lnTo>
                <a:lnTo>
                  <a:pt x="444760" y="130193"/>
                </a:lnTo>
                <a:cubicBezTo>
                  <a:pt x="444760" y="130746"/>
                  <a:pt x="444621" y="131214"/>
                  <a:pt x="444345" y="131594"/>
                </a:cubicBezTo>
                <a:cubicBezTo>
                  <a:pt x="444068" y="131975"/>
                  <a:pt x="443635" y="132304"/>
                  <a:pt x="443047" y="132581"/>
                </a:cubicBezTo>
                <a:cubicBezTo>
                  <a:pt x="442458" y="132857"/>
                  <a:pt x="441680" y="133082"/>
                  <a:pt x="440711" y="133255"/>
                </a:cubicBezTo>
                <a:cubicBezTo>
                  <a:pt x="439742" y="133428"/>
                  <a:pt x="438530" y="133515"/>
                  <a:pt x="437077" y="133515"/>
                </a:cubicBezTo>
                <a:cubicBezTo>
                  <a:pt x="435693" y="133515"/>
                  <a:pt x="434499" y="133428"/>
                  <a:pt x="433495" y="133255"/>
                </a:cubicBezTo>
                <a:cubicBezTo>
                  <a:pt x="432492" y="133082"/>
                  <a:pt x="431696" y="132857"/>
                  <a:pt x="431107" y="132581"/>
                </a:cubicBezTo>
                <a:cubicBezTo>
                  <a:pt x="430519" y="132304"/>
                  <a:pt x="430086" y="131975"/>
                  <a:pt x="429809" y="131594"/>
                </a:cubicBezTo>
                <a:cubicBezTo>
                  <a:pt x="429533" y="131214"/>
                  <a:pt x="429394" y="130746"/>
                  <a:pt x="429394" y="130193"/>
                </a:cubicBezTo>
                <a:lnTo>
                  <a:pt x="429394" y="92402"/>
                </a:lnTo>
                <a:lnTo>
                  <a:pt x="395341" y="92402"/>
                </a:lnTo>
                <a:cubicBezTo>
                  <a:pt x="394718" y="92402"/>
                  <a:pt x="394181" y="92263"/>
                  <a:pt x="393731" y="91986"/>
                </a:cubicBezTo>
                <a:cubicBezTo>
                  <a:pt x="393281" y="91709"/>
                  <a:pt x="392883" y="91259"/>
                  <a:pt x="392537" y="90637"/>
                </a:cubicBezTo>
                <a:cubicBezTo>
                  <a:pt x="392191" y="90014"/>
                  <a:pt x="391914" y="89235"/>
                  <a:pt x="391707" y="88301"/>
                </a:cubicBezTo>
                <a:cubicBezTo>
                  <a:pt x="391499" y="87366"/>
                  <a:pt x="391395" y="86241"/>
                  <a:pt x="391395" y="84926"/>
                </a:cubicBezTo>
                <a:cubicBezTo>
                  <a:pt x="391395" y="83680"/>
                  <a:pt x="391499" y="82590"/>
                  <a:pt x="391707" y="81656"/>
                </a:cubicBezTo>
                <a:cubicBezTo>
                  <a:pt x="391914" y="80722"/>
                  <a:pt x="392191" y="79943"/>
                  <a:pt x="392537" y="79320"/>
                </a:cubicBezTo>
                <a:cubicBezTo>
                  <a:pt x="392883" y="78697"/>
                  <a:pt x="393281" y="78247"/>
                  <a:pt x="393731" y="77970"/>
                </a:cubicBezTo>
                <a:cubicBezTo>
                  <a:pt x="394181" y="77693"/>
                  <a:pt x="394683" y="77555"/>
                  <a:pt x="395237" y="77555"/>
                </a:cubicBezTo>
                <a:lnTo>
                  <a:pt x="429394" y="77555"/>
                </a:lnTo>
                <a:lnTo>
                  <a:pt x="429394" y="39670"/>
                </a:lnTo>
                <a:cubicBezTo>
                  <a:pt x="429394" y="39114"/>
                  <a:pt x="429533" y="38611"/>
                  <a:pt x="429809" y="38161"/>
                </a:cubicBezTo>
                <a:cubicBezTo>
                  <a:pt x="430086" y="37709"/>
                  <a:pt x="430519" y="37327"/>
                  <a:pt x="431107" y="37016"/>
                </a:cubicBezTo>
                <a:cubicBezTo>
                  <a:pt x="431696" y="36702"/>
                  <a:pt x="432492" y="36459"/>
                  <a:pt x="433495" y="36286"/>
                </a:cubicBezTo>
                <a:cubicBezTo>
                  <a:pt x="434499" y="36113"/>
                  <a:pt x="435693" y="36026"/>
                  <a:pt x="437077" y="36026"/>
                </a:cubicBezTo>
                <a:cubicBezTo>
                  <a:pt x="438530" y="36026"/>
                  <a:pt x="439742" y="36113"/>
                  <a:pt x="440711" y="36286"/>
                </a:cubicBezTo>
                <a:cubicBezTo>
                  <a:pt x="441680" y="36459"/>
                  <a:pt x="442458" y="36702"/>
                  <a:pt x="443047" y="37016"/>
                </a:cubicBezTo>
                <a:cubicBezTo>
                  <a:pt x="443635" y="37327"/>
                  <a:pt x="444068" y="37709"/>
                  <a:pt x="444345" y="38161"/>
                </a:cubicBezTo>
                <a:cubicBezTo>
                  <a:pt x="444621" y="38611"/>
                  <a:pt x="444760" y="39114"/>
                  <a:pt x="444760" y="39670"/>
                </a:cubicBezTo>
                <a:lnTo>
                  <a:pt x="444760" y="77555"/>
                </a:lnTo>
                <a:lnTo>
                  <a:pt x="478917" y="77555"/>
                </a:lnTo>
                <a:cubicBezTo>
                  <a:pt x="479471" y="77555"/>
                  <a:pt x="479973" y="77693"/>
                  <a:pt x="480423" y="77970"/>
                </a:cubicBezTo>
                <a:cubicBezTo>
                  <a:pt x="480873" y="78247"/>
                  <a:pt x="481288" y="78697"/>
                  <a:pt x="481668" y="79320"/>
                </a:cubicBezTo>
                <a:cubicBezTo>
                  <a:pt x="482049" y="79943"/>
                  <a:pt x="482326" y="80722"/>
                  <a:pt x="482499" y="81656"/>
                </a:cubicBezTo>
                <a:cubicBezTo>
                  <a:pt x="482672" y="82590"/>
                  <a:pt x="482759" y="83680"/>
                  <a:pt x="482759" y="84926"/>
                </a:cubicBezTo>
                <a:close/>
                <a:moveTo>
                  <a:pt x="585799" y="137045"/>
                </a:moveTo>
                <a:cubicBezTo>
                  <a:pt x="585799" y="138291"/>
                  <a:pt x="585712" y="139398"/>
                  <a:pt x="585539" y="140367"/>
                </a:cubicBezTo>
                <a:cubicBezTo>
                  <a:pt x="585366" y="141336"/>
                  <a:pt x="585124" y="142149"/>
                  <a:pt x="584813" y="142807"/>
                </a:cubicBezTo>
                <a:cubicBezTo>
                  <a:pt x="584501" y="143465"/>
                  <a:pt x="584086" y="143949"/>
                  <a:pt x="583567" y="144261"/>
                </a:cubicBezTo>
                <a:cubicBezTo>
                  <a:pt x="583048" y="144572"/>
                  <a:pt x="582477" y="144728"/>
                  <a:pt x="581854" y="144728"/>
                </a:cubicBezTo>
                <a:lnTo>
                  <a:pt x="507621" y="144728"/>
                </a:lnTo>
                <a:cubicBezTo>
                  <a:pt x="506652" y="144728"/>
                  <a:pt x="505804" y="144607"/>
                  <a:pt x="505077" y="144364"/>
                </a:cubicBezTo>
                <a:cubicBezTo>
                  <a:pt x="504351" y="144122"/>
                  <a:pt x="503728" y="143724"/>
                  <a:pt x="503208" y="143170"/>
                </a:cubicBezTo>
                <a:cubicBezTo>
                  <a:pt x="502689" y="142617"/>
                  <a:pt x="502309" y="141821"/>
                  <a:pt x="502066" y="140783"/>
                </a:cubicBezTo>
                <a:cubicBezTo>
                  <a:pt x="501824" y="139744"/>
                  <a:pt x="501703" y="138464"/>
                  <a:pt x="501703" y="136941"/>
                </a:cubicBezTo>
                <a:cubicBezTo>
                  <a:pt x="501703" y="135557"/>
                  <a:pt x="501755" y="134346"/>
                  <a:pt x="501859" y="133307"/>
                </a:cubicBezTo>
                <a:cubicBezTo>
                  <a:pt x="501963" y="132269"/>
                  <a:pt x="502188" y="131352"/>
                  <a:pt x="502534" y="130556"/>
                </a:cubicBezTo>
                <a:cubicBezTo>
                  <a:pt x="502880" y="129760"/>
                  <a:pt x="503312" y="128964"/>
                  <a:pt x="503831" y="128168"/>
                </a:cubicBezTo>
                <a:cubicBezTo>
                  <a:pt x="504351" y="127372"/>
                  <a:pt x="505025" y="126524"/>
                  <a:pt x="505856" y="125625"/>
                </a:cubicBezTo>
                <a:lnTo>
                  <a:pt x="531915" y="97972"/>
                </a:lnTo>
                <a:cubicBezTo>
                  <a:pt x="537937" y="91600"/>
                  <a:pt x="542765" y="85886"/>
                  <a:pt x="546398" y="80829"/>
                </a:cubicBezTo>
                <a:cubicBezTo>
                  <a:pt x="550032" y="75772"/>
                  <a:pt x="552835" y="71166"/>
                  <a:pt x="554808" y="67011"/>
                </a:cubicBezTo>
                <a:cubicBezTo>
                  <a:pt x="556781" y="62853"/>
                  <a:pt x="558078" y="59078"/>
                  <a:pt x="558701" y="55684"/>
                </a:cubicBezTo>
                <a:cubicBezTo>
                  <a:pt x="559324" y="52291"/>
                  <a:pt x="559636" y="49105"/>
                  <a:pt x="559636" y="46126"/>
                </a:cubicBezTo>
                <a:cubicBezTo>
                  <a:pt x="559636" y="43146"/>
                  <a:pt x="559151" y="40322"/>
                  <a:pt x="558182" y="37655"/>
                </a:cubicBezTo>
                <a:cubicBezTo>
                  <a:pt x="557213" y="34986"/>
                  <a:pt x="555812" y="32647"/>
                  <a:pt x="553977" y="30637"/>
                </a:cubicBezTo>
                <a:cubicBezTo>
                  <a:pt x="552143" y="28626"/>
                  <a:pt x="549842" y="27032"/>
                  <a:pt x="547073" y="25855"/>
                </a:cubicBezTo>
                <a:cubicBezTo>
                  <a:pt x="544305" y="24676"/>
                  <a:pt x="541121" y="24087"/>
                  <a:pt x="537522" y="24087"/>
                </a:cubicBezTo>
                <a:cubicBezTo>
                  <a:pt x="533300" y="24087"/>
                  <a:pt x="529510" y="24675"/>
                  <a:pt x="526153" y="25852"/>
                </a:cubicBezTo>
                <a:cubicBezTo>
                  <a:pt x="522796" y="27028"/>
                  <a:pt x="519855" y="28309"/>
                  <a:pt x="517328" y="29693"/>
                </a:cubicBezTo>
                <a:cubicBezTo>
                  <a:pt x="514802" y="31077"/>
                  <a:pt x="512691" y="32358"/>
                  <a:pt x="510995" y="33534"/>
                </a:cubicBezTo>
                <a:cubicBezTo>
                  <a:pt x="509299" y="34711"/>
                  <a:pt x="508036" y="35299"/>
                  <a:pt x="507206" y="35299"/>
                </a:cubicBezTo>
                <a:cubicBezTo>
                  <a:pt x="506721" y="35299"/>
                  <a:pt x="506289" y="35161"/>
                  <a:pt x="505908" y="34884"/>
                </a:cubicBezTo>
                <a:cubicBezTo>
                  <a:pt x="505527" y="34607"/>
                  <a:pt x="505216" y="34157"/>
                  <a:pt x="504973" y="33534"/>
                </a:cubicBezTo>
                <a:cubicBezTo>
                  <a:pt x="504731" y="32912"/>
                  <a:pt x="504541" y="32081"/>
                  <a:pt x="504402" y="31043"/>
                </a:cubicBezTo>
                <a:cubicBezTo>
                  <a:pt x="504264" y="30005"/>
                  <a:pt x="504195" y="28759"/>
                  <a:pt x="504195" y="27305"/>
                </a:cubicBezTo>
                <a:cubicBezTo>
                  <a:pt x="504195" y="26267"/>
                  <a:pt x="504229" y="25367"/>
                  <a:pt x="504299" y="24606"/>
                </a:cubicBezTo>
                <a:cubicBezTo>
                  <a:pt x="504368" y="23844"/>
                  <a:pt x="504489" y="23187"/>
                  <a:pt x="504662" y="22633"/>
                </a:cubicBezTo>
                <a:cubicBezTo>
                  <a:pt x="504835" y="22079"/>
                  <a:pt x="505060" y="21560"/>
                  <a:pt x="505337" y="21076"/>
                </a:cubicBezTo>
                <a:cubicBezTo>
                  <a:pt x="505614" y="20591"/>
                  <a:pt x="506167" y="19986"/>
                  <a:pt x="506998" y="19259"/>
                </a:cubicBezTo>
                <a:cubicBezTo>
                  <a:pt x="507829" y="18532"/>
                  <a:pt x="509265" y="17546"/>
                  <a:pt x="511307" y="16300"/>
                </a:cubicBezTo>
                <a:cubicBezTo>
                  <a:pt x="513348" y="15054"/>
                  <a:pt x="515909" y="13826"/>
                  <a:pt x="518989" y="12614"/>
                </a:cubicBezTo>
                <a:cubicBezTo>
                  <a:pt x="522069" y="11403"/>
                  <a:pt x="525461" y="10382"/>
                  <a:pt x="529164" y="9552"/>
                </a:cubicBezTo>
                <a:cubicBezTo>
                  <a:pt x="532867" y="8721"/>
                  <a:pt x="536760" y="8306"/>
                  <a:pt x="540844" y="8306"/>
                </a:cubicBezTo>
                <a:cubicBezTo>
                  <a:pt x="547350" y="8306"/>
                  <a:pt x="553043" y="9224"/>
                  <a:pt x="557923" y="11060"/>
                </a:cubicBezTo>
                <a:cubicBezTo>
                  <a:pt x="562802" y="12894"/>
                  <a:pt x="566851" y="15405"/>
                  <a:pt x="570070" y="18591"/>
                </a:cubicBezTo>
                <a:cubicBezTo>
                  <a:pt x="573288" y="21777"/>
                  <a:pt x="575693" y="25483"/>
                  <a:pt x="577285" y="29709"/>
                </a:cubicBezTo>
                <a:cubicBezTo>
                  <a:pt x="578877" y="33934"/>
                  <a:pt x="579673" y="38436"/>
                  <a:pt x="579673" y="43216"/>
                </a:cubicBezTo>
                <a:cubicBezTo>
                  <a:pt x="579673" y="47512"/>
                  <a:pt x="579293" y="51790"/>
                  <a:pt x="578531" y="56051"/>
                </a:cubicBezTo>
                <a:cubicBezTo>
                  <a:pt x="577770" y="60310"/>
                  <a:pt x="576161" y="64916"/>
                  <a:pt x="573704" y="69869"/>
                </a:cubicBezTo>
                <a:cubicBezTo>
                  <a:pt x="571246" y="74822"/>
                  <a:pt x="567699" y="80329"/>
                  <a:pt x="563062" y="86390"/>
                </a:cubicBezTo>
                <a:cubicBezTo>
                  <a:pt x="558424" y="92450"/>
                  <a:pt x="552264" y="99429"/>
                  <a:pt x="544582" y="107326"/>
                </a:cubicBezTo>
                <a:lnTo>
                  <a:pt x="523298" y="129570"/>
                </a:lnTo>
                <a:lnTo>
                  <a:pt x="581750" y="129570"/>
                </a:lnTo>
                <a:cubicBezTo>
                  <a:pt x="582303" y="129570"/>
                  <a:pt x="582840" y="129725"/>
                  <a:pt x="583359" y="130037"/>
                </a:cubicBezTo>
                <a:cubicBezTo>
                  <a:pt x="583878" y="130348"/>
                  <a:pt x="584328" y="130816"/>
                  <a:pt x="584709" y="131439"/>
                </a:cubicBezTo>
                <a:cubicBezTo>
                  <a:pt x="585089" y="132061"/>
                  <a:pt x="585366" y="132840"/>
                  <a:pt x="585539" y="133775"/>
                </a:cubicBezTo>
                <a:cubicBezTo>
                  <a:pt x="585712" y="134709"/>
                  <a:pt x="585799" y="135799"/>
                  <a:pt x="585799" y="137045"/>
                </a:cubicBezTo>
                <a:close/>
                <a:moveTo>
                  <a:pt x="769024" y="64937"/>
                </a:moveTo>
                <a:cubicBezTo>
                  <a:pt x="769024" y="69648"/>
                  <a:pt x="768730" y="74463"/>
                  <a:pt x="768142" y="79382"/>
                </a:cubicBezTo>
                <a:cubicBezTo>
                  <a:pt x="767554" y="84300"/>
                  <a:pt x="766602" y="89080"/>
                  <a:pt x="765287" y="93722"/>
                </a:cubicBezTo>
                <a:cubicBezTo>
                  <a:pt x="763972" y="98364"/>
                  <a:pt x="762241" y="102746"/>
                  <a:pt x="760096" y="106868"/>
                </a:cubicBezTo>
                <a:cubicBezTo>
                  <a:pt x="757950" y="110989"/>
                  <a:pt x="755320" y="114609"/>
                  <a:pt x="752205" y="117728"/>
                </a:cubicBezTo>
                <a:cubicBezTo>
                  <a:pt x="749091" y="120844"/>
                  <a:pt x="745474" y="123286"/>
                  <a:pt x="741356" y="125053"/>
                </a:cubicBezTo>
                <a:cubicBezTo>
                  <a:pt x="737238" y="126818"/>
                  <a:pt x="732514" y="127701"/>
                  <a:pt x="727184" y="127701"/>
                </a:cubicBezTo>
                <a:cubicBezTo>
                  <a:pt x="724346" y="127701"/>
                  <a:pt x="721716" y="127372"/>
                  <a:pt x="719294" y="126715"/>
                </a:cubicBezTo>
                <a:cubicBezTo>
                  <a:pt x="716871" y="126055"/>
                  <a:pt x="714726" y="125102"/>
                  <a:pt x="712857" y="123856"/>
                </a:cubicBezTo>
                <a:cubicBezTo>
                  <a:pt x="710988" y="122608"/>
                  <a:pt x="709413" y="120997"/>
                  <a:pt x="708133" y="119022"/>
                </a:cubicBezTo>
                <a:cubicBezTo>
                  <a:pt x="706852" y="117045"/>
                  <a:pt x="705970" y="114775"/>
                  <a:pt x="705485" y="112212"/>
                </a:cubicBezTo>
                <a:cubicBezTo>
                  <a:pt x="702717" y="114985"/>
                  <a:pt x="700035" y="117359"/>
                  <a:pt x="697439" y="119334"/>
                </a:cubicBezTo>
                <a:cubicBezTo>
                  <a:pt x="694844" y="121308"/>
                  <a:pt x="692300" y="122920"/>
                  <a:pt x="689808" y="124168"/>
                </a:cubicBezTo>
                <a:cubicBezTo>
                  <a:pt x="687317" y="125414"/>
                  <a:pt x="684877" y="126314"/>
                  <a:pt x="682489" y="126870"/>
                </a:cubicBezTo>
                <a:cubicBezTo>
                  <a:pt x="680101" y="127424"/>
                  <a:pt x="677765" y="127701"/>
                  <a:pt x="675481" y="127701"/>
                </a:cubicBezTo>
                <a:cubicBezTo>
                  <a:pt x="672505" y="127701"/>
                  <a:pt x="669875" y="127407"/>
                  <a:pt x="667590" y="126818"/>
                </a:cubicBezTo>
                <a:cubicBezTo>
                  <a:pt x="665306" y="126228"/>
                  <a:pt x="663282" y="125362"/>
                  <a:pt x="661517" y="124220"/>
                </a:cubicBezTo>
                <a:cubicBezTo>
                  <a:pt x="659752" y="123075"/>
                  <a:pt x="658246" y="121672"/>
                  <a:pt x="657001" y="120008"/>
                </a:cubicBezTo>
                <a:cubicBezTo>
                  <a:pt x="655755" y="118345"/>
                  <a:pt x="654717" y="116474"/>
                  <a:pt x="653886" y="114396"/>
                </a:cubicBezTo>
                <a:cubicBezTo>
                  <a:pt x="653055" y="112317"/>
                  <a:pt x="652467" y="110031"/>
                  <a:pt x="652121" y="107537"/>
                </a:cubicBezTo>
                <a:cubicBezTo>
                  <a:pt x="651775" y="105041"/>
                  <a:pt x="651602" y="102337"/>
                  <a:pt x="651602" y="99426"/>
                </a:cubicBezTo>
                <a:cubicBezTo>
                  <a:pt x="651602" y="96445"/>
                  <a:pt x="651844" y="93032"/>
                  <a:pt x="652329" y="89186"/>
                </a:cubicBezTo>
                <a:cubicBezTo>
                  <a:pt x="652813" y="85341"/>
                  <a:pt x="653609" y="81374"/>
                  <a:pt x="654717" y="77286"/>
                </a:cubicBezTo>
                <a:cubicBezTo>
                  <a:pt x="655824" y="73196"/>
                  <a:pt x="657347" y="69193"/>
                  <a:pt x="659285" y="65278"/>
                </a:cubicBezTo>
                <a:cubicBezTo>
                  <a:pt x="661223" y="61363"/>
                  <a:pt x="663628" y="57863"/>
                  <a:pt x="666500" y="54779"/>
                </a:cubicBezTo>
                <a:cubicBezTo>
                  <a:pt x="669373" y="51695"/>
                  <a:pt x="672782" y="49200"/>
                  <a:pt x="676727" y="47294"/>
                </a:cubicBezTo>
                <a:cubicBezTo>
                  <a:pt x="680672" y="45389"/>
                  <a:pt x="685275" y="44436"/>
                  <a:pt x="690535" y="44436"/>
                </a:cubicBezTo>
                <a:cubicBezTo>
                  <a:pt x="692750" y="44436"/>
                  <a:pt x="694878" y="44696"/>
                  <a:pt x="696920" y="45218"/>
                </a:cubicBezTo>
                <a:cubicBezTo>
                  <a:pt x="698962" y="45737"/>
                  <a:pt x="700917" y="46551"/>
                  <a:pt x="702786" y="47661"/>
                </a:cubicBezTo>
                <a:cubicBezTo>
                  <a:pt x="704655" y="48768"/>
                  <a:pt x="706454" y="50154"/>
                  <a:pt x="708185" y="51817"/>
                </a:cubicBezTo>
                <a:cubicBezTo>
                  <a:pt x="709915" y="53480"/>
                  <a:pt x="711680" y="55455"/>
                  <a:pt x="713480" y="57741"/>
                </a:cubicBezTo>
                <a:lnTo>
                  <a:pt x="715245" y="48592"/>
                </a:lnTo>
                <a:cubicBezTo>
                  <a:pt x="715522" y="47623"/>
                  <a:pt x="716144" y="46896"/>
                  <a:pt x="717113" y="46412"/>
                </a:cubicBezTo>
                <a:cubicBezTo>
                  <a:pt x="718082" y="45925"/>
                  <a:pt x="719882" y="45682"/>
                  <a:pt x="722512" y="45682"/>
                </a:cubicBezTo>
                <a:cubicBezTo>
                  <a:pt x="723758" y="45682"/>
                  <a:pt x="724814" y="45751"/>
                  <a:pt x="725679" y="45889"/>
                </a:cubicBezTo>
                <a:cubicBezTo>
                  <a:pt x="726544" y="46028"/>
                  <a:pt x="727219" y="46218"/>
                  <a:pt x="727703" y="46460"/>
                </a:cubicBezTo>
                <a:cubicBezTo>
                  <a:pt x="728188" y="46703"/>
                  <a:pt x="728517" y="46998"/>
                  <a:pt x="728690" y="47346"/>
                </a:cubicBezTo>
                <a:cubicBezTo>
                  <a:pt x="728863" y="47692"/>
                  <a:pt x="728880" y="48107"/>
                  <a:pt x="728742" y="48592"/>
                </a:cubicBezTo>
                <a:lnTo>
                  <a:pt x="719501" y="96412"/>
                </a:lnTo>
                <a:cubicBezTo>
                  <a:pt x="718394" y="102446"/>
                  <a:pt x="718671" y="106903"/>
                  <a:pt x="720332" y="109782"/>
                </a:cubicBezTo>
                <a:cubicBezTo>
                  <a:pt x="721993" y="112661"/>
                  <a:pt x="725142" y="114100"/>
                  <a:pt x="729780" y="114100"/>
                </a:cubicBezTo>
                <a:cubicBezTo>
                  <a:pt x="732618" y="114100"/>
                  <a:pt x="735178" y="113391"/>
                  <a:pt x="737463" y="111972"/>
                </a:cubicBezTo>
                <a:cubicBezTo>
                  <a:pt x="739747" y="110551"/>
                  <a:pt x="741754" y="108628"/>
                  <a:pt x="743484" y="106203"/>
                </a:cubicBezTo>
                <a:cubicBezTo>
                  <a:pt x="745215" y="103776"/>
                  <a:pt x="746668" y="100953"/>
                  <a:pt x="747845" y="97732"/>
                </a:cubicBezTo>
                <a:cubicBezTo>
                  <a:pt x="749021" y="94509"/>
                  <a:pt x="749990" y="91113"/>
                  <a:pt x="750752" y="87545"/>
                </a:cubicBezTo>
                <a:cubicBezTo>
                  <a:pt x="751513" y="83976"/>
                  <a:pt x="752067" y="80320"/>
                  <a:pt x="752413" y="76578"/>
                </a:cubicBezTo>
                <a:cubicBezTo>
                  <a:pt x="752759" y="72836"/>
                  <a:pt x="752932" y="69233"/>
                  <a:pt x="752932" y="65768"/>
                </a:cubicBezTo>
                <a:cubicBezTo>
                  <a:pt x="752932" y="59740"/>
                  <a:pt x="752119" y="54007"/>
                  <a:pt x="750492" y="48569"/>
                </a:cubicBezTo>
                <a:cubicBezTo>
                  <a:pt x="748866" y="43129"/>
                  <a:pt x="746080" y="38348"/>
                  <a:pt x="742135" y="34226"/>
                </a:cubicBezTo>
                <a:cubicBezTo>
                  <a:pt x="738189" y="30103"/>
                  <a:pt x="732912" y="26812"/>
                  <a:pt x="726302" y="24353"/>
                </a:cubicBezTo>
                <a:cubicBezTo>
                  <a:pt x="719692" y="21891"/>
                  <a:pt x="711403" y="20661"/>
                  <a:pt x="701436" y="20661"/>
                </a:cubicBezTo>
                <a:cubicBezTo>
                  <a:pt x="693269" y="20661"/>
                  <a:pt x="686002" y="21561"/>
                  <a:pt x="679634" y="23363"/>
                </a:cubicBezTo>
                <a:cubicBezTo>
                  <a:pt x="673266" y="25163"/>
                  <a:pt x="667660" y="27604"/>
                  <a:pt x="662815" y="30686"/>
                </a:cubicBezTo>
                <a:cubicBezTo>
                  <a:pt x="657970" y="33768"/>
                  <a:pt x="653817" y="37319"/>
                  <a:pt x="650356" y="41337"/>
                </a:cubicBezTo>
                <a:cubicBezTo>
                  <a:pt x="646895" y="45354"/>
                  <a:pt x="643971" y="49631"/>
                  <a:pt x="641583" y="54169"/>
                </a:cubicBezTo>
                <a:cubicBezTo>
                  <a:pt x="639195" y="58707"/>
                  <a:pt x="637274" y="63349"/>
                  <a:pt x="635821" y="68094"/>
                </a:cubicBezTo>
                <a:cubicBezTo>
                  <a:pt x="634367" y="72838"/>
                  <a:pt x="633260" y="77409"/>
                  <a:pt x="632499" y="81808"/>
                </a:cubicBezTo>
                <a:cubicBezTo>
                  <a:pt x="631737" y="86206"/>
                  <a:pt x="631235" y="90345"/>
                  <a:pt x="630993" y="94225"/>
                </a:cubicBezTo>
                <a:cubicBezTo>
                  <a:pt x="630751" y="98103"/>
                  <a:pt x="630630" y="101393"/>
                  <a:pt x="630630" y="104094"/>
                </a:cubicBezTo>
                <a:cubicBezTo>
                  <a:pt x="630630" y="111782"/>
                  <a:pt x="631512" y="118812"/>
                  <a:pt x="633277" y="125187"/>
                </a:cubicBezTo>
                <a:cubicBezTo>
                  <a:pt x="635042" y="131559"/>
                  <a:pt x="638105" y="137065"/>
                  <a:pt x="642466" y="141707"/>
                </a:cubicBezTo>
                <a:cubicBezTo>
                  <a:pt x="646826" y="146347"/>
                  <a:pt x="652675" y="149948"/>
                  <a:pt x="660011" y="152511"/>
                </a:cubicBezTo>
                <a:cubicBezTo>
                  <a:pt x="667348" y="155074"/>
                  <a:pt x="676588" y="156356"/>
                  <a:pt x="687732" y="156356"/>
                </a:cubicBezTo>
                <a:cubicBezTo>
                  <a:pt x="692785" y="156356"/>
                  <a:pt x="697353" y="156067"/>
                  <a:pt x="701436" y="155490"/>
                </a:cubicBezTo>
                <a:cubicBezTo>
                  <a:pt x="705520" y="154912"/>
                  <a:pt x="709067" y="154301"/>
                  <a:pt x="712078" y="153656"/>
                </a:cubicBezTo>
                <a:cubicBezTo>
                  <a:pt x="715089" y="153012"/>
                  <a:pt x="717529" y="152401"/>
                  <a:pt x="719398" y="151823"/>
                </a:cubicBezTo>
                <a:cubicBezTo>
                  <a:pt x="721266" y="151246"/>
                  <a:pt x="722547" y="150957"/>
                  <a:pt x="723239" y="150957"/>
                </a:cubicBezTo>
                <a:cubicBezTo>
                  <a:pt x="723654" y="150957"/>
                  <a:pt x="724018" y="151078"/>
                  <a:pt x="724329" y="151320"/>
                </a:cubicBezTo>
                <a:cubicBezTo>
                  <a:pt x="724641" y="151563"/>
                  <a:pt x="724883" y="151943"/>
                  <a:pt x="725056" y="152462"/>
                </a:cubicBezTo>
                <a:cubicBezTo>
                  <a:pt x="725229" y="152982"/>
                  <a:pt x="725350" y="153639"/>
                  <a:pt x="725419" y="154435"/>
                </a:cubicBezTo>
                <a:cubicBezTo>
                  <a:pt x="725488" y="155231"/>
                  <a:pt x="725523" y="156217"/>
                  <a:pt x="725523" y="157394"/>
                </a:cubicBezTo>
                <a:cubicBezTo>
                  <a:pt x="725523" y="158363"/>
                  <a:pt x="725506" y="159159"/>
                  <a:pt x="725471" y="159782"/>
                </a:cubicBezTo>
                <a:cubicBezTo>
                  <a:pt x="725437" y="160405"/>
                  <a:pt x="725350" y="160976"/>
                  <a:pt x="725212" y="161495"/>
                </a:cubicBezTo>
                <a:cubicBezTo>
                  <a:pt x="725073" y="162014"/>
                  <a:pt x="724883" y="162481"/>
                  <a:pt x="724641" y="162897"/>
                </a:cubicBezTo>
                <a:cubicBezTo>
                  <a:pt x="724398" y="163312"/>
                  <a:pt x="724070" y="163693"/>
                  <a:pt x="723654" y="164039"/>
                </a:cubicBezTo>
                <a:cubicBezTo>
                  <a:pt x="723239" y="164385"/>
                  <a:pt x="722045" y="164897"/>
                  <a:pt x="720072" y="165576"/>
                </a:cubicBezTo>
                <a:cubicBezTo>
                  <a:pt x="718100" y="166256"/>
                  <a:pt x="715435" y="166935"/>
                  <a:pt x="712078" y="167614"/>
                </a:cubicBezTo>
                <a:cubicBezTo>
                  <a:pt x="708721" y="168293"/>
                  <a:pt x="704793" y="168871"/>
                  <a:pt x="700294" y="169347"/>
                </a:cubicBezTo>
                <a:cubicBezTo>
                  <a:pt x="695795" y="169822"/>
                  <a:pt x="690847" y="170060"/>
                  <a:pt x="685448" y="170060"/>
                </a:cubicBezTo>
                <a:cubicBezTo>
                  <a:pt x="672505" y="170060"/>
                  <a:pt x="661551" y="168536"/>
                  <a:pt x="652588" y="165489"/>
                </a:cubicBezTo>
                <a:cubicBezTo>
                  <a:pt x="643625" y="162441"/>
                  <a:pt x="636323" y="158078"/>
                  <a:pt x="630682" y="152398"/>
                </a:cubicBezTo>
                <a:cubicBezTo>
                  <a:pt x="625041" y="146720"/>
                  <a:pt x="620974" y="139899"/>
                  <a:pt x="618483" y="131935"/>
                </a:cubicBezTo>
                <a:cubicBezTo>
                  <a:pt x="615991" y="123969"/>
                  <a:pt x="614745" y="115068"/>
                  <a:pt x="614745" y="105233"/>
                </a:cubicBezTo>
                <a:cubicBezTo>
                  <a:pt x="614745" y="101632"/>
                  <a:pt x="614935" y="97494"/>
                  <a:pt x="615316" y="92820"/>
                </a:cubicBezTo>
                <a:cubicBezTo>
                  <a:pt x="615697" y="88144"/>
                  <a:pt x="616424" y="83157"/>
                  <a:pt x="617496" y="77860"/>
                </a:cubicBezTo>
                <a:cubicBezTo>
                  <a:pt x="618569" y="72561"/>
                  <a:pt x="620075" y="67159"/>
                  <a:pt x="622013" y="61654"/>
                </a:cubicBezTo>
                <a:cubicBezTo>
                  <a:pt x="623951" y="56147"/>
                  <a:pt x="626460" y="50762"/>
                  <a:pt x="629540" y="45500"/>
                </a:cubicBezTo>
                <a:cubicBezTo>
                  <a:pt x="632620" y="40235"/>
                  <a:pt x="636357" y="35266"/>
                  <a:pt x="640752" y="30592"/>
                </a:cubicBezTo>
                <a:cubicBezTo>
                  <a:pt x="645148" y="25915"/>
                  <a:pt x="650339" y="21829"/>
                  <a:pt x="656326" y="18331"/>
                </a:cubicBezTo>
                <a:cubicBezTo>
                  <a:pt x="662313" y="14834"/>
                  <a:pt x="669165" y="12081"/>
                  <a:pt x="676882" y="10074"/>
                </a:cubicBezTo>
                <a:cubicBezTo>
                  <a:pt x="684600" y="8065"/>
                  <a:pt x="693338" y="7060"/>
                  <a:pt x="703098" y="7060"/>
                </a:cubicBezTo>
                <a:cubicBezTo>
                  <a:pt x="714449" y="7060"/>
                  <a:pt x="724260" y="8428"/>
                  <a:pt x="732531" y="11164"/>
                </a:cubicBezTo>
                <a:cubicBezTo>
                  <a:pt x="740802" y="13900"/>
                  <a:pt x="747637" y="17762"/>
                  <a:pt x="753036" y="22750"/>
                </a:cubicBezTo>
                <a:cubicBezTo>
                  <a:pt x="758435" y="27738"/>
                  <a:pt x="762449" y="33817"/>
                  <a:pt x="765079" y="40987"/>
                </a:cubicBezTo>
                <a:cubicBezTo>
                  <a:pt x="767709" y="48157"/>
                  <a:pt x="769024" y="56141"/>
                  <a:pt x="769024" y="64937"/>
                </a:cubicBezTo>
                <a:moveTo>
                  <a:pt x="708808" y="71670"/>
                </a:moveTo>
                <a:cubicBezTo>
                  <a:pt x="706178" y="67229"/>
                  <a:pt x="703478" y="63830"/>
                  <a:pt x="700710" y="61472"/>
                </a:cubicBezTo>
                <a:cubicBezTo>
                  <a:pt x="697941" y="59113"/>
                  <a:pt x="694792" y="57933"/>
                  <a:pt x="691262" y="57933"/>
                </a:cubicBezTo>
                <a:cubicBezTo>
                  <a:pt x="688355" y="57933"/>
                  <a:pt x="685725" y="58643"/>
                  <a:pt x="683371" y="60064"/>
                </a:cubicBezTo>
                <a:cubicBezTo>
                  <a:pt x="681018" y="61485"/>
                  <a:pt x="678976" y="63323"/>
                  <a:pt x="677246" y="65577"/>
                </a:cubicBezTo>
                <a:cubicBezTo>
                  <a:pt x="675515" y="67830"/>
                  <a:pt x="674045" y="70379"/>
                  <a:pt x="672833" y="73224"/>
                </a:cubicBezTo>
                <a:cubicBezTo>
                  <a:pt x="671622" y="76066"/>
                  <a:pt x="670636" y="78978"/>
                  <a:pt x="669875" y="81961"/>
                </a:cubicBezTo>
                <a:cubicBezTo>
                  <a:pt x="669113" y="84941"/>
                  <a:pt x="668577" y="87837"/>
                  <a:pt x="668265" y="90646"/>
                </a:cubicBezTo>
                <a:cubicBezTo>
                  <a:pt x="667954" y="93454"/>
                  <a:pt x="667798" y="95933"/>
                  <a:pt x="667798" y="98083"/>
                </a:cubicBezTo>
                <a:cubicBezTo>
                  <a:pt x="667798" y="103213"/>
                  <a:pt x="668715" y="107166"/>
                  <a:pt x="670549" y="109941"/>
                </a:cubicBezTo>
                <a:cubicBezTo>
                  <a:pt x="672384" y="112714"/>
                  <a:pt x="675481" y="114100"/>
                  <a:pt x="679841" y="114100"/>
                </a:cubicBezTo>
                <a:cubicBezTo>
                  <a:pt x="681503" y="114100"/>
                  <a:pt x="683198" y="113806"/>
                  <a:pt x="684929" y="113218"/>
                </a:cubicBezTo>
                <a:cubicBezTo>
                  <a:pt x="686659" y="112627"/>
                  <a:pt x="688493" y="111725"/>
                  <a:pt x="690431" y="110512"/>
                </a:cubicBezTo>
                <a:cubicBezTo>
                  <a:pt x="692369" y="109296"/>
                  <a:pt x="694428" y="107700"/>
                  <a:pt x="696609" y="105723"/>
                </a:cubicBezTo>
                <a:cubicBezTo>
                  <a:pt x="698789" y="103746"/>
                  <a:pt x="701194" y="101405"/>
                  <a:pt x="703824" y="98699"/>
                </a:cubicBezTo>
                <a:lnTo>
                  <a:pt x="708808" y="71670"/>
                </a:lnTo>
                <a:moveTo>
                  <a:pt x="597095" y="10382"/>
                </a:moveTo>
                <a:lnTo>
                  <a:pt x="597095" y="10382"/>
                </a:lnTo>
                <a:close/>
                <a:moveTo>
                  <a:pt x="872673" y="142236"/>
                </a:moveTo>
                <a:cubicBezTo>
                  <a:pt x="872673" y="143067"/>
                  <a:pt x="872396" y="143690"/>
                  <a:pt x="871843" y="144105"/>
                </a:cubicBezTo>
                <a:cubicBezTo>
                  <a:pt x="871289" y="144520"/>
                  <a:pt x="870528" y="144832"/>
                  <a:pt x="869559" y="145039"/>
                </a:cubicBezTo>
                <a:cubicBezTo>
                  <a:pt x="868590" y="145247"/>
                  <a:pt x="867171" y="145351"/>
                  <a:pt x="865302" y="145351"/>
                </a:cubicBezTo>
                <a:cubicBezTo>
                  <a:pt x="863502" y="145351"/>
                  <a:pt x="862066" y="145247"/>
                  <a:pt x="860993" y="145039"/>
                </a:cubicBezTo>
                <a:cubicBezTo>
                  <a:pt x="859921" y="144832"/>
                  <a:pt x="859142" y="144520"/>
                  <a:pt x="858657" y="144105"/>
                </a:cubicBezTo>
                <a:cubicBezTo>
                  <a:pt x="858173" y="143690"/>
                  <a:pt x="857931" y="143067"/>
                  <a:pt x="857931" y="142236"/>
                </a:cubicBezTo>
                <a:lnTo>
                  <a:pt x="857931" y="132892"/>
                </a:lnTo>
                <a:cubicBezTo>
                  <a:pt x="853847" y="137253"/>
                  <a:pt x="849296" y="140661"/>
                  <a:pt x="844278" y="143119"/>
                </a:cubicBezTo>
                <a:cubicBezTo>
                  <a:pt x="839260" y="145576"/>
                  <a:pt x="833948" y="146804"/>
                  <a:pt x="828341" y="146804"/>
                </a:cubicBezTo>
                <a:cubicBezTo>
                  <a:pt x="823427" y="146804"/>
                  <a:pt x="818980" y="146162"/>
                  <a:pt x="815000" y="144877"/>
                </a:cubicBezTo>
                <a:cubicBezTo>
                  <a:pt x="811020" y="143592"/>
                  <a:pt x="807629" y="141734"/>
                  <a:pt x="804826" y="139303"/>
                </a:cubicBezTo>
                <a:cubicBezTo>
                  <a:pt x="802022" y="136872"/>
                  <a:pt x="799842" y="133886"/>
                  <a:pt x="798285" y="130345"/>
                </a:cubicBezTo>
                <a:cubicBezTo>
                  <a:pt x="796728" y="126802"/>
                  <a:pt x="795949" y="122773"/>
                  <a:pt x="795949" y="118256"/>
                </a:cubicBezTo>
                <a:cubicBezTo>
                  <a:pt x="795949" y="112979"/>
                  <a:pt x="797022" y="108395"/>
                  <a:pt x="799167" y="104506"/>
                </a:cubicBezTo>
                <a:cubicBezTo>
                  <a:pt x="801313" y="100615"/>
                  <a:pt x="804393" y="97385"/>
                  <a:pt x="808408" y="94815"/>
                </a:cubicBezTo>
                <a:cubicBezTo>
                  <a:pt x="812422" y="92246"/>
                  <a:pt x="817336" y="90319"/>
                  <a:pt x="823150" y="89034"/>
                </a:cubicBezTo>
                <a:cubicBezTo>
                  <a:pt x="828964" y="87749"/>
                  <a:pt x="835505" y="87107"/>
                  <a:pt x="842773" y="87107"/>
                </a:cubicBezTo>
                <a:lnTo>
                  <a:pt x="855647" y="87107"/>
                </a:lnTo>
                <a:lnTo>
                  <a:pt x="855647" y="79865"/>
                </a:lnTo>
                <a:cubicBezTo>
                  <a:pt x="855647" y="76279"/>
                  <a:pt x="855266" y="73107"/>
                  <a:pt x="854504" y="70349"/>
                </a:cubicBezTo>
                <a:cubicBezTo>
                  <a:pt x="853743" y="67589"/>
                  <a:pt x="852515" y="65295"/>
                  <a:pt x="850819" y="63468"/>
                </a:cubicBezTo>
                <a:cubicBezTo>
                  <a:pt x="849123" y="61640"/>
                  <a:pt x="846925" y="60261"/>
                  <a:pt x="844226" y="59331"/>
                </a:cubicBezTo>
                <a:cubicBezTo>
                  <a:pt x="841527" y="58399"/>
                  <a:pt x="838204" y="57933"/>
                  <a:pt x="834259" y="57933"/>
                </a:cubicBezTo>
                <a:cubicBezTo>
                  <a:pt x="830037" y="57933"/>
                  <a:pt x="826248" y="58429"/>
                  <a:pt x="822891" y="59422"/>
                </a:cubicBezTo>
                <a:cubicBezTo>
                  <a:pt x="819534" y="60415"/>
                  <a:pt x="816592" y="61510"/>
                  <a:pt x="814066" y="62708"/>
                </a:cubicBezTo>
                <a:cubicBezTo>
                  <a:pt x="811540" y="63907"/>
                  <a:pt x="809428" y="65002"/>
                  <a:pt x="807733" y="65995"/>
                </a:cubicBezTo>
                <a:cubicBezTo>
                  <a:pt x="806037" y="66988"/>
                  <a:pt x="804774" y="67484"/>
                  <a:pt x="803943" y="67484"/>
                </a:cubicBezTo>
                <a:cubicBezTo>
                  <a:pt x="803389" y="67484"/>
                  <a:pt x="802905" y="67346"/>
                  <a:pt x="802490" y="67069"/>
                </a:cubicBezTo>
                <a:cubicBezTo>
                  <a:pt x="802074" y="66792"/>
                  <a:pt x="801711" y="66377"/>
                  <a:pt x="801400" y="65823"/>
                </a:cubicBezTo>
                <a:cubicBezTo>
                  <a:pt x="801088" y="65269"/>
                  <a:pt x="800863" y="64560"/>
                  <a:pt x="800725" y="63695"/>
                </a:cubicBezTo>
                <a:cubicBezTo>
                  <a:pt x="800586" y="62830"/>
                  <a:pt x="800517" y="61878"/>
                  <a:pt x="800517" y="60840"/>
                </a:cubicBezTo>
                <a:cubicBezTo>
                  <a:pt x="800517" y="59109"/>
                  <a:pt x="800638" y="57742"/>
                  <a:pt x="800880" y="56739"/>
                </a:cubicBezTo>
                <a:cubicBezTo>
                  <a:pt x="801123" y="55735"/>
                  <a:pt x="801711" y="54783"/>
                  <a:pt x="802645" y="53884"/>
                </a:cubicBezTo>
                <a:cubicBezTo>
                  <a:pt x="803580" y="52984"/>
                  <a:pt x="805189" y="51936"/>
                  <a:pt x="807473" y="50740"/>
                </a:cubicBezTo>
                <a:cubicBezTo>
                  <a:pt x="809757" y="49541"/>
                  <a:pt x="812387" y="48447"/>
                  <a:pt x="815364" y="47456"/>
                </a:cubicBezTo>
                <a:cubicBezTo>
                  <a:pt x="818340" y="46466"/>
                  <a:pt x="821593" y="45646"/>
                  <a:pt x="825123" y="44997"/>
                </a:cubicBezTo>
                <a:cubicBezTo>
                  <a:pt x="828653" y="44346"/>
                  <a:pt x="832217" y="44020"/>
                  <a:pt x="835817" y="44020"/>
                </a:cubicBezTo>
                <a:cubicBezTo>
                  <a:pt x="842530" y="44020"/>
                  <a:pt x="848241" y="44782"/>
                  <a:pt x="852947" y="46305"/>
                </a:cubicBezTo>
                <a:cubicBezTo>
                  <a:pt x="857654" y="47827"/>
                  <a:pt x="861461" y="50059"/>
                  <a:pt x="864368" y="53001"/>
                </a:cubicBezTo>
                <a:cubicBezTo>
                  <a:pt x="867275" y="55943"/>
                  <a:pt x="869386" y="59594"/>
                  <a:pt x="870701" y="63954"/>
                </a:cubicBezTo>
                <a:cubicBezTo>
                  <a:pt x="872016" y="68315"/>
                  <a:pt x="872673" y="73402"/>
                  <a:pt x="872673" y="79216"/>
                </a:cubicBezTo>
                <a:lnTo>
                  <a:pt x="872673" y="142236"/>
                </a:lnTo>
                <a:moveTo>
                  <a:pt x="855647" y="99461"/>
                </a:moveTo>
                <a:lnTo>
                  <a:pt x="841008" y="99461"/>
                </a:lnTo>
                <a:cubicBezTo>
                  <a:pt x="836301" y="99461"/>
                  <a:pt x="832217" y="99863"/>
                  <a:pt x="828757" y="100665"/>
                </a:cubicBezTo>
                <a:cubicBezTo>
                  <a:pt x="825296" y="101465"/>
                  <a:pt x="822423" y="102649"/>
                  <a:pt x="820139" y="104214"/>
                </a:cubicBezTo>
                <a:cubicBezTo>
                  <a:pt x="817855" y="105780"/>
                  <a:pt x="816177" y="107661"/>
                  <a:pt x="815104" y="109857"/>
                </a:cubicBezTo>
                <a:cubicBezTo>
                  <a:pt x="814031" y="112050"/>
                  <a:pt x="813495" y="114574"/>
                  <a:pt x="813495" y="117429"/>
                </a:cubicBezTo>
                <a:cubicBezTo>
                  <a:pt x="813495" y="122304"/>
                  <a:pt x="815035" y="126187"/>
                  <a:pt x="818115" y="129077"/>
                </a:cubicBezTo>
                <a:cubicBezTo>
                  <a:pt x="821195" y="131966"/>
                  <a:pt x="825504" y="133411"/>
                  <a:pt x="831041" y="133411"/>
                </a:cubicBezTo>
                <a:cubicBezTo>
                  <a:pt x="835540" y="133411"/>
                  <a:pt x="839710" y="132263"/>
                  <a:pt x="843551" y="129966"/>
                </a:cubicBezTo>
                <a:cubicBezTo>
                  <a:pt x="847393" y="127666"/>
                  <a:pt x="851424" y="124149"/>
                  <a:pt x="855647" y="119415"/>
                </a:cubicBezTo>
                <a:lnTo>
                  <a:pt x="855647" y="99461"/>
                </a:lnTo>
                <a:close/>
                <a:moveTo>
                  <a:pt x="925670" y="133463"/>
                </a:moveTo>
                <a:cubicBezTo>
                  <a:pt x="925670" y="138399"/>
                  <a:pt x="924857" y="141683"/>
                  <a:pt x="923231" y="143316"/>
                </a:cubicBezTo>
                <a:cubicBezTo>
                  <a:pt x="921604" y="144949"/>
                  <a:pt x="918645" y="145766"/>
                  <a:pt x="914354" y="145766"/>
                </a:cubicBezTo>
                <a:cubicBezTo>
                  <a:pt x="910201" y="145766"/>
                  <a:pt x="907329" y="144967"/>
                  <a:pt x="905737" y="143368"/>
                </a:cubicBezTo>
                <a:cubicBezTo>
                  <a:pt x="904145" y="141770"/>
                  <a:pt x="903349" y="138572"/>
                  <a:pt x="903349" y="133775"/>
                </a:cubicBezTo>
                <a:cubicBezTo>
                  <a:pt x="903349" y="128839"/>
                  <a:pt x="904162" y="125554"/>
                  <a:pt x="905789" y="123921"/>
                </a:cubicBezTo>
                <a:cubicBezTo>
                  <a:pt x="907415" y="122288"/>
                  <a:pt x="910374" y="121472"/>
                  <a:pt x="914665" y="121472"/>
                </a:cubicBezTo>
                <a:cubicBezTo>
                  <a:pt x="918818" y="121472"/>
                  <a:pt x="921691" y="122271"/>
                  <a:pt x="923283" y="123869"/>
                </a:cubicBezTo>
                <a:cubicBezTo>
                  <a:pt x="924875" y="125468"/>
                  <a:pt x="925670" y="128666"/>
                  <a:pt x="925670" y="133463"/>
                </a:cubicBezTo>
                <a:close/>
                <a:moveTo>
                  <a:pt x="1023524" y="128012"/>
                </a:moveTo>
                <a:cubicBezTo>
                  <a:pt x="1023524" y="129189"/>
                  <a:pt x="1023490" y="130210"/>
                  <a:pt x="1023421" y="131075"/>
                </a:cubicBezTo>
                <a:cubicBezTo>
                  <a:pt x="1023351" y="131940"/>
                  <a:pt x="1023230" y="132667"/>
                  <a:pt x="1023057" y="133255"/>
                </a:cubicBezTo>
                <a:cubicBezTo>
                  <a:pt x="1022884" y="133844"/>
                  <a:pt x="1022676" y="134363"/>
                  <a:pt x="1022434" y="134813"/>
                </a:cubicBezTo>
                <a:cubicBezTo>
                  <a:pt x="1022192" y="135263"/>
                  <a:pt x="1021638" y="135920"/>
                  <a:pt x="1020773" y="136785"/>
                </a:cubicBezTo>
                <a:cubicBezTo>
                  <a:pt x="1019908" y="137651"/>
                  <a:pt x="1018437" y="138723"/>
                  <a:pt x="1016361" y="140004"/>
                </a:cubicBezTo>
                <a:cubicBezTo>
                  <a:pt x="1014284" y="141284"/>
                  <a:pt x="1011948" y="142426"/>
                  <a:pt x="1009353" y="143430"/>
                </a:cubicBezTo>
                <a:cubicBezTo>
                  <a:pt x="1006757" y="144434"/>
                  <a:pt x="1003937" y="145247"/>
                  <a:pt x="1000891" y="145870"/>
                </a:cubicBezTo>
                <a:cubicBezTo>
                  <a:pt x="997846" y="146493"/>
                  <a:pt x="994696" y="146804"/>
                  <a:pt x="991443" y="146804"/>
                </a:cubicBezTo>
                <a:cubicBezTo>
                  <a:pt x="984730" y="146804"/>
                  <a:pt x="978777" y="145695"/>
                  <a:pt x="973586" y="143475"/>
                </a:cubicBezTo>
                <a:cubicBezTo>
                  <a:pt x="968395" y="141256"/>
                  <a:pt x="964052" y="138014"/>
                  <a:pt x="960556" y="133749"/>
                </a:cubicBezTo>
                <a:cubicBezTo>
                  <a:pt x="957061" y="129483"/>
                  <a:pt x="954396" y="124247"/>
                  <a:pt x="952562" y="118039"/>
                </a:cubicBezTo>
                <a:cubicBezTo>
                  <a:pt x="950728" y="111831"/>
                  <a:pt x="949811" y="104671"/>
                  <a:pt x="949811" y="96558"/>
                </a:cubicBezTo>
                <a:cubicBezTo>
                  <a:pt x="949811" y="87333"/>
                  <a:pt x="950936" y="79409"/>
                  <a:pt x="953185" y="72786"/>
                </a:cubicBezTo>
                <a:cubicBezTo>
                  <a:pt x="955434" y="66163"/>
                  <a:pt x="958515" y="60736"/>
                  <a:pt x="962425" y="56505"/>
                </a:cubicBezTo>
                <a:cubicBezTo>
                  <a:pt x="966336" y="52274"/>
                  <a:pt x="970939" y="49136"/>
                  <a:pt x="976233" y="47090"/>
                </a:cubicBezTo>
                <a:cubicBezTo>
                  <a:pt x="981528" y="45044"/>
                  <a:pt x="987256" y="44020"/>
                  <a:pt x="993416" y="44020"/>
                </a:cubicBezTo>
                <a:cubicBezTo>
                  <a:pt x="996392" y="44020"/>
                  <a:pt x="999282" y="44297"/>
                  <a:pt x="1002085" y="44851"/>
                </a:cubicBezTo>
                <a:cubicBezTo>
                  <a:pt x="1004888" y="45405"/>
                  <a:pt x="1007467" y="46132"/>
                  <a:pt x="1009820" y="47031"/>
                </a:cubicBezTo>
                <a:cubicBezTo>
                  <a:pt x="1012173" y="47931"/>
                  <a:pt x="1014267" y="48969"/>
                  <a:pt x="1016101" y="50146"/>
                </a:cubicBezTo>
                <a:cubicBezTo>
                  <a:pt x="1017935" y="51323"/>
                  <a:pt x="1019268" y="52326"/>
                  <a:pt x="1020098" y="53157"/>
                </a:cubicBezTo>
                <a:cubicBezTo>
                  <a:pt x="1020929" y="53987"/>
                  <a:pt x="1021500" y="54645"/>
                  <a:pt x="1021811" y="55129"/>
                </a:cubicBezTo>
                <a:cubicBezTo>
                  <a:pt x="1022123" y="55614"/>
                  <a:pt x="1022382" y="56185"/>
                  <a:pt x="1022590" y="56842"/>
                </a:cubicBezTo>
                <a:cubicBezTo>
                  <a:pt x="1022798" y="57500"/>
                  <a:pt x="1022936" y="58244"/>
                  <a:pt x="1023005" y="59075"/>
                </a:cubicBezTo>
                <a:cubicBezTo>
                  <a:pt x="1023074" y="59905"/>
                  <a:pt x="1023109" y="60943"/>
                  <a:pt x="1023109" y="62189"/>
                </a:cubicBezTo>
                <a:cubicBezTo>
                  <a:pt x="1023109" y="64889"/>
                  <a:pt x="1022798" y="66775"/>
                  <a:pt x="1022175" y="67848"/>
                </a:cubicBezTo>
                <a:cubicBezTo>
                  <a:pt x="1021552" y="68920"/>
                  <a:pt x="1020790" y="69457"/>
                  <a:pt x="1019891" y="69457"/>
                </a:cubicBezTo>
                <a:cubicBezTo>
                  <a:pt x="1018852" y="69457"/>
                  <a:pt x="1017658" y="68886"/>
                  <a:pt x="1016309" y="67744"/>
                </a:cubicBezTo>
                <a:cubicBezTo>
                  <a:pt x="1014959" y="66602"/>
                  <a:pt x="1013246" y="65339"/>
                  <a:pt x="1011170" y="63954"/>
                </a:cubicBezTo>
                <a:cubicBezTo>
                  <a:pt x="1009093" y="62570"/>
                  <a:pt x="1006584" y="61307"/>
                  <a:pt x="1003642" y="60165"/>
                </a:cubicBezTo>
                <a:cubicBezTo>
                  <a:pt x="1000701" y="59023"/>
                  <a:pt x="997223" y="58452"/>
                  <a:pt x="993208" y="58452"/>
                </a:cubicBezTo>
                <a:cubicBezTo>
                  <a:pt x="984972" y="58452"/>
                  <a:pt x="978656" y="61628"/>
                  <a:pt x="974261" y="67981"/>
                </a:cubicBezTo>
                <a:cubicBezTo>
                  <a:pt x="969866" y="74331"/>
                  <a:pt x="967668" y="83544"/>
                  <a:pt x="967668" y="95620"/>
                </a:cubicBezTo>
                <a:cubicBezTo>
                  <a:pt x="967668" y="101659"/>
                  <a:pt x="968239" y="106952"/>
                  <a:pt x="969381" y="111498"/>
                </a:cubicBezTo>
                <a:cubicBezTo>
                  <a:pt x="970523" y="116045"/>
                  <a:pt x="972202" y="119845"/>
                  <a:pt x="974417" y="122899"/>
                </a:cubicBezTo>
                <a:cubicBezTo>
                  <a:pt x="976631" y="125953"/>
                  <a:pt x="979348" y="128227"/>
                  <a:pt x="982567" y="129719"/>
                </a:cubicBezTo>
                <a:cubicBezTo>
                  <a:pt x="985785" y="131211"/>
                  <a:pt x="989471" y="131958"/>
                  <a:pt x="993624" y="131958"/>
                </a:cubicBezTo>
                <a:cubicBezTo>
                  <a:pt x="997569" y="131958"/>
                  <a:pt x="1001030" y="131335"/>
                  <a:pt x="1004006" y="130089"/>
                </a:cubicBezTo>
                <a:cubicBezTo>
                  <a:pt x="1006982" y="128843"/>
                  <a:pt x="1009560" y="127476"/>
                  <a:pt x="1011741" y="125988"/>
                </a:cubicBezTo>
                <a:cubicBezTo>
                  <a:pt x="1013921" y="124500"/>
                  <a:pt x="1015755" y="123150"/>
                  <a:pt x="1017243" y="121939"/>
                </a:cubicBezTo>
                <a:cubicBezTo>
                  <a:pt x="1018731" y="120728"/>
                  <a:pt x="1019891" y="120122"/>
                  <a:pt x="1020721" y="120122"/>
                </a:cubicBezTo>
                <a:cubicBezTo>
                  <a:pt x="1021206" y="120122"/>
                  <a:pt x="1021621" y="120260"/>
                  <a:pt x="1021967" y="120537"/>
                </a:cubicBezTo>
                <a:cubicBezTo>
                  <a:pt x="1022313" y="120814"/>
                  <a:pt x="1022607" y="121281"/>
                  <a:pt x="1022850" y="121939"/>
                </a:cubicBezTo>
                <a:cubicBezTo>
                  <a:pt x="1023092" y="122596"/>
                  <a:pt x="1023265" y="123427"/>
                  <a:pt x="1023369" y="124431"/>
                </a:cubicBezTo>
                <a:cubicBezTo>
                  <a:pt x="1023472" y="125434"/>
                  <a:pt x="1023524" y="126628"/>
                  <a:pt x="1023524" y="128012"/>
                </a:cubicBezTo>
                <a:close/>
                <a:moveTo>
                  <a:pt x="1131130" y="94426"/>
                </a:moveTo>
                <a:cubicBezTo>
                  <a:pt x="1131130" y="102046"/>
                  <a:pt x="1130126" y="109061"/>
                  <a:pt x="1128119" y="115469"/>
                </a:cubicBezTo>
                <a:cubicBezTo>
                  <a:pt x="1126111" y="121878"/>
                  <a:pt x="1123118" y="127405"/>
                  <a:pt x="1119138" y="132048"/>
                </a:cubicBezTo>
                <a:cubicBezTo>
                  <a:pt x="1115158" y="136690"/>
                  <a:pt x="1110175" y="140310"/>
                  <a:pt x="1104188" y="142908"/>
                </a:cubicBezTo>
                <a:cubicBezTo>
                  <a:pt x="1098201" y="145505"/>
                  <a:pt x="1091262" y="146804"/>
                  <a:pt x="1083371" y="146804"/>
                </a:cubicBezTo>
                <a:cubicBezTo>
                  <a:pt x="1075689" y="146804"/>
                  <a:pt x="1068992" y="145661"/>
                  <a:pt x="1063282" y="143375"/>
                </a:cubicBezTo>
                <a:cubicBezTo>
                  <a:pt x="1057572" y="141089"/>
                  <a:pt x="1052813" y="137763"/>
                  <a:pt x="1049006" y="133398"/>
                </a:cubicBezTo>
                <a:cubicBezTo>
                  <a:pt x="1045200" y="129033"/>
                  <a:pt x="1042362" y="123733"/>
                  <a:pt x="1040493" y="117497"/>
                </a:cubicBezTo>
                <a:cubicBezTo>
                  <a:pt x="1038624" y="111261"/>
                  <a:pt x="1037690" y="104194"/>
                  <a:pt x="1037690" y="96295"/>
                </a:cubicBezTo>
                <a:cubicBezTo>
                  <a:pt x="1037690" y="88675"/>
                  <a:pt x="1038676" y="81660"/>
                  <a:pt x="1040649" y="75251"/>
                </a:cubicBezTo>
                <a:cubicBezTo>
                  <a:pt x="1042621" y="68843"/>
                  <a:pt x="1045598" y="63317"/>
                  <a:pt x="1049577" y="58676"/>
                </a:cubicBezTo>
                <a:cubicBezTo>
                  <a:pt x="1053557" y="54032"/>
                  <a:pt x="1058523" y="50428"/>
                  <a:pt x="1064476" y="47865"/>
                </a:cubicBezTo>
                <a:cubicBezTo>
                  <a:pt x="1070428" y="45302"/>
                  <a:pt x="1077384" y="44020"/>
                  <a:pt x="1085344" y="44020"/>
                </a:cubicBezTo>
                <a:cubicBezTo>
                  <a:pt x="1093027" y="44020"/>
                  <a:pt x="1099723" y="45164"/>
                  <a:pt x="1105434" y="47450"/>
                </a:cubicBezTo>
                <a:cubicBezTo>
                  <a:pt x="1111144" y="49736"/>
                  <a:pt x="1115902" y="53062"/>
                  <a:pt x="1119709" y="57426"/>
                </a:cubicBezTo>
                <a:cubicBezTo>
                  <a:pt x="1123516" y="61791"/>
                  <a:pt x="1126371" y="67092"/>
                  <a:pt x="1128274" y="73327"/>
                </a:cubicBezTo>
                <a:cubicBezTo>
                  <a:pt x="1130178" y="79563"/>
                  <a:pt x="1131130" y="86596"/>
                  <a:pt x="1131130" y="94426"/>
                </a:cubicBezTo>
                <a:moveTo>
                  <a:pt x="1113064" y="95568"/>
                </a:moveTo>
                <a:cubicBezTo>
                  <a:pt x="1113064" y="90509"/>
                  <a:pt x="1112597" y="85727"/>
                  <a:pt x="1111663" y="81221"/>
                </a:cubicBezTo>
                <a:cubicBezTo>
                  <a:pt x="1110729" y="76716"/>
                  <a:pt x="1109188" y="72765"/>
                  <a:pt x="1107043" y="69369"/>
                </a:cubicBezTo>
                <a:cubicBezTo>
                  <a:pt x="1104897" y="65973"/>
                  <a:pt x="1101990" y="63288"/>
                  <a:pt x="1098322" y="61313"/>
                </a:cubicBezTo>
                <a:cubicBezTo>
                  <a:pt x="1094653" y="59336"/>
                  <a:pt x="1090085" y="58348"/>
                  <a:pt x="1084617" y="58348"/>
                </a:cubicBezTo>
                <a:cubicBezTo>
                  <a:pt x="1079565" y="58348"/>
                  <a:pt x="1075221" y="59249"/>
                  <a:pt x="1071588" y="61051"/>
                </a:cubicBezTo>
                <a:cubicBezTo>
                  <a:pt x="1067954" y="62852"/>
                  <a:pt x="1064960" y="65400"/>
                  <a:pt x="1062607" y="68694"/>
                </a:cubicBezTo>
                <a:cubicBezTo>
                  <a:pt x="1060254" y="71986"/>
                  <a:pt x="1058506" y="75885"/>
                  <a:pt x="1057364" y="80391"/>
                </a:cubicBezTo>
                <a:cubicBezTo>
                  <a:pt x="1056222" y="84894"/>
                  <a:pt x="1055651" y="89815"/>
                  <a:pt x="1055651" y="95153"/>
                </a:cubicBezTo>
                <a:cubicBezTo>
                  <a:pt x="1055651" y="100281"/>
                  <a:pt x="1056118" y="105098"/>
                  <a:pt x="1057053" y="109603"/>
                </a:cubicBezTo>
                <a:cubicBezTo>
                  <a:pt x="1057987" y="114109"/>
                  <a:pt x="1059544" y="118042"/>
                  <a:pt x="1061725" y="121404"/>
                </a:cubicBezTo>
                <a:cubicBezTo>
                  <a:pt x="1063905" y="124765"/>
                  <a:pt x="1066829" y="127434"/>
                  <a:pt x="1070498" y="129411"/>
                </a:cubicBezTo>
                <a:cubicBezTo>
                  <a:pt x="1074166" y="131386"/>
                  <a:pt x="1078734" y="132373"/>
                  <a:pt x="1084202" y="132373"/>
                </a:cubicBezTo>
                <a:cubicBezTo>
                  <a:pt x="1089185" y="132373"/>
                  <a:pt x="1093511" y="131472"/>
                  <a:pt x="1097180" y="129670"/>
                </a:cubicBezTo>
                <a:cubicBezTo>
                  <a:pt x="1100848" y="127869"/>
                  <a:pt x="1103859" y="125339"/>
                  <a:pt x="1106212" y="122082"/>
                </a:cubicBezTo>
                <a:cubicBezTo>
                  <a:pt x="1108566" y="118822"/>
                  <a:pt x="1110296" y="114941"/>
                  <a:pt x="1111403" y="110437"/>
                </a:cubicBezTo>
                <a:cubicBezTo>
                  <a:pt x="1112511" y="105932"/>
                  <a:pt x="1113064" y="100975"/>
                  <a:pt x="1113064" y="95568"/>
                </a:cubicBezTo>
                <a:close/>
                <a:moveTo>
                  <a:pt x="1294313" y="142132"/>
                </a:moveTo>
                <a:cubicBezTo>
                  <a:pt x="1294313" y="142686"/>
                  <a:pt x="1294175" y="143153"/>
                  <a:pt x="1293898" y="143534"/>
                </a:cubicBezTo>
                <a:cubicBezTo>
                  <a:pt x="1293621" y="143914"/>
                  <a:pt x="1293171" y="144243"/>
                  <a:pt x="1292548" y="144520"/>
                </a:cubicBezTo>
                <a:cubicBezTo>
                  <a:pt x="1291925" y="144797"/>
                  <a:pt x="1291060" y="145005"/>
                  <a:pt x="1289953" y="145143"/>
                </a:cubicBezTo>
                <a:cubicBezTo>
                  <a:pt x="1288845" y="145281"/>
                  <a:pt x="1287461" y="145351"/>
                  <a:pt x="1285800" y="145351"/>
                </a:cubicBezTo>
                <a:cubicBezTo>
                  <a:pt x="1284070" y="145351"/>
                  <a:pt x="1282651" y="145281"/>
                  <a:pt x="1281543" y="145143"/>
                </a:cubicBezTo>
                <a:cubicBezTo>
                  <a:pt x="1280436" y="145005"/>
                  <a:pt x="1279553" y="144797"/>
                  <a:pt x="1278896" y="144520"/>
                </a:cubicBezTo>
                <a:cubicBezTo>
                  <a:pt x="1278238" y="144243"/>
                  <a:pt x="1277771" y="143914"/>
                  <a:pt x="1277494" y="143534"/>
                </a:cubicBezTo>
                <a:cubicBezTo>
                  <a:pt x="1277217" y="143153"/>
                  <a:pt x="1277079" y="142686"/>
                  <a:pt x="1277079" y="142132"/>
                </a:cubicBezTo>
                <a:lnTo>
                  <a:pt x="1277079" y="85342"/>
                </a:lnTo>
                <a:cubicBezTo>
                  <a:pt x="1277079" y="81396"/>
                  <a:pt x="1276733" y="77797"/>
                  <a:pt x="1276041" y="74544"/>
                </a:cubicBezTo>
                <a:cubicBezTo>
                  <a:pt x="1275349" y="71291"/>
                  <a:pt x="1274241" y="68488"/>
                  <a:pt x="1272718" y="66135"/>
                </a:cubicBezTo>
                <a:cubicBezTo>
                  <a:pt x="1271196" y="63781"/>
                  <a:pt x="1269258" y="61982"/>
                  <a:pt x="1266904" y="60736"/>
                </a:cubicBezTo>
                <a:cubicBezTo>
                  <a:pt x="1264551" y="59490"/>
                  <a:pt x="1261782" y="58867"/>
                  <a:pt x="1258599" y="58867"/>
                </a:cubicBezTo>
                <a:cubicBezTo>
                  <a:pt x="1254653" y="58867"/>
                  <a:pt x="1250691" y="60390"/>
                  <a:pt x="1246711" y="63435"/>
                </a:cubicBezTo>
                <a:cubicBezTo>
                  <a:pt x="1242731" y="66481"/>
                  <a:pt x="1238353" y="70945"/>
                  <a:pt x="1233578" y="76828"/>
                </a:cubicBezTo>
                <a:lnTo>
                  <a:pt x="1233578" y="142132"/>
                </a:lnTo>
                <a:cubicBezTo>
                  <a:pt x="1233578" y="142686"/>
                  <a:pt x="1233439" y="143153"/>
                  <a:pt x="1233162" y="143534"/>
                </a:cubicBezTo>
                <a:cubicBezTo>
                  <a:pt x="1232885" y="143914"/>
                  <a:pt x="1232418" y="144243"/>
                  <a:pt x="1231761" y="144520"/>
                </a:cubicBezTo>
                <a:cubicBezTo>
                  <a:pt x="1231103" y="144797"/>
                  <a:pt x="1230221" y="145005"/>
                  <a:pt x="1229113" y="145143"/>
                </a:cubicBezTo>
                <a:cubicBezTo>
                  <a:pt x="1228006" y="145281"/>
                  <a:pt x="1226621" y="145351"/>
                  <a:pt x="1224960" y="145351"/>
                </a:cubicBezTo>
                <a:cubicBezTo>
                  <a:pt x="1223368" y="145351"/>
                  <a:pt x="1222001" y="145281"/>
                  <a:pt x="1220859" y="145143"/>
                </a:cubicBezTo>
                <a:cubicBezTo>
                  <a:pt x="1219717" y="145005"/>
                  <a:pt x="1218817" y="144797"/>
                  <a:pt x="1218160" y="144520"/>
                </a:cubicBezTo>
                <a:cubicBezTo>
                  <a:pt x="1217502" y="144243"/>
                  <a:pt x="1217053" y="143914"/>
                  <a:pt x="1216810" y="143534"/>
                </a:cubicBezTo>
                <a:cubicBezTo>
                  <a:pt x="1216568" y="143153"/>
                  <a:pt x="1216447" y="142686"/>
                  <a:pt x="1216447" y="142132"/>
                </a:cubicBezTo>
                <a:lnTo>
                  <a:pt x="1216447" y="85342"/>
                </a:lnTo>
                <a:cubicBezTo>
                  <a:pt x="1216447" y="81396"/>
                  <a:pt x="1216066" y="77797"/>
                  <a:pt x="1215305" y="74544"/>
                </a:cubicBezTo>
                <a:cubicBezTo>
                  <a:pt x="1214543" y="71291"/>
                  <a:pt x="1213401" y="68488"/>
                  <a:pt x="1211879" y="66135"/>
                </a:cubicBezTo>
                <a:cubicBezTo>
                  <a:pt x="1210356" y="63781"/>
                  <a:pt x="1208435" y="61982"/>
                  <a:pt x="1206117" y="60736"/>
                </a:cubicBezTo>
                <a:cubicBezTo>
                  <a:pt x="1203798" y="59490"/>
                  <a:pt x="1201047" y="58867"/>
                  <a:pt x="1197863" y="58867"/>
                </a:cubicBezTo>
                <a:cubicBezTo>
                  <a:pt x="1193918" y="58867"/>
                  <a:pt x="1189938" y="60390"/>
                  <a:pt x="1185923" y="63435"/>
                </a:cubicBezTo>
                <a:cubicBezTo>
                  <a:pt x="1181909" y="66481"/>
                  <a:pt x="1177548" y="70945"/>
                  <a:pt x="1172842" y="76828"/>
                </a:cubicBezTo>
                <a:lnTo>
                  <a:pt x="1172842" y="142132"/>
                </a:lnTo>
                <a:cubicBezTo>
                  <a:pt x="1172842" y="142686"/>
                  <a:pt x="1172703" y="143153"/>
                  <a:pt x="1172426" y="143534"/>
                </a:cubicBezTo>
                <a:cubicBezTo>
                  <a:pt x="1172150" y="143914"/>
                  <a:pt x="1171700" y="144243"/>
                  <a:pt x="1171077" y="144520"/>
                </a:cubicBezTo>
                <a:cubicBezTo>
                  <a:pt x="1170454" y="144797"/>
                  <a:pt x="1169589" y="145005"/>
                  <a:pt x="1168481" y="145143"/>
                </a:cubicBezTo>
                <a:cubicBezTo>
                  <a:pt x="1167374" y="145281"/>
                  <a:pt x="1165955" y="145351"/>
                  <a:pt x="1164224" y="145351"/>
                </a:cubicBezTo>
                <a:cubicBezTo>
                  <a:pt x="1162563" y="145351"/>
                  <a:pt x="1161179" y="145281"/>
                  <a:pt x="1160072" y="145143"/>
                </a:cubicBezTo>
                <a:cubicBezTo>
                  <a:pt x="1158964" y="145005"/>
                  <a:pt x="1158082" y="144797"/>
                  <a:pt x="1157424" y="144520"/>
                </a:cubicBezTo>
                <a:cubicBezTo>
                  <a:pt x="1156767" y="144243"/>
                  <a:pt x="1156317" y="143914"/>
                  <a:pt x="1156074" y="143534"/>
                </a:cubicBezTo>
                <a:cubicBezTo>
                  <a:pt x="1155832" y="143153"/>
                  <a:pt x="1155711" y="142686"/>
                  <a:pt x="1155711" y="142132"/>
                </a:cubicBezTo>
                <a:lnTo>
                  <a:pt x="1155711" y="48692"/>
                </a:lnTo>
                <a:cubicBezTo>
                  <a:pt x="1155711" y="48139"/>
                  <a:pt x="1155815" y="47672"/>
                  <a:pt x="1156023" y="47291"/>
                </a:cubicBezTo>
                <a:cubicBezTo>
                  <a:pt x="1156230" y="46910"/>
                  <a:pt x="1156645" y="46564"/>
                  <a:pt x="1157268" y="46253"/>
                </a:cubicBezTo>
                <a:cubicBezTo>
                  <a:pt x="1157891" y="45941"/>
                  <a:pt x="1158687" y="45734"/>
                  <a:pt x="1159656" y="45630"/>
                </a:cubicBezTo>
                <a:cubicBezTo>
                  <a:pt x="1160625" y="45526"/>
                  <a:pt x="1161906" y="45474"/>
                  <a:pt x="1163498" y="45474"/>
                </a:cubicBezTo>
                <a:cubicBezTo>
                  <a:pt x="1165020" y="45474"/>
                  <a:pt x="1166284" y="45526"/>
                  <a:pt x="1167287" y="45630"/>
                </a:cubicBezTo>
                <a:cubicBezTo>
                  <a:pt x="1168291" y="45734"/>
                  <a:pt x="1169069" y="45941"/>
                  <a:pt x="1169623" y="46253"/>
                </a:cubicBezTo>
                <a:cubicBezTo>
                  <a:pt x="1170177" y="46564"/>
                  <a:pt x="1170575" y="46910"/>
                  <a:pt x="1170817" y="47291"/>
                </a:cubicBezTo>
                <a:cubicBezTo>
                  <a:pt x="1171059" y="47672"/>
                  <a:pt x="1171181" y="48139"/>
                  <a:pt x="1171181" y="48692"/>
                </a:cubicBezTo>
                <a:lnTo>
                  <a:pt x="1171181" y="61047"/>
                </a:lnTo>
                <a:cubicBezTo>
                  <a:pt x="1176441" y="55164"/>
                  <a:pt x="1181545" y="50855"/>
                  <a:pt x="1186494" y="48121"/>
                </a:cubicBezTo>
                <a:cubicBezTo>
                  <a:pt x="1191443" y="45387"/>
                  <a:pt x="1196444" y="44020"/>
                  <a:pt x="1201497" y="44020"/>
                </a:cubicBezTo>
                <a:cubicBezTo>
                  <a:pt x="1205373" y="44020"/>
                  <a:pt x="1208851" y="44470"/>
                  <a:pt x="1211931" y="45370"/>
                </a:cubicBezTo>
                <a:cubicBezTo>
                  <a:pt x="1215011" y="46270"/>
                  <a:pt x="1217727" y="47533"/>
                  <a:pt x="1220081" y="49160"/>
                </a:cubicBezTo>
                <a:cubicBezTo>
                  <a:pt x="1222434" y="50786"/>
                  <a:pt x="1224441" y="52724"/>
                  <a:pt x="1226102" y="54974"/>
                </a:cubicBezTo>
                <a:cubicBezTo>
                  <a:pt x="1227763" y="57223"/>
                  <a:pt x="1229148" y="59732"/>
                  <a:pt x="1230255" y="62501"/>
                </a:cubicBezTo>
                <a:cubicBezTo>
                  <a:pt x="1233370" y="59109"/>
                  <a:pt x="1236329" y="56237"/>
                  <a:pt x="1239132" y="53884"/>
                </a:cubicBezTo>
                <a:cubicBezTo>
                  <a:pt x="1241935" y="51530"/>
                  <a:pt x="1244635" y="49627"/>
                  <a:pt x="1247230" y="48173"/>
                </a:cubicBezTo>
                <a:cubicBezTo>
                  <a:pt x="1249826" y="46720"/>
                  <a:pt x="1252352" y="45664"/>
                  <a:pt x="1254809" y="45007"/>
                </a:cubicBezTo>
                <a:cubicBezTo>
                  <a:pt x="1257266" y="44349"/>
                  <a:pt x="1259741" y="44020"/>
                  <a:pt x="1262232" y="44020"/>
                </a:cubicBezTo>
                <a:cubicBezTo>
                  <a:pt x="1268254" y="44020"/>
                  <a:pt x="1273307" y="45076"/>
                  <a:pt x="1277390" y="47187"/>
                </a:cubicBezTo>
                <a:cubicBezTo>
                  <a:pt x="1281474" y="49298"/>
                  <a:pt x="1284779" y="52119"/>
                  <a:pt x="1287305" y="55649"/>
                </a:cubicBezTo>
                <a:cubicBezTo>
                  <a:pt x="1289832" y="59178"/>
                  <a:pt x="1291631" y="63314"/>
                  <a:pt x="1292704" y="68055"/>
                </a:cubicBezTo>
                <a:cubicBezTo>
                  <a:pt x="1293777" y="72796"/>
                  <a:pt x="1294313" y="77797"/>
                  <a:pt x="1294313" y="83058"/>
                </a:cubicBezTo>
                <a:lnTo>
                  <a:pt x="1294313" y="142132"/>
                </a:lnTo>
                <a:close/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ae25c04a847ed"/>
          <a:stretch xmlns:a="http://schemas.openxmlformats.org/drawingml/2006/main"/>
        </p:blipFill>
        <p:spPr>
          <a:xfrm xmlns:a="http://schemas.openxmlformats.org/drawingml/2006/main">
            <a:off x="4540144" y="953379"/>
            <a:ext cx="663500" cy="663500"/>
          </a:xfrm>
          <a:prstGeom xmlns:a="http://schemas.openxmlformats.org/drawingml/2006/main" prst="rect">
            <a:avLst/>
          </a:prstGeom>
        </p:spPr>
      </p:pic>
      <p:sp>
        <p:nvSpPr>
          <p:cNvPr id="5" name="Text Platform">
            <a:extLst xmlns:a="http://schemas.openxmlformats.org/drawingml/2006/main">
              <a:ext uri="{FF2B5EF4-FFF2-40B4-BE49-F238E27FC236}">
                <a16:creationId xmlns:a16="http://schemas.microsoft.com/office/drawing/2014/main" id="{4EE6F998-DE0F-4E76-A8B0-01CC91FF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406" y="1683516"/>
            <a:ext cx="708512" cy="147427"/>
          </a:xfrm>
          <a:custGeom xmlns:a="http://schemas.openxmlformats.org/drawingml/2006/main">
            <a:pathLst>
              <a:path w="708512" h="147427">
                <a:moveTo>
                  <a:pt x="82538" y="50354"/>
                </a:moveTo>
                <a:cubicBezTo>
                  <a:pt x="82538" y="57067"/>
                  <a:pt x="81431" y="63124"/>
                  <a:pt x="79216" y="68522"/>
                </a:cubicBezTo>
                <a:cubicBezTo>
                  <a:pt x="77001" y="73921"/>
                  <a:pt x="73835" y="78524"/>
                  <a:pt x="69716" y="82331"/>
                </a:cubicBezTo>
                <a:cubicBezTo>
                  <a:pt x="65598" y="86138"/>
                  <a:pt x="60545" y="89079"/>
                  <a:pt x="54558" y="91156"/>
                </a:cubicBezTo>
                <a:cubicBezTo>
                  <a:pt x="48571" y="93232"/>
                  <a:pt x="41425" y="94270"/>
                  <a:pt x="33119" y="94270"/>
                </a:cubicBezTo>
                <a:lnTo>
                  <a:pt x="17857" y="94270"/>
                </a:lnTo>
                <a:lnTo>
                  <a:pt x="17857" y="142651"/>
                </a:lnTo>
                <a:cubicBezTo>
                  <a:pt x="17857" y="143205"/>
                  <a:pt x="17702" y="143690"/>
                  <a:pt x="17390" y="144105"/>
                </a:cubicBezTo>
                <a:cubicBezTo>
                  <a:pt x="17079" y="144520"/>
                  <a:pt x="16594" y="144849"/>
                  <a:pt x="15937" y="145091"/>
                </a:cubicBezTo>
                <a:cubicBezTo>
                  <a:pt x="15279" y="145333"/>
                  <a:pt x="14379" y="145541"/>
                  <a:pt x="13237" y="145714"/>
                </a:cubicBezTo>
                <a:cubicBezTo>
                  <a:pt x="12095" y="145887"/>
                  <a:pt x="10659" y="145974"/>
                  <a:pt x="8929" y="145974"/>
                </a:cubicBezTo>
                <a:cubicBezTo>
                  <a:pt x="7198" y="145974"/>
                  <a:pt x="5762" y="145887"/>
                  <a:pt x="4620" y="145714"/>
                </a:cubicBezTo>
                <a:cubicBezTo>
                  <a:pt x="3478" y="145541"/>
                  <a:pt x="2561" y="145333"/>
                  <a:pt x="1869" y="145091"/>
                </a:cubicBezTo>
                <a:cubicBezTo>
                  <a:pt x="1177" y="144849"/>
                  <a:pt x="692" y="144520"/>
                  <a:pt x="415" y="144105"/>
                </a:cubicBezTo>
                <a:cubicBezTo>
                  <a:pt x="138" y="143690"/>
                  <a:pt x="0" y="143205"/>
                  <a:pt x="0" y="142651"/>
                </a:cubicBezTo>
                <a:lnTo>
                  <a:pt x="0" y="18688"/>
                </a:lnTo>
                <a:cubicBezTo>
                  <a:pt x="0" y="15919"/>
                  <a:pt x="727" y="13947"/>
                  <a:pt x="2180" y="12770"/>
                </a:cubicBezTo>
                <a:cubicBezTo>
                  <a:pt x="3634" y="11593"/>
                  <a:pt x="5260" y="11005"/>
                  <a:pt x="7060" y="11005"/>
                </a:cubicBezTo>
                <a:lnTo>
                  <a:pt x="35819" y="11005"/>
                </a:lnTo>
                <a:cubicBezTo>
                  <a:pt x="38726" y="11005"/>
                  <a:pt x="41511" y="11126"/>
                  <a:pt x="44176" y="11368"/>
                </a:cubicBezTo>
                <a:cubicBezTo>
                  <a:pt x="46841" y="11611"/>
                  <a:pt x="49990" y="12130"/>
                  <a:pt x="53624" y="12926"/>
                </a:cubicBezTo>
                <a:cubicBezTo>
                  <a:pt x="57258" y="13722"/>
                  <a:pt x="60961" y="15210"/>
                  <a:pt x="64733" y="17390"/>
                </a:cubicBezTo>
                <a:cubicBezTo>
                  <a:pt x="68505" y="19570"/>
                  <a:pt x="71706" y="22252"/>
                  <a:pt x="74336" y="25436"/>
                </a:cubicBezTo>
                <a:cubicBezTo>
                  <a:pt x="76967" y="28620"/>
                  <a:pt x="78991" y="32306"/>
                  <a:pt x="80410" y="36493"/>
                </a:cubicBezTo>
                <a:cubicBezTo>
                  <a:pt x="81829" y="40681"/>
                  <a:pt x="82538" y="45301"/>
                  <a:pt x="82538" y="50354"/>
                </a:cubicBezTo>
                <a:moveTo>
                  <a:pt x="63747" y="51807"/>
                </a:moveTo>
                <a:cubicBezTo>
                  <a:pt x="63747" y="46339"/>
                  <a:pt x="62726" y="41771"/>
                  <a:pt x="60684" y="38103"/>
                </a:cubicBezTo>
                <a:cubicBezTo>
                  <a:pt x="58642" y="34434"/>
                  <a:pt x="56116" y="31700"/>
                  <a:pt x="53105" y="29901"/>
                </a:cubicBezTo>
                <a:cubicBezTo>
                  <a:pt x="50094" y="28101"/>
                  <a:pt x="46979" y="26959"/>
                  <a:pt x="43761" y="26475"/>
                </a:cubicBezTo>
                <a:cubicBezTo>
                  <a:pt x="40542" y="25990"/>
                  <a:pt x="37410" y="25748"/>
                  <a:pt x="34365" y="25748"/>
                </a:cubicBezTo>
                <a:lnTo>
                  <a:pt x="17857" y="25748"/>
                </a:lnTo>
                <a:lnTo>
                  <a:pt x="17857" y="79631"/>
                </a:lnTo>
                <a:lnTo>
                  <a:pt x="33950" y="79631"/>
                </a:lnTo>
                <a:cubicBezTo>
                  <a:pt x="39349" y="79631"/>
                  <a:pt x="43830" y="78939"/>
                  <a:pt x="47395" y="77555"/>
                </a:cubicBezTo>
                <a:cubicBezTo>
                  <a:pt x="50959" y="76171"/>
                  <a:pt x="53953" y="74250"/>
                  <a:pt x="56375" y="71793"/>
                </a:cubicBezTo>
                <a:cubicBezTo>
                  <a:pt x="58798" y="69336"/>
                  <a:pt x="60632" y="66394"/>
                  <a:pt x="61878" y="62968"/>
                </a:cubicBezTo>
                <a:cubicBezTo>
                  <a:pt x="63124" y="59542"/>
                  <a:pt x="63747" y="55822"/>
                  <a:pt x="63747" y="51807"/>
                </a:cubicBezTo>
                <a:close/>
                <a:moveTo>
                  <a:pt x="123768" y="142752"/>
                </a:moveTo>
                <a:cubicBezTo>
                  <a:pt x="123768" y="143306"/>
                  <a:pt x="123630" y="143774"/>
                  <a:pt x="123353" y="144157"/>
                </a:cubicBezTo>
                <a:cubicBezTo>
                  <a:pt x="123076" y="144537"/>
                  <a:pt x="122626" y="144866"/>
                  <a:pt x="122003" y="145143"/>
                </a:cubicBezTo>
                <a:cubicBezTo>
                  <a:pt x="121380" y="145420"/>
                  <a:pt x="120515" y="145628"/>
                  <a:pt x="119408" y="145766"/>
                </a:cubicBezTo>
                <a:cubicBezTo>
                  <a:pt x="118300" y="145904"/>
                  <a:pt x="116881" y="145974"/>
                  <a:pt x="115151" y="145974"/>
                </a:cubicBezTo>
                <a:cubicBezTo>
                  <a:pt x="113490" y="145974"/>
                  <a:pt x="112105" y="145904"/>
                  <a:pt x="110998" y="145766"/>
                </a:cubicBezTo>
                <a:cubicBezTo>
                  <a:pt x="109891" y="145628"/>
                  <a:pt x="109008" y="145420"/>
                  <a:pt x="108351" y="145143"/>
                </a:cubicBezTo>
                <a:cubicBezTo>
                  <a:pt x="107693" y="144866"/>
                  <a:pt x="107243" y="144537"/>
                  <a:pt x="107001" y="144157"/>
                </a:cubicBezTo>
                <a:cubicBezTo>
                  <a:pt x="106759" y="143774"/>
                  <a:pt x="106638" y="143306"/>
                  <a:pt x="106638" y="142752"/>
                </a:cubicBezTo>
                <a:lnTo>
                  <a:pt x="106638" y="3948"/>
                </a:lnTo>
                <a:cubicBezTo>
                  <a:pt x="106638" y="3395"/>
                  <a:pt x="106759" y="2910"/>
                  <a:pt x="107001" y="2495"/>
                </a:cubicBezTo>
                <a:cubicBezTo>
                  <a:pt x="107243" y="2078"/>
                  <a:pt x="107693" y="1730"/>
                  <a:pt x="108351" y="1454"/>
                </a:cubicBezTo>
                <a:cubicBezTo>
                  <a:pt x="109008" y="1177"/>
                  <a:pt x="109891" y="969"/>
                  <a:pt x="110998" y="831"/>
                </a:cubicBezTo>
                <a:cubicBezTo>
                  <a:pt x="112105" y="692"/>
                  <a:pt x="113490" y="623"/>
                  <a:pt x="115151" y="623"/>
                </a:cubicBezTo>
                <a:cubicBezTo>
                  <a:pt x="116881" y="623"/>
                  <a:pt x="118300" y="692"/>
                  <a:pt x="119408" y="831"/>
                </a:cubicBezTo>
                <a:cubicBezTo>
                  <a:pt x="120515" y="969"/>
                  <a:pt x="121380" y="1177"/>
                  <a:pt x="122003" y="1454"/>
                </a:cubicBezTo>
                <a:cubicBezTo>
                  <a:pt x="122626" y="1730"/>
                  <a:pt x="123076" y="2078"/>
                  <a:pt x="123353" y="2495"/>
                </a:cubicBezTo>
                <a:cubicBezTo>
                  <a:pt x="123630" y="2910"/>
                  <a:pt x="123768" y="3395"/>
                  <a:pt x="123768" y="3948"/>
                </a:cubicBezTo>
                <a:lnTo>
                  <a:pt x="123768" y="142752"/>
                </a:lnTo>
                <a:close/>
                <a:moveTo>
                  <a:pt x="225465" y="142859"/>
                </a:moveTo>
                <a:cubicBezTo>
                  <a:pt x="225465" y="143690"/>
                  <a:pt x="225188" y="144312"/>
                  <a:pt x="224635" y="144728"/>
                </a:cubicBezTo>
                <a:cubicBezTo>
                  <a:pt x="224081" y="145143"/>
                  <a:pt x="223319" y="145454"/>
                  <a:pt x="222350" y="145662"/>
                </a:cubicBezTo>
                <a:cubicBezTo>
                  <a:pt x="221381" y="145870"/>
                  <a:pt x="219963" y="145974"/>
                  <a:pt x="218094" y="145974"/>
                </a:cubicBezTo>
                <a:cubicBezTo>
                  <a:pt x="216294" y="145974"/>
                  <a:pt x="214858" y="145870"/>
                  <a:pt x="213785" y="145662"/>
                </a:cubicBezTo>
                <a:cubicBezTo>
                  <a:pt x="212712" y="145454"/>
                  <a:pt x="211934" y="145143"/>
                  <a:pt x="211449" y="144728"/>
                </a:cubicBezTo>
                <a:cubicBezTo>
                  <a:pt x="210965" y="144312"/>
                  <a:pt x="210722" y="143690"/>
                  <a:pt x="210722" y="142859"/>
                </a:cubicBezTo>
                <a:lnTo>
                  <a:pt x="210722" y="133515"/>
                </a:lnTo>
                <a:cubicBezTo>
                  <a:pt x="206639" y="137875"/>
                  <a:pt x="202088" y="141284"/>
                  <a:pt x="197070" y="143741"/>
                </a:cubicBezTo>
                <a:cubicBezTo>
                  <a:pt x="192052" y="146199"/>
                  <a:pt x="186740" y="147427"/>
                  <a:pt x="181133" y="147427"/>
                </a:cubicBezTo>
                <a:cubicBezTo>
                  <a:pt x="176219" y="147427"/>
                  <a:pt x="171772" y="146785"/>
                  <a:pt x="167792" y="145500"/>
                </a:cubicBezTo>
                <a:cubicBezTo>
                  <a:pt x="163812" y="144215"/>
                  <a:pt x="160421" y="142357"/>
                  <a:pt x="157618" y="139926"/>
                </a:cubicBezTo>
                <a:cubicBezTo>
                  <a:pt x="154814" y="137495"/>
                  <a:pt x="152634" y="134509"/>
                  <a:pt x="151077" y="130968"/>
                </a:cubicBezTo>
                <a:cubicBezTo>
                  <a:pt x="149519" y="127425"/>
                  <a:pt x="148741" y="123396"/>
                  <a:pt x="148741" y="118879"/>
                </a:cubicBezTo>
                <a:cubicBezTo>
                  <a:pt x="148741" y="113602"/>
                  <a:pt x="149814" y="109018"/>
                  <a:pt x="151959" y="105129"/>
                </a:cubicBezTo>
                <a:cubicBezTo>
                  <a:pt x="154105" y="101238"/>
                  <a:pt x="157185" y="98008"/>
                  <a:pt x="161199" y="95438"/>
                </a:cubicBezTo>
                <a:cubicBezTo>
                  <a:pt x="165214" y="92869"/>
                  <a:pt x="170128" y="90942"/>
                  <a:pt x="175942" y="89657"/>
                </a:cubicBezTo>
                <a:cubicBezTo>
                  <a:pt x="181756" y="88372"/>
                  <a:pt x="188297" y="87730"/>
                  <a:pt x="195564" y="87730"/>
                </a:cubicBezTo>
                <a:lnTo>
                  <a:pt x="208438" y="87730"/>
                </a:lnTo>
                <a:lnTo>
                  <a:pt x="208438" y="80488"/>
                </a:lnTo>
                <a:cubicBezTo>
                  <a:pt x="208438" y="76902"/>
                  <a:pt x="208058" y="73730"/>
                  <a:pt x="207296" y="70972"/>
                </a:cubicBezTo>
                <a:cubicBezTo>
                  <a:pt x="206535" y="68212"/>
                  <a:pt x="205306" y="65918"/>
                  <a:pt x="203611" y="64091"/>
                </a:cubicBezTo>
                <a:cubicBezTo>
                  <a:pt x="201915" y="62263"/>
                  <a:pt x="199717" y="60884"/>
                  <a:pt x="197018" y="59954"/>
                </a:cubicBezTo>
                <a:cubicBezTo>
                  <a:pt x="194319" y="59022"/>
                  <a:pt x="190996" y="58556"/>
                  <a:pt x="187051" y="58556"/>
                </a:cubicBezTo>
                <a:cubicBezTo>
                  <a:pt x="182829" y="58556"/>
                  <a:pt x="179039" y="59052"/>
                  <a:pt x="175683" y="60045"/>
                </a:cubicBezTo>
                <a:cubicBezTo>
                  <a:pt x="172326" y="61038"/>
                  <a:pt x="169384" y="62133"/>
                  <a:pt x="166858" y="63331"/>
                </a:cubicBezTo>
                <a:cubicBezTo>
                  <a:pt x="164331" y="64530"/>
                  <a:pt x="162220" y="65625"/>
                  <a:pt x="160525" y="66618"/>
                </a:cubicBezTo>
                <a:cubicBezTo>
                  <a:pt x="158829" y="67611"/>
                  <a:pt x="157566" y="68107"/>
                  <a:pt x="156735" y="68107"/>
                </a:cubicBezTo>
                <a:cubicBezTo>
                  <a:pt x="156181" y="68107"/>
                  <a:pt x="155697" y="67969"/>
                  <a:pt x="155282" y="67692"/>
                </a:cubicBezTo>
                <a:cubicBezTo>
                  <a:pt x="154866" y="67415"/>
                  <a:pt x="154503" y="67000"/>
                  <a:pt x="154191" y="66446"/>
                </a:cubicBezTo>
                <a:cubicBezTo>
                  <a:pt x="153880" y="65892"/>
                  <a:pt x="153655" y="65183"/>
                  <a:pt x="153517" y="64318"/>
                </a:cubicBezTo>
                <a:cubicBezTo>
                  <a:pt x="153378" y="63452"/>
                  <a:pt x="153309" y="62501"/>
                  <a:pt x="153309" y="61463"/>
                </a:cubicBezTo>
                <a:cubicBezTo>
                  <a:pt x="153309" y="59732"/>
                  <a:pt x="153430" y="58365"/>
                  <a:pt x="153672" y="57362"/>
                </a:cubicBezTo>
                <a:cubicBezTo>
                  <a:pt x="153915" y="56358"/>
                  <a:pt x="154503" y="55406"/>
                  <a:pt x="155437" y="54507"/>
                </a:cubicBezTo>
                <a:cubicBezTo>
                  <a:pt x="156372" y="53607"/>
                  <a:pt x="157981" y="52559"/>
                  <a:pt x="160265" y="51363"/>
                </a:cubicBezTo>
                <a:cubicBezTo>
                  <a:pt x="162549" y="50164"/>
                  <a:pt x="165179" y="49070"/>
                  <a:pt x="168155" y="48079"/>
                </a:cubicBezTo>
                <a:cubicBezTo>
                  <a:pt x="171132" y="47089"/>
                  <a:pt x="174385" y="46269"/>
                  <a:pt x="177915" y="45620"/>
                </a:cubicBezTo>
                <a:cubicBezTo>
                  <a:pt x="181445" y="44969"/>
                  <a:pt x="185009" y="44643"/>
                  <a:pt x="188608" y="44643"/>
                </a:cubicBezTo>
                <a:cubicBezTo>
                  <a:pt x="195322" y="44643"/>
                  <a:pt x="201032" y="45405"/>
                  <a:pt x="205739" y="46928"/>
                </a:cubicBezTo>
                <a:cubicBezTo>
                  <a:pt x="210446" y="48450"/>
                  <a:pt x="214252" y="50682"/>
                  <a:pt x="217159" y="53624"/>
                </a:cubicBezTo>
                <a:cubicBezTo>
                  <a:pt x="220066" y="56566"/>
                  <a:pt x="222177" y="60217"/>
                  <a:pt x="223493" y="64577"/>
                </a:cubicBezTo>
                <a:cubicBezTo>
                  <a:pt x="224808" y="68938"/>
                  <a:pt x="225465" y="74025"/>
                  <a:pt x="225465" y="79839"/>
                </a:cubicBezTo>
                <a:lnTo>
                  <a:pt x="225465" y="142859"/>
                </a:lnTo>
                <a:moveTo>
                  <a:pt x="208438" y="100084"/>
                </a:moveTo>
                <a:lnTo>
                  <a:pt x="193799" y="100084"/>
                </a:lnTo>
                <a:cubicBezTo>
                  <a:pt x="189093" y="100084"/>
                  <a:pt x="185009" y="100486"/>
                  <a:pt x="181548" y="101288"/>
                </a:cubicBezTo>
                <a:cubicBezTo>
                  <a:pt x="178088" y="102088"/>
                  <a:pt x="175215" y="103271"/>
                  <a:pt x="172931" y="104837"/>
                </a:cubicBezTo>
                <a:cubicBezTo>
                  <a:pt x="170647" y="106403"/>
                  <a:pt x="168969" y="108284"/>
                  <a:pt x="167896" y="110479"/>
                </a:cubicBezTo>
                <a:cubicBezTo>
                  <a:pt x="166823" y="112673"/>
                  <a:pt x="166287" y="115197"/>
                  <a:pt x="166287" y="118052"/>
                </a:cubicBezTo>
                <a:cubicBezTo>
                  <a:pt x="166287" y="122927"/>
                  <a:pt x="167827" y="126810"/>
                  <a:pt x="170907" y="129700"/>
                </a:cubicBezTo>
                <a:cubicBezTo>
                  <a:pt x="173987" y="132589"/>
                  <a:pt x="178295" y="134034"/>
                  <a:pt x="183833" y="134034"/>
                </a:cubicBezTo>
                <a:cubicBezTo>
                  <a:pt x="188331" y="134034"/>
                  <a:pt x="192502" y="132886"/>
                  <a:pt x="196343" y="130588"/>
                </a:cubicBezTo>
                <a:cubicBezTo>
                  <a:pt x="200184" y="128289"/>
                  <a:pt x="204216" y="124772"/>
                  <a:pt x="208438" y="120038"/>
                </a:cubicBezTo>
                <a:lnTo>
                  <a:pt x="208438" y="100084"/>
                </a:lnTo>
                <a:close/>
                <a:moveTo>
                  <a:pt x="302917" y="136007"/>
                </a:moveTo>
                <a:cubicBezTo>
                  <a:pt x="302917" y="138014"/>
                  <a:pt x="302778" y="139606"/>
                  <a:pt x="302502" y="140783"/>
                </a:cubicBezTo>
                <a:cubicBezTo>
                  <a:pt x="302225" y="141959"/>
                  <a:pt x="301809" y="142824"/>
                  <a:pt x="301256" y="143378"/>
                </a:cubicBezTo>
                <a:cubicBezTo>
                  <a:pt x="300702" y="143932"/>
                  <a:pt x="299871" y="144451"/>
                  <a:pt x="298764" y="144935"/>
                </a:cubicBezTo>
                <a:cubicBezTo>
                  <a:pt x="297657" y="145420"/>
                  <a:pt x="296393" y="145818"/>
                  <a:pt x="294975" y="146129"/>
                </a:cubicBezTo>
                <a:cubicBezTo>
                  <a:pt x="293556" y="146441"/>
                  <a:pt x="292050" y="146700"/>
                  <a:pt x="290458" y="146908"/>
                </a:cubicBezTo>
                <a:cubicBezTo>
                  <a:pt x="288866" y="147116"/>
                  <a:pt x="287274" y="147219"/>
                  <a:pt x="285682" y="147219"/>
                </a:cubicBezTo>
                <a:cubicBezTo>
                  <a:pt x="280837" y="147219"/>
                  <a:pt x="276685" y="146578"/>
                  <a:pt x="273224" y="145296"/>
                </a:cubicBezTo>
                <a:cubicBezTo>
                  <a:pt x="269763" y="144011"/>
                  <a:pt x="266925" y="142067"/>
                  <a:pt x="264710" y="139465"/>
                </a:cubicBezTo>
                <a:cubicBezTo>
                  <a:pt x="262496" y="136863"/>
                  <a:pt x="260886" y="133568"/>
                  <a:pt x="259883" y="129579"/>
                </a:cubicBezTo>
                <a:cubicBezTo>
                  <a:pt x="258879" y="125591"/>
                  <a:pt x="258377" y="120891"/>
                  <a:pt x="258377" y="115479"/>
                </a:cubicBezTo>
                <a:lnTo>
                  <a:pt x="258377" y="60736"/>
                </a:lnTo>
                <a:lnTo>
                  <a:pt x="245296" y="60736"/>
                </a:lnTo>
                <a:cubicBezTo>
                  <a:pt x="244258" y="60736"/>
                  <a:pt x="243427" y="60182"/>
                  <a:pt x="242804" y="59075"/>
                </a:cubicBezTo>
                <a:cubicBezTo>
                  <a:pt x="242181" y="57967"/>
                  <a:pt x="241870" y="56168"/>
                  <a:pt x="241870" y="53676"/>
                </a:cubicBezTo>
                <a:cubicBezTo>
                  <a:pt x="241870" y="52361"/>
                  <a:pt x="241956" y="51253"/>
                  <a:pt x="242129" y="50354"/>
                </a:cubicBezTo>
                <a:cubicBezTo>
                  <a:pt x="242302" y="49454"/>
                  <a:pt x="242527" y="48710"/>
                  <a:pt x="242804" y="48121"/>
                </a:cubicBezTo>
                <a:cubicBezTo>
                  <a:pt x="243081" y="47533"/>
                  <a:pt x="243444" y="47118"/>
                  <a:pt x="243894" y="46876"/>
                </a:cubicBezTo>
                <a:cubicBezTo>
                  <a:pt x="244344" y="46633"/>
                  <a:pt x="244846" y="46512"/>
                  <a:pt x="245400" y="46512"/>
                </a:cubicBezTo>
                <a:lnTo>
                  <a:pt x="258377" y="46512"/>
                </a:lnTo>
                <a:lnTo>
                  <a:pt x="258377" y="24294"/>
                </a:lnTo>
                <a:cubicBezTo>
                  <a:pt x="258377" y="23810"/>
                  <a:pt x="258498" y="23360"/>
                  <a:pt x="258741" y="22945"/>
                </a:cubicBezTo>
                <a:cubicBezTo>
                  <a:pt x="258983" y="22529"/>
                  <a:pt x="259433" y="22166"/>
                  <a:pt x="260090" y="21855"/>
                </a:cubicBezTo>
                <a:cubicBezTo>
                  <a:pt x="260748" y="21543"/>
                  <a:pt x="261630" y="21318"/>
                  <a:pt x="262738" y="21180"/>
                </a:cubicBezTo>
                <a:cubicBezTo>
                  <a:pt x="263845" y="21041"/>
                  <a:pt x="265230" y="20972"/>
                  <a:pt x="266891" y="20972"/>
                </a:cubicBezTo>
                <a:cubicBezTo>
                  <a:pt x="268621" y="20972"/>
                  <a:pt x="270040" y="21041"/>
                  <a:pt x="271147" y="21180"/>
                </a:cubicBezTo>
                <a:cubicBezTo>
                  <a:pt x="272255" y="21318"/>
                  <a:pt x="273120" y="21543"/>
                  <a:pt x="273743" y="21855"/>
                </a:cubicBezTo>
                <a:cubicBezTo>
                  <a:pt x="274366" y="22166"/>
                  <a:pt x="274816" y="22529"/>
                  <a:pt x="275093" y="22945"/>
                </a:cubicBezTo>
                <a:cubicBezTo>
                  <a:pt x="275370" y="23360"/>
                  <a:pt x="275508" y="23810"/>
                  <a:pt x="275508" y="24294"/>
                </a:cubicBezTo>
                <a:lnTo>
                  <a:pt x="275508" y="46512"/>
                </a:lnTo>
                <a:lnTo>
                  <a:pt x="299491" y="46512"/>
                </a:lnTo>
                <a:cubicBezTo>
                  <a:pt x="300045" y="46512"/>
                  <a:pt x="300529" y="46633"/>
                  <a:pt x="300944" y="46876"/>
                </a:cubicBezTo>
                <a:cubicBezTo>
                  <a:pt x="301360" y="47118"/>
                  <a:pt x="301723" y="47533"/>
                  <a:pt x="302034" y="48121"/>
                </a:cubicBezTo>
                <a:cubicBezTo>
                  <a:pt x="302346" y="48710"/>
                  <a:pt x="302571" y="49454"/>
                  <a:pt x="302709" y="50354"/>
                </a:cubicBezTo>
                <a:cubicBezTo>
                  <a:pt x="302848" y="51253"/>
                  <a:pt x="302917" y="52361"/>
                  <a:pt x="302917" y="53676"/>
                </a:cubicBezTo>
                <a:cubicBezTo>
                  <a:pt x="302917" y="56168"/>
                  <a:pt x="302605" y="57967"/>
                  <a:pt x="301983" y="59075"/>
                </a:cubicBezTo>
                <a:cubicBezTo>
                  <a:pt x="301360" y="60182"/>
                  <a:pt x="300529" y="60736"/>
                  <a:pt x="299491" y="60736"/>
                </a:cubicBezTo>
                <a:lnTo>
                  <a:pt x="275508" y="60736"/>
                </a:lnTo>
                <a:lnTo>
                  <a:pt x="275508" y="113007"/>
                </a:lnTo>
                <a:cubicBezTo>
                  <a:pt x="275508" y="119461"/>
                  <a:pt x="276460" y="124338"/>
                  <a:pt x="278363" y="127636"/>
                </a:cubicBezTo>
                <a:cubicBezTo>
                  <a:pt x="280266" y="130932"/>
                  <a:pt x="283675" y="132581"/>
                  <a:pt x="288590" y="132581"/>
                </a:cubicBezTo>
                <a:cubicBezTo>
                  <a:pt x="290181" y="132581"/>
                  <a:pt x="291600" y="132425"/>
                  <a:pt x="292846" y="132113"/>
                </a:cubicBezTo>
                <a:cubicBezTo>
                  <a:pt x="294092" y="131802"/>
                  <a:pt x="295200" y="131473"/>
                  <a:pt x="296169" y="131127"/>
                </a:cubicBezTo>
                <a:cubicBezTo>
                  <a:pt x="297138" y="130781"/>
                  <a:pt x="297968" y="130452"/>
                  <a:pt x="298660" y="130141"/>
                </a:cubicBezTo>
                <a:cubicBezTo>
                  <a:pt x="299352" y="129829"/>
                  <a:pt x="299975" y="129674"/>
                  <a:pt x="300529" y="129674"/>
                </a:cubicBezTo>
                <a:cubicBezTo>
                  <a:pt x="300875" y="129674"/>
                  <a:pt x="301204" y="129760"/>
                  <a:pt x="301515" y="129933"/>
                </a:cubicBezTo>
                <a:cubicBezTo>
                  <a:pt x="301827" y="130106"/>
                  <a:pt x="302069" y="130435"/>
                  <a:pt x="302242" y="130919"/>
                </a:cubicBezTo>
                <a:cubicBezTo>
                  <a:pt x="302415" y="131404"/>
                  <a:pt x="302571" y="132061"/>
                  <a:pt x="302709" y="132892"/>
                </a:cubicBezTo>
                <a:cubicBezTo>
                  <a:pt x="302848" y="133723"/>
                  <a:pt x="302917" y="134761"/>
                  <a:pt x="302917" y="136007"/>
                </a:cubicBezTo>
                <a:close/>
                <a:moveTo>
                  <a:pt x="376062" y="10901"/>
                </a:moveTo>
                <a:cubicBezTo>
                  <a:pt x="376062" y="12216"/>
                  <a:pt x="375993" y="13272"/>
                  <a:pt x="375855" y="14068"/>
                </a:cubicBezTo>
                <a:cubicBezTo>
                  <a:pt x="375716" y="14864"/>
                  <a:pt x="375560" y="15504"/>
                  <a:pt x="375387" y="15989"/>
                </a:cubicBezTo>
                <a:cubicBezTo>
                  <a:pt x="375214" y="16473"/>
                  <a:pt x="374989" y="16802"/>
                  <a:pt x="374712" y="16975"/>
                </a:cubicBezTo>
                <a:cubicBezTo>
                  <a:pt x="374436" y="17148"/>
                  <a:pt x="374090" y="17234"/>
                  <a:pt x="373674" y="17234"/>
                </a:cubicBezTo>
                <a:cubicBezTo>
                  <a:pt x="373190" y="17234"/>
                  <a:pt x="372584" y="17079"/>
                  <a:pt x="371857" y="16767"/>
                </a:cubicBezTo>
                <a:cubicBezTo>
                  <a:pt x="371131" y="16456"/>
                  <a:pt x="370248" y="16110"/>
                  <a:pt x="369210" y="15729"/>
                </a:cubicBezTo>
                <a:cubicBezTo>
                  <a:pt x="368172" y="15348"/>
                  <a:pt x="366943" y="15002"/>
                  <a:pt x="365524" y="14691"/>
                </a:cubicBezTo>
                <a:cubicBezTo>
                  <a:pt x="364105" y="14379"/>
                  <a:pt x="362461" y="14224"/>
                  <a:pt x="360593" y="14224"/>
                </a:cubicBezTo>
                <a:cubicBezTo>
                  <a:pt x="358032" y="14224"/>
                  <a:pt x="355851" y="14638"/>
                  <a:pt x="354052" y="15466"/>
                </a:cubicBezTo>
                <a:cubicBezTo>
                  <a:pt x="352252" y="16295"/>
                  <a:pt x="350799" y="17588"/>
                  <a:pt x="349691" y="19347"/>
                </a:cubicBezTo>
                <a:cubicBezTo>
                  <a:pt x="348584" y="21105"/>
                  <a:pt x="347788" y="23382"/>
                  <a:pt x="347303" y="26176"/>
                </a:cubicBezTo>
                <a:cubicBezTo>
                  <a:pt x="346819" y="28971"/>
                  <a:pt x="346577" y="32369"/>
                  <a:pt x="346577" y="36370"/>
                </a:cubicBezTo>
                <a:lnTo>
                  <a:pt x="346577" y="46512"/>
                </a:lnTo>
                <a:lnTo>
                  <a:pt x="367445" y="46512"/>
                </a:lnTo>
                <a:cubicBezTo>
                  <a:pt x="367999" y="46512"/>
                  <a:pt x="368466" y="46633"/>
                  <a:pt x="368847" y="46876"/>
                </a:cubicBezTo>
                <a:cubicBezTo>
                  <a:pt x="369227" y="47118"/>
                  <a:pt x="369573" y="47533"/>
                  <a:pt x="369885" y="48121"/>
                </a:cubicBezTo>
                <a:cubicBezTo>
                  <a:pt x="370196" y="48710"/>
                  <a:pt x="370438" y="49454"/>
                  <a:pt x="370611" y="50354"/>
                </a:cubicBezTo>
                <a:cubicBezTo>
                  <a:pt x="370785" y="51253"/>
                  <a:pt x="370871" y="52361"/>
                  <a:pt x="370871" y="53676"/>
                </a:cubicBezTo>
                <a:cubicBezTo>
                  <a:pt x="370871" y="56168"/>
                  <a:pt x="370560" y="57967"/>
                  <a:pt x="369937" y="59075"/>
                </a:cubicBezTo>
                <a:cubicBezTo>
                  <a:pt x="369314" y="60182"/>
                  <a:pt x="368483" y="60736"/>
                  <a:pt x="367445" y="60736"/>
                </a:cubicBezTo>
                <a:lnTo>
                  <a:pt x="346577" y="60736"/>
                </a:lnTo>
                <a:lnTo>
                  <a:pt x="346577" y="142752"/>
                </a:lnTo>
                <a:cubicBezTo>
                  <a:pt x="346577" y="143306"/>
                  <a:pt x="346438" y="143774"/>
                  <a:pt x="346161" y="144157"/>
                </a:cubicBezTo>
                <a:cubicBezTo>
                  <a:pt x="345885" y="144537"/>
                  <a:pt x="345417" y="144866"/>
                  <a:pt x="344760" y="145143"/>
                </a:cubicBezTo>
                <a:cubicBezTo>
                  <a:pt x="344102" y="145420"/>
                  <a:pt x="343220" y="145628"/>
                  <a:pt x="342112" y="145766"/>
                </a:cubicBezTo>
                <a:cubicBezTo>
                  <a:pt x="341005" y="145904"/>
                  <a:pt x="339621" y="145974"/>
                  <a:pt x="337960" y="145974"/>
                </a:cubicBezTo>
                <a:cubicBezTo>
                  <a:pt x="336298" y="145974"/>
                  <a:pt x="334914" y="145904"/>
                  <a:pt x="333807" y="145766"/>
                </a:cubicBezTo>
                <a:cubicBezTo>
                  <a:pt x="332699" y="145628"/>
                  <a:pt x="331817" y="145420"/>
                  <a:pt x="331159" y="145143"/>
                </a:cubicBezTo>
                <a:cubicBezTo>
                  <a:pt x="330502" y="144866"/>
                  <a:pt x="330034" y="144537"/>
                  <a:pt x="329758" y="144157"/>
                </a:cubicBezTo>
                <a:cubicBezTo>
                  <a:pt x="329481" y="143774"/>
                  <a:pt x="329342" y="143306"/>
                  <a:pt x="329342" y="142752"/>
                </a:cubicBezTo>
                <a:lnTo>
                  <a:pt x="329342" y="60736"/>
                </a:lnTo>
                <a:lnTo>
                  <a:pt x="316157" y="60736"/>
                </a:lnTo>
                <a:cubicBezTo>
                  <a:pt x="315049" y="60736"/>
                  <a:pt x="314219" y="60182"/>
                  <a:pt x="313665" y="59075"/>
                </a:cubicBezTo>
                <a:cubicBezTo>
                  <a:pt x="313111" y="57967"/>
                  <a:pt x="312835" y="56168"/>
                  <a:pt x="312835" y="53676"/>
                </a:cubicBezTo>
                <a:cubicBezTo>
                  <a:pt x="312835" y="52361"/>
                  <a:pt x="312904" y="51253"/>
                  <a:pt x="313042" y="50354"/>
                </a:cubicBezTo>
                <a:cubicBezTo>
                  <a:pt x="313181" y="49454"/>
                  <a:pt x="313388" y="48710"/>
                  <a:pt x="313665" y="48121"/>
                </a:cubicBezTo>
                <a:cubicBezTo>
                  <a:pt x="313942" y="47533"/>
                  <a:pt x="314288" y="47118"/>
                  <a:pt x="314703" y="46876"/>
                </a:cubicBezTo>
                <a:cubicBezTo>
                  <a:pt x="315119" y="46633"/>
                  <a:pt x="315603" y="46512"/>
                  <a:pt x="316157" y="46512"/>
                </a:cubicBezTo>
                <a:lnTo>
                  <a:pt x="329342" y="46512"/>
                </a:lnTo>
                <a:lnTo>
                  <a:pt x="329342" y="36879"/>
                </a:lnTo>
                <a:cubicBezTo>
                  <a:pt x="329342" y="30386"/>
                  <a:pt x="329948" y="24809"/>
                  <a:pt x="331159" y="20148"/>
                </a:cubicBezTo>
                <a:cubicBezTo>
                  <a:pt x="332370" y="15487"/>
                  <a:pt x="334222" y="11671"/>
                  <a:pt x="336714" y="8702"/>
                </a:cubicBezTo>
                <a:cubicBezTo>
                  <a:pt x="339205" y="5732"/>
                  <a:pt x="342337" y="3540"/>
                  <a:pt x="346110" y="2125"/>
                </a:cubicBezTo>
                <a:cubicBezTo>
                  <a:pt x="349882" y="708"/>
                  <a:pt x="354329" y="0"/>
                  <a:pt x="359451" y="0"/>
                </a:cubicBezTo>
                <a:cubicBezTo>
                  <a:pt x="361873" y="0"/>
                  <a:pt x="364226" y="225"/>
                  <a:pt x="366511" y="675"/>
                </a:cubicBezTo>
                <a:cubicBezTo>
                  <a:pt x="368795" y="1125"/>
                  <a:pt x="370560" y="1609"/>
                  <a:pt x="371805" y="2128"/>
                </a:cubicBezTo>
                <a:cubicBezTo>
                  <a:pt x="373051" y="2647"/>
                  <a:pt x="373882" y="3115"/>
                  <a:pt x="374297" y="3530"/>
                </a:cubicBezTo>
                <a:cubicBezTo>
                  <a:pt x="374712" y="3945"/>
                  <a:pt x="375059" y="4482"/>
                  <a:pt x="375335" y="5139"/>
                </a:cubicBezTo>
                <a:cubicBezTo>
                  <a:pt x="375612" y="5797"/>
                  <a:pt x="375803" y="6593"/>
                  <a:pt x="375906" y="7527"/>
                </a:cubicBezTo>
                <a:cubicBezTo>
                  <a:pt x="376010" y="8461"/>
                  <a:pt x="376062" y="9586"/>
                  <a:pt x="376062" y="10901"/>
                </a:cubicBezTo>
                <a:close/>
                <a:moveTo>
                  <a:pt x="471908" y="95049"/>
                </a:moveTo>
                <a:cubicBezTo>
                  <a:pt x="471908" y="102669"/>
                  <a:pt x="470905" y="109684"/>
                  <a:pt x="468897" y="116092"/>
                </a:cubicBezTo>
                <a:cubicBezTo>
                  <a:pt x="466890" y="122501"/>
                  <a:pt x="463897" y="128028"/>
                  <a:pt x="459917" y="132671"/>
                </a:cubicBezTo>
                <a:cubicBezTo>
                  <a:pt x="455937" y="137313"/>
                  <a:pt x="450953" y="140933"/>
                  <a:pt x="444966" y="143531"/>
                </a:cubicBezTo>
                <a:cubicBezTo>
                  <a:pt x="438979" y="146128"/>
                  <a:pt x="432041" y="147427"/>
                  <a:pt x="424150" y="147427"/>
                </a:cubicBezTo>
                <a:cubicBezTo>
                  <a:pt x="416467" y="147427"/>
                  <a:pt x="409771" y="146284"/>
                  <a:pt x="404060" y="143998"/>
                </a:cubicBezTo>
                <a:cubicBezTo>
                  <a:pt x="398350" y="141711"/>
                  <a:pt x="393592" y="138386"/>
                  <a:pt x="389785" y="134021"/>
                </a:cubicBezTo>
                <a:cubicBezTo>
                  <a:pt x="385978" y="129656"/>
                  <a:pt x="383140" y="124356"/>
                  <a:pt x="381272" y="118120"/>
                </a:cubicBezTo>
                <a:cubicBezTo>
                  <a:pt x="379403" y="111884"/>
                  <a:pt x="378468" y="104817"/>
                  <a:pt x="378468" y="96918"/>
                </a:cubicBezTo>
                <a:cubicBezTo>
                  <a:pt x="378468" y="89298"/>
                  <a:pt x="379455" y="82283"/>
                  <a:pt x="381427" y="75874"/>
                </a:cubicBezTo>
                <a:cubicBezTo>
                  <a:pt x="383400" y="69466"/>
                  <a:pt x="386376" y="63940"/>
                  <a:pt x="390356" y="59299"/>
                </a:cubicBezTo>
                <a:cubicBezTo>
                  <a:pt x="394336" y="54655"/>
                  <a:pt x="399302" y="51051"/>
                  <a:pt x="405254" y="48488"/>
                </a:cubicBezTo>
                <a:cubicBezTo>
                  <a:pt x="411207" y="45925"/>
                  <a:pt x="418163" y="44643"/>
                  <a:pt x="426123" y="44643"/>
                </a:cubicBezTo>
                <a:cubicBezTo>
                  <a:pt x="433805" y="44643"/>
                  <a:pt x="440502" y="45787"/>
                  <a:pt x="446212" y="48073"/>
                </a:cubicBezTo>
                <a:cubicBezTo>
                  <a:pt x="451922" y="50359"/>
                  <a:pt x="456681" y="53685"/>
                  <a:pt x="460488" y="58049"/>
                </a:cubicBezTo>
                <a:cubicBezTo>
                  <a:pt x="464295" y="62414"/>
                  <a:pt x="467150" y="67715"/>
                  <a:pt x="469053" y="73950"/>
                </a:cubicBezTo>
                <a:cubicBezTo>
                  <a:pt x="470956" y="80186"/>
                  <a:pt x="471908" y="87219"/>
                  <a:pt x="471908" y="95049"/>
                </a:cubicBezTo>
                <a:moveTo>
                  <a:pt x="453843" y="96191"/>
                </a:moveTo>
                <a:cubicBezTo>
                  <a:pt x="453843" y="91132"/>
                  <a:pt x="453376" y="86350"/>
                  <a:pt x="452442" y="81844"/>
                </a:cubicBezTo>
                <a:cubicBezTo>
                  <a:pt x="451507" y="77339"/>
                  <a:pt x="449967" y="73388"/>
                  <a:pt x="447821" y="69992"/>
                </a:cubicBezTo>
                <a:cubicBezTo>
                  <a:pt x="445676" y="66596"/>
                  <a:pt x="442769" y="63911"/>
                  <a:pt x="439100" y="61936"/>
                </a:cubicBezTo>
                <a:cubicBezTo>
                  <a:pt x="435432" y="59959"/>
                  <a:pt x="430864" y="58971"/>
                  <a:pt x="425396" y="58971"/>
                </a:cubicBezTo>
                <a:cubicBezTo>
                  <a:pt x="420343" y="58971"/>
                  <a:pt x="416000" y="59872"/>
                  <a:pt x="412366" y="61673"/>
                </a:cubicBezTo>
                <a:cubicBezTo>
                  <a:pt x="408732" y="63475"/>
                  <a:pt x="405739" y="66023"/>
                  <a:pt x="403386" y="69317"/>
                </a:cubicBezTo>
                <a:cubicBezTo>
                  <a:pt x="401032" y="72609"/>
                  <a:pt x="399285" y="76508"/>
                  <a:pt x="398143" y="81014"/>
                </a:cubicBezTo>
                <a:cubicBezTo>
                  <a:pt x="397001" y="85517"/>
                  <a:pt x="396430" y="90438"/>
                  <a:pt x="396430" y="95776"/>
                </a:cubicBezTo>
                <a:cubicBezTo>
                  <a:pt x="396430" y="100904"/>
                  <a:pt x="396897" y="105721"/>
                  <a:pt x="397831" y="110226"/>
                </a:cubicBezTo>
                <a:cubicBezTo>
                  <a:pt x="398766" y="114732"/>
                  <a:pt x="400323" y="118665"/>
                  <a:pt x="402503" y="122026"/>
                </a:cubicBezTo>
                <a:cubicBezTo>
                  <a:pt x="404683" y="125388"/>
                  <a:pt x="407608" y="128057"/>
                  <a:pt x="411276" y="130034"/>
                </a:cubicBezTo>
                <a:cubicBezTo>
                  <a:pt x="414944" y="132008"/>
                  <a:pt x="419513" y="132996"/>
                  <a:pt x="424981" y="132996"/>
                </a:cubicBezTo>
                <a:cubicBezTo>
                  <a:pt x="429964" y="132996"/>
                  <a:pt x="434290" y="132095"/>
                  <a:pt x="437958" y="130293"/>
                </a:cubicBezTo>
                <a:cubicBezTo>
                  <a:pt x="441627" y="128492"/>
                  <a:pt x="444638" y="125962"/>
                  <a:pt x="446991" y="122705"/>
                </a:cubicBezTo>
                <a:cubicBezTo>
                  <a:pt x="449344" y="119445"/>
                  <a:pt x="451075" y="115564"/>
                  <a:pt x="452182" y="111060"/>
                </a:cubicBezTo>
                <a:cubicBezTo>
                  <a:pt x="453289" y="106555"/>
                  <a:pt x="453843" y="101598"/>
                  <a:pt x="453843" y="96191"/>
                </a:cubicBezTo>
                <a:close/>
                <a:moveTo>
                  <a:pt x="551206" y="55441"/>
                </a:moveTo>
                <a:cubicBezTo>
                  <a:pt x="551206" y="56964"/>
                  <a:pt x="551171" y="58244"/>
                  <a:pt x="551102" y="59282"/>
                </a:cubicBezTo>
                <a:cubicBezTo>
                  <a:pt x="551033" y="60321"/>
                  <a:pt x="550895" y="61134"/>
                  <a:pt x="550687" y="61722"/>
                </a:cubicBezTo>
                <a:cubicBezTo>
                  <a:pt x="550479" y="62310"/>
                  <a:pt x="550220" y="62760"/>
                  <a:pt x="549908" y="63072"/>
                </a:cubicBezTo>
                <a:cubicBezTo>
                  <a:pt x="549597" y="63383"/>
                  <a:pt x="549164" y="63539"/>
                  <a:pt x="548610" y="63539"/>
                </a:cubicBezTo>
                <a:cubicBezTo>
                  <a:pt x="548057" y="63539"/>
                  <a:pt x="547382" y="63383"/>
                  <a:pt x="546586" y="63072"/>
                </a:cubicBezTo>
                <a:cubicBezTo>
                  <a:pt x="545790" y="62760"/>
                  <a:pt x="544890" y="62449"/>
                  <a:pt x="543887" y="62137"/>
                </a:cubicBezTo>
                <a:cubicBezTo>
                  <a:pt x="542883" y="61826"/>
                  <a:pt x="541758" y="61532"/>
                  <a:pt x="540512" y="61255"/>
                </a:cubicBezTo>
                <a:cubicBezTo>
                  <a:pt x="539267" y="60978"/>
                  <a:pt x="537917" y="60840"/>
                  <a:pt x="536463" y="60840"/>
                </a:cubicBezTo>
                <a:cubicBezTo>
                  <a:pt x="534733" y="60840"/>
                  <a:pt x="533037" y="61186"/>
                  <a:pt x="531376" y="61878"/>
                </a:cubicBezTo>
                <a:cubicBezTo>
                  <a:pt x="529715" y="62570"/>
                  <a:pt x="527967" y="63712"/>
                  <a:pt x="526133" y="65304"/>
                </a:cubicBezTo>
                <a:cubicBezTo>
                  <a:pt x="524299" y="66896"/>
                  <a:pt x="522378" y="69007"/>
                  <a:pt x="520371" y="71637"/>
                </a:cubicBezTo>
                <a:cubicBezTo>
                  <a:pt x="518364" y="74267"/>
                  <a:pt x="516149" y="77486"/>
                  <a:pt x="513726" y="81293"/>
                </a:cubicBezTo>
                <a:lnTo>
                  <a:pt x="513726" y="142755"/>
                </a:lnTo>
                <a:cubicBezTo>
                  <a:pt x="513726" y="143309"/>
                  <a:pt x="513588" y="143776"/>
                  <a:pt x="513311" y="144157"/>
                </a:cubicBezTo>
                <a:cubicBezTo>
                  <a:pt x="513034" y="144537"/>
                  <a:pt x="512584" y="144866"/>
                  <a:pt x="511961" y="145143"/>
                </a:cubicBezTo>
                <a:cubicBezTo>
                  <a:pt x="511338" y="145420"/>
                  <a:pt x="510473" y="145628"/>
                  <a:pt x="509366" y="145766"/>
                </a:cubicBezTo>
                <a:cubicBezTo>
                  <a:pt x="508258" y="145904"/>
                  <a:pt x="506839" y="145974"/>
                  <a:pt x="505109" y="145974"/>
                </a:cubicBezTo>
                <a:cubicBezTo>
                  <a:pt x="503448" y="145974"/>
                  <a:pt x="502064" y="145904"/>
                  <a:pt x="500956" y="145766"/>
                </a:cubicBezTo>
                <a:cubicBezTo>
                  <a:pt x="499849" y="145628"/>
                  <a:pt x="498966" y="145420"/>
                  <a:pt x="498309" y="145143"/>
                </a:cubicBezTo>
                <a:cubicBezTo>
                  <a:pt x="497651" y="144866"/>
                  <a:pt x="497201" y="144537"/>
                  <a:pt x="496959" y="144157"/>
                </a:cubicBezTo>
                <a:cubicBezTo>
                  <a:pt x="496717" y="143776"/>
                  <a:pt x="496596" y="143309"/>
                  <a:pt x="496596" y="142755"/>
                </a:cubicBezTo>
                <a:lnTo>
                  <a:pt x="496596" y="49315"/>
                </a:lnTo>
                <a:cubicBezTo>
                  <a:pt x="496596" y="48762"/>
                  <a:pt x="496700" y="48294"/>
                  <a:pt x="496907" y="47914"/>
                </a:cubicBezTo>
                <a:cubicBezTo>
                  <a:pt x="497115" y="47533"/>
                  <a:pt x="497530" y="47187"/>
                  <a:pt x="498153" y="46876"/>
                </a:cubicBezTo>
                <a:cubicBezTo>
                  <a:pt x="498776" y="46564"/>
                  <a:pt x="499572" y="46356"/>
                  <a:pt x="500541" y="46253"/>
                </a:cubicBezTo>
                <a:cubicBezTo>
                  <a:pt x="501510" y="46149"/>
                  <a:pt x="502790" y="46097"/>
                  <a:pt x="504382" y="46097"/>
                </a:cubicBezTo>
                <a:cubicBezTo>
                  <a:pt x="505905" y="46097"/>
                  <a:pt x="507168" y="46149"/>
                  <a:pt x="508172" y="46253"/>
                </a:cubicBezTo>
                <a:cubicBezTo>
                  <a:pt x="509175" y="46356"/>
                  <a:pt x="509954" y="46564"/>
                  <a:pt x="510508" y="46876"/>
                </a:cubicBezTo>
                <a:cubicBezTo>
                  <a:pt x="511062" y="47187"/>
                  <a:pt x="511460" y="47533"/>
                  <a:pt x="511702" y="47914"/>
                </a:cubicBezTo>
                <a:cubicBezTo>
                  <a:pt x="511944" y="48294"/>
                  <a:pt x="512065" y="48762"/>
                  <a:pt x="512065" y="49315"/>
                </a:cubicBezTo>
                <a:lnTo>
                  <a:pt x="512065" y="62916"/>
                </a:lnTo>
                <a:cubicBezTo>
                  <a:pt x="514626" y="59178"/>
                  <a:pt x="517031" y="56133"/>
                  <a:pt x="519281" y="53780"/>
                </a:cubicBezTo>
                <a:cubicBezTo>
                  <a:pt x="521530" y="51426"/>
                  <a:pt x="523659" y="49575"/>
                  <a:pt x="525666" y="48225"/>
                </a:cubicBezTo>
                <a:cubicBezTo>
                  <a:pt x="527673" y="46876"/>
                  <a:pt x="529663" y="45941"/>
                  <a:pt x="531636" y="45422"/>
                </a:cubicBezTo>
                <a:cubicBezTo>
                  <a:pt x="533608" y="44903"/>
                  <a:pt x="535598" y="44643"/>
                  <a:pt x="537605" y="44643"/>
                </a:cubicBezTo>
                <a:cubicBezTo>
                  <a:pt x="538505" y="44643"/>
                  <a:pt x="539526" y="44695"/>
                  <a:pt x="540668" y="44799"/>
                </a:cubicBezTo>
                <a:cubicBezTo>
                  <a:pt x="541810" y="44903"/>
                  <a:pt x="543004" y="45093"/>
                  <a:pt x="544250" y="45370"/>
                </a:cubicBezTo>
                <a:cubicBezTo>
                  <a:pt x="545496" y="45647"/>
                  <a:pt x="546621" y="45959"/>
                  <a:pt x="547624" y="46305"/>
                </a:cubicBezTo>
                <a:cubicBezTo>
                  <a:pt x="548628" y="46651"/>
                  <a:pt x="549337" y="46997"/>
                  <a:pt x="549753" y="47343"/>
                </a:cubicBezTo>
                <a:cubicBezTo>
                  <a:pt x="550168" y="47689"/>
                  <a:pt x="550445" y="48018"/>
                  <a:pt x="550583" y="48329"/>
                </a:cubicBezTo>
                <a:cubicBezTo>
                  <a:pt x="550722" y="48641"/>
                  <a:pt x="550843" y="49039"/>
                  <a:pt x="550946" y="49523"/>
                </a:cubicBezTo>
                <a:cubicBezTo>
                  <a:pt x="551050" y="50008"/>
                  <a:pt x="551120" y="50717"/>
                  <a:pt x="551154" y="51651"/>
                </a:cubicBezTo>
                <a:cubicBezTo>
                  <a:pt x="551189" y="52586"/>
                  <a:pt x="551206" y="53849"/>
                  <a:pt x="551206" y="55441"/>
                </a:cubicBezTo>
                <a:close/>
                <a:moveTo>
                  <a:pt x="708512" y="142755"/>
                </a:moveTo>
                <a:cubicBezTo>
                  <a:pt x="708512" y="143309"/>
                  <a:pt x="708374" y="143776"/>
                  <a:pt x="708097" y="144157"/>
                </a:cubicBezTo>
                <a:cubicBezTo>
                  <a:pt x="707820" y="144537"/>
                  <a:pt x="707370" y="144866"/>
                  <a:pt x="706747" y="145143"/>
                </a:cubicBezTo>
                <a:cubicBezTo>
                  <a:pt x="706124" y="145420"/>
                  <a:pt x="705259" y="145628"/>
                  <a:pt x="704151" y="145766"/>
                </a:cubicBezTo>
                <a:cubicBezTo>
                  <a:pt x="703044" y="145904"/>
                  <a:pt x="701660" y="145974"/>
                  <a:pt x="699999" y="145974"/>
                </a:cubicBezTo>
                <a:cubicBezTo>
                  <a:pt x="698268" y="145974"/>
                  <a:pt x="696849" y="145904"/>
                  <a:pt x="695742" y="145766"/>
                </a:cubicBezTo>
                <a:cubicBezTo>
                  <a:pt x="694634" y="145628"/>
                  <a:pt x="693752" y="145420"/>
                  <a:pt x="693094" y="145143"/>
                </a:cubicBezTo>
                <a:cubicBezTo>
                  <a:pt x="692437" y="144866"/>
                  <a:pt x="691970" y="144537"/>
                  <a:pt x="691693" y="144157"/>
                </a:cubicBezTo>
                <a:cubicBezTo>
                  <a:pt x="691416" y="143776"/>
                  <a:pt x="691278" y="143309"/>
                  <a:pt x="691278" y="142755"/>
                </a:cubicBezTo>
                <a:lnTo>
                  <a:pt x="691278" y="85965"/>
                </a:lnTo>
                <a:cubicBezTo>
                  <a:pt x="691278" y="82019"/>
                  <a:pt x="690931" y="78420"/>
                  <a:pt x="690239" y="75167"/>
                </a:cubicBezTo>
                <a:cubicBezTo>
                  <a:pt x="689547" y="71914"/>
                  <a:pt x="688440" y="69111"/>
                  <a:pt x="686917" y="66757"/>
                </a:cubicBezTo>
                <a:cubicBezTo>
                  <a:pt x="685394" y="64404"/>
                  <a:pt x="683456" y="62605"/>
                  <a:pt x="681103" y="61359"/>
                </a:cubicBezTo>
                <a:cubicBezTo>
                  <a:pt x="678750" y="60113"/>
                  <a:pt x="675981" y="59490"/>
                  <a:pt x="672797" y="59490"/>
                </a:cubicBezTo>
                <a:cubicBezTo>
                  <a:pt x="668852" y="59490"/>
                  <a:pt x="664889" y="61013"/>
                  <a:pt x="660910" y="64058"/>
                </a:cubicBezTo>
                <a:cubicBezTo>
                  <a:pt x="656930" y="67104"/>
                  <a:pt x="652552" y="71568"/>
                  <a:pt x="647776" y="77451"/>
                </a:cubicBezTo>
                <a:lnTo>
                  <a:pt x="647776" y="142755"/>
                </a:lnTo>
                <a:cubicBezTo>
                  <a:pt x="647776" y="143309"/>
                  <a:pt x="647638" y="143776"/>
                  <a:pt x="647361" y="144157"/>
                </a:cubicBezTo>
                <a:cubicBezTo>
                  <a:pt x="647084" y="144537"/>
                  <a:pt x="646617" y="144866"/>
                  <a:pt x="645959" y="145143"/>
                </a:cubicBezTo>
                <a:cubicBezTo>
                  <a:pt x="645302" y="145420"/>
                  <a:pt x="644419" y="145628"/>
                  <a:pt x="643312" y="145766"/>
                </a:cubicBezTo>
                <a:cubicBezTo>
                  <a:pt x="642204" y="145904"/>
                  <a:pt x="640820" y="145974"/>
                  <a:pt x="639159" y="145974"/>
                </a:cubicBezTo>
                <a:cubicBezTo>
                  <a:pt x="637567" y="145974"/>
                  <a:pt x="636200" y="145904"/>
                  <a:pt x="635058" y="145766"/>
                </a:cubicBezTo>
                <a:cubicBezTo>
                  <a:pt x="633916" y="145628"/>
                  <a:pt x="633016" y="145420"/>
                  <a:pt x="632359" y="145143"/>
                </a:cubicBezTo>
                <a:cubicBezTo>
                  <a:pt x="631701" y="144866"/>
                  <a:pt x="631251" y="144537"/>
                  <a:pt x="631009" y="144157"/>
                </a:cubicBezTo>
                <a:cubicBezTo>
                  <a:pt x="630767" y="143776"/>
                  <a:pt x="630646" y="143309"/>
                  <a:pt x="630646" y="142755"/>
                </a:cubicBezTo>
                <a:lnTo>
                  <a:pt x="630646" y="85965"/>
                </a:lnTo>
                <a:cubicBezTo>
                  <a:pt x="630646" y="82019"/>
                  <a:pt x="630265" y="78420"/>
                  <a:pt x="629503" y="75167"/>
                </a:cubicBezTo>
                <a:cubicBezTo>
                  <a:pt x="628742" y="71914"/>
                  <a:pt x="627600" y="69111"/>
                  <a:pt x="626077" y="66757"/>
                </a:cubicBezTo>
                <a:cubicBezTo>
                  <a:pt x="624555" y="64404"/>
                  <a:pt x="622634" y="62605"/>
                  <a:pt x="620315" y="61359"/>
                </a:cubicBezTo>
                <a:cubicBezTo>
                  <a:pt x="617997" y="60113"/>
                  <a:pt x="615245" y="59490"/>
                  <a:pt x="612061" y="59490"/>
                </a:cubicBezTo>
                <a:cubicBezTo>
                  <a:pt x="608116" y="59490"/>
                  <a:pt x="604136" y="61013"/>
                  <a:pt x="600122" y="64058"/>
                </a:cubicBezTo>
                <a:cubicBezTo>
                  <a:pt x="596107" y="67104"/>
                  <a:pt x="591747" y="71568"/>
                  <a:pt x="587040" y="77451"/>
                </a:cubicBezTo>
                <a:lnTo>
                  <a:pt x="587040" y="142755"/>
                </a:lnTo>
                <a:cubicBezTo>
                  <a:pt x="587040" y="143309"/>
                  <a:pt x="586902" y="143776"/>
                  <a:pt x="586625" y="144157"/>
                </a:cubicBezTo>
                <a:cubicBezTo>
                  <a:pt x="586348" y="144537"/>
                  <a:pt x="585898" y="144866"/>
                  <a:pt x="585275" y="145143"/>
                </a:cubicBezTo>
                <a:cubicBezTo>
                  <a:pt x="584652" y="145420"/>
                  <a:pt x="583787" y="145628"/>
                  <a:pt x="582680" y="145766"/>
                </a:cubicBezTo>
                <a:cubicBezTo>
                  <a:pt x="581572" y="145904"/>
                  <a:pt x="580153" y="145974"/>
                  <a:pt x="578423" y="145974"/>
                </a:cubicBezTo>
                <a:cubicBezTo>
                  <a:pt x="576762" y="145974"/>
                  <a:pt x="575378" y="145904"/>
                  <a:pt x="574270" y="145766"/>
                </a:cubicBezTo>
                <a:cubicBezTo>
                  <a:pt x="573163" y="145628"/>
                  <a:pt x="572280" y="145420"/>
                  <a:pt x="571623" y="145143"/>
                </a:cubicBezTo>
                <a:cubicBezTo>
                  <a:pt x="570965" y="144866"/>
                  <a:pt x="570515" y="144537"/>
                  <a:pt x="570273" y="144157"/>
                </a:cubicBezTo>
                <a:cubicBezTo>
                  <a:pt x="570031" y="143776"/>
                  <a:pt x="569910" y="143309"/>
                  <a:pt x="569910" y="142755"/>
                </a:cubicBezTo>
                <a:lnTo>
                  <a:pt x="569910" y="49315"/>
                </a:lnTo>
                <a:cubicBezTo>
                  <a:pt x="569910" y="48762"/>
                  <a:pt x="570014" y="48294"/>
                  <a:pt x="570221" y="47914"/>
                </a:cubicBezTo>
                <a:cubicBezTo>
                  <a:pt x="570429" y="47533"/>
                  <a:pt x="570844" y="47187"/>
                  <a:pt x="571467" y="46876"/>
                </a:cubicBezTo>
                <a:cubicBezTo>
                  <a:pt x="572090" y="46564"/>
                  <a:pt x="572886" y="46356"/>
                  <a:pt x="573855" y="46253"/>
                </a:cubicBezTo>
                <a:cubicBezTo>
                  <a:pt x="574824" y="46149"/>
                  <a:pt x="576104" y="46097"/>
                  <a:pt x="577696" y="46097"/>
                </a:cubicBezTo>
                <a:cubicBezTo>
                  <a:pt x="579219" y="46097"/>
                  <a:pt x="580482" y="46149"/>
                  <a:pt x="581486" y="46253"/>
                </a:cubicBezTo>
                <a:cubicBezTo>
                  <a:pt x="582489" y="46356"/>
                  <a:pt x="583268" y="46564"/>
                  <a:pt x="583822" y="46876"/>
                </a:cubicBezTo>
                <a:cubicBezTo>
                  <a:pt x="584376" y="47187"/>
                  <a:pt x="584774" y="47533"/>
                  <a:pt x="585016" y="47914"/>
                </a:cubicBezTo>
                <a:cubicBezTo>
                  <a:pt x="585258" y="48294"/>
                  <a:pt x="585379" y="48762"/>
                  <a:pt x="585379" y="49315"/>
                </a:cubicBezTo>
                <a:lnTo>
                  <a:pt x="585379" y="61670"/>
                </a:lnTo>
                <a:cubicBezTo>
                  <a:pt x="590639" y="55787"/>
                  <a:pt x="595744" y="51478"/>
                  <a:pt x="600693" y="48744"/>
                </a:cubicBezTo>
                <a:cubicBezTo>
                  <a:pt x="605642" y="46010"/>
                  <a:pt x="610643" y="44643"/>
                  <a:pt x="615695" y="44643"/>
                </a:cubicBezTo>
                <a:cubicBezTo>
                  <a:pt x="619571" y="44643"/>
                  <a:pt x="623049" y="45093"/>
                  <a:pt x="626129" y="45993"/>
                </a:cubicBezTo>
                <a:cubicBezTo>
                  <a:pt x="629209" y="46893"/>
                  <a:pt x="631926" y="48156"/>
                  <a:pt x="634279" y="49783"/>
                </a:cubicBezTo>
                <a:cubicBezTo>
                  <a:pt x="636633" y="51409"/>
                  <a:pt x="638640" y="53347"/>
                  <a:pt x="640301" y="55597"/>
                </a:cubicBezTo>
                <a:cubicBezTo>
                  <a:pt x="641962" y="57846"/>
                  <a:pt x="643346" y="60355"/>
                  <a:pt x="644454" y="63124"/>
                </a:cubicBezTo>
                <a:cubicBezTo>
                  <a:pt x="647569" y="59732"/>
                  <a:pt x="650527" y="56860"/>
                  <a:pt x="653331" y="54507"/>
                </a:cubicBezTo>
                <a:cubicBezTo>
                  <a:pt x="656134" y="52153"/>
                  <a:pt x="658833" y="50250"/>
                  <a:pt x="661429" y="48796"/>
                </a:cubicBezTo>
                <a:cubicBezTo>
                  <a:pt x="664024" y="47343"/>
                  <a:pt x="666551" y="46287"/>
                  <a:pt x="669008" y="45630"/>
                </a:cubicBezTo>
                <a:cubicBezTo>
                  <a:pt x="671465" y="44972"/>
                  <a:pt x="673939" y="44643"/>
                  <a:pt x="676431" y="44643"/>
                </a:cubicBezTo>
                <a:cubicBezTo>
                  <a:pt x="682453" y="44643"/>
                  <a:pt x="687505" y="45699"/>
                  <a:pt x="691589" y="47810"/>
                </a:cubicBezTo>
                <a:cubicBezTo>
                  <a:pt x="695673" y="49921"/>
                  <a:pt x="698978" y="52742"/>
                  <a:pt x="701504" y="56271"/>
                </a:cubicBezTo>
                <a:cubicBezTo>
                  <a:pt x="704030" y="59801"/>
                  <a:pt x="705830" y="63937"/>
                  <a:pt x="706903" y="68678"/>
                </a:cubicBezTo>
                <a:cubicBezTo>
                  <a:pt x="707976" y="73419"/>
                  <a:pt x="708512" y="78420"/>
                  <a:pt x="708512" y="83680"/>
                </a:cubicBezTo>
                <a:lnTo>
                  <a:pt x="708512" y="1427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b6bceb40164a33"/>
          <a:stretch xmlns:a="http://schemas.openxmlformats.org/drawingml/2006/main"/>
        </p:blipFill>
        <p:spPr>
          <a:xfrm xmlns:a="http://schemas.openxmlformats.org/drawingml/2006/main">
            <a:off x="290160" y="3023294"/>
            <a:ext cx="650691" cy="650691"/>
          </a:xfrm>
          <a:prstGeom xmlns:a="http://schemas.openxmlformats.org/drawingml/2006/main" prst="rect">
            <a:avLst/>
          </a:prstGeom>
        </p:spPr>
      </p:pic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1f6dc216c4b07"/>
          <a:stretch xmlns:a="http://schemas.openxmlformats.org/drawingml/2006/main"/>
        </p:blipFill>
        <p:spPr>
          <a:xfrm xmlns:a="http://schemas.openxmlformats.org/drawingml/2006/main">
            <a:off x="6046469" y="3069406"/>
            <a:ext cx="532849" cy="532849"/>
          </a:xfrm>
          <a:prstGeom xmlns:a="http://schemas.openxmlformats.org/drawingml/2006/main" prst="rect">
            <a:avLst/>
          </a:prstGeom>
        </p:spPr>
      </p:pic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de2597d2ab42f2"/>
          <a:stretch xmlns:a="http://schemas.openxmlformats.org/drawingml/2006/main"/>
        </p:blipFill>
        <p:spPr>
          <a:xfrm xmlns:a="http://schemas.openxmlformats.org/drawingml/2006/main">
            <a:off x="4781340" y="3018170"/>
            <a:ext cx="719081" cy="717297"/>
          </a:xfrm>
          <a:prstGeom xmlns:a="http://schemas.openxmlformats.org/drawingml/2006/main" prst="rect">
            <a:avLst/>
          </a:prstGeom>
        </p:spPr>
      </p:pic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52b888ba94a13"/>
          <a:stretch xmlns:a="http://schemas.openxmlformats.org/drawingml/2006/main"/>
        </p:blipFill>
        <p:spPr>
          <a:xfrm xmlns:a="http://schemas.openxmlformats.org/drawingml/2006/main">
            <a:off x="4194305" y="3056598"/>
            <a:ext cx="368894" cy="368894"/>
          </a:xfrm>
          <a:prstGeom xmlns:a="http://schemas.openxmlformats.org/drawingml/2006/main" prst="rect">
            <a:avLst/>
          </a:prstGeom>
        </p:spPr>
      </p:pic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8D6B4C-4DDC-4C89-8346-4B5E2557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137" y="2912197"/>
            <a:ext cx="1417081" cy="1134894"/>
          </a:xfrm>
          <a:custGeom xmlns:a="http://schemas.openxmlformats.org/drawingml/2006/main">
            <a:pathLst>
              <a:path w="1417081" h="1134894" fill="none">
                <a:moveTo>
                  <a:pt x="144170" y="378901"/>
                </a:moveTo>
                <a:cubicBezTo>
                  <a:pt x="128252" y="252451"/>
                  <a:pt x="210215" y="135999"/>
                  <a:pt x="327239" y="118798"/>
                </a:cubicBezTo>
                <a:cubicBezTo>
                  <a:pt x="374659" y="111829"/>
                  <a:pt x="422872" y="122248"/>
                  <a:pt x="464163" y="148388"/>
                </a:cubicBezTo>
                <a:cubicBezTo>
                  <a:pt x="507916" y="59269"/>
                  <a:pt x="610158" y="25400"/>
                  <a:pt x="692526" y="72738"/>
                </a:cubicBezTo>
                <a:cubicBezTo>
                  <a:pt x="706929" y="81016"/>
                  <a:pt x="720148" y="91507"/>
                  <a:pt x="731771" y="103886"/>
                </a:cubicBezTo>
                <a:cubicBezTo>
                  <a:pt x="765848" y="30013"/>
                  <a:pt x="848849" y="0"/>
                  <a:pt x="917160" y="36850"/>
                </a:cubicBezTo>
                <a:cubicBezTo>
                  <a:pt x="936067" y="47050"/>
                  <a:pt x="952560" y="61800"/>
                  <a:pt x="965372" y="79969"/>
                </a:cubicBezTo>
                <a:cubicBezTo>
                  <a:pt x="1020296" y="10109"/>
                  <a:pt x="1117350" y="1479"/>
                  <a:pt x="1182147" y="60695"/>
                </a:cubicBezTo>
                <a:cubicBezTo>
                  <a:pt x="1209381" y="85582"/>
                  <a:pt x="1227737" y="119910"/>
                  <a:pt x="1234066" y="157791"/>
                </a:cubicBezTo>
                <a:cubicBezTo>
                  <a:pt x="1324057" y="184324"/>
                  <a:pt x="1377146" y="284831"/>
                  <a:pt x="1352643" y="382278"/>
                </a:cubicBezTo>
                <a:cubicBezTo>
                  <a:pt x="1350582" y="390470"/>
                  <a:pt x="1347998" y="398497"/>
                  <a:pt x="1344908" y="406301"/>
                </a:cubicBezTo>
                <a:cubicBezTo>
                  <a:pt x="1417081" y="507839"/>
                  <a:pt x="1399413" y="653373"/>
                  <a:pt x="1305445" y="731361"/>
                </a:cubicBezTo>
                <a:cubicBezTo>
                  <a:pt x="1276193" y="755638"/>
                  <a:pt x="1241643" y="771355"/>
                  <a:pt x="1205131" y="776997"/>
                </a:cubicBezTo>
                <a:cubicBezTo>
                  <a:pt x="1204319" y="886237"/>
                  <a:pt x="1121647" y="974083"/>
                  <a:pt x="1020477" y="973206"/>
                </a:cubicBezTo>
                <a:cubicBezTo>
                  <a:pt x="986677" y="972913"/>
                  <a:pt x="953609" y="962528"/>
                  <a:pt x="924936" y="943200"/>
                </a:cubicBezTo>
                <a:cubicBezTo>
                  <a:pt x="890717" y="1065672"/>
                  <a:pt x="771358" y="1134894"/>
                  <a:pt x="658340" y="1097812"/>
                </a:cubicBezTo>
                <a:cubicBezTo>
                  <a:pt x="610975" y="1082272"/>
                  <a:pt x="570051" y="1049408"/>
                  <a:pt x="542548" y="1004824"/>
                </a:cubicBezTo>
                <a:cubicBezTo>
                  <a:pt x="426832" y="1080251"/>
                  <a:pt x="276636" y="1039677"/>
                  <a:pt x="207077" y="914200"/>
                </a:cubicBezTo>
                <a:cubicBezTo>
                  <a:pt x="206200" y="912618"/>
                  <a:pt x="205339" y="911027"/>
                  <a:pt x="204492" y="909426"/>
                </a:cubicBezTo>
                <a:cubicBezTo>
                  <a:pt x="128761" y="919006"/>
                  <a:pt x="60163" y="860606"/>
                  <a:pt x="51274" y="778988"/>
                </a:cubicBezTo>
                <a:cubicBezTo>
                  <a:pt x="46536" y="735483"/>
                  <a:pt x="59825" y="691939"/>
                  <a:pt x="87599" y="659960"/>
                </a:cubicBezTo>
                <a:cubicBezTo>
                  <a:pt x="22027" y="618241"/>
                  <a:pt x="0" y="526673"/>
                  <a:pt x="38401" y="455436"/>
                </a:cubicBezTo>
                <a:cubicBezTo>
                  <a:pt x="60555" y="414338"/>
                  <a:pt x="99410" y="387169"/>
                  <a:pt x="143018" y="382284"/>
                </a:cubicBezTo>
                <a:lnTo>
                  <a:pt x="144170" y="3789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741" cap="flat">
            <a:solidFill>
              <a:srgbClr val="000000"/>
            </a:solidFill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F78BE6-1D75-4322-92C6-09F5F338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3008" y="3185100"/>
            <a:ext cx="60345" cy="60345"/>
          </a:xfrm>
          <a:custGeom xmlns:a="http://schemas.openxmlformats.org/drawingml/2006/main">
            <a:pathLst>
              <a:path w="60345" h="60345" fill="none">
                <a:moveTo>
                  <a:pt x="60345" y="30172"/>
                </a:moveTo>
                <a:cubicBezTo>
                  <a:pt x="60345" y="46836"/>
                  <a:pt x="46836" y="60345"/>
                  <a:pt x="30172" y="60345"/>
                </a:cubicBezTo>
                <a:cubicBezTo>
                  <a:pt x="13509" y="60345"/>
                  <a:pt x="0" y="46836"/>
                  <a:pt x="0" y="30172"/>
                </a:cubicBezTo>
                <a:cubicBezTo>
                  <a:pt x="0" y="13509"/>
                  <a:pt x="13509" y="0"/>
                  <a:pt x="30172" y="0"/>
                </a:cubicBezTo>
                <a:cubicBezTo>
                  <a:pt x="46836" y="0"/>
                  <a:pt x="60345" y="13509"/>
                  <a:pt x="60345" y="301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741" cap="flat">
            <a:solidFill>
              <a:srgbClr val="000000"/>
            </a:solidFill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345F6E-4A33-4193-B38B-D8E807A0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722" y="3174239"/>
            <a:ext cx="120689" cy="120689"/>
          </a:xfrm>
          <a:custGeom xmlns:a="http://schemas.openxmlformats.org/drawingml/2006/main">
            <a:pathLst>
              <a:path w="120689" h="120689" fill="none">
                <a:moveTo>
                  <a:pt x="120689" y="60345"/>
                </a:moveTo>
                <a:cubicBezTo>
                  <a:pt x="120689" y="93672"/>
                  <a:pt x="93672" y="120689"/>
                  <a:pt x="60345" y="120689"/>
                </a:cubicBezTo>
                <a:cubicBezTo>
                  <a:pt x="27017" y="120689"/>
                  <a:pt x="0" y="93672"/>
                  <a:pt x="0" y="60345"/>
                </a:cubicBezTo>
                <a:cubicBezTo>
                  <a:pt x="0" y="27017"/>
                  <a:pt x="27017" y="0"/>
                  <a:pt x="60345" y="0"/>
                </a:cubicBezTo>
                <a:cubicBezTo>
                  <a:pt x="93672" y="0"/>
                  <a:pt x="120689" y="27017"/>
                  <a:pt x="120689" y="6034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741" cap="flat">
            <a:solidFill>
              <a:srgbClr val="000000"/>
            </a:solidFill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8F414C-B387-4F74-8B88-D5E415DD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6481" y="3179890"/>
            <a:ext cx="181031" cy="181031"/>
          </a:xfrm>
          <a:custGeom xmlns:a="http://schemas.openxmlformats.org/drawingml/2006/main">
            <a:pathLst>
              <a:path w="181031" h="181031" fill="none">
                <a:moveTo>
                  <a:pt x="181031" y="90516"/>
                </a:moveTo>
                <a:cubicBezTo>
                  <a:pt x="181031" y="140506"/>
                  <a:pt x="140506" y="181031"/>
                  <a:pt x="90515" y="181031"/>
                </a:cubicBezTo>
                <a:cubicBezTo>
                  <a:pt x="40525" y="181031"/>
                  <a:pt x="0" y="140506"/>
                  <a:pt x="0" y="90516"/>
                </a:cubicBezTo>
                <a:cubicBezTo>
                  <a:pt x="0" y="40525"/>
                  <a:pt x="40525" y="0"/>
                  <a:pt x="90515" y="0"/>
                </a:cubicBezTo>
                <a:cubicBezTo>
                  <a:pt x="140506" y="0"/>
                  <a:pt x="181031" y="40525"/>
                  <a:pt x="181031" y="905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741" cap="flat">
            <a:solidFill>
              <a:srgbClr val="000000"/>
            </a:solidFill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43DCB6-87F8-45D7-A828-F055996A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3204" y="2988636"/>
            <a:ext cx="1255195" cy="924006"/>
          </a:xfrm>
          <a:custGeom xmlns:a="http://schemas.openxmlformats.org/drawingml/2006/main">
            <a:pathLst>
              <a:path w="1255195" h="924006" fill="none">
                <a:moveTo>
                  <a:pt x="80214" y="599330"/>
                </a:moveTo>
                <a:cubicBezTo>
                  <a:pt x="52221" y="601699"/>
                  <a:pt x="24230" y="594706"/>
                  <a:pt x="0" y="579291"/>
                </a:cubicBezTo>
                <a:moveTo>
                  <a:pt x="150989" y="818630"/>
                </a:moveTo>
                <a:cubicBezTo>
                  <a:pt x="139732" y="823474"/>
                  <a:pt x="127932" y="826698"/>
                  <a:pt x="115893" y="828221"/>
                </a:cubicBezTo>
                <a:moveTo>
                  <a:pt x="453403" y="924006"/>
                </a:moveTo>
                <a:cubicBezTo>
                  <a:pt x="444936" y="910281"/>
                  <a:pt x="437847" y="895614"/>
                  <a:pt x="432256" y="880256"/>
                </a:cubicBezTo>
                <a:moveTo>
                  <a:pt x="844451" y="814909"/>
                </a:moveTo>
                <a:cubicBezTo>
                  <a:pt x="843206" y="831189"/>
                  <a:pt x="840375" y="847280"/>
                  <a:pt x="836007" y="862915"/>
                </a:cubicBezTo>
                <a:moveTo>
                  <a:pt x="1012346" y="518293"/>
                </a:moveTo>
                <a:cubicBezTo>
                  <a:pt x="1075818" y="551678"/>
                  <a:pt x="1115873" y="621476"/>
                  <a:pt x="1115307" y="697707"/>
                </a:cubicBezTo>
                <a:moveTo>
                  <a:pt x="1255195" y="327204"/>
                </a:moveTo>
                <a:cubicBezTo>
                  <a:pt x="1244916" y="353162"/>
                  <a:pt x="1229224" y="376189"/>
                  <a:pt x="1209350" y="394480"/>
                </a:cubicBezTo>
                <a:moveTo>
                  <a:pt x="1145187" y="77581"/>
                </a:moveTo>
                <a:cubicBezTo>
                  <a:pt x="1146938" y="88063"/>
                  <a:pt x="1147748" y="98703"/>
                  <a:pt x="1147607" y="109354"/>
                </a:cubicBezTo>
                <a:moveTo>
                  <a:pt x="852399" y="40520"/>
                </a:moveTo>
                <a:cubicBezTo>
                  <a:pt x="858372" y="25862"/>
                  <a:pt x="866283" y="12213"/>
                  <a:pt x="875885" y="0"/>
                </a:cubicBezTo>
                <a:moveTo>
                  <a:pt x="632729" y="59830"/>
                </a:moveTo>
                <a:cubicBezTo>
                  <a:pt x="635166" y="47716"/>
                  <a:pt x="638988" y="35978"/>
                  <a:pt x="644105" y="24884"/>
                </a:cubicBezTo>
                <a:moveTo>
                  <a:pt x="374933" y="71697"/>
                </a:moveTo>
                <a:cubicBezTo>
                  <a:pt x="389874" y="81156"/>
                  <a:pt x="403696" y="92540"/>
                  <a:pt x="416096" y="105600"/>
                </a:cubicBezTo>
                <a:moveTo>
                  <a:pt x="62291" y="338141"/>
                </a:moveTo>
                <a:cubicBezTo>
                  <a:pt x="59030" y="326475"/>
                  <a:pt x="56628" y="314548"/>
                  <a:pt x="55108" y="30247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1741" cap="flat">
            <a:solidFill>
              <a:srgbClr val="000000"/>
            </a:solidFill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347F80-4C76-4AFA-8086-7B1B74D2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769" y="1242220"/>
            <a:ext cx="693297" cy="70449"/>
          </a:xfrm>
          <a:custGeom xmlns:a="http://schemas.openxmlformats.org/drawingml/2006/main">
            <a:pathLst>
              <a:path w="693297" h="70449">
                <a:moveTo>
                  <a:pt x="0" y="29354"/>
                </a:moveTo>
                <a:lnTo>
                  <a:pt x="0" y="41095"/>
                </a:lnTo>
                <a:lnTo>
                  <a:pt x="622848" y="41095"/>
                </a:lnTo>
                <a:lnTo>
                  <a:pt x="622848" y="70449"/>
                </a:lnTo>
                <a:lnTo>
                  <a:pt x="693297" y="35224"/>
                </a:lnTo>
                <a:lnTo>
                  <a:pt x="622848" y="0"/>
                </a:lnTo>
                <a:lnTo>
                  <a:pt x="622848" y="29354"/>
                </a:lnTo>
                <a:lnTo>
                  <a:pt x="0" y="293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Register">
            <a:extLst xmlns:a="http://schemas.openxmlformats.org/drawingml/2006/main">
              <a:ext uri="{FF2B5EF4-FFF2-40B4-BE49-F238E27FC236}">
                <a16:creationId xmlns:a16="http://schemas.microsoft.com/office/drawing/2014/main" id="{9F4A2360-2E1A-413E-8EF4-E8E18F4C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641" y="1031294"/>
            <a:ext cx="596777" cy="154685"/>
          </a:xfrm>
          <a:custGeom xmlns:a="http://schemas.openxmlformats.org/drawingml/2006/main">
            <a:pathLst>
              <a:path w="596777" h="154685">
                <a:moveTo>
                  <a:pt x="78803" y="118890"/>
                </a:moveTo>
                <a:cubicBezTo>
                  <a:pt x="78803" y="119377"/>
                  <a:pt x="78712" y="119803"/>
                  <a:pt x="78529" y="120168"/>
                </a:cubicBezTo>
                <a:cubicBezTo>
                  <a:pt x="78347" y="120533"/>
                  <a:pt x="77951" y="120838"/>
                  <a:pt x="77342" y="121081"/>
                </a:cubicBezTo>
                <a:cubicBezTo>
                  <a:pt x="76734" y="121325"/>
                  <a:pt x="75881" y="121507"/>
                  <a:pt x="74786" y="121629"/>
                </a:cubicBezTo>
                <a:cubicBezTo>
                  <a:pt x="73690" y="121751"/>
                  <a:pt x="72229" y="121812"/>
                  <a:pt x="70403" y="121812"/>
                </a:cubicBezTo>
                <a:cubicBezTo>
                  <a:pt x="68820" y="121812"/>
                  <a:pt x="67526" y="121751"/>
                  <a:pt x="66522" y="121629"/>
                </a:cubicBezTo>
                <a:cubicBezTo>
                  <a:pt x="65517" y="121507"/>
                  <a:pt x="64711" y="121310"/>
                  <a:pt x="64102" y="121036"/>
                </a:cubicBezTo>
                <a:cubicBezTo>
                  <a:pt x="63493" y="120762"/>
                  <a:pt x="63021" y="120381"/>
                  <a:pt x="62687" y="119894"/>
                </a:cubicBezTo>
                <a:cubicBezTo>
                  <a:pt x="62352" y="119407"/>
                  <a:pt x="62063" y="118799"/>
                  <a:pt x="61819" y="118068"/>
                </a:cubicBezTo>
                <a:lnTo>
                  <a:pt x="50953" y="90217"/>
                </a:lnTo>
                <a:cubicBezTo>
                  <a:pt x="49674" y="87052"/>
                  <a:pt x="48350" y="84145"/>
                  <a:pt x="46981" y="81497"/>
                </a:cubicBezTo>
                <a:cubicBezTo>
                  <a:pt x="45611" y="78849"/>
                  <a:pt x="43983" y="76566"/>
                  <a:pt x="42095" y="74649"/>
                </a:cubicBezTo>
                <a:cubicBezTo>
                  <a:pt x="40208" y="72731"/>
                  <a:pt x="37986" y="71240"/>
                  <a:pt x="35430" y="70174"/>
                </a:cubicBezTo>
                <a:cubicBezTo>
                  <a:pt x="32873" y="69109"/>
                  <a:pt x="29799" y="68576"/>
                  <a:pt x="26207" y="68576"/>
                </a:cubicBezTo>
                <a:lnTo>
                  <a:pt x="15706" y="68576"/>
                </a:lnTo>
                <a:lnTo>
                  <a:pt x="15706" y="118890"/>
                </a:lnTo>
                <a:cubicBezTo>
                  <a:pt x="15706" y="119377"/>
                  <a:pt x="15569" y="119803"/>
                  <a:pt x="15295" y="120168"/>
                </a:cubicBezTo>
                <a:cubicBezTo>
                  <a:pt x="15021" y="120533"/>
                  <a:pt x="14595" y="120823"/>
                  <a:pt x="14017" y="121036"/>
                </a:cubicBezTo>
                <a:cubicBezTo>
                  <a:pt x="13438" y="121249"/>
                  <a:pt x="12647" y="121431"/>
                  <a:pt x="11642" y="121584"/>
                </a:cubicBezTo>
                <a:cubicBezTo>
                  <a:pt x="10638" y="121736"/>
                  <a:pt x="9375" y="121812"/>
                  <a:pt x="7853" y="121812"/>
                </a:cubicBezTo>
                <a:cubicBezTo>
                  <a:pt x="6331" y="121812"/>
                  <a:pt x="5068" y="121736"/>
                  <a:pt x="4063" y="121584"/>
                </a:cubicBezTo>
                <a:cubicBezTo>
                  <a:pt x="3059" y="121431"/>
                  <a:pt x="2252" y="121249"/>
                  <a:pt x="1644" y="121036"/>
                </a:cubicBezTo>
                <a:cubicBezTo>
                  <a:pt x="1035" y="120823"/>
                  <a:pt x="609" y="120533"/>
                  <a:pt x="365" y="120168"/>
                </a:cubicBezTo>
                <a:cubicBezTo>
                  <a:pt x="122" y="119803"/>
                  <a:pt x="0" y="119377"/>
                  <a:pt x="0" y="118890"/>
                </a:cubicBezTo>
                <a:lnTo>
                  <a:pt x="0" y="9497"/>
                </a:lnTo>
                <a:cubicBezTo>
                  <a:pt x="0" y="7122"/>
                  <a:pt x="624" y="5464"/>
                  <a:pt x="1872" y="4520"/>
                </a:cubicBezTo>
                <a:cubicBezTo>
                  <a:pt x="3120" y="3576"/>
                  <a:pt x="4444" y="3105"/>
                  <a:pt x="5844" y="3105"/>
                </a:cubicBezTo>
                <a:lnTo>
                  <a:pt x="30955" y="3105"/>
                </a:lnTo>
                <a:cubicBezTo>
                  <a:pt x="33938" y="3105"/>
                  <a:pt x="36419" y="3181"/>
                  <a:pt x="38397" y="3333"/>
                </a:cubicBezTo>
                <a:cubicBezTo>
                  <a:pt x="40376" y="3485"/>
                  <a:pt x="42156" y="3653"/>
                  <a:pt x="43739" y="3835"/>
                </a:cubicBezTo>
                <a:cubicBezTo>
                  <a:pt x="48305" y="4627"/>
                  <a:pt x="52338" y="5874"/>
                  <a:pt x="55838" y="7579"/>
                </a:cubicBezTo>
                <a:cubicBezTo>
                  <a:pt x="59338" y="9284"/>
                  <a:pt x="62276" y="11445"/>
                  <a:pt x="64650" y="14062"/>
                </a:cubicBezTo>
                <a:cubicBezTo>
                  <a:pt x="67024" y="16680"/>
                  <a:pt x="68805" y="19678"/>
                  <a:pt x="69992" y="23057"/>
                </a:cubicBezTo>
                <a:cubicBezTo>
                  <a:pt x="71179" y="26435"/>
                  <a:pt x="71772" y="30164"/>
                  <a:pt x="71772" y="34242"/>
                </a:cubicBezTo>
                <a:cubicBezTo>
                  <a:pt x="71772" y="38199"/>
                  <a:pt x="71240" y="41745"/>
                  <a:pt x="70174" y="44880"/>
                </a:cubicBezTo>
                <a:cubicBezTo>
                  <a:pt x="69109" y="48016"/>
                  <a:pt x="67572" y="50785"/>
                  <a:pt x="65563" y="53190"/>
                </a:cubicBezTo>
                <a:cubicBezTo>
                  <a:pt x="63554" y="55595"/>
                  <a:pt x="61149" y="57680"/>
                  <a:pt x="58349" y="59445"/>
                </a:cubicBezTo>
                <a:cubicBezTo>
                  <a:pt x="55549" y="61210"/>
                  <a:pt x="52414" y="62702"/>
                  <a:pt x="48944" y="63919"/>
                </a:cubicBezTo>
                <a:cubicBezTo>
                  <a:pt x="50892" y="64772"/>
                  <a:pt x="52657" y="65852"/>
                  <a:pt x="54240" y="67161"/>
                </a:cubicBezTo>
                <a:cubicBezTo>
                  <a:pt x="55823" y="68470"/>
                  <a:pt x="57299" y="70037"/>
                  <a:pt x="58669" y="71864"/>
                </a:cubicBezTo>
                <a:cubicBezTo>
                  <a:pt x="60038" y="73690"/>
                  <a:pt x="61332" y="75790"/>
                  <a:pt x="62550" y="78164"/>
                </a:cubicBezTo>
                <a:cubicBezTo>
                  <a:pt x="63767" y="80538"/>
                  <a:pt x="64985" y="83217"/>
                  <a:pt x="66202" y="86200"/>
                </a:cubicBezTo>
                <a:lnTo>
                  <a:pt x="76794" y="112224"/>
                </a:lnTo>
                <a:cubicBezTo>
                  <a:pt x="77647" y="114415"/>
                  <a:pt x="78195" y="115953"/>
                  <a:pt x="78438" y="116835"/>
                </a:cubicBezTo>
                <a:cubicBezTo>
                  <a:pt x="78682" y="117718"/>
                  <a:pt x="78803" y="118403"/>
                  <a:pt x="78803" y="118890"/>
                </a:cubicBezTo>
                <a:moveTo>
                  <a:pt x="55153" y="35886"/>
                </a:moveTo>
                <a:cubicBezTo>
                  <a:pt x="55153" y="31260"/>
                  <a:pt x="54118" y="27348"/>
                  <a:pt x="52049" y="24152"/>
                </a:cubicBezTo>
                <a:cubicBezTo>
                  <a:pt x="49979" y="20956"/>
                  <a:pt x="46509" y="18658"/>
                  <a:pt x="41639" y="17258"/>
                </a:cubicBezTo>
                <a:cubicBezTo>
                  <a:pt x="40117" y="16832"/>
                  <a:pt x="38397" y="16528"/>
                  <a:pt x="36480" y="16345"/>
                </a:cubicBezTo>
                <a:cubicBezTo>
                  <a:pt x="34562" y="16162"/>
                  <a:pt x="32051" y="16071"/>
                  <a:pt x="28946" y="16071"/>
                </a:cubicBezTo>
                <a:lnTo>
                  <a:pt x="15706" y="16071"/>
                </a:lnTo>
                <a:lnTo>
                  <a:pt x="15706" y="55884"/>
                </a:lnTo>
                <a:lnTo>
                  <a:pt x="31047" y="55884"/>
                </a:lnTo>
                <a:cubicBezTo>
                  <a:pt x="35186" y="55884"/>
                  <a:pt x="38762" y="55381"/>
                  <a:pt x="41776" y="54377"/>
                </a:cubicBezTo>
                <a:cubicBezTo>
                  <a:pt x="44789" y="53373"/>
                  <a:pt x="47300" y="51972"/>
                  <a:pt x="49309" y="50177"/>
                </a:cubicBezTo>
                <a:cubicBezTo>
                  <a:pt x="51318" y="48381"/>
                  <a:pt x="52794" y="46265"/>
                  <a:pt x="53738" y="43830"/>
                </a:cubicBezTo>
                <a:cubicBezTo>
                  <a:pt x="54681" y="41395"/>
                  <a:pt x="55153" y="38747"/>
                  <a:pt x="55153" y="35886"/>
                </a:cubicBezTo>
                <a:close/>
                <a:moveTo>
                  <a:pt x="167845" y="74329"/>
                </a:moveTo>
                <a:cubicBezTo>
                  <a:pt x="167845" y="76703"/>
                  <a:pt x="167252" y="78392"/>
                  <a:pt x="166065" y="79397"/>
                </a:cubicBezTo>
                <a:cubicBezTo>
                  <a:pt x="164878" y="80401"/>
                  <a:pt x="163523" y="80904"/>
                  <a:pt x="162001" y="80904"/>
                </a:cubicBezTo>
                <a:lnTo>
                  <a:pt x="108126" y="80904"/>
                </a:lnTo>
                <a:cubicBezTo>
                  <a:pt x="108126" y="85483"/>
                  <a:pt x="108583" y="89604"/>
                  <a:pt x="109496" y="93268"/>
                </a:cubicBezTo>
                <a:cubicBezTo>
                  <a:pt x="110409" y="96932"/>
                  <a:pt x="111931" y="100076"/>
                  <a:pt x="114062" y="102702"/>
                </a:cubicBezTo>
                <a:cubicBezTo>
                  <a:pt x="116192" y="105327"/>
                  <a:pt x="118962" y="107343"/>
                  <a:pt x="122371" y="108748"/>
                </a:cubicBezTo>
                <a:cubicBezTo>
                  <a:pt x="125780" y="110152"/>
                  <a:pt x="129950" y="110854"/>
                  <a:pt x="134881" y="110854"/>
                </a:cubicBezTo>
                <a:cubicBezTo>
                  <a:pt x="138777" y="110854"/>
                  <a:pt x="142247" y="110535"/>
                  <a:pt x="145291" y="109895"/>
                </a:cubicBezTo>
                <a:cubicBezTo>
                  <a:pt x="148335" y="109256"/>
                  <a:pt x="150967" y="108541"/>
                  <a:pt x="153189" y="107750"/>
                </a:cubicBezTo>
                <a:cubicBezTo>
                  <a:pt x="155411" y="106958"/>
                  <a:pt x="157238" y="106243"/>
                  <a:pt x="158668" y="105604"/>
                </a:cubicBezTo>
                <a:cubicBezTo>
                  <a:pt x="160099" y="104965"/>
                  <a:pt x="161179" y="104645"/>
                  <a:pt x="161910" y="104645"/>
                </a:cubicBezTo>
                <a:cubicBezTo>
                  <a:pt x="162336" y="104645"/>
                  <a:pt x="162716" y="104752"/>
                  <a:pt x="163051" y="104965"/>
                </a:cubicBezTo>
                <a:cubicBezTo>
                  <a:pt x="163386" y="105178"/>
                  <a:pt x="163645" y="105497"/>
                  <a:pt x="163827" y="105923"/>
                </a:cubicBezTo>
                <a:cubicBezTo>
                  <a:pt x="164010" y="106349"/>
                  <a:pt x="164147" y="106943"/>
                  <a:pt x="164238" y="107704"/>
                </a:cubicBezTo>
                <a:cubicBezTo>
                  <a:pt x="164330" y="108465"/>
                  <a:pt x="164375" y="109393"/>
                  <a:pt x="164375" y="110489"/>
                </a:cubicBezTo>
                <a:cubicBezTo>
                  <a:pt x="164375" y="111280"/>
                  <a:pt x="164345" y="111965"/>
                  <a:pt x="164284" y="112544"/>
                </a:cubicBezTo>
                <a:cubicBezTo>
                  <a:pt x="164223" y="113122"/>
                  <a:pt x="164147" y="113639"/>
                  <a:pt x="164056" y="114096"/>
                </a:cubicBezTo>
                <a:cubicBezTo>
                  <a:pt x="163964" y="114552"/>
                  <a:pt x="163812" y="114963"/>
                  <a:pt x="163599" y="115329"/>
                </a:cubicBezTo>
                <a:cubicBezTo>
                  <a:pt x="163386" y="115694"/>
                  <a:pt x="163112" y="116044"/>
                  <a:pt x="162777" y="116379"/>
                </a:cubicBezTo>
                <a:cubicBezTo>
                  <a:pt x="162442" y="116714"/>
                  <a:pt x="161453" y="117261"/>
                  <a:pt x="159810" y="118022"/>
                </a:cubicBezTo>
                <a:cubicBezTo>
                  <a:pt x="158166" y="118783"/>
                  <a:pt x="156035" y="119529"/>
                  <a:pt x="153418" y="120260"/>
                </a:cubicBezTo>
                <a:cubicBezTo>
                  <a:pt x="150800" y="120990"/>
                  <a:pt x="147771" y="121644"/>
                  <a:pt x="144332" y="122223"/>
                </a:cubicBezTo>
                <a:cubicBezTo>
                  <a:pt x="140893" y="122801"/>
                  <a:pt x="137225" y="123090"/>
                  <a:pt x="133329" y="123090"/>
                </a:cubicBezTo>
                <a:cubicBezTo>
                  <a:pt x="126572" y="123090"/>
                  <a:pt x="120651" y="122146"/>
                  <a:pt x="115568" y="120257"/>
                </a:cubicBezTo>
                <a:cubicBezTo>
                  <a:pt x="110485" y="118368"/>
                  <a:pt x="106209" y="115565"/>
                  <a:pt x="102739" y="111847"/>
                </a:cubicBezTo>
                <a:cubicBezTo>
                  <a:pt x="99269" y="108130"/>
                  <a:pt x="96651" y="103468"/>
                  <a:pt x="94886" y="97862"/>
                </a:cubicBezTo>
                <a:cubicBezTo>
                  <a:pt x="93121" y="92256"/>
                  <a:pt x="92238" y="85736"/>
                  <a:pt x="92238" y="78301"/>
                </a:cubicBezTo>
                <a:cubicBezTo>
                  <a:pt x="92238" y="71232"/>
                  <a:pt x="93151" y="64879"/>
                  <a:pt x="94977" y="59242"/>
                </a:cubicBezTo>
                <a:cubicBezTo>
                  <a:pt x="96803" y="53606"/>
                  <a:pt x="99436" y="48822"/>
                  <a:pt x="102876" y="44892"/>
                </a:cubicBezTo>
                <a:cubicBezTo>
                  <a:pt x="106315" y="40962"/>
                  <a:pt x="110470" y="37945"/>
                  <a:pt x="115340" y="35843"/>
                </a:cubicBezTo>
                <a:cubicBezTo>
                  <a:pt x="120210" y="33741"/>
                  <a:pt x="125658" y="32690"/>
                  <a:pt x="131685" y="32690"/>
                </a:cubicBezTo>
                <a:cubicBezTo>
                  <a:pt x="138138" y="32690"/>
                  <a:pt x="143632" y="33725"/>
                  <a:pt x="148167" y="35795"/>
                </a:cubicBezTo>
                <a:cubicBezTo>
                  <a:pt x="152702" y="37865"/>
                  <a:pt x="156431" y="40650"/>
                  <a:pt x="159353" y="44150"/>
                </a:cubicBezTo>
                <a:cubicBezTo>
                  <a:pt x="162275" y="47650"/>
                  <a:pt x="164421" y="51759"/>
                  <a:pt x="165791" y="56477"/>
                </a:cubicBezTo>
                <a:cubicBezTo>
                  <a:pt x="167160" y="61195"/>
                  <a:pt x="167845" y="66233"/>
                  <a:pt x="167845" y="71590"/>
                </a:cubicBezTo>
                <a:lnTo>
                  <a:pt x="167845" y="74329"/>
                </a:lnTo>
                <a:moveTo>
                  <a:pt x="152687" y="69855"/>
                </a:moveTo>
                <a:cubicBezTo>
                  <a:pt x="152870" y="61941"/>
                  <a:pt x="151120" y="55732"/>
                  <a:pt x="147437" y="51227"/>
                </a:cubicBezTo>
                <a:cubicBezTo>
                  <a:pt x="143754" y="46722"/>
                  <a:pt x="138290" y="44470"/>
                  <a:pt x="131046" y="44470"/>
                </a:cubicBezTo>
                <a:cubicBezTo>
                  <a:pt x="127333" y="44470"/>
                  <a:pt x="124076" y="45170"/>
                  <a:pt x="121275" y="46570"/>
                </a:cubicBezTo>
                <a:cubicBezTo>
                  <a:pt x="118475" y="47970"/>
                  <a:pt x="116131" y="49827"/>
                  <a:pt x="114244" y="52140"/>
                </a:cubicBezTo>
                <a:cubicBezTo>
                  <a:pt x="112357" y="54453"/>
                  <a:pt x="110896" y="57147"/>
                  <a:pt x="109861" y="60221"/>
                </a:cubicBezTo>
                <a:cubicBezTo>
                  <a:pt x="108826" y="63295"/>
                  <a:pt x="108248" y="66506"/>
                  <a:pt x="108126" y="69855"/>
                </a:cubicBezTo>
                <a:lnTo>
                  <a:pt x="152687" y="69855"/>
                </a:lnTo>
                <a:close/>
                <a:moveTo>
                  <a:pt x="260413" y="40452"/>
                </a:moveTo>
                <a:cubicBezTo>
                  <a:pt x="260413" y="42582"/>
                  <a:pt x="260123" y="44120"/>
                  <a:pt x="259545" y="45063"/>
                </a:cubicBezTo>
                <a:cubicBezTo>
                  <a:pt x="258967" y="46007"/>
                  <a:pt x="258221" y="46478"/>
                  <a:pt x="257308" y="46478"/>
                </a:cubicBezTo>
                <a:lnTo>
                  <a:pt x="245528" y="46478"/>
                </a:lnTo>
                <a:cubicBezTo>
                  <a:pt x="247659" y="48676"/>
                  <a:pt x="249151" y="51103"/>
                  <a:pt x="250003" y="53761"/>
                </a:cubicBezTo>
                <a:cubicBezTo>
                  <a:pt x="250855" y="56416"/>
                  <a:pt x="251281" y="59179"/>
                  <a:pt x="251281" y="62047"/>
                </a:cubicBezTo>
                <a:cubicBezTo>
                  <a:pt x="251281" y="66788"/>
                  <a:pt x="250520" y="70982"/>
                  <a:pt x="248998" y="74629"/>
                </a:cubicBezTo>
                <a:cubicBezTo>
                  <a:pt x="247476" y="78275"/>
                  <a:pt x="245300" y="81360"/>
                  <a:pt x="242469" y="83883"/>
                </a:cubicBezTo>
                <a:cubicBezTo>
                  <a:pt x="239639" y="86405"/>
                  <a:pt x="236275" y="88335"/>
                  <a:pt x="232379" y="89672"/>
                </a:cubicBezTo>
                <a:cubicBezTo>
                  <a:pt x="228483" y="91010"/>
                  <a:pt x="224161" y="91678"/>
                  <a:pt x="219413" y="91678"/>
                </a:cubicBezTo>
                <a:cubicBezTo>
                  <a:pt x="216065" y="91678"/>
                  <a:pt x="212884" y="91238"/>
                  <a:pt x="209871" y="90357"/>
                </a:cubicBezTo>
                <a:cubicBezTo>
                  <a:pt x="206857" y="89477"/>
                  <a:pt x="204529" y="88367"/>
                  <a:pt x="202885" y="87030"/>
                </a:cubicBezTo>
                <a:cubicBezTo>
                  <a:pt x="201789" y="88126"/>
                  <a:pt x="200891" y="89374"/>
                  <a:pt x="200191" y="90774"/>
                </a:cubicBezTo>
                <a:cubicBezTo>
                  <a:pt x="199491" y="92172"/>
                  <a:pt x="199141" y="93783"/>
                  <a:pt x="199141" y="95608"/>
                </a:cubicBezTo>
                <a:cubicBezTo>
                  <a:pt x="199141" y="97738"/>
                  <a:pt x="200131" y="99504"/>
                  <a:pt x="202109" y="100904"/>
                </a:cubicBezTo>
                <a:cubicBezTo>
                  <a:pt x="204087" y="102302"/>
                  <a:pt x="206720" y="103062"/>
                  <a:pt x="210008" y="103184"/>
                </a:cubicBezTo>
                <a:lnTo>
                  <a:pt x="231466" y="104100"/>
                </a:lnTo>
                <a:cubicBezTo>
                  <a:pt x="235545" y="104222"/>
                  <a:pt x="239289" y="104787"/>
                  <a:pt x="242698" y="105795"/>
                </a:cubicBezTo>
                <a:cubicBezTo>
                  <a:pt x="246107" y="106803"/>
                  <a:pt x="249059" y="108239"/>
                  <a:pt x="251555" y="110104"/>
                </a:cubicBezTo>
                <a:cubicBezTo>
                  <a:pt x="254051" y="111966"/>
                  <a:pt x="255999" y="114257"/>
                  <a:pt x="257399" y="116975"/>
                </a:cubicBezTo>
                <a:cubicBezTo>
                  <a:pt x="258799" y="119694"/>
                  <a:pt x="259499" y="122855"/>
                  <a:pt x="259499" y="126460"/>
                </a:cubicBezTo>
                <a:cubicBezTo>
                  <a:pt x="259499" y="130248"/>
                  <a:pt x="258708" y="133852"/>
                  <a:pt x="257125" y="137272"/>
                </a:cubicBezTo>
                <a:cubicBezTo>
                  <a:pt x="255542" y="140695"/>
                  <a:pt x="253123" y="143703"/>
                  <a:pt x="249866" y="146298"/>
                </a:cubicBezTo>
                <a:cubicBezTo>
                  <a:pt x="246609" y="148895"/>
                  <a:pt x="242454" y="150942"/>
                  <a:pt x="237402" y="152439"/>
                </a:cubicBezTo>
                <a:cubicBezTo>
                  <a:pt x="232349" y="153936"/>
                  <a:pt x="226383" y="154685"/>
                  <a:pt x="219504" y="154685"/>
                </a:cubicBezTo>
                <a:cubicBezTo>
                  <a:pt x="212869" y="154685"/>
                  <a:pt x="207223" y="154121"/>
                  <a:pt x="202566" y="152992"/>
                </a:cubicBezTo>
                <a:cubicBezTo>
                  <a:pt x="197909" y="151866"/>
                  <a:pt x="194089" y="150328"/>
                  <a:pt x="191106" y="148378"/>
                </a:cubicBezTo>
                <a:cubicBezTo>
                  <a:pt x="188123" y="146430"/>
                  <a:pt x="185962" y="144101"/>
                  <a:pt x="184623" y="141390"/>
                </a:cubicBezTo>
                <a:cubicBezTo>
                  <a:pt x="183283" y="138679"/>
                  <a:pt x="182614" y="135739"/>
                  <a:pt x="182614" y="132570"/>
                </a:cubicBezTo>
                <a:cubicBezTo>
                  <a:pt x="182614" y="130561"/>
                  <a:pt x="182857" y="128612"/>
                  <a:pt x="183344" y="126723"/>
                </a:cubicBezTo>
                <a:cubicBezTo>
                  <a:pt x="183831" y="124834"/>
                  <a:pt x="184577" y="123036"/>
                  <a:pt x="185581" y="121330"/>
                </a:cubicBezTo>
                <a:cubicBezTo>
                  <a:pt x="186586" y="119625"/>
                  <a:pt x="187834" y="117997"/>
                  <a:pt x="189325" y="116444"/>
                </a:cubicBezTo>
                <a:cubicBezTo>
                  <a:pt x="190817" y="114890"/>
                  <a:pt x="192536" y="113351"/>
                  <a:pt x="194484" y="111827"/>
                </a:cubicBezTo>
                <a:cubicBezTo>
                  <a:pt x="191501" y="110300"/>
                  <a:pt x="189295" y="108375"/>
                  <a:pt x="187864" y="106052"/>
                </a:cubicBezTo>
                <a:cubicBezTo>
                  <a:pt x="186434" y="103727"/>
                  <a:pt x="185718" y="101220"/>
                  <a:pt x="185718" y="98530"/>
                </a:cubicBezTo>
                <a:cubicBezTo>
                  <a:pt x="185718" y="94801"/>
                  <a:pt x="186479" y="91469"/>
                  <a:pt x="188001" y="88534"/>
                </a:cubicBezTo>
                <a:cubicBezTo>
                  <a:pt x="189523" y="85599"/>
                  <a:pt x="191410" y="82969"/>
                  <a:pt x="193663" y="80647"/>
                </a:cubicBezTo>
                <a:cubicBezTo>
                  <a:pt x="191775" y="78398"/>
                  <a:pt x="190284" y="75860"/>
                  <a:pt x="189188" y="73033"/>
                </a:cubicBezTo>
                <a:cubicBezTo>
                  <a:pt x="188092" y="70207"/>
                  <a:pt x="187545" y="66788"/>
                  <a:pt x="187545" y="62778"/>
                </a:cubicBezTo>
                <a:cubicBezTo>
                  <a:pt x="187545" y="58098"/>
                  <a:pt x="188336" y="53904"/>
                  <a:pt x="189919" y="50197"/>
                </a:cubicBezTo>
                <a:cubicBezTo>
                  <a:pt x="191501" y="46489"/>
                  <a:pt x="193693" y="43359"/>
                  <a:pt x="196493" y="40806"/>
                </a:cubicBezTo>
                <a:cubicBezTo>
                  <a:pt x="199294" y="38253"/>
                  <a:pt x="202657" y="36292"/>
                  <a:pt x="206583" y="34924"/>
                </a:cubicBezTo>
                <a:cubicBezTo>
                  <a:pt x="210510" y="33557"/>
                  <a:pt x="214786" y="32873"/>
                  <a:pt x="219413" y="32873"/>
                </a:cubicBezTo>
                <a:cubicBezTo>
                  <a:pt x="221909" y="32873"/>
                  <a:pt x="224237" y="33002"/>
                  <a:pt x="226398" y="33261"/>
                </a:cubicBezTo>
                <a:cubicBezTo>
                  <a:pt x="228559" y="33518"/>
                  <a:pt x="230584" y="33875"/>
                  <a:pt x="232471" y="34334"/>
                </a:cubicBezTo>
                <a:lnTo>
                  <a:pt x="257308" y="34334"/>
                </a:lnTo>
                <a:cubicBezTo>
                  <a:pt x="258343" y="34334"/>
                  <a:pt x="259119" y="34836"/>
                  <a:pt x="259636" y="35840"/>
                </a:cubicBezTo>
                <a:cubicBezTo>
                  <a:pt x="260154" y="36845"/>
                  <a:pt x="260413" y="38382"/>
                  <a:pt x="260413" y="40452"/>
                </a:cubicBezTo>
                <a:moveTo>
                  <a:pt x="236854" y="62139"/>
                </a:moveTo>
                <a:cubicBezTo>
                  <a:pt x="236854" y="56553"/>
                  <a:pt x="235317" y="52197"/>
                  <a:pt x="232242" y="49069"/>
                </a:cubicBezTo>
                <a:cubicBezTo>
                  <a:pt x="229168" y="45942"/>
                  <a:pt x="224800" y="44378"/>
                  <a:pt x="219139" y="44378"/>
                </a:cubicBezTo>
                <a:cubicBezTo>
                  <a:pt x="216217" y="44378"/>
                  <a:pt x="213675" y="44864"/>
                  <a:pt x="211514" y="45836"/>
                </a:cubicBezTo>
                <a:cubicBezTo>
                  <a:pt x="209353" y="46807"/>
                  <a:pt x="207557" y="48142"/>
                  <a:pt x="206127" y="49843"/>
                </a:cubicBezTo>
                <a:cubicBezTo>
                  <a:pt x="204696" y="51543"/>
                  <a:pt x="203631" y="53502"/>
                  <a:pt x="202931" y="55718"/>
                </a:cubicBezTo>
                <a:cubicBezTo>
                  <a:pt x="202231" y="57934"/>
                  <a:pt x="201881" y="60257"/>
                  <a:pt x="201881" y="62687"/>
                </a:cubicBezTo>
                <a:cubicBezTo>
                  <a:pt x="201881" y="68089"/>
                  <a:pt x="203418" y="72339"/>
                  <a:pt x="206492" y="75436"/>
                </a:cubicBezTo>
                <a:cubicBezTo>
                  <a:pt x="209566" y="78533"/>
                  <a:pt x="213873" y="80082"/>
                  <a:pt x="219413" y="80082"/>
                </a:cubicBezTo>
                <a:cubicBezTo>
                  <a:pt x="222396" y="80082"/>
                  <a:pt x="224983" y="79612"/>
                  <a:pt x="227174" y="78672"/>
                </a:cubicBezTo>
                <a:cubicBezTo>
                  <a:pt x="229366" y="77730"/>
                  <a:pt x="231177" y="76424"/>
                  <a:pt x="232608" y="74754"/>
                </a:cubicBezTo>
                <a:cubicBezTo>
                  <a:pt x="234038" y="73084"/>
                  <a:pt x="235104" y="71156"/>
                  <a:pt x="235804" y="68970"/>
                </a:cubicBezTo>
                <a:cubicBezTo>
                  <a:pt x="236504" y="66784"/>
                  <a:pt x="236854" y="64507"/>
                  <a:pt x="236854" y="62139"/>
                </a:cubicBezTo>
                <a:moveTo>
                  <a:pt x="244433" y="127279"/>
                </a:moveTo>
                <a:cubicBezTo>
                  <a:pt x="244433" y="123724"/>
                  <a:pt x="242987" y="120981"/>
                  <a:pt x="240095" y="119052"/>
                </a:cubicBezTo>
                <a:cubicBezTo>
                  <a:pt x="237204" y="117122"/>
                  <a:pt x="233292" y="116095"/>
                  <a:pt x="228362" y="115974"/>
                </a:cubicBezTo>
                <a:lnTo>
                  <a:pt x="207086" y="115237"/>
                </a:lnTo>
                <a:cubicBezTo>
                  <a:pt x="205138" y="116769"/>
                  <a:pt x="203540" y="118224"/>
                  <a:pt x="202292" y="119603"/>
                </a:cubicBezTo>
                <a:cubicBezTo>
                  <a:pt x="201044" y="120982"/>
                  <a:pt x="200054" y="122300"/>
                  <a:pt x="199324" y="123555"/>
                </a:cubicBezTo>
                <a:cubicBezTo>
                  <a:pt x="198593" y="124811"/>
                  <a:pt x="198091" y="126051"/>
                  <a:pt x="197817" y="127276"/>
                </a:cubicBezTo>
                <a:cubicBezTo>
                  <a:pt x="197543" y="128503"/>
                  <a:pt x="197406" y="129760"/>
                  <a:pt x="197406" y="131046"/>
                </a:cubicBezTo>
                <a:cubicBezTo>
                  <a:pt x="197406" y="135029"/>
                  <a:pt x="199415" y="138048"/>
                  <a:pt x="203433" y="140100"/>
                </a:cubicBezTo>
                <a:cubicBezTo>
                  <a:pt x="207451" y="142153"/>
                  <a:pt x="213051" y="143179"/>
                  <a:pt x="220235" y="143179"/>
                </a:cubicBezTo>
                <a:cubicBezTo>
                  <a:pt x="224800" y="143179"/>
                  <a:pt x="228620" y="142735"/>
                  <a:pt x="231694" y="141847"/>
                </a:cubicBezTo>
                <a:cubicBezTo>
                  <a:pt x="234769" y="140958"/>
                  <a:pt x="237249" y="139779"/>
                  <a:pt x="239137" y="138308"/>
                </a:cubicBezTo>
                <a:cubicBezTo>
                  <a:pt x="241024" y="136838"/>
                  <a:pt x="242378" y="135152"/>
                  <a:pt x="243200" y="133252"/>
                </a:cubicBezTo>
                <a:cubicBezTo>
                  <a:pt x="244022" y="131353"/>
                  <a:pt x="244433" y="129362"/>
                  <a:pt x="244433" y="127279"/>
                </a:cubicBezTo>
                <a:close/>
                <a:moveTo>
                  <a:pt x="294856" y="118981"/>
                </a:moveTo>
                <a:cubicBezTo>
                  <a:pt x="294856" y="119468"/>
                  <a:pt x="294734" y="119879"/>
                  <a:pt x="294491" y="120214"/>
                </a:cubicBezTo>
                <a:cubicBezTo>
                  <a:pt x="294247" y="120549"/>
                  <a:pt x="293851" y="120838"/>
                  <a:pt x="293303" y="121081"/>
                </a:cubicBezTo>
                <a:cubicBezTo>
                  <a:pt x="292756" y="121325"/>
                  <a:pt x="291995" y="121507"/>
                  <a:pt x="291021" y="121629"/>
                </a:cubicBezTo>
                <a:cubicBezTo>
                  <a:pt x="290047" y="121751"/>
                  <a:pt x="288799" y="121812"/>
                  <a:pt x="287277" y="121812"/>
                </a:cubicBezTo>
                <a:cubicBezTo>
                  <a:pt x="285816" y="121812"/>
                  <a:pt x="284598" y="121751"/>
                  <a:pt x="283624" y="121629"/>
                </a:cubicBezTo>
                <a:cubicBezTo>
                  <a:pt x="282650" y="121507"/>
                  <a:pt x="281874" y="121325"/>
                  <a:pt x="281296" y="121081"/>
                </a:cubicBezTo>
                <a:cubicBezTo>
                  <a:pt x="280717" y="120838"/>
                  <a:pt x="280322" y="120549"/>
                  <a:pt x="280109" y="120214"/>
                </a:cubicBezTo>
                <a:cubicBezTo>
                  <a:pt x="279896" y="119879"/>
                  <a:pt x="279789" y="119468"/>
                  <a:pt x="279789" y="118981"/>
                </a:cubicBezTo>
                <a:lnTo>
                  <a:pt x="279789" y="36799"/>
                </a:lnTo>
                <a:cubicBezTo>
                  <a:pt x="279789" y="36373"/>
                  <a:pt x="279896" y="35977"/>
                  <a:pt x="280109" y="35612"/>
                </a:cubicBezTo>
                <a:cubicBezTo>
                  <a:pt x="280322" y="35247"/>
                  <a:pt x="280717" y="34943"/>
                  <a:pt x="281296" y="34699"/>
                </a:cubicBezTo>
                <a:cubicBezTo>
                  <a:pt x="281874" y="34456"/>
                  <a:pt x="282650" y="34273"/>
                  <a:pt x="283624" y="34151"/>
                </a:cubicBezTo>
                <a:cubicBezTo>
                  <a:pt x="284598" y="34029"/>
                  <a:pt x="285816" y="33969"/>
                  <a:pt x="287277" y="33969"/>
                </a:cubicBezTo>
                <a:cubicBezTo>
                  <a:pt x="288799" y="33969"/>
                  <a:pt x="290047" y="34029"/>
                  <a:pt x="291021" y="34151"/>
                </a:cubicBezTo>
                <a:cubicBezTo>
                  <a:pt x="291995" y="34273"/>
                  <a:pt x="292756" y="34456"/>
                  <a:pt x="293303" y="34699"/>
                </a:cubicBezTo>
                <a:cubicBezTo>
                  <a:pt x="293851" y="34943"/>
                  <a:pt x="294247" y="35247"/>
                  <a:pt x="294491" y="35612"/>
                </a:cubicBezTo>
                <a:cubicBezTo>
                  <a:pt x="294734" y="35977"/>
                  <a:pt x="294856" y="36373"/>
                  <a:pt x="294856" y="36799"/>
                </a:cubicBezTo>
                <a:lnTo>
                  <a:pt x="294856" y="118981"/>
                </a:lnTo>
                <a:moveTo>
                  <a:pt x="296591" y="8949"/>
                </a:moveTo>
                <a:cubicBezTo>
                  <a:pt x="296591" y="12479"/>
                  <a:pt x="295921" y="14884"/>
                  <a:pt x="294582" y="16162"/>
                </a:cubicBezTo>
                <a:cubicBezTo>
                  <a:pt x="293243" y="17441"/>
                  <a:pt x="290777" y="18080"/>
                  <a:pt x="287185" y="18080"/>
                </a:cubicBezTo>
                <a:cubicBezTo>
                  <a:pt x="283655" y="18080"/>
                  <a:pt x="281235" y="17456"/>
                  <a:pt x="279926" y="16208"/>
                </a:cubicBezTo>
                <a:cubicBezTo>
                  <a:pt x="278617" y="14960"/>
                  <a:pt x="277963" y="12601"/>
                  <a:pt x="277963" y="9131"/>
                </a:cubicBezTo>
                <a:cubicBezTo>
                  <a:pt x="277963" y="5601"/>
                  <a:pt x="278632" y="3196"/>
                  <a:pt x="279972" y="1918"/>
                </a:cubicBezTo>
                <a:cubicBezTo>
                  <a:pt x="281311" y="639"/>
                  <a:pt x="283776" y="0"/>
                  <a:pt x="287368" y="0"/>
                </a:cubicBezTo>
                <a:cubicBezTo>
                  <a:pt x="290899" y="0"/>
                  <a:pt x="293319" y="624"/>
                  <a:pt x="294627" y="1872"/>
                </a:cubicBezTo>
                <a:cubicBezTo>
                  <a:pt x="295936" y="3120"/>
                  <a:pt x="296591" y="5479"/>
                  <a:pt x="296591" y="8949"/>
                </a:cubicBezTo>
                <a:close/>
                <a:moveTo>
                  <a:pt x="373982" y="96675"/>
                </a:moveTo>
                <a:cubicBezTo>
                  <a:pt x="373982" y="100879"/>
                  <a:pt x="373206" y="104627"/>
                  <a:pt x="371653" y="107918"/>
                </a:cubicBezTo>
                <a:cubicBezTo>
                  <a:pt x="370101" y="111207"/>
                  <a:pt x="367894" y="113980"/>
                  <a:pt x="365033" y="116236"/>
                </a:cubicBezTo>
                <a:cubicBezTo>
                  <a:pt x="362172" y="118490"/>
                  <a:pt x="358763" y="120196"/>
                  <a:pt x="354806" y="121352"/>
                </a:cubicBezTo>
                <a:cubicBezTo>
                  <a:pt x="350849" y="122511"/>
                  <a:pt x="346497" y="123090"/>
                  <a:pt x="341748" y="123090"/>
                </a:cubicBezTo>
                <a:cubicBezTo>
                  <a:pt x="338826" y="123090"/>
                  <a:pt x="336041" y="122862"/>
                  <a:pt x="333393" y="122405"/>
                </a:cubicBezTo>
                <a:cubicBezTo>
                  <a:pt x="330745" y="121949"/>
                  <a:pt x="328371" y="121371"/>
                  <a:pt x="326271" y="120670"/>
                </a:cubicBezTo>
                <a:cubicBezTo>
                  <a:pt x="324170" y="119970"/>
                  <a:pt x="322390" y="119240"/>
                  <a:pt x="320929" y="118479"/>
                </a:cubicBezTo>
                <a:cubicBezTo>
                  <a:pt x="319468" y="117718"/>
                  <a:pt x="318402" y="117033"/>
                  <a:pt x="317733" y="116424"/>
                </a:cubicBezTo>
                <a:cubicBezTo>
                  <a:pt x="317063" y="115816"/>
                  <a:pt x="316576" y="114963"/>
                  <a:pt x="316272" y="113868"/>
                </a:cubicBezTo>
                <a:cubicBezTo>
                  <a:pt x="315967" y="112772"/>
                  <a:pt x="315815" y="111280"/>
                  <a:pt x="315815" y="109393"/>
                </a:cubicBezTo>
                <a:cubicBezTo>
                  <a:pt x="315815" y="108237"/>
                  <a:pt x="315876" y="107263"/>
                  <a:pt x="315998" y="106471"/>
                </a:cubicBezTo>
                <a:cubicBezTo>
                  <a:pt x="316120" y="105680"/>
                  <a:pt x="316272" y="105041"/>
                  <a:pt x="316454" y="104554"/>
                </a:cubicBezTo>
                <a:cubicBezTo>
                  <a:pt x="316637" y="104067"/>
                  <a:pt x="316896" y="103717"/>
                  <a:pt x="317231" y="103504"/>
                </a:cubicBezTo>
                <a:cubicBezTo>
                  <a:pt x="317565" y="103290"/>
                  <a:pt x="317946" y="103184"/>
                  <a:pt x="318372" y="103184"/>
                </a:cubicBezTo>
                <a:cubicBezTo>
                  <a:pt x="319042" y="103184"/>
                  <a:pt x="320031" y="103595"/>
                  <a:pt x="321340" y="104417"/>
                </a:cubicBezTo>
                <a:cubicBezTo>
                  <a:pt x="322649" y="105239"/>
                  <a:pt x="324262" y="106136"/>
                  <a:pt x="326179" y="107110"/>
                </a:cubicBezTo>
                <a:cubicBezTo>
                  <a:pt x="328097" y="108084"/>
                  <a:pt x="330365" y="108982"/>
                  <a:pt x="332982" y="109804"/>
                </a:cubicBezTo>
                <a:cubicBezTo>
                  <a:pt x="335600" y="110626"/>
                  <a:pt x="338613" y="111037"/>
                  <a:pt x="342022" y="111037"/>
                </a:cubicBezTo>
                <a:cubicBezTo>
                  <a:pt x="344579" y="111037"/>
                  <a:pt x="346892" y="110763"/>
                  <a:pt x="348962" y="110215"/>
                </a:cubicBezTo>
                <a:cubicBezTo>
                  <a:pt x="351032" y="109665"/>
                  <a:pt x="352828" y="108857"/>
                  <a:pt x="354349" y="107790"/>
                </a:cubicBezTo>
                <a:cubicBezTo>
                  <a:pt x="355871" y="106722"/>
                  <a:pt x="357043" y="105365"/>
                  <a:pt x="357865" y="103718"/>
                </a:cubicBezTo>
                <a:cubicBezTo>
                  <a:pt x="358687" y="102070"/>
                  <a:pt x="359098" y="100118"/>
                  <a:pt x="359098" y="97862"/>
                </a:cubicBezTo>
                <a:cubicBezTo>
                  <a:pt x="359098" y="95547"/>
                  <a:pt x="358504" y="93597"/>
                  <a:pt x="357317" y="92012"/>
                </a:cubicBezTo>
                <a:cubicBezTo>
                  <a:pt x="356130" y="90428"/>
                  <a:pt x="354563" y="89027"/>
                  <a:pt x="352615" y="87809"/>
                </a:cubicBezTo>
                <a:cubicBezTo>
                  <a:pt x="350667" y="86590"/>
                  <a:pt x="348475" y="85508"/>
                  <a:pt x="346040" y="84565"/>
                </a:cubicBezTo>
                <a:cubicBezTo>
                  <a:pt x="343605" y="83619"/>
                  <a:pt x="341094" y="82629"/>
                  <a:pt x="338507" y="81594"/>
                </a:cubicBezTo>
                <a:cubicBezTo>
                  <a:pt x="335919" y="80557"/>
                  <a:pt x="333393" y="79384"/>
                  <a:pt x="330928" y="78073"/>
                </a:cubicBezTo>
                <a:cubicBezTo>
                  <a:pt x="328462" y="76762"/>
                  <a:pt x="326255" y="75162"/>
                  <a:pt x="324307" y="73273"/>
                </a:cubicBezTo>
                <a:cubicBezTo>
                  <a:pt x="322359" y="71384"/>
                  <a:pt x="320792" y="69130"/>
                  <a:pt x="319605" y="66510"/>
                </a:cubicBezTo>
                <a:cubicBezTo>
                  <a:pt x="318418" y="63891"/>
                  <a:pt x="317824" y="60753"/>
                  <a:pt x="317824" y="57096"/>
                </a:cubicBezTo>
                <a:cubicBezTo>
                  <a:pt x="317824" y="53866"/>
                  <a:pt x="318448" y="50774"/>
                  <a:pt x="319696" y="47820"/>
                </a:cubicBezTo>
                <a:cubicBezTo>
                  <a:pt x="320944" y="44863"/>
                  <a:pt x="322816" y="42273"/>
                  <a:pt x="325312" y="40049"/>
                </a:cubicBezTo>
                <a:cubicBezTo>
                  <a:pt x="327808" y="37824"/>
                  <a:pt x="330928" y="36041"/>
                  <a:pt x="334671" y="34702"/>
                </a:cubicBezTo>
                <a:cubicBezTo>
                  <a:pt x="338415" y="33361"/>
                  <a:pt x="342783" y="32690"/>
                  <a:pt x="347775" y="32690"/>
                </a:cubicBezTo>
                <a:cubicBezTo>
                  <a:pt x="349966" y="32690"/>
                  <a:pt x="352158" y="32876"/>
                  <a:pt x="354349" y="33247"/>
                </a:cubicBezTo>
                <a:cubicBezTo>
                  <a:pt x="356541" y="33618"/>
                  <a:pt x="358519" y="34081"/>
                  <a:pt x="360285" y="34636"/>
                </a:cubicBezTo>
                <a:cubicBezTo>
                  <a:pt x="362050" y="35192"/>
                  <a:pt x="363557" y="35794"/>
                  <a:pt x="364805" y="36443"/>
                </a:cubicBezTo>
                <a:cubicBezTo>
                  <a:pt x="366053" y="37091"/>
                  <a:pt x="366996" y="37663"/>
                  <a:pt x="367636" y="38158"/>
                </a:cubicBezTo>
                <a:cubicBezTo>
                  <a:pt x="368275" y="38652"/>
                  <a:pt x="368701" y="39082"/>
                  <a:pt x="368914" y="39447"/>
                </a:cubicBezTo>
                <a:cubicBezTo>
                  <a:pt x="369127" y="39813"/>
                  <a:pt x="369279" y="40223"/>
                  <a:pt x="369371" y="40680"/>
                </a:cubicBezTo>
                <a:cubicBezTo>
                  <a:pt x="369462" y="41137"/>
                  <a:pt x="369553" y="41700"/>
                  <a:pt x="369644" y="42369"/>
                </a:cubicBezTo>
                <a:cubicBezTo>
                  <a:pt x="369736" y="43039"/>
                  <a:pt x="369781" y="43861"/>
                  <a:pt x="369781" y="44835"/>
                </a:cubicBezTo>
                <a:cubicBezTo>
                  <a:pt x="369781" y="45870"/>
                  <a:pt x="369736" y="46768"/>
                  <a:pt x="369644" y="47529"/>
                </a:cubicBezTo>
                <a:cubicBezTo>
                  <a:pt x="369553" y="48289"/>
                  <a:pt x="369401" y="48913"/>
                  <a:pt x="369188" y="49400"/>
                </a:cubicBezTo>
                <a:cubicBezTo>
                  <a:pt x="368975" y="49887"/>
                  <a:pt x="368716" y="50238"/>
                  <a:pt x="368412" y="50451"/>
                </a:cubicBezTo>
                <a:cubicBezTo>
                  <a:pt x="368107" y="50664"/>
                  <a:pt x="367773" y="50770"/>
                  <a:pt x="367407" y="50770"/>
                </a:cubicBezTo>
                <a:cubicBezTo>
                  <a:pt x="366859" y="50770"/>
                  <a:pt x="366068" y="50431"/>
                  <a:pt x="365033" y="49751"/>
                </a:cubicBezTo>
                <a:cubicBezTo>
                  <a:pt x="363998" y="49072"/>
                  <a:pt x="362659" y="48347"/>
                  <a:pt x="361015" y="47574"/>
                </a:cubicBezTo>
                <a:cubicBezTo>
                  <a:pt x="359372" y="46802"/>
                  <a:pt x="357439" y="46076"/>
                  <a:pt x="355217" y="45397"/>
                </a:cubicBezTo>
                <a:cubicBezTo>
                  <a:pt x="352995" y="44718"/>
                  <a:pt x="350453" y="44378"/>
                  <a:pt x="347592" y="44378"/>
                </a:cubicBezTo>
                <a:cubicBezTo>
                  <a:pt x="345036" y="44378"/>
                  <a:pt x="342783" y="44668"/>
                  <a:pt x="340835" y="45249"/>
                </a:cubicBezTo>
                <a:cubicBezTo>
                  <a:pt x="338887" y="45827"/>
                  <a:pt x="337289" y="46650"/>
                  <a:pt x="336041" y="47717"/>
                </a:cubicBezTo>
                <a:cubicBezTo>
                  <a:pt x="334793" y="48784"/>
                  <a:pt x="333850" y="50050"/>
                  <a:pt x="333210" y="51515"/>
                </a:cubicBezTo>
                <a:cubicBezTo>
                  <a:pt x="332571" y="52978"/>
                  <a:pt x="332252" y="54563"/>
                  <a:pt x="332252" y="56272"/>
                </a:cubicBezTo>
                <a:cubicBezTo>
                  <a:pt x="332252" y="58648"/>
                  <a:pt x="332860" y="60643"/>
                  <a:pt x="334078" y="62259"/>
                </a:cubicBezTo>
                <a:cubicBezTo>
                  <a:pt x="335295" y="63874"/>
                  <a:pt x="336878" y="65291"/>
                  <a:pt x="338826" y="66510"/>
                </a:cubicBezTo>
                <a:cubicBezTo>
                  <a:pt x="340774" y="67728"/>
                  <a:pt x="342996" y="68824"/>
                  <a:pt x="345492" y="69800"/>
                </a:cubicBezTo>
                <a:cubicBezTo>
                  <a:pt x="347988" y="70774"/>
                  <a:pt x="350530" y="71780"/>
                  <a:pt x="353117" y="72817"/>
                </a:cubicBezTo>
                <a:cubicBezTo>
                  <a:pt x="355704" y="73851"/>
                  <a:pt x="358261" y="75009"/>
                  <a:pt x="360787" y="76289"/>
                </a:cubicBezTo>
                <a:cubicBezTo>
                  <a:pt x="363313" y="77570"/>
                  <a:pt x="365551" y="79124"/>
                  <a:pt x="367499" y="80952"/>
                </a:cubicBezTo>
                <a:cubicBezTo>
                  <a:pt x="369447" y="82780"/>
                  <a:pt x="371014" y="84975"/>
                  <a:pt x="372201" y="87535"/>
                </a:cubicBezTo>
                <a:cubicBezTo>
                  <a:pt x="373388" y="90094"/>
                  <a:pt x="373982" y="93140"/>
                  <a:pt x="373982" y="96675"/>
                </a:cubicBezTo>
                <a:close/>
                <a:moveTo>
                  <a:pt x="436337" y="113046"/>
                </a:moveTo>
                <a:cubicBezTo>
                  <a:pt x="436337" y="114811"/>
                  <a:pt x="436216" y="116211"/>
                  <a:pt x="435972" y="117246"/>
                </a:cubicBezTo>
                <a:cubicBezTo>
                  <a:pt x="435729" y="118281"/>
                  <a:pt x="435363" y="119042"/>
                  <a:pt x="434876" y="119529"/>
                </a:cubicBezTo>
                <a:cubicBezTo>
                  <a:pt x="434389" y="120016"/>
                  <a:pt x="433659" y="120473"/>
                  <a:pt x="432685" y="120899"/>
                </a:cubicBezTo>
                <a:cubicBezTo>
                  <a:pt x="431711" y="121325"/>
                  <a:pt x="430600" y="121675"/>
                  <a:pt x="429352" y="121949"/>
                </a:cubicBezTo>
                <a:cubicBezTo>
                  <a:pt x="428104" y="122223"/>
                  <a:pt x="426780" y="122451"/>
                  <a:pt x="425380" y="122634"/>
                </a:cubicBezTo>
                <a:cubicBezTo>
                  <a:pt x="423980" y="122816"/>
                  <a:pt x="422579" y="122908"/>
                  <a:pt x="421179" y="122908"/>
                </a:cubicBezTo>
                <a:cubicBezTo>
                  <a:pt x="416918" y="122908"/>
                  <a:pt x="413266" y="122344"/>
                  <a:pt x="410222" y="121215"/>
                </a:cubicBezTo>
                <a:cubicBezTo>
                  <a:pt x="407178" y="120085"/>
                  <a:pt x="404682" y="118376"/>
                  <a:pt x="402734" y="116088"/>
                </a:cubicBezTo>
                <a:cubicBezTo>
                  <a:pt x="400786" y="113799"/>
                  <a:pt x="399371" y="110901"/>
                  <a:pt x="398488" y="107393"/>
                </a:cubicBezTo>
                <a:cubicBezTo>
                  <a:pt x="397605" y="103885"/>
                  <a:pt x="397164" y="99751"/>
                  <a:pt x="397164" y="94991"/>
                </a:cubicBezTo>
                <a:lnTo>
                  <a:pt x="397164" y="46844"/>
                </a:lnTo>
                <a:lnTo>
                  <a:pt x="385658" y="46844"/>
                </a:lnTo>
                <a:cubicBezTo>
                  <a:pt x="384745" y="46844"/>
                  <a:pt x="384015" y="46357"/>
                  <a:pt x="383467" y="45383"/>
                </a:cubicBezTo>
                <a:cubicBezTo>
                  <a:pt x="382919" y="44409"/>
                  <a:pt x="382645" y="42826"/>
                  <a:pt x="382645" y="40634"/>
                </a:cubicBezTo>
                <a:cubicBezTo>
                  <a:pt x="382645" y="39478"/>
                  <a:pt x="382721" y="38504"/>
                  <a:pt x="382873" y="37712"/>
                </a:cubicBezTo>
                <a:cubicBezTo>
                  <a:pt x="383026" y="36921"/>
                  <a:pt x="383223" y="36267"/>
                  <a:pt x="383467" y="35749"/>
                </a:cubicBezTo>
                <a:cubicBezTo>
                  <a:pt x="383710" y="35232"/>
                  <a:pt x="384030" y="34866"/>
                  <a:pt x="384426" y="34653"/>
                </a:cubicBezTo>
                <a:cubicBezTo>
                  <a:pt x="384821" y="34440"/>
                  <a:pt x="385263" y="34334"/>
                  <a:pt x="385750" y="34334"/>
                </a:cubicBezTo>
                <a:lnTo>
                  <a:pt x="397164" y="34334"/>
                </a:lnTo>
                <a:lnTo>
                  <a:pt x="397164" y="14793"/>
                </a:lnTo>
                <a:cubicBezTo>
                  <a:pt x="397164" y="14367"/>
                  <a:pt x="397270" y="13971"/>
                  <a:pt x="397484" y="13606"/>
                </a:cubicBezTo>
                <a:cubicBezTo>
                  <a:pt x="397697" y="13240"/>
                  <a:pt x="398092" y="12921"/>
                  <a:pt x="398671" y="12647"/>
                </a:cubicBezTo>
                <a:cubicBezTo>
                  <a:pt x="399249" y="12373"/>
                  <a:pt x="400025" y="12175"/>
                  <a:pt x="400999" y="12053"/>
                </a:cubicBezTo>
                <a:cubicBezTo>
                  <a:pt x="401973" y="11932"/>
                  <a:pt x="403191" y="11871"/>
                  <a:pt x="404652" y="11871"/>
                </a:cubicBezTo>
                <a:cubicBezTo>
                  <a:pt x="406174" y="11871"/>
                  <a:pt x="407421" y="11932"/>
                  <a:pt x="408395" y="12053"/>
                </a:cubicBezTo>
                <a:cubicBezTo>
                  <a:pt x="409369" y="12175"/>
                  <a:pt x="410130" y="12373"/>
                  <a:pt x="410678" y="12647"/>
                </a:cubicBezTo>
                <a:cubicBezTo>
                  <a:pt x="411226" y="12921"/>
                  <a:pt x="411622" y="13240"/>
                  <a:pt x="411865" y="13606"/>
                </a:cubicBezTo>
                <a:cubicBezTo>
                  <a:pt x="412109" y="13971"/>
                  <a:pt x="412231" y="14367"/>
                  <a:pt x="412231" y="14793"/>
                </a:cubicBezTo>
                <a:lnTo>
                  <a:pt x="412231" y="34334"/>
                </a:lnTo>
                <a:lnTo>
                  <a:pt x="433324" y="34334"/>
                </a:lnTo>
                <a:cubicBezTo>
                  <a:pt x="433811" y="34334"/>
                  <a:pt x="434237" y="34440"/>
                  <a:pt x="434602" y="34653"/>
                </a:cubicBezTo>
                <a:cubicBezTo>
                  <a:pt x="434968" y="34866"/>
                  <a:pt x="435287" y="35232"/>
                  <a:pt x="435561" y="35749"/>
                </a:cubicBezTo>
                <a:cubicBezTo>
                  <a:pt x="435835" y="36267"/>
                  <a:pt x="436033" y="36921"/>
                  <a:pt x="436155" y="37712"/>
                </a:cubicBezTo>
                <a:cubicBezTo>
                  <a:pt x="436276" y="38504"/>
                  <a:pt x="436337" y="39478"/>
                  <a:pt x="436337" y="40634"/>
                </a:cubicBezTo>
                <a:cubicBezTo>
                  <a:pt x="436337" y="42826"/>
                  <a:pt x="436063" y="44409"/>
                  <a:pt x="435516" y="45383"/>
                </a:cubicBezTo>
                <a:cubicBezTo>
                  <a:pt x="434968" y="46357"/>
                  <a:pt x="434237" y="46844"/>
                  <a:pt x="433324" y="46844"/>
                </a:cubicBezTo>
                <a:lnTo>
                  <a:pt x="412231" y="46844"/>
                </a:lnTo>
                <a:lnTo>
                  <a:pt x="412231" y="92817"/>
                </a:lnTo>
                <a:cubicBezTo>
                  <a:pt x="412231" y="98494"/>
                  <a:pt x="413068" y="102783"/>
                  <a:pt x="414742" y="105684"/>
                </a:cubicBezTo>
                <a:cubicBezTo>
                  <a:pt x="416416" y="108583"/>
                  <a:pt x="419414" y="110032"/>
                  <a:pt x="423736" y="110032"/>
                </a:cubicBezTo>
                <a:cubicBezTo>
                  <a:pt x="425136" y="110032"/>
                  <a:pt x="426384" y="109895"/>
                  <a:pt x="427480" y="109622"/>
                </a:cubicBezTo>
                <a:cubicBezTo>
                  <a:pt x="428576" y="109348"/>
                  <a:pt x="429550" y="109058"/>
                  <a:pt x="430402" y="108754"/>
                </a:cubicBezTo>
                <a:cubicBezTo>
                  <a:pt x="431254" y="108450"/>
                  <a:pt x="431985" y="108161"/>
                  <a:pt x="432593" y="107887"/>
                </a:cubicBezTo>
                <a:cubicBezTo>
                  <a:pt x="433202" y="107613"/>
                  <a:pt x="433750" y="107476"/>
                  <a:pt x="434237" y="107476"/>
                </a:cubicBezTo>
                <a:cubicBezTo>
                  <a:pt x="434542" y="107476"/>
                  <a:pt x="434831" y="107552"/>
                  <a:pt x="435105" y="107704"/>
                </a:cubicBezTo>
                <a:cubicBezTo>
                  <a:pt x="435379" y="107856"/>
                  <a:pt x="435592" y="108145"/>
                  <a:pt x="435744" y="108571"/>
                </a:cubicBezTo>
                <a:cubicBezTo>
                  <a:pt x="435896" y="108998"/>
                  <a:pt x="436033" y="109576"/>
                  <a:pt x="436155" y="110306"/>
                </a:cubicBezTo>
                <a:cubicBezTo>
                  <a:pt x="436276" y="111037"/>
                  <a:pt x="436337" y="111950"/>
                  <a:pt x="436337" y="113046"/>
                </a:cubicBezTo>
                <a:close/>
                <a:moveTo>
                  <a:pt x="524846" y="74329"/>
                </a:moveTo>
                <a:cubicBezTo>
                  <a:pt x="524846" y="76703"/>
                  <a:pt x="524253" y="78392"/>
                  <a:pt x="523065" y="79397"/>
                </a:cubicBezTo>
                <a:cubicBezTo>
                  <a:pt x="521878" y="80401"/>
                  <a:pt x="520524" y="80904"/>
                  <a:pt x="519002" y="80904"/>
                </a:cubicBezTo>
                <a:lnTo>
                  <a:pt x="465127" y="80904"/>
                </a:lnTo>
                <a:cubicBezTo>
                  <a:pt x="465127" y="85483"/>
                  <a:pt x="465584" y="89604"/>
                  <a:pt x="466497" y="93268"/>
                </a:cubicBezTo>
                <a:cubicBezTo>
                  <a:pt x="467410" y="96932"/>
                  <a:pt x="468932" y="100076"/>
                  <a:pt x="471063" y="102702"/>
                </a:cubicBezTo>
                <a:cubicBezTo>
                  <a:pt x="473193" y="105327"/>
                  <a:pt x="475963" y="107343"/>
                  <a:pt x="479372" y="108748"/>
                </a:cubicBezTo>
                <a:cubicBezTo>
                  <a:pt x="482781" y="110152"/>
                  <a:pt x="486951" y="110854"/>
                  <a:pt x="491882" y="110854"/>
                </a:cubicBezTo>
                <a:cubicBezTo>
                  <a:pt x="495778" y="110854"/>
                  <a:pt x="499248" y="110535"/>
                  <a:pt x="502292" y="109895"/>
                </a:cubicBezTo>
                <a:cubicBezTo>
                  <a:pt x="505335" y="109256"/>
                  <a:pt x="507968" y="108541"/>
                  <a:pt x="510190" y="107750"/>
                </a:cubicBezTo>
                <a:cubicBezTo>
                  <a:pt x="512412" y="106958"/>
                  <a:pt x="514239" y="106243"/>
                  <a:pt x="515669" y="105604"/>
                </a:cubicBezTo>
                <a:cubicBezTo>
                  <a:pt x="517100" y="104965"/>
                  <a:pt x="518180" y="104645"/>
                  <a:pt x="518911" y="104645"/>
                </a:cubicBezTo>
                <a:cubicBezTo>
                  <a:pt x="519337" y="104645"/>
                  <a:pt x="519717" y="104752"/>
                  <a:pt x="520052" y="104965"/>
                </a:cubicBezTo>
                <a:cubicBezTo>
                  <a:pt x="520387" y="105178"/>
                  <a:pt x="520646" y="105497"/>
                  <a:pt x="520828" y="105923"/>
                </a:cubicBezTo>
                <a:cubicBezTo>
                  <a:pt x="521011" y="106349"/>
                  <a:pt x="521148" y="106943"/>
                  <a:pt x="521239" y="107704"/>
                </a:cubicBezTo>
                <a:cubicBezTo>
                  <a:pt x="521331" y="108465"/>
                  <a:pt x="521376" y="109393"/>
                  <a:pt x="521376" y="110489"/>
                </a:cubicBezTo>
                <a:cubicBezTo>
                  <a:pt x="521376" y="111280"/>
                  <a:pt x="521346" y="111965"/>
                  <a:pt x="521285" y="112544"/>
                </a:cubicBezTo>
                <a:cubicBezTo>
                  <a:pt x="521224" y="113122"/>
                  <a:pt x="521148" y="113639"/>
                  <a:pt x="521057" y="114096"/>
                </a:cubicBezTo>
                <a:cubicBezTo>
                  <a:pt x="520965" y="114552"/>
                  <a:pt x="520813" y="114963"/>
                  <a:pt x="520600" y="115329"/>
                </a:cubicBezTo>
                <a:cubicBezTo>
                  <a:pt x="520387" y="115694"/>
                  <a:pt x="520113" y="116044"/>
                  <a:pt x="519778" y="116379"/>
                </a:cubicBezTo>
                <a:cubicBezTo>
                  <a:pt x="519443" y="116714"/>
                  <a:pt x="518454" y="117261"/>
                  <a:pt x="516811" y="118022"/>
                </a:cubicBezTo>
                <a:cubicBezTo>
                  <a:pt x="515167" y="118783"/>
                  <a:pt x="513036" y="119529"/>
                  <a:pt x="510419" y="120260"/>
                </a:cubicBezTo>
                <a:cubicBezTo>
                  <a:pt x="507801" y="120990"/>
                  <a:pt x="504772" y="121644"/>
                  <a:pt x="501333" y="122223"/>
                </a:cubicBezTo>
                <a:cubicBezTo>
                  <a:pt x="497893" y="122801"/>
                  <a:pt x="494226" y="123090"/>
                  <a:pt x="490330" y="123090"/>
                </a:cubicBezTo>
                <a:cubicBezTo>
                  <a:pt x="483573" y="123090"/>
                  <a:pt x="477652" y="122146"/>
                  <a:pt x="472569" y="120257"/>
                </a:cubicBezTo>
                <a:cubicBezTo>
                  <a:pt x="467486" y="118368"/>
                  <a:pt x="463210" y="115565"/>
                  <a:pt x="459740" y="111847"/>
                </a:cubicBezTo>
                <a:cubicBezTo>
                  <a:pt x="456270" y="108130"/>
                  <a:pt x="453652" y="103468"/>
                  <a:pt x="451887" y="97862"/>
                </a:cubicBezTo>
                <a:cubicBezTo>
                  <a:pt x="450121" y="92256"/>
                  <a:pt x="449239" y="85736"/>
                  <a:pt x="449239" y="78301"/>
                </a:cubicBezTo>
                <a:cubicBezTo>
                  <a:pt x="449239" y="71232"/>
                  <a:pt x="450152" y="64879"/>
                  <a:pt x="451978" y="59242"/>
                </a:cubicBezTo>
                <a:cubicBezTo>
                  <a:pt x="453804" y="53606"/>
                  <a:pt x="456437" y="48822"/>
                  <a:pt x="459877" y="44892"/>
                </a:cubicBezTo>
                <a:cubicBezTo>
                  <a:pt x="463316" y="40962"/>
                  <a:pt x="467471" y="37945"/>
                  <a:pt x="472341" y="35843"/>
                </a:cubicBezTo>
                <a:cubicBezTo>
                  <a:pt x="477211" y="33741"/>
                  <a:pt x="482659" y="32690"/>
                  <a:pt x="488686" y="32690"/>
                </a:cubicBezTo>
                <a:cubicBezTo>
                  <a:pt x="495139" y="32690"/>
                  <a:pt x="500633" y="33725"/>
                  <a:pt x="505168" y="35795"/>
                </a:cubicBezTo>
                <a:cubicBezTo>
                  <a:pt x="509703" y="37865"/>
                  <a:pt x="513432" y="40650"/>
                  <a:pt x="516354" y="44150"/>
                </a:cubicBezTo>
                <a:cubicBezTo>
                  <a:pt x="519276" y="47650"/>
                  <a:pt x="521422" y="51759"/>
                  <a:pt x="522792" y="56477"/>
                </a:cubicBezTo>
                <a:cubicBezTo>
                  <a:pt x="524161" y="61195"/>
                  <a:pt x="524846" y="66233"/>
                  <a:pt x="524846" y="71590"/>
                </a:cubicBezTo>
                <a:lnTo>
                  <a:pt x="524846" y="74329"/>
                </a:lnTo>
                <a:moveTo>
                  <a:pt x="509688" y="69855"/>
                </a:moveTo>
                <a:cubicBezTo>
                  <a:pt x="509871" y="61941"/>
                  <a:pt x="508121" y="55732"/>
                  <a:pt x="504438" y="51227"/>
                </a:cubicBezTo>
                <a:cubicBezTo>
                  <a:pt x="500755" y="46722"/>
                  <a:pt x="495291" y="44470"/>
                  <a:pt x="488047" y="44470"/>
                </a:cubicBezTo>
                <a:cubicBezTo>
                  <a:pt x="484333" y="44470"/>
                  <a:pt x="481077" y="45170"/>
                  <a:pt x="478276" y="46570"/>
                </a:cubicBezTo>
                <a:cubicBezTo>
                  <a:pt x="475476" y="47970"/>
                  <a:pt x="473132" y="49827"/>
                  <a:pt x="471245" y="52140"/>
                </a:cubicBezTo>
                <a:cubicBezTo>
                  <a:pt x="469358" y="54453"/>
                  <a:pt x="467897" y="57147"/>
                  <a:pt x="466862" y="60221"/>
                </a:cubicBezTo>
                <a:cubicBezTo>
                  <a:pt x="465827" y="63295"/>
                  <a:pt x="465249" y="66506"/>
                  <a:pt x="465127" y="69855"/>
                </a:cubicBezTo>
                <a:lnTo>
                  <a:pt x="509688" y="69855"/>
                </a:lnTo>
                <a:close/>
                <a:moveTo>
                  <a:pt x="596777" y="42187"/>
                </a:moveTo>
                <a:cubicBezTo>
                  <a:pt x="596777" y="43526"/>
                  <a:pt x="596746" y="44652"/>
                  <a:pt x="596686" y="45565"/>
                </a:cubicBezTo>
                <a:cubicBezTo>
                  <a:pt x="596625" y="46478"/>
                  <a:pt x="596503" y="47194"/>
                  <a:pt x="596320" y="47711"/>
                </a:cubicBezTo>
                <a:cubicBezTo>
                  <a:pt x="596138" y="48229"/>
                  <a:pt x="595909" y="48624"/>
                  <a:pt x="595635" y="48898"/>
                </a:cubicBezTo>
                <a:cubicBezTo>
                  <a:pt x="595362" y="49172"/>
                  <a:pt x="594981" y="49309"/>
                  <a:pt x="594494" y="49309"/>
                </a:cubicBezTo>
                <a:cubicBezTo>
                  <a:pt x="594007" y="49309"/>
                  <a:pt x="593414" y="49172"/>
                  <a:pt x="592713" y="48898"/>
                </a:cubicBezTo>
                <a:cubicBezTo>
                  <a:pt x="592013" y="48624"/>
                  <a:pt x="591222" y="48350"/>
                  <a:pt x="590339" y="48076"/>
                </a:cubicBezTo>
                <a:cubicBezTo>
                  <a:pt x="589457" y="47802"/>
                  <a:pt x="588467" y="47544"/>
                  <a:pt x="587372" y="47300"/>
                </a:cubicBezTo>
                <a:cubicBezTo>
                  <a:pt x="586276" y="47057"/>
                  <a:pt x="585089" y="46935"/>
                  <a:pt x="583810" y="46935"/>
                </a:cubicBezTo>
                <a:cubicBezTo>
                  <a:pt x="582289" y="46935"/>
                  <a:pt x="580797" y="47239"/>
                  <a:pt x="579336" y="47848"/>
                </a:cubicBezTo>
                <a:cubicBezTo>
                  <a:pt x="577875" y="48457"/>
                  <a:pt x="576338" y="49461"/>
                  <a:pt x="574725" y="50861"/>
                </a:cubicBezTo>
                <a:cubicBezTo>
                  <a:pt x="573112" y="52262"/>
                  <a:pt x="571422" y="54118"/>
                  <a:pt x="569657" y="56432"/>
                </a:cubicBezTo>
                <a:cubicBezTo>
                  <a:pt x="567891" y="58745"/>
                  <a:pt x="565943" y="61576"/>
                  <a:pt x="563813" y="64924"/>
                </a:cubicBezTo>
                <a:lnTo>
                  <a:pt x="563813" y="118981"/>
                </a:lnTo>
                <a:cubicBezTo>
                  <a:pt x="563813" y="119468"/>
                  <a:pt x="563691" y="119879"/>
                  <a:pt x="563448" y="120214"/>
                </a:cubicBezTo>
                <a:cubicBezTo>
                  <a:pt x="563204" y="120549"/>
                  <a:pt x="562808" y="120838"/>
                  <a:pt x="562260" y="121081"/>
                </a:cubicBezTo>
                <a:cubicBezTo>
                  <a:pt x="561713" y="121325"/>
                  <a:pt x="560952" y="121507"/>
                  <a:pt x="559978" y="121629"/>
                </a:cubicBezTo>
                <a:cubicBezTo>
                  <a:pt x="559004" y="121751"/>
                  <a:pt x="557756" y="121812"/>
                  <a:pt x="556234" y="121812"/>
                </a:cubicBezTo>
                <a:cubicBezTo>
                  <a:pt x="554773" y="121812"/>
                  <a:pt x="553555" y="121751"/>
                  <a:pt x="552581" y="121629"/>
                </a:cubicBezTo>
                <a:cubicBezTo>
                  <a:pt x="551607" y="121507"/>
                  <a:pt x="550831" y="121325"/>
                  <a:pt x="550253" y="121081"/>
                </a:cubicBezTo>
                <a:cubicBezTo>
                  <a:pt x="549674" y="120838"/>
                  <a:pt x="549279" y="120549"/>
                  <a:pt x="549066" y="120214"/>
                </a:cubicBezTo>
                <a:cubicBezTo>
                  <a:pt x="548853" y="119879"/>
                  <a:pt x="548746" y="119468"/>
                  <a:pt x="548746" y="118981"/>
                </a:cubicBezTo>
                <a:lnTo>
                  <a:pt x="548746" y="36799"/>
                </a:lnTo>
                <a:cubicBezTo>
                  <a:pt x="548746" y="36312"/>
                  <a:pt x="548837" y="35901"/>
                  <a:pt x="549020" y="35567"/>
                </a:cubicBezTo>
                <a:cubicBezTo>
                  <a:pt x="549203" y="35232"/>
                  <a:pt x="549568" y="34927"/>
                  <a:pt x="550116" y="34653"/>
                </a:cubicBezTo>
                <a:cubicBezTo>
                  <a:pt x="550664" y="34379"/>
                  <a:pt x="551364" y="34197"/>
                  <a:pt x="552216" y="34105"/>
                </a:cubicBezTo>
                <a:cubicBezTo>
                  <a:pt x="553068" y="34014"/>
                  <a:pt x="554194" y="33969"/>
                  <a:pt x="555595" y="33969"/>
                </a:cubicBezTo>
                <a:cubicBezTo>
                  <a:pt x="556934" y="33969"/>
                  <a:pt x="558045" y="34014"/>
                  <a:pt x="558928" y="34105"/>
                </a:cubicBezTo>
                <a:cubicBezTo>
                  <a:pt x="559810" y="34197"/>
                  <a:pt x="560495" y="34379"/>
                  <a:pt x="560982" y="34653"/>
                </a:cubicBezTo>
                <a:cubicBezTo>
                  <a:pt x="561469" y="34927"/>
                  <a:pt x="561819" y="35232"/>
                  <a:pt x="562032" y="35567"/>
                </a:cubicBezTo>
                <a:cubicBezTo>
                  <a:pt x="562245" y="35901"/>
                  <a:pt x="562352" y="36312"/>
                  <a:pt x="562352" y="36799"/>
                </a:cubicBezTo>
                <a:lnTo>
                  <a:pt x="562352" y="48761"/>
                </a:lnTo>
                <a:cubicBezTo>
                  <a:pt x="564604" y="45474"/>
                  <a:pt x="566720" y="42795"/>
                  <a:pt x="568698" y="40726"/>
                </a:cubicBezTo>
                <a:cubicBezTo>
                  <a:pt x="570677" y="38656"/>
                  <a:pt x="572548" y="37028"/>
                  <a:pt x="574314" y="35840"/>
                </a:cubicBezTo>
                <a:cubicBezTo>
                  <a:pt x="576079" y="34653"/>
                  <a:pt x="577829" y="33832"/>
                  <a:pt x="579564" y="33375"/>
                </a:cubicBezTo>
                <a:cubicBezTo>
                  <a:pt x="581299" y="32918"/>
                  <a:pt x="583049" y="32690"/>
                  <a:pt x="584815" y="32690"/>
                </a:cubicBezTo>
                <a:cubicBezTo>
                  <a:pt x="585606" y="32690"/>
                  <a:pt x="586504" y="32736"/>
                  <a:pt x="587509" y="32827"/>
                </a:cubicBezTo>
                <a:cubicBezTo>
                  <a:pt x="588513" y="32918"/>
                  <a:pt x="589563" y="33086"/>
                  <a:pt x="590659" y="33329"/>
                </a:cubicBezTo>
                <a:cubicBezTo>
                  <a:pt x="591755" y="33573"/>
                  <a:pt x="592744" y="33847"/>
                  <a:pt x="593627" y="34151"/>
                </a:cubicBezTo>
                <a:cubicBezTo>
                  <a:pt x="594509" y="34456"/>
                  <a:pt x="595133" y="34760"/>
                  <a:pt x="595499" y="35064"/>
                </a:cubicBezTo>
                <a:cubicBezTo>
                  <a:pt x="595864" y="35369"/>
                  <a:pt x="596107" y="35658"/>
                  <a:pt x="596229" y="35932"/>
                </a:cubicBezTo>
                <a:cubicBezTo>
                  <a:pt x="596351" y="36206"/>
                  <a:pt x="596457" y="36556"/>
                  <a:pt x="596549" y="36982"/>
                </a:cubicBezTo>
                <a:cubicBezTo>
                  <a:pt x="596640" y="37408"/>
                  <a:pt x="596701" y="38032"/>
                  <a:pt x="596731" y="38854"/>
                </a:cubicBezTo>
                <a:cubicBezTo>
                  <a:pt x="596762" y="39676"/>
                  <a:pt x="596777" y="40787"/>
                  <a:pt x="596777" y="421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alice+3@a.com">
            <a:extLst xmlns:a="http://schemas.openxmlformats.org/drawingml/2006/main">
              <a:ext uri="{FF2B5EF4-FFF2-40B4-BE49-F238E27FC236}">
                <a16:creationId xmlns:a16="http://schemas.microsoft.com/office/drawing/2014/main" id="{83D2EAF1-B0C5-45ED-A4D8-C6A9FA6C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431" y="1648273"/>
            <a:ext cx="1294313" cy="170060"/>
          </a:xfrm>
          <a:custGeom xmlns:a="http://schemas.openxmlformats.org/drawingml/2006/main">
            <a:pathLst>
              <a:path w="1294313" h="170060">
                <a:moveTo>
                  <a:pt x="76724" y="142236"/>
                </a:moveTo>
                <a:cubicBezTo>
                  <a:pt x="76724" y="143067"/>
                  <a:pt x="76448" y="143690"/>
                  <a:pt x="75894" y="144105"/>
                </a:cubicBezTo>
                <a:cubicBezTo>
                  <a:pt x="75340" y="144520"/>
                  <a:pt x="74579" y="144832"/>
                  <a:pt x="73610" y="145039"/>
                </a:cubicBezTo>
                <a:cubicBezTo>
                  <a:pt x="72641" y="145247"/>
                  <a:pt x="71222" y="145351"/>
                  <a:pt x="69353" y="145351"/>
                </a:cubicBezTo>
                <a:cubicBezTo>
                  <a:pt x="67553" y="145351"/>
                  <a:pt x="66117" y="145247"/>
                  <a:pt x="65044" y="145039"/>
                </a:cubicBezTo>
                <a:cubicBezTo>
                  <a:pt x="63972" y="144832"/>
                  <a:pt x="63193" y="144520"/>
                  <a:pt x="62708" y="144105"/>
                </a:cubicBezTo>
                <a:cubicBezTo>
                  <a:pt x="62224" y="143690"/>
                  <a:pt x="61982" y="143067"/>
                  <a:pt x="61982" y="142236"/>
                </a:cubicBezTo>
                <a:lnTo>
                  <a:pt x="61982" y="132892"/>
                </a:lnTo>
                <a:cubicBezTo>
                  <a:pt x="57898" y="137253"/>
                  <a:pt x="53347" y="140661"/>
                  <a:pt x="48329" y="143119"/>
                </a:cubicBezTo>
                <a:cubicBezTo>
                  <a:pt x="43311" y="145576"/>
                  <a:pt x="37999" y="146804"/>
                  <a:pt x="32392" y="146804"/>
                </a:cubicBezTo>
                <a:cubicBezTo>
                  <a:pt x="27478" y="146804"/>
                  <a:pt x="23031" y="146162"/>
                  <a:pt x="19051" y="144877"/>
                </a:cubicBezTo>
                <a:cubicBezTo>
                  <a:pt x="15071" y="143592"/>
                  <a:pt x="11680" y="141734"/>
                  <a:pt x="8877" y="139303"/>
                </a:cubicBezTo>
                <a:cubicBezTo>
                  <a:pt x="6074" y="136872"/>
                  <a:pt x="3893" y="133886"/>
                  <a:pt x="2336" y="130345"/>
                </a:cubicBezTo>
                <a:cubicBezTo>
                  <a:pt x="779" y="126802"/>
                  <a:pt x="0" y="122773"/>
                  <a:pt x="0" y="118256"/>
                </a:cubicBezTo>
                <a:cubicBezTo>
                  <a:pt x="0" y="112979"/>
                  <a:pt x="1073" y="108395"/>
                  <a:pt x="3218" y="104506"/>
                </a:cubicBezTo>
                <a:cubicBezTo>
                  <a:pt x="5364" y="100615"/>
                  <a:pt x="8444" y="97385"/>
                  <a:pt x="12459" y="94815"/>
                </a:cubicBezTo>
                <a:cubicBezTo>
                  <a:pt x="16473" y="92246"/>
                  <a:pt x="21387" y="90319"/>
                  <a:pt x="27201" y="89034"/>
                </a:cubicBezTo>
                <a:cubicBezTo>
                  <a:pt x="33015" y="87749"/>
                  <a:pt x="39556" y="87107"/>
                  <a:pt x="46824" y="87107"/>
                </a:cubicBezTo>
                <a:lnTo>
                  <a:pt x="59698" y="87107"/>
                </a:lnTo>
                <a:lnTo>
                  <a:pt x="59698" y="79865"/>
                </a:lnTo>
                <a:cubicBezTo>
                  <a:pt x="59698" y="76279"/>
                  <a:pt x="59317" y="73107"/>
                  <a:pt x="58556" y="70349"/>
                </a:cubicBezTo>
                <a:cubicBezTo>
                  <a:pt x="57794" y="67589"/>
                  <a:pt x="56566" y="65295"/>
                  <a:pt x="54870" y="63468"/>
                </a:cubicBezTo>
                <a:cubicBezTo>
                  <a:pt x="53174" y="61640"/>
                  <a:pt x="50977" y="60261"/>
                  <a:pt x="48277" y="59331"/>
                </a:cubicBezTo>
                <a:cubicBezTo>
                  <a:pt x="45578" y="58399"/>
                  <a:pt x="42256" y="57933"/>
                  <a:pt x="38310" y="57933"/>
                </a:cubicBezTo>
                <a:cubicBezTo>
                  <a:pt x="34088" y="57933"/>
                  <a:pt x="30299" y="58429"/>
                  <a:pt x="26942" y="59422"/>
                </a:cubicBezTo>
                <a:cubicBezTo>
                  <a:pt x="23585" y="60415"/>
                  <a:pt x="20643" y="61510"/>
                  <a:pt x="18117" y="62708"/>
                </a:cubicBezTo>
                <a:cubicBezTo>
                  <a:pt x="15591" y="63907"/>
                  <a:pt x="13480" y="65002"/>
                  <a:pt x="11784" y="65995"/>
                </a:cubicBezTo>
                <a:cubicBezTo>
                  <a:pt x="10088" y="66988"/>
                  <a:pt x="8825" y="67484"/>
                  <a:pt x="7994" y="67484"/>
                </a:cubicBezTo>
                <a:cubicBezTo>
                  <a:pt x="7441" y="67484"/>
                  <a:pt x="6956" y="67346"/>
                  <a:pt x="6541" y="67069"/>
                </a:cubicBezTo>
                <a:cubicBezTo>
                  <a:pt x="6125" y="66792"/>
                  <a:pt x="5762" y="66377"/>
                  <a:pt x="5451" y="65823"/>
                </a:cubicBezTo>
                <a:cubicBezTo>
                  <a:pt x="5139" y="65269"/>
                  <a:pt x="4914" y="64560"/>
                  <a:pt x="4776" y="63695"/>
                </a:cubicBezTo>
                <a:cubicBezTo>
                  <a:pt x="4637" y="62830"/>
                  <a:pt x="4568" y="61878"/>
                  <a:pt x="4568" y="60840"/>
                </a:cubicBezTo>
                <a:cubicBezTo>
                  <a:pt x="4568" y="59109"/>
                  <a:pt x="4689" y="57742"/>
                  <a:pt x="4932" y="56739"/>
                </a:cubicBezTo>
                <a:cubicBezTo>
                  <a:pt x="5174" y="55735"/>
                  <a:pt x="5762" y="54783"/>
                  <a:pt x="6697" y="53884"/>
                </a:cubicBezTo>
                <a:cubicBezTo>
                  <a:pt x="7631" y="52984"/>
                  <a:pt x="9240" y="51936"/>
                  <a:pt x="11524" y="50740"/>
                </a:cubicBezTo>
                <a:cubicBezTo>
                  <a:pt x="13808" y="49541"/>
                  <a:pt x="16438" y="48447"/>
                  <a:pt x="19415" y="47456"/>
                </a:cubicBezTo>
                <a:cubicBezTo>
                  <a:pt x="22391" y="46466"/>
                  <a:pt x="25644" y="45646"/>
                  <a:pt x="29174" y="44997"/>
                </a:cubicBezTo>
                <a:cubicBezTo>
                  <a:pt x="32704" y="44346"/>
                  <a:pt x="36268" y="44020"/>
                  <a:pt x="39868" y="44020"/>
                </a:cubicBezTo>
                <a:cubicBezTo>
                  <a:pt x="46581" y="44020"/>
                  <a:pt x="52292" y="44782"/>
                  <a:pt x="56998" y="46305"/>
                </a:cubicBezTo>
                <a:cubicBezTo>
                  <a:pt x="61705" y="47827"/>
                  <a:pt x="65512" y="50059"/>
                  <a:pt x="68419" y="53001"/>
                </a:cubicBezTo>
                <a:cubicBezTo>
                  <a:pt x="71326" y="55943"/>
                  <a:pt x="73437" y="59594"/>
                  <a:pt x="74752" y="63954"/>
                </a:cubicBezTo>
                <a:cubicBezTo>
                  <a:pt x="76067" y="68315"/>
                  <a:pt x="76724" y="73402"/>
                  <a:pt x="76724" y="79216"/>
                </a:cubicBezTo>
                <a:lnTo>
                  <a:pt x="76724" y="142236"/>
                </a:lnTo>
                <a:moveTo>
                  <a:pt x="59698" y="99461"/>
                </a:moveTo>
                <a:lnTo>
                  <a:pt x="45059" y="99461"/>
                </a:lnTo>
                <a:cubicBezTo>
                  <a:pt x="40352" y="99461"/>
                  <a:pt x="36268" y="99863"/>
                  <a:pt x="32808" y="100665"/>
                </a:cubicBezTo>
                <a:cubicBezTo>
                  <a:pt x="29347" y="101465"/>
                  <a:pt x="26475" y="102649"/>
                  <a:pt x="24191" y="104214"/>
                </a:cubicBezTo>
                <a:cubicBezTo>
                  <a:pt x="21906" y="105780"/>
                  <a:pt x="20228" y="107661"/>
                  <a:pt x="19155" y="109857"/>
                </a:cubicBezTo>
                <a:cubicBezTo>
                  <a:pt x="18082" y="112050"/>
                  <a:pt x="17546" y="114574"/>
                  <a:pt x="17546" y="117429"/>
                </a:cubicBezTo>
                <a:cubicBezTo>
                  <a:pt x="17546" y="122304"/>
                  <a:pt x="19086" y="126187"/>
                  <a:pt x="22166" y="129077"/>
                </a:cubicBezTo>
                <a:cubicBezTo>
                  <a:pt x="25246" y="131966"/>
                  <a:pt x="29555" y="133411"/>
                  <a:pt x="35092" y="133411"/>
                </a:cubicBezTo>
                <a:cubicBezTo>
                  <a:pt x="39591" y="133411"/>
                  <a:pt x="43761" y="132263"/>
                  <a:pt x="47602" y="129966"/>
                </a:cubicBezTo>
                <a:cubicBezTo>
                  <a:pt x="51444" y="127666"/>
                  <a:pt x="55475" y="124149"/>
                  <a:pt x="59698" y="119415"/>
                </a:cubicBezTo>
                <a:lnTo>
                  <a:pt x="59698" y="99461"/>
                </a:lnTo>
                <a:close/>
                <a:moveTo>
                  <a:pt x="124738" y="142129"/>
                </a:moveTo>
                <a:cubicBezTo>
                  <a:pt x="124738" y="142683"/>
                  <a:pt x="124600" y="143151"/>
                  <a:pt x="124323" y="143534"/>
                </a:cubicBezTo>
                <a:cubicBezTo>
                  <a:pt x="124046" y="143914"/>
                  <a:pt x="123596" y="144243"/>
                  <a:pt x="122973" y="144520"/>
                </a:cubicBezTo>
                <a:cubicBezTo>
                  <a:pt x="122350" y="144797"/>
                  <a:pt x="121485" y="145005"/>
                  <a:pt x="120378" y="145143"/>
                </a:cubicBezTo>
                <a:cubicBezTo>
                  <a:pt x="119270" y="145281"/>
                  <a:pt x="117851" y="145351"/>
                  <a:pt x="116121" y="145351"/>
                </a:cubicBezTo>
                <a:cubicBezTo>
                  <a:pt x="114460" y="145351"/>
                  <a:pt x="113075" y="145281"/>
                  <a:pt x="111968" y="145143"/>
                </a:cubicBezTo>
                <a:cubicBezTo>
                  <a:pt x="110861" y="145005"/>
                  <a:pt x="109978" y="144797"/>
                  <a:pt x="109321" y="144520"/>
                </a:cubicBezTo>
                <a:cubicBezTo>
                  <a:pt x="108663" y="144243"/>
                  <a:pt x="108213" y="143914"/>
                  <a:pt x="107971" y="143534"/>
                </a:cubicBezTo>
                <a:cubicBezTo>
                  <a:pt x="107729" y="143151"/>
                  <a:pt x="107608" y="142683"/>
                  <a:pt x="107608" y="142129"/>
                </a:cubicBezTo>
                <a:lnTo>
                  <a:pt x="107608" y="3326"/>
                </a:lnTo>
                <a:cubicBezTo>
                  <a:pt x="107608" y="2772"/>
                  <a:pt x="107729" y="2287"/>
                  <a:pt x="107971" y="1872"/>
                </a:cubicBezTo>
                <a:cubicBezTo>
                  <a:pt x="108213" y="1455"/>
                  <a:pt x="108663" y="1107"/>
                  <a:pt x="109321" y="831"/>
                </a:cubicBezTo>
                <a:cubicBezTo>
                  <a:pt x="109978" y="554"/>
                  <a:pt x="110861" y="346"/>
                  <a:pt x="111968" y="208"/>
                </a:cubicBezTo>
                <a:cubicBezTo>
                  <a:pt x="113075" y="69"/>
                  <a:pt x="114460" y="0"/>
                  <a:pt x="116121" y="0"/>
                </a:cubicBezTo>
                <a:cubicBezTo>
                  <a:pt x="117851" y="0"/>
                  <a:pt x="119270" y="69"/>
                  <a:pt x="120378" y="208"/>
                </a:cubicBezTo>
                <a:cubicBezTo>
                  <a:pt x="121485" y="346"/>
                  <a:pt x="122350" y="554"/>
                  <a:pt x="122973" y="831"/>
                </a:cubicBezTo>
                <a:cubicBezTo>
                  <a:pt x="123596" y="1107"/>
                  <a:pt x="124046" y="1455"/>
                  <a:pt x="124323" y="1872"/>
                </a:cubicBezTo>
                <a:cubicBezTo>
                  <a:pt x="124600" y="2287"/>
                  <a:pt x="124738" y="2772"/>
                  <a:pt x="124738" y="3326"/>
                </a:cubicBezTo>
                <a:lnTo>
                  <a:pt x="124738" y="142129"/>
                </a:lnTo>
                <a:close/>
                <a:moveTo>
                  <a:pt x="173281" y="142132"/>
                </a:moveTo>
                <a:cubicBezTo>
                  <a:pt x="173281" y="142686"/>
                  <a:pt x="173142" y="143153"/>
                  <a:pt x="172865" y="143534"/>
                </a:cubicBezTo>
                <a:cubicBezTo>
                  <a:pt x="172589" y="143914"/>
                  <a:pt x="172139" y="144243"/>
                  <a:pt x="171516" y="144520"/>
                </a:cubicBezTo>
                <a:cubicBezTo>
                  <a:pt x="170893" y="144797"/>
                  <a:pt x="170028" y="145005"/>
                  <a:pt x="168920" y="145143"/>
                </a:cubicBezTo>
                <a:cubicBezTo>
                  <a:pt x="167813" y="145281"/>
                  <a:pt x="166394" y="145351"/>
                  <a:pt x="164664" y="145351"/>
                </a:cubicBezTo>
                <a:cubicBezTo>
                  <a:pt x="163002" y="145351"/>
                  <a:pt x="161618" y="145281"/>
                  <a:pt x="160511" y="145143"/>
                </a:cubicBezTo>
                <a:cubicBezTo>
                  <a:pt x="159403" y="145005"/>
                  <a:pt x="158521" y="144797"/>
                  <a:pt x="157863" y="144520"/>
                </a:cubicBezTo>
                <a:cubicBezTo>
                  <a:pt x="157206" y="144243"/>
                  <a:pt x="156756" y="143914"/>
                  <a:pt x="156514" y="143534"/>
                </a:cubicBezTo>
                <a:cubicBezTo>
                  <a:pt x="156271" y="143153"/>
                  <a:pt x="156150" y="142686"/>
                  <a:pt x="156150" y="142132"/>
                </a:cubicBezTo>
                <a:lnTo>
                  <a:pt x="156150" y="48692"/>
                </a:lnTo>
                <a:cubicBezTo>
                  <a:pt x="156150" y="48208"/>
                  <a:pt x="156271" y="47758"/>
                  <a:pt x="156514" y="47343"/>
                </a:cubicBezTo>
                <a:cubicBezTo>
                  <a:pt x="156756" y="46928"/>
                  <a:pt x="157206" y="46581"/>
                  <a:pt x="157863" y="46305"/>
                </a:cubicBezTo>
                <a:cubicBezTo>
                  <a:pt x="158521" y="46028"/>
                  <a:pt x="159403" y="45820"/>
                  <a:pt x="160511" y="45682"/>
                </a:cubicBezTo>
                <a:cubicBezTo>
                  <a:pt x="161618" y="45543"/>
                  <a:pt x="163002" y="45474"/>
                  <a:pt x="164664" y="45474"/>
                </a:cubicBezTo>
                <a:cubicBezTo>
                  <a:pt x="166394" y="45474"/>
                  <a:pt x="167813" y="45543"/>
                  <a:pt x="168920" y="45682"/>
                </a:cubicBezTo>
                <a:cubicBezTo>
                  <a:pt x="170028" y="45820"/>
                  <a:pt x="170893" y="46028"/>
                  <a:pt x="171516" y="46305"/>
                </a:cubicBezTo>
                <a:cubicBezTo>
                  <a:pt x="172139" y="46581"/>
                  <a:pt x="172589" y="46928"/>
                  <a:pt x="172865" y="47343"/>
                </a:cubicBezTo>
                <a:cubicBezTo>
                  <a:pt x="173142" y="47758"/>
                  <a:pt x="173281" y="48208"/>
                  <a:pt x="173281" y="48692"/>
                </a:cubicBezTo>
                <a:lnTo>
                  <a:pt x="173281" y="142132"/>
                </a:lnTo>
                <a:moveTo>
                  <a:pt x="175253" y="17027"/>
                </a:moveTo>
                <a:cubicBezTo>
                  <a:pt x="175253" y="21041"/>
                  <a:pt x="174492" y="23775"/>
                  <a:pt x="172969" y="25229"/>
                </a:cubicBezTo>
                <a:cubicBezTo>
                  <a:pt x="171447" y="26682"/>
                  <a:pt x="168643" y="27409"/>
                  <a:pt x="164560" y="27409"/>
                </a:cubicBezTo>
                <a:cubicBezTo>
                  <a:pt x="160545" y="27409"/>
                  <a:pt x="157794" y="26700"/>
                  <a:pt x="156306" y="25281"/>
                </a:cubicBezTo>
                <a:cubicBezTo>
                  <a:pt x="154818" y="23862"/>
                  <a:pt x="154074" y="21180"/>
                  <a:pt x="154074" y="17234"/>
                </a:cubicBezTo>
                <a:cubicBezTo>
                  <a:pt x="154074" y="13220"/>
                  <a:pt x="154835" y="10486"/>
                  <a:pt x="156358" y="9033"/>
                </a:cubicBezTo>
                <a:cubicBezTo>
                  <a:pt x="157881" y="7579"/>
                  <a:pt x="160684" y="6852"/>
                  <a:pt x="164767" y="6852"/>
                </a:cubicBezTo>
                <a:cubicBezTo>
                  <a:pt x="168782" y="6852"/>
                  <a:pt x="171533" y="7562"/>
                  <a:pt x="173021" y="8981"/>
                </a:cubicBezTo>
                <a:cubicBezTo>
                  <a:pt x="174509" y="10399"/>
                  <a:pt x="175253" y="13082"/>
                  <a:pt x="175253" y="17027"/>
                </a:cubicBezTo>
                <a:close/>
                <a:moveTo>
                  <a:pt x="271866" y="128012"/>
                </a:moveTo>
                <a:cubicBezTo>
                  <a:pt x="271866" y="129189"/>
                  <a:pt x="271831" y="130210"/>
                  <a:pt x="271762" y="131075"/>
                </a:cubicBezTo>
                <a:cubicBezTo>
                  <a:pt x="271693" y="131940"/>
                  <a:pt x="271572" y="132667"/>
                  <a:pt x="271399" y="133255"/>
                </a:cubicBezTo>
                <a:cubicBezTo>
                  <a:pt x="271226" y="133844"/>
                  <a:pt x="271018" y="134363"/>
                  <a:pt x="270776" y="134813"/>
                </a:cubicBezTo>
                <a:cubicBezTo>
                  <a:pt x="270534" y="135263"/>
                  <a:pt x="269980" y="135920"/>
                  <a:pt x="269115" y="136785"/>
                </a:cubicBezTo>
                <a:cubicBezTo>
                  <a:pt x="268250" y="137651"/>
                  <a:pt x="266779" y="138723"/>
                  <a:pt x="264702" y="140004"/>
                </a:cubicBezTo>
                <a:cubicBezTo>
                  <a:pt x="262626" y="141284"/>
                  <a:pt x="260290" y="142426"/>
                  <a:pt x="257694" y="143430"/>
                </a:cubicBezTo>
                <a:cubicBezTo>
                  <a:pt x="255099" y="144434"/>
                  <a:pt x="252278" y="145247"/>
                  <a:pt x="249233" y="145870"/>
                </a:cubicBezTo>
                <a:cubicBezTo>
                  <a:pt x="246187" y="146493"/>
                  <a:pt x="243038" y="146804"/>
                  <a:pt x="239785" y="146804"/>
                </a:cubicBezTo>
                <a:cubicBezTo>
                  <a:pt x="233071" y="146804"/>
                  <a:pt x="227119" y="145695"/>
                  <a:pt x="221928" y="143475"/>
                </a:cubicBezTo>
                <a:cubicBezTo>
                  <a:pt x="216737" y="141256"/>
                  <a:pt x="212393" y="138014"/>
                  <a:pt x="208898" y="133749"/>
                </a:cubicBezTo>
                <a:cubicBezTo>
                  <a:pt x="205403" y="129483"/>
                  <a:pt x="202738" y="124247"/>
                  <a:pt x="200904" y="118039"/>
                </a:cubicBezTo>
                <a:cubicBezTo>
                  <a:pt x="199070" y="111831"/>
                  <a:pt x="198153" y="104671"/>
                  <a:pt x="198153" y="96558"/>
                </a:cubicBezTo>
                <a:cubicBezTo>
                  <a:pt x="198153" y="87333"/>
                  <a:pt x="199277" y="79409"/>
                  <a:pt x="201527" y="72786"/>
                </a:cubicBezTo>
                <a:cubicBezTo>
                  <a:pt x="203776" y="66163"/>
                  <a:pt x="206856" y="60736"/>
                  <a:pt x="210767" y="56505"/>
                </a:cubicBezTo>
                <a:cubicBezTo>
                  <a:pt x="214678" y="52274"/>
                  <a:pt x="219280" y="49136"/>
                  <a:pt x="224575" y="47090"/>
                </a:cubicBezTo>
                <a:cubicBezTo>
                  <a:pt x="229870" y="45044"/>
                  <a:pt x="235598" y="44020"/>
                  <a:pt x="241758" y="44020"/>
                </a:cubicBezTo>
                <a:cubicBezTo>
                  <a:pt x="244734" y="44020"/>
                  <a:pt x="247624" y="44297"/>
                  <a:pt x="250427" y="44851"/>
                </a:cubicBezTo>
                <a:cubicBezTo>
                  <a:pt x="253230" y="45405"/>
                  <a:pt x="255808" y="46132"/>
                  <a:pt x="258162" y="47031"/>
                </a:cubicBezTo>
                <a:cubicBezTo>
                  <a:pt x="260515" y="47931"/>
                  <a:pt x="262609" y="48969"/>
                  <a:pt x="264443" y="50146"/>
                </a:cubicBezTo>
                <a:cubicBezTo>
                  <a:pt x="266277" y="51323"/>
                  <a:pt x="267609" y="52326"/>
                  <a:pt x="268440" y="53157"/>
                </a:cubicBezTo>
                <a:cubicBezTo>
                  <a:pt x="269271" y="53987"/>
                  <a:pt x="269842" y="54645"/>
                  <a:pt x="270153" y="55129"/>
                </a:cubicBezTo>
                <a:cubicBezTo>
                  <a:pt x="270464" y="55614"/>
                  <a:pt x="270724" y="56185"/>
                  <a:pt x="270932" y="56842"/>
                </a:cubicBezTo>
                <a:cubicBezTo>
                  <a:pt x="271139" y="57500"/>
                  <a:pt x="271278" y="58244"/>
                  <a:pt x="271347" y="59075"/>
                </a:cubicBezTo>
                <a:cubicBezTo>
                  <a:pt x="271416" y="59905"/>
                  <a:pt x="271451" y="60943"/>
                  <a:pt x="271451" y="62189"/>
                </a:cubicBezTo>
                <a:cubicBezTo>
                  <a:pt x="271451" y="64889"/>
                  <a:pt x="271139" y="66775"/>
                  <a:pt x="270516" y="67848"/>
                </a:cubicBezTo>
                <a:cubicBezTo>
                  <a:pt x="269893" y="68920"/>
                  <a:pt x="269132" y="69457"/>
                  <a:pt x="268232" y="69457"/>
                </a:cubicBezTo>
                <a:cubicBezTo>
                  <a:pt x="267194" y="69457"/>
                  <a:pt x="266000" y="68886"/>
                  <a:pt x="264650" y="67744"/>
                </a:cubicBezTo>
                <a:cubicBezTo>
                  <a:pt x="263301" y="66602"/>
                  <a:pt x="261588" y="65339"/>
                  <a:pt x="259511" y="63954"/>
                </a:cubicBezTo>
                <a:cubicBezTo>
                  <a:pt x="257435" y="62570"/>
                  <a:pt x="254926" y="61307"/>
                  <a:pt x="251984" y="60165"/>
                </a:cubicBezTo>
                <a:cubicBezTo>
                  <a:pt x="249043" y="59023"/>
                  <a:pt x="245565" y="58452"/>
                  <a:pt x="241550" y="58452"/>
                </a:cubicBezTo>
                <a:cubicBezTo>
                  <a:pt x="233314" y="58452"/>
                  <a:pt x="226998" y="61628"/>
                  <a:pt x="222603" y="67981"/>
                </a:cubicBezTo>
                <a:cubicBezTo>
                  <a:pt x="218207" y="74331"/>
                  <a:pt x="216010" y="83544"/>
                  <a:pt x="216010" y="95620"/>
                </a:cubicBezTo>
                <a:cubicBezTo>
                  <a:pt x="216010" y="101659"/>
                  <a:pt x="216581" y="106952"/>
                  <a:pt x="217723" y="111498"/>
                </a:cubicBezTo>
                <a:cubicBezTo>
                  <a:pt x="218865" y="116045"/>
                  <a:pt x="220543" y="119845"/>
                  <a:pt x="222758" y="122899"/>
                </a:cubicBezTo>
                <a:cubicBezTo>
                  <a:pt x="224973" y="125953"/>
                  <a:pt x="227690" y="128227"/>
                  <a:pt x="230908" y="129719"/>
                </a:cubicBezTo>
                <a:cubicBezTo>
                  <a:pt x="234127" y="131211"/>
                  <a:pt x="237812" y="131958"/>
                  <a:pt x="241965" y="131958"/>
                </a:cubicBezTo>
                <a:cubicBezTo>
                  <a:pt x="245911" y="131958"/>
                  <a:pt x="249371" y="131335"/>
                  <a:pt x="252348" y="130089"/>
                </a:cubicBezTo>
                <a:cubicBezTo>
                  <a:pt x="255324" y="128843"/>
                  <a:pt x="257902" y="127476"/>
                  <a:pt x="260082" y="125988"/>
                </a:cubicBezTo>
                <a:cubicBezTo>
                  <a:pt x="262263" y="124500"/>
                  <a:pt x="264097" y="123150"/>
                  <a:pt x="265585" y="121939"/>
                </a:cubicBezTo>
                <a:cubicBezTo>
                  <a:pt x="267073" y="120728"/>
                  <a:pt x="268232" y="120122"/>
                  <a:pt x="269063" y="120122"/>
                </a:cubicBezTo>
                <a:cubicBezTo>
                  <a:pt x="269547" y="120122"/>
                  <a:pt x="269963" y="120260"/>
                  <a:pt x="270309" y="120537"/>
                </a:cubicBezTo>
                <a:cubicBezTo>
                  <a:pt x="270655" y="120814"/>
                  <a:pt x="270949" y="121281"/>
                  <a:pt x="271191" y="121939"/>
                </a:cubicBezTo>
                <a:cubicBezTo>
                  <a:pt x="271433" y="122596"/>
                  <a:pt x="271607" y="123427"/>
                  <a:pt x="271710" y="124431"/>
                </a:cubicBezTo>
                <a:cubicBezTo>
                  <a:pt x="271814" y="125434"/>
                  <a:pt x="271866" y="126628"/>
                  <a:pt x="271866" y="128012"/>
                </a:cubicBezTo>
                <a:close/>
                <a:moveTo>
                  <a:pt x="374008" y="91363"/>
                </a:moveTo>
                <a:cubicBezTo>
                  <a:pt x="374008" y="94063"/>
                  <a:pt x="373334" y="95983"/>
                  <a:pt x="371984" y="97125"/>
                </a:cubicBezTo>
                <a:cubicBezTo>
                  <a:pt x="370634" y="98267"/>
                  <a:pt x="369094" y="98838"/>
                  <a:pt x="367364" y="98838"/>
                </a:cubicBezTo>
                <a:lnTo>
                  <a:pt x="306109" y="98838"/>
                </a:lnTo>
                <a:cubicBezTo>
                  <a:pt x="306109" y="104045"/>
                  <a:pt x="306628" y="108731"/>
                  <a:pt x="307666" y="112897"/>
                </a:cubicBezTo>
                <a:cubicBezTo>
                  <a:pt x="308704" y="117062"/>
                  <a:pt x="310435" y="120638"/>
                  <a:pt x="312857" y="123623"/>
                </a:cubicBezTo>
                <a:cubicBezTo>
                  <a:pt x="315280" y="126608"/>
                  <a:pt x="318429" y="128899"/>
                  <a:pt x="322305" y="130498"/>
                </a:cubicBezTo>
                <a:cubicBezTo>
                  <a:pt x="326181" y="132094"/>
                  <a:pt x="330922" y="132892"/>
                  <a:pt x="336529" y="132892"/>
                </a:cubicBezTo>
                <a:cubicBezTo>
                  <a:pt x="340958" y="132892"/>
                  <a:pt x="344904" y="132529"/>
                  <a:pt x="348364" y="131802"/>
                </a:cubicBezTo>
                <a:cubicBezTo>
                  <a:pt x="351825" y="131075"/>
                  <a:pt x="354819" y="130262"/>
                  <a:pt x="357345" y="129362"/>
                </a:cubicBezTo>
                <a:cubicBezTo>
                  <a:pt x="359871" y="128462"/>
                  <a:pt x="361948" y="127649"/>
                  <a:pt x="363574" y="126922"/>
                </a:cubicBezTo>
                <a:cubicBezTo>
                  <a:pt x="365201" y="126196"/>
                  <a:pt x="366429" y="125832"/>
                  <a:pt x="367260" y="125832"/>
                </a:cubicBezTo>
                <a:cubicBezTo>
                  <a:pt x="367744" y="125832"/>
                  <a:pt x="368177" y="125953"/>
                  <a:pt x="368558" y="126196"/>
                </a:cubicBezTo>
                <a:cubicBezTo>
                  <a:pt x="368938" y="126438"/>
                  <a:pt x="369233" y="126801"/>
                  <a:pt x="369440" y="127286"/>
                </a:cubicBezTo>
                <a:cubicBezTo>
                  <a:pt x="369648" y="127770"/>
                  <a:pt x="369804" y="128445"/>
                  <a:pt x="369907" y="129310"/>
                </a:cubicBezTo>
                <a:cubicBezTo>
                  <a:pt x="370011" y="130175"/>
                  <a:pt x="370063" y="131231"/>
                  <a:pt x="370063" y="132477"/>
                </a:cubicBezTo>
                <a:cubicBezTo>
                  <a:pt x="370063" y="133377"/>
                  <a:pt x="370029" y="134155"/>
                  <a:pt x="369959" y="134813"/>
                </a:cubicBezTo>
                <a:cubicBezTo>
                  <a:pt x="369890" y="135470"/>
                  <a:pt x="369804" y="136059"/>
                  <a:pt x="369700" y="136578"/>
                </a:cubicBezTo>
                <a:cubicBezTo>
                  <a:pt x="369596" y="137097"/>
                  <a:pt x="369423" y="137564"/>
                  <a:pt x="369181" y="137979"/>
                </a:cubicBezTo>
                <a:cubicBezTo>
                  <a:pt x="368938" y="138395"/>
                  <a:pt x="368627" y="138793"/>
                  <a:pt x="368246" y="139173"/>
                </a:cubicBezTo>
                <a:cubicBezTo>
                  <a:pt x="367866" y="139554"/>
                  <a:pt x="366741" y="140177"/>
                  <a:pt x="364872" y="141042"/>
                </a:cubicBezTo>
                <a:cubicBezTo>
                  <a:pt x="363003" y="141907"/>
                  <a:pt x="360581" y="142755"/>
                  <a:pt x="357604" y="143586"/>
                </a:cubicBezTo>
                <a:cubicBezTo>
                  <a:pt x="354628" y="144416"/>
                  <a:pt x="351185" y="145160"/>
                  <a:pt x="347274" y="145818"/>
                </a:cubicBezTo>
                <a:cubicBezTo>
                  <a:pt x="343364" y="146475"/>
                  <a:pt x="339193" y="146804"/>
                  <a:pt x="334764" y="146804"/>
                </a:cubicBezTo>
                <a:cubicBezTo>
                  <a:pt x="327081" y="146804"/>
                  <a:pt x="320350" y="145730"/>
                  <a:pt x="314570" y="143582"/>
                </a:cubicBezTo>
                <a:cubicBezTo>
                  <a:pt x="308791" y="141435"/>
                  <a:pt x="303929" y="138248"/>
                  <a:pt x="299983" y="134021"/>
                </a:cubicBezTo>
                <a:cubicBezTo>
                  <a:pt x="296038" y="129795"/>
                  <a:pt x="293062" y="124494"/>
                  <a:pt x="291055" y="118120"/>
                </a:cubicBezTo>
                <a:cubicBezTo>
                  <a:pt x="289047" y="111746"/>
                  <a:pt x="288044" y="104332"/>
                  <a:pt x="288044" y="95880"/>
                </a:cubicBezTo>
                <a:cubicBezTo>
                  <a:pt x="288044" y="87842"/>
                  <a:pt x="289082" y="80619"/>
                  <a:pt x="291158" y="74210"/>
                </a:cubicBezTo>
                <a:cubicBezTo>
                  <a:pt x="293235" y="67801"/>
                  <a:pt x="296228" y="62362"/>
                  <a:pt x="300139" y="57894"/>
                </a:cubicBezTo>
                <a:cubicBezTo>
                  <a:pt x="304050" y="53425"/>
                  <a:pt x="308774" y="49996"/>
                  <a:pt x="314311" y="47606"/>
                </a:cubicBezTo>
                <a:cubicBezTo>
                  <a:pt x="319848" y="45216"/>
                  <a:pt x="326043" y="44020"/>
                  <a:pt x="332895" y="44020"/>
                </a:cubicBezTo>
                <a:cubicBezTo>
                  <a:pt x="340232" y="44020"/>
                  <a:pt x="346478" y="45197"/>
                  <a:pt x="351635" y="47550"/>
                </a:cubicBezTo>
                <a:cubicBezTo>
                  <a:pt x="356791" y="49904"/>
                  <a:pt x="361031" y="53070"/>
                  <a:pt x="364353" y="57050"/>
                </a:cubicBezTo>
                <a:cubicBezTo>
                  <a:pt x="367675" y="61030"/>
                  <a:pt x="370115" y="65702"/>
                  <a:pt x="371672" y="71066"/>
                </a:cubicBezTo>
                <a:cubicBezTo>
                  <a:pt x="373230" y="76430"/>
                  <a:pt x="374008" y="82158"/>
                  <a:pt x="374008" y="88249"/>
                </a:cubicBezTo>
                <a:lnTo>
                  <a:pt x="374008" y="91363"/>
                </a:lnTo>
                <a:moveTo>
                  <a:pt x="356774" y="86276"/>
                </a:moveTo>
                <a:cubicBezTo>
                  <a:pt x="356982" y="77278"/>
                  <a:pt x="354992" y="70218"/>
                  <a:pt x="350804" y="65096"/>
                </a:cubicBezTo>
                <a:cubicBezTo>
                  <a:pt x="346617" y="59974"/>
                  <a:pt x="340405" y="57414"/>
                  <a:pt x="332168" y="57414"/>
                </a:cubicBezTo>
                <a:cubicBezTo>
                  <a:pt x="327946" y="57414"/>
                  <a:pt x="324243" y="58209"/>
                  <a:pt x="321059" y="59801"/>
                </a:cubicBezTo>
                <a:cubicBezTo>
                  <a:pt x="317875" y="61393"/>
                  <a:pt x="315211" y="63504"/>
                  <a:pt x="313065" y="66135"/>
                </a:cubicBezTo>
                <a:cubicBezTo>
                  <a:pt x="310919" y="68765"/>
                  <a:pt x="309258" y="71827"/>
                  <a:pt x="308081" y="75323"/>
                </a:cubicBezTo>
                <a:cubicBezTo>
                  <a:pt x="306905" y="78818"/>
                  <a:pt x="306247" y="82469"/>
                  <a:pt x="306109" y="86276"/>
                </a:cubicBezTo>
                <a:lnTo>
                  <a:pt x="356774" y="86276"/>
                </a:lnTo>
                <a:close/>
                <a:moveTo>
                  <a:pt x="482759" y="84926"/>
                </a:moveTo>
                <a:cubicBezTo>
                  <a:pt x="482759" y="86241"/>
                  <a:pt x="482655" y="87366"/>
                  <a:pt x="482447" y="88301"/>
                </a:cubicBezTo>
                <a:cubicBezTo>
                  <a:pt x="482240" y="89235"/>
                  <a:pt x="481963" y="90014"/>
                  <a:pt x="481617" y="90637"/>
                </a:cubicBezTo>
                <a:cubicBezTo>
                  <a:pt x="481271" y="91259"/>
                  <a:pt x="480855" y="91709"/>
                  <a:pt x="480371" y="91986"/>
                </a:cubicBezTo>
                <a:cubicBezTo>
                  <a:pt x="479886" y="92263"/>
                  <a:pt x="479367" y="92402"/>
                  <a:pt x="478813" y="92402"/>
                </a:cubicBezTo>
                <a:lnTo>
                  <a:pt x="444760" y="92402"/>
                </a:lnTo>
                <a:lnTo>
                  <a:pt x="444760" y="130193"/>
                </a:lnTo>
                <a:cubicBezTo>
                  <a:pt x="444760" y="130746"/>
                  <a:pt x="444621" y="131214"/>
                  <a:pt x="444345" y="131594"/>
                </a:cubicBezTo>
                <a:cubicBezTo>
                  <a:pt x="444068" y="131975"/>
                  <a:pt x="443635" y="132304"/>
                  <a:pt x="443047" y="132581"/>
                </a:cubicBezTo>
                <a:cubicBezTo>
                  <a:pt x="442458" y="132857"/>
                  <a:pt x="441680" y="133082"/>
                  <a:pt x="440711" y="133255"/>
                </a:cubicBezTo>
                <a:cubicBezTo>
                  <a:pt x="439742" y="133428"/>
                  <a:pt x="438530" y="133515"/>
                  <a:pt x="437077" y="133515"/>
                </a:cubicBezTo>
                <a:cubicBezTo>
                  <a:pt x="435693" y="133515"/>
                  <a:pt x="434499" y="133428"/>
                  <a:pt x="433495" y="133255"/>
                </a:cubicBezTo>
                <a:cubicBezTo>
                  <a:pt x="432492" y="133082"/>
                  <a:pt x="431696" y="132857"/>
                  <a:pt x="431107" y="132581"/>
                </a:cubicBezTo>
                <a:cubicBezTo>
                  <a:pt x="430519" y="132304"/>
                  <a:pt x="430086" y="131975"/>
                  <a:pt x="429809" y="131594"/>
                </a:cubicBezTo>
                <a:cubicBezTo>
                  <a:pt x="429533" y="131214"/>
                  <a:pt x="429394" y="130746"/>
                  <a:pt x="429394" y="130193"/>
                </a:cubicBezTo>
                <a:lnTo>
                  <a:pt x="429394" y="92402"/>
                </a:lnTo>
                <a:lnTo>
                  <a:pt x="395341" y="92402"/>
                </a:lnTo>
                <a:cubicBezTo>
                  <a:pt x="394718" y="92402"/>
                  <a:pt x="394181" y="92263"/>
                  <a:pt x="393731" y="91986"/>
                </a:cubicBezTo>
                <a:cubicBezTo>
                  <a:pt x="393281" y="91709"/>
                  <a:pt x="392883" y="91259"/>
                  <a:pt x="392537" y="90637"/>
                </a:cubicBezTo>
                <a:cubicBezTo>
                  <a:pt x="392191" y="90014"/>
                  <a:pt x="391914" y="89235"/>
                  <a:pt x="391707" y="88301"/>
                </a:cubicBezTo>
                <a:cubicBezTo>
                  <a:pt x="391499" y="87366"/>
                  <a:pt x="391395" y="86241"/>
                  <a:pt x="391395" y="84926"/>
                </a:cubicBezTo>
                <a:cubicBezTo>
                  <a:pt x="391395" y="83680"/>
                  <a:pt x="391499" y="82590"/>
                  <a:pt x="391707" y="81656"/>
                </a:cubicBezTo>
                <a:cubicBezTo>
                  <a:pt x="391914" y="80722"/>
                  <a:pt x="392191" y="79943"/>
                  <a:pt x="392537" y="79320"/>
                </a:cubicBezTo>
                <a:cubicBezTo>
                  <a:pt x="392883" y="78697"/>
                  <a:pt x="393281" y="78247"/>
                  <a:pt x="393731" y="77970"/>
                </a:cubicBezTo>
                <a:cubicBezTo>
                  <a:pt x="394181" y="77693"/>
                  <a:pt x="394683" y="77555"/>
                  <a:pt x="395237" y="77555"/>
                </a:cubicBezTo>
                <a:lnTo>
                  <a:pt x="429394" y="77555"/>
                </a:lnTo>
                <a:lnTo>
                  <a:pt x="429394" y="39670"/>
                </a:lnTo>
                <a:cubicBezTo>
                  <a:pt x="429394" y="39114"/>
                  <a:pt x="429533" y="38611"/>
                  <a:pt x="429809" y="38161"/>
                </a:cubicBezTo>
                <a:cubicBezTo>
                  <a:pt x="430086" y="37709"/>
                  <a:pt x="430519" y="37327"/>
                  <a:pt x="431107" y="37016"/>
                </a:cubicBezTo>
                <a:cubicBezTo>
                  <a:pt x="431696" y="36702"/>
                  <a:pt x="432492" y="36459"/>
                  <a:pt x="433495" y="36286"/>
                </a:cubicBezTo>
                <a:cubicBezTo>
                  <a:pt x="434499" y="36113"/>
                  <a:pt x="435693" y="36026"/>
                  <a:pt x="437077" y="36026"/>
                </a:cubicBezTo>
                <a:cubicBezTo>
                  <a:pt x="438530" y="36026"/>
                  <a:pt x="439742" y="36113"/>
                  <a:pt x="440711" y="36286"/>
                </a:cubicBezTo>
                <a:cubicBezTo>
                  <a:pt x="441680" y="36459"/>
                  <a:pt x="442458" y="36702"/>
                  <a:pt x="443047" y="37016"/>
                </a:cubicBezTo>
                <a:cubicBezTo>
                  <a:pt x="443635" y="37327"/>
                  <a:pt x="444068" y="37709"/>
                  <a:pt x="444345" y="38161"/>
                </a:cubicBezTo>
                <a:cubicBezTo>
                  <a:pt x="444621" y="38611"/>
                  <a:pt x="444760" y="39114"/>
                  <a:pt x="444760" y="39670"/>
                </a:cubicBezTo>
                <a:lnTo>
                  <a:pt x="444760" y="77555"/>
                </a:lnTo>
                <a:lnTo>
                  <a:pt x="478917" y="77555"/>
                </a:lnTo>
                <a:cubicBezTo>
                  <a:pt x="479471" y="77555"/>
                  <a:pt x="479973" y="77693"/>
                  <a:pt x="480423" y="77970"/>
                </a:cubicBezTo>
                <a:cubicBezTo>
                  <a:pt x="480873" y="78247"/>
                  <a:pt x="481288" y="78697"/>
                  <a:pt x="481668" y="79320"/>
                </a:cubicBezTo>
                <a:cubicBezTo>
                  <a:pt x="482049" y="79943"/>
                  <a:pt x="482326" y="80722"/>
                  <a:pt x="482499" y="81656"/>
                </a:cubicBezTo>
                <a:cubicBezTo>
                  <a:pt x="482672" y="82590"/>
                  <a:pt x="482759" y="83680"/>
                  <a:pt x="482759" y="84926"/>
                </a:cubicBezTo>
                <a:close/>
                <a:moveTo>
                  <a:pt x="584761" y="106417"/>
                </a:moveTo>
                <a:cubicBezTo>
                  <a:pt x="584761" y="112578"/>
                  <a:pt x="583688" y="118132"/>
                  <a:pt x="581542" y="123081"/>
                </a:cubicBezTo>
                <a:cubicBezTo>
                  <a:pt x="579396" y="128030"/>
                  <a:pt x="576316" y="132269"/>
                  <a:pt x="572302" y="135799"/>
                </a:cubicBezTo>
                <a:cubicBezTo>
                  <a:pt x="568288" y="139329"/>
                  <a:pt x="563339" y="142046"/>
                  <a:pt x="557455" y="143949"/>
                </a:cubicBezTo>
                <a:cubicBezTo>
                  <a:pt x="551572" y="145852"/>
                  <a:pt x="544928" y="146804"/>
                  <a:pt x="537522" y="146804"/>
                </a:cubicBezTo>
                <a:cubicBezTo>
                  <a:pt x="533023" y="146804"/>
                  <a:pt x="528818" y="146439"/>
                  <a:pt x="524907" y="145708"/>
                </a:cubicBezTo>
                <a:cubicBezTo>
                  <a:pt x="520997" y="144979"/>
                  <a:pt x="517519" y="144110"/>
                  <a:pt x="514473" y="143102"/>
                </a:cubicBezTo>
                <a:cubicBezTo>
                  <a:pt x="511428" y="142094"/>
                  <a:pt x="508901" y="141052"/>
                  <a:pt x="506894" y="139975"/>
                </a:cubicBezTo>
                <a:cubicBezTo>
                  <a:pt x="504887" y="138897"/>
                  <a:pt x="503624" y="138116"/>
                  <a:pt x="503105" y="137629"/>
                </a:cubicBezTo>
                <a:cubicBezTo>
                  <a:pt x="502586" y="137142"/>
                  <a:pt x="502188" y="136657"/>
                  <a:pt x="501911" y="136172"/>
                </a:cubicBezTo>
                <a:cubicBezTo>
                  <a:pt x="501634" y="135686"/>
                  <a:pt x="501392" y="135095"/>
                  <a:pt x="501184" y="134401"/>
                </a:cubicBezTo>
                <a:cubicBezTo>
                  <a:pt x="500976" y="133704"/>
                  <a:pt x="500821" y="132852"/>
                  <a:pt x="500717" y="131844"/>
                </a:cubicBezTo>
                <a:cubicBezTo>
                  <a:pt x="500613" y="130836"/>
                  <a:pt x="500561" y="129602"/>
                  <a:pt x="500561" y="128142"/>
                </a:cubicBezTo>
                <a:cubicBezTo>
                  <a:pt x="500561" y="125642"/>
                  <a:pt x="500803" y="123905"/>
                  <a:pt x="501288" y="122932"/>
                </a:cubicBezTo>
                <a:cubicBezTo>
                  <a:pt x="501772" y="121958"/>
                  <a:pt x="502464" y="121472"/>
                  <a:pt x="503364" y="121472"/>
                </a:cubicBezTo>
                <a:cubicBezTo>
                  <a:pt x="503987" y="121472"/>
                  <a:pt x="505216" y="122031"/>
                  <a:pt x="507050" y="123149"/>
                </a:cubicBezTo>
                <a:cubicBezTo>
                  <a:pt x="508884" y="124267"/>
                  <a:pt x="511237" y="125473"/>
                  <a:pt x="514110" y="126767"/>
                </a:cubicBezTo>
                <a:cubicBezTo>
                  <a:pt x="516982" y="128060"/>
                  <a:pt x="520339" y="129266"/>
                  <a:pt x="524181" y="130384"/>
                </a:cubicBezTo>
                <a:cubicBezTo>
                  <a:pt x="528022" y="131502"/>
                  <a:pt x="532296" y="132061"/>
                  <a:pt x="537003" y="132061"/>
                </a:cubicBezTo>
                <a:cubicBezTo>
                  <a:pt x="541571" y="132061"/>
                  <a:pt x="545585" y="131473"/>
                  <a:pt x="549046" y="130296"/>
                </a:cubicBezTo>
                <a:cubicBezTo>
                  <a:pt x="552507" y="129120"/>
                  <a:pt x="555414" y="127459"/>
                  <a:pt x="557767" y="125313"/>
                </a:cubicBezTo>
                <a:cubicBezTo>
                  <a:pt x="560120" y="123167"/>
                  <a:pt x="561885" y="120624"/>
                  <a:pt x="563062" y="117682"/>
                </a:cubicBezTo>
                <a:cubicBezTo>
                  <a:pt x="564238" y="114741"/>
                  <a:pt x="564827" y="111539"/>
                  <a:pt x="564827" y="108079"/>
                </a:cubicBezTo>
                <a:cubicBezTo>
                  <a:pt x="564827" y="104272"/>
                  <a:pt x="564083" y="100846"/>
                  <a:pt x="562595" y="97800"/>
                </a:cubicBezTo>
                <a:cubicBezTo>
                  <a:pt x="561107" y="94755"/>
                  <a:pt x="558926" y="92125"/>
                  <a:pt x="556054" y="89910"/>
                </a:cubicBezTo>
                <a:cubicBezTo>
                  <a:pt x="553181" y="87695"/>
                  <a:pt x="549651" y="85999"/>
                  <a:pt x="545464" y="84823"/>
                </a:cubicBezTo>
                <a:cubicBezTo>
                  <a:pt x="541277" y="83646"/>
                  <a:pt x="536518" y="83058"/>
                  <a:pt x="531188" y="83058"/>
                </a:cubicBezTo>
                <a:lnTo>
                  <a:pt x="518418" y="83058"/>
                </a:lnTo>
                <a:cubicBezTo>
                  <a:pt x="517865" y="83058"/>
                  <a:pt x="517328" y="82936"/>
                  <a:pt x="516809" y="82694"/>
                </a:cubicBezTo>
                <a:cubicBezTo>
                  <a:pt x="516290" y="82452"/>
                  <a:pt x="515840" y="82054"/>
                  <a:pt x="515459" y="81500"/>
                </a:cubicBezTo>
                <a:cubicBezTo>
                  <a:pt x="515079" y="80946"/>
                  <a:pt x="514767" y="80220"/>
                  <a:pt x="514525" y="79320"/>
                </a:cubicBezTo>
                <a:cubicBezTo>
                  <a:pt x="514283" y="78420"/>
                  <a:pt x="514162" y="77244"/>
                  <a:pt x="514162" y="75790"/>
                </a:cubicBezTo>
                <a:cubicBezTo>
                  <a:pt x="514162" y="74475"/>
                  <a:pt x="514266" y="73385"/>
                  <a:pt x="514473" y="72520"/>
                </a:cubicBezTo>
                <a:cubicBezTo>
                  <a:pt x="514681" y="71654"/>
                  <a:pt x="514975" y="70962"/>
                  <a:pt x="515356" y="70443"/>
                </a:cubicBezTo>
                <a:cubicBezTo>
                  <a:pt x="515736" y="69924"/>
                  <a:pt x="516169" y="69543"/>
                  <a:pt x="516653" y="69301"/>
                </a:cubicBezTo>
                <a:cubicBezTo>
                  <a:pt x="517138" y="69059"/>
                  <a:pt x="517692" y="68938"/>
                  <a:pt x="518315" y="68938"/>
                </a:cubicBezTo>
                <a:lnTo>
                  <a:pt x="530046" y="68938"/>
                </a:lnTo>
                <a:cubicBezTo>
                  <a:pt x="534615" y="68938"/>
                  <a:pt x="538716" y="68347"/>
                  <a:pt x="542349" y="67166"/>
                </a:cubicBezTo>
                <a:cubicBezTo>
                  <a:pt x="545983" y="65983"/>
                  <a:pt x="549063" y="64280"/>
                  <a:pt x="551589" y="62056"/>
                </a:cubicBezTo>
                <a:cubicBezTo>
                  <a:pt x="554116" y="59831"/>
                  <a:pt x="556054" y="57171"/>
                  <a:pt x="557404" y="54078"/>
                </a:cubicBezTo>
                <a:cubicBezTo>
                  <a:pt x="558753" y="50983"/>
                  <a:pt x="559428" y="47523"/>
                  <a:pt x="559428" y="43699"/>
                </a:cubicBezTo>
                <a:cubicBezTo>
                  <a:pt x="559428" y="40918"/>
                  <a:pt x="558978" y="38258"/>
                  <a:pt x="558078" y="35721"/>
                </a:cubicBezTo>
                <a:cubicBezTo>
                  <a:pt x="557179" y="33182"/>
                  <a:pt x="555829" y="30975"/>
                  <a:pt x="554029" y="29099"/>
                </a:cubicBezTo>
                <a:cubicBezTo>
                  <a:pt x="552230" y="27222"/>
                  <a:pt x="549928" y="25745"/>
                  <a:pt x="547125" y="24667"/>
                </a:cubicBezTo>
                <a:cubicBezTo>
                  <a:pt x="544322" y="23588"/>
                  <a:pt x="541086" y="23048"/>
                  <a:pt x="537418" y="23048"/>
                </a:cubicBezTo>
                <a:cubicBezTo>
                  <a:pt x="533403" y="23048"/>
                  <a:pt x="529718" y="23654"/>
                  <a:pt x="526361" y="24865"/>
                </a:cubicBezTo>
                <a:cubicBezTo>
                  <a:pt x="523004" y="26077"/>
                  <a:pt x="520010" y="27374"/>
                  <a:pt x="517380" y="28759"/>
                </a:cubicBezTo>
                <a:cubicBezTo>
                  <a:pt x="514750" y="30143"/>
                  <a:pt x="512570" y="31441"/>
                  <a:pt x="510839" y="32652"/>
                </a:cubicBezTo>
                <a:cubicBezTo>
                  <a:pt x="509109" y="33863"/>
                  <a:pt x="507898" y="34469"/>
                  <a:pt x="507206" y="34469"/>
                </a:cubicBezTo>
                <a:cubicBezTo>
                  <a:pt x="506721" y="34469"/>
                  <a:pt x="506289" y="34382"/>
                  <a:pt x="505908" y="34209"/>
                </a:cubicBezTo>
                <a:cubicBezTo>
                  <a:pt x="505527" y="34036"/>
                  <a:pt x="505216" y="33690"/>
                  <a:pt x="504973" y="33171"/>
                </a:cubicBezTo>
                <a:cubicBezTo>
                  <a:pt x="504731" y="32652"/>
                  <a:pt x="504558" y="31925"/>
                  <a:pt x="504454" y="30991"/>
                </a:cubicBezTo>
                <a:cubicBezTo>
                  <a:pt x="504351" y="30056"/>
                  <a:pt x="504299" y="28828"/>
                  <a:pt x="504299" y="27305"/>
                </a:cubicBezTo>
                <a:cubicBezTo>
                  <a:pt x="504299" y="26267"/>
                  <a:pt x="504333" y="25350"/>
                  <a:pt x="504402" y="24554"/>
                </a:cubicBezTo>
                <a:cubicBezTo>
                  <a:pt x="504472" y="23758"/>
                  <a:pt x="504610" y="23066"/>
                  <a:pt x="504818" y="22477"/>
                </a:cubicBezTo>
                <a:cubicBezTo>
                  <a:pt x="505025" y="21889"/>
                  <a:pt x="505268" y="21353"/>
                  <a:pt x="505544" y="20868"/>
                </a:cubicBezTo>
                <a:cubicBezTo>
                  <a:pt x="505821" y="20384"/>
                  <a:pt x="506289" y="19813"/>
                  <a:pt x="506946" y="19155"/>
                </a:cubicBezTo>
                <a:cubicBezTo>
                  <a:pt x="507604" y="18498"/>
                  <a:pt x="508936" y="17546"/>
                  <a:pt x="510943" y="16300"/>
                </a:cubicBezTo>
                <a:cubicBezTo>
                  <a:pt x="512950" y="15054"/>
                  <a:pt x="515425" y="13826"/>
                  <a:pt x="518366" y="12614"/>
                </a:cubicBezTo>
                <a:cubicBezTo>
                  <a:pt x="521308" y="11403"/>
                  <a:pt x="524700" y="10382"/>
                  <a:pt x="528541" y="9552"/>
                </a:cubicBezTo>
                <a:cubicBezTo>
                  <a:pt x="532382" y="8721"/>
                  <a:pt x="536518" y="8306"/>
                  <a:pt x="540948" y="8306"/>
                </a:cubicBezTo>
                <a:cubicBezTo>
                  <a:pt x="547177" y="8306"/>
                  <a:pt x="552645" y="9105"/>
                  <a:pt x="557352" y="10703"/>
                </a:cubicBezTo>
                <a:cubicBezTo>
                  <a:pt x="562058" y="12300"/>
                  <a:pt x="565986" y="14556"/>
                  <a:pt x="569135" y="17471"/>
                </a:cubicBezTo>
                <a:cubicBezTo>
                  <a:pt x="572285" y="20387"/>
                  <a:pt x="574638" y="23876"/>
                  <a:pt x="576195" y="27938"/>
                </a:cubicBezTo>
                <a:cubicBezTo>
                  <a:pt x="577753" y="32000"/>
                  <a:pt x="578531" y="36496"/>
                  <a:pt x="578531" y="41425"/>
                </a:cubicBezTo>
                <a:cubicBezTo>
                  <a:pt x="578531" y="45660"/>
                  <a:pt x="577978" y="49601"/>
                  <a:pt x="576870" y="53248"/>
                </a:cubicBezTo>
                <a:cubicBezTo>
                  <a:pt x="575763" y="56892"/>
                  <a:pt x="574136" y="60120"/>
                  <a:pt x="571991" y="62932"/>
                </a:cubicBezTo>
                <a:cubicBezTo>
                  <a:pt x="569845" y="65744"/>
                  <a:pt x="567215" y="68140"/>
                  <a:pt x="564100" y="70119"/>
                </a:cubicBezTo>
                <a:cubicBezTo>
                  <a:pt x="560985" y="72098"/>
                  <a:pt x="557386" y="73469"/>
                  <a:pt x="553303" y="74233"/>
                </a:cubicBezTo>
                <a:lnTo>
                  <a:pt x="553303" y="74440"/>
                </a:lnTo>
                <a:cubicBezTo>
                  <a:pt x="557940" y="74925"/>
                  <a:pt x="562179" y="76084"/>
                  <a:pt x="566021" y="77918"/>
                </a:cubicBezTo>
                <a:cubicBezTo>
                  <a:pt x="569862" y="79753"/>
                  <a:pt x="573167" y="82054"/>
                  <a:pt x="575936" y="84823"/>
                </a:cubicBezTo>
                <a:cubicBezTo>
                  <a:pt x="578704" y="87591"/>
                  <a:pt x="580867" y="90827"/>
                  <a:pt x="582425" y="94530"/>
                </a:cubicBezTo>
                <a:cubicBezTo>
                  <a:pt x="583982" y="98233"/>
                  <a:pt x="584761" y="102195"/>
                  <a:pt x="584761" y="106417"/>
                </a:cubicBezTo>
                <a:close/>
                <a:moveTo>
                  <a:pt x="769024" y="64937"/>
                </a:moveTo>
                <a:cubicBezTo>
                  <a:pt x="769024" y="69648"/>
                  <a:pt x="768730" y="74463"/>
                  <a:pt x="768142" y="79382"/>
                </a:cubicBezTo>
                <a:cubicBezTo>
                  <a:pt x="767554" y="84300"/>
                  <a:pt x="766602" y="89080"/>
                  <a:pt x="765287" y="93722"/>
                </a:cubicBezTo>
                <a:cubicBezTo>
                  <a:pt x="763972" y="98364"/>
                  <a:pt x="762241" y="102746"/>
                  <a:pt x="760096" y="106868"/>
                </a:cubicBezTo>
                <a:cubicBezTo>
                  <a:pt x="757950" y="110989"/>
                  <a:pt x="755320" y="114609"/>
                  <a:pt x="752205" y="117728"/>
                </a:cubicBezTo>
                <a:cubicBezTo>
                  <a:pt x="749091" y="120844"/>
                  <a:pt x="745474" y="123286"/>
                  <a:pt x="741356" y="125053"/>
                </a:cubicBezTo>
                <a:cubicBezTo>
                  <a:pt x="737238" y="126818"/>
                  <a:pt x="732514" y="127701"/>
                  <a:pt x="727184" y="127701"/>
                </a:cubicBezTo>
                <a:cubicBezTo>
                  <a:pt x="724346" y="127701"/>
                  <a:pt x="721716" y="127372"/>
                  <a:pt x="719294" y="126715"/>
                </a:cubicBezTo>
                <a:cubicBezTo>
                  <a:pt x="716871" y="126055"/>
                  <a:pt x="714726" y="125102"/>
                  <a:pt x="712857" y="123856"/>
                </a:cubicBezTo>
                <a:cubicBezTo>
                  <a:pt x="710988" y="122608"/>
                  <a:pt x="709413" y="120997"/>
                  <a:pt x="708133" y="119022"/>
                </a:cubicBezTo>
                <a:cubicBezTo>
                  <a:pt x="706852" y="117045"/>
                  <a:pt x="705970" y="114775"/>
                  <a:pt x="705485" y="112212"/>
                </a:cubicBezTo>
                <a:cubicBezTo>
                  <a:pt x="702717" y="114985"/>
                  <a:pt x="700035" y="117359"/>
                  <a:pt x="697439" y="119334"/>
                </a:cubicBezTo>
                <a:cubicBezTo>
                  <a:pt x="694844" y="121308"/>
                  <a:pt x="692300" y="122920"/>
                  <a:pt x="689808" y="124168"/>
                </a:cubicBezTo>
                <a:cubicBezTo>
                  <a:pt x="687317" y="125414"/>
                  <a:pt x="684877" y="126314"/>
                  <a:pt x="682489" y="126870"/>
                </a:cubicBezTo>
                <a:cubicBezTo>
                  <a:pt x="680101" y="127424"/>
                  <a:pt x="677765" y="127701"/>
                  <a:pt x="675481" y="127701"/>
                </a:cubicBezTo>
                <a:cubicBezTo>
                  <a:pt x="672505" y="127701"/>
                  <a:pt x="669875" y="127407"/>
                  <a:pt x="667590" y="126818"/>
                </a:cubicBezTo>
                <a:cubicBezTo>
                  <a:pt x="665306" y="126228"/>
                  <a:pt x="663282" y="125362"/>
                  <a:pt x="661517" y="124220"/>
                </a:cubicBezTo>
                <a:cubicBezTo>
                  <a:pt x="659752" y="123075"/>
                  <a:pt x="658246" y="121672"/>
                  <a:pt x="657001" y="120008"/>
                </a:cubicBezTo>
                <a:cubicBezTo>
                  <a:pt x="655755" y="118345"/>
                  <a:pt x="654717" y="116474"/>
                  <a:pt x="653886" y="114396"/>
                </a:cubicBezTo>
                <a:cubicBezTo>
                  <a:pt x="653055" y="112317"/>
                  <a:pt x="652467" y="110031"/>
                  <a:pt x="652121" y="107537"/>
                </a:cubicBezTo>
                <a:cubicBezTo>
                  <a:pt x="651775" y="105041"/>
                  <a:pt x="651602" y="102337"/>
                  <a:pt x="651602" y="99426"/>
                </a:cubicBezTo>
                <a:cubicBezTo>
                  <a:pt x="651602" y="96445"/>
                  <a:pt x="651844" y="93032"/>
                  <a:pt x="652329" y="89186"/>
                </a:cubicBezTo>
                <a:cubicBezTo>
                  <a:pt x="652813" y="85341"/>
                  <a:pt x="653609" y="81374"/>
                  <a:pt x="654717" y="77286"/>
                </a:cubicBezTo>
                <a:cubicBezTo>
                  <a:pt x="655824" y="73196"/>
                  <a:pt x="657347" y="69193"/>
                  <a:pt x="659285" y="65278"/>
                </a:cubicBezTo>
                <a:cubicBezTo>
                  <a:pt x="661223" y="61363"/>
                  <a:pt x="663628" y="57863"/>
                  <a:pt x="666500" y="54779"/>
                </a:cubicBezTo>
                <a:cubicBezTo>
                  <a:pt x="669373" y="51695"/>
                  <a:pt x="672782" y="49200"/>
                  <a:pt x="676727" y="47294"/>
                </a:cubicBezTo>
                <a:cubicBezTo>
                  <a:pt x="680672" y="45389"/>
                  <a:pt x="685275" y="44436"/>
                  <a:pt x="690535" y="44436"/>
                </a:cubicBezTo>
                <a:cubicBezTo>
                  <a:pt x="692750" y="44436"/>
                  <a:pt x="694878" y="44696"/>
                  <a:pt x="696920" y="45218"/>
                </a:cubicBezTo>
                <a:cubicBezTo>
                  <a:pt x="698962" y="45737"/>
                  <a:pt x="700917" y="46551"/>
                  <a:pt x="702786" y="47661"/>
                </a:cubicBezTo>
                <a:cubicBezTo>
                  <a:pt x="704655" y="48768"/>
                  <a:pt x="706454" y="50154"/>
                  <a:pt x="708185" y="51817"/>
                </a:cubicBezTo>
                <a:cubicBezTo>
                  <a:pt x="709915" y="53480"/>
                  <a:pt x="711680" y="55455"/>
                  <a:pt x="713480" y="57741"/>
                </a:cubicBezTo>
                <a:lnTo>
                  <a:pt x="715245" y="48592"/>
                </a:lnTo>
                <a:cubicBezTo>
                  <a:pt x="715522" y="47623"/>
                  <a:pt x="716144" y="46896"/>
                  <a:pt x="717113" y="46412"/>
                </a:cubicBezTo>
                <a:cubicBezTo>
                  <a:pt x="718082" y="45925"/>
                  <a:pt x="719882" y="45682"/>
                  <a:pt x="722512" y="45682"/>
                </a:cubicBezTo>
                <a:cubicBezTo>
                  <a:pt x="723758" y="45682"/>
                  <a:pt x="724814" y="45751"/>
                  <a:pt x="725679" y="45889"/>
                </a:cubicBezTo>
                <a:cubicBezTo>
                  <a:pt x="726544" y="46028"/>
                  <a:pt x="727219" y="46218"/>
                  <a:pt x="727703" y="46460"/>
                </a:cubicBezTo>
                <a:cubicBezTo>
                  <a:pt x="728188" y="46703"/>
                  <a:pt x="728517" y="46998"/>
                  <a:pt x="728690" y="47346"/>
                </a:cubicBezTo>
                <a:cubicBezTo>
                  <a:pt x="728863" y="47692"/>
                  <a:pt x="728880" y="48107"/>
                  <a:pt x="728742" y="48592"/>
                </a:cubicBezTo>
                <a:lnTo>
                  <a:pt x="719501" y="96412"/>
                </a:lnTo>
                <a:cubicBezTo>
                  <a:pt x="718394" y="102446"/>
                  <a:pt x="718671" y="106903"/>
                  <a:pt x="720332" y="109782"/>
                </a:cubicBezTo>
                <a:cubicBezTo>
                  <a:pt x="721993" y="112661"/>
                  <a:pt x="725142" y="114100"/>
                  <a:pt x="729780" y="114100"/>
                </a:cubicBezTo>
                <a:cubicBezTo>
                  <a:pt x="732618" y="114100"/>
                  <a:pt x="735178" y="113391"/>
                  <a:pt x="737463" y="111972"/>
                </a:cubicBezTo>
                <a:cubicBezTo>
                  <a:pt x="739747" y="110551"/>
                  <a:pt x="741754" y="108628"/>
                  <a:pt x="743484" y="106203"/>
                </a:cubicBezTo>
                <a:cubicBezTo>
                  <a:pt x="745215" y="103776"/>
                  <a:pt x="746668" y="100953"/>
                  <a:pt x="747845" y="97732"/>
                </a:cubicBezTo>
                <a:cubicBezTo>
                  <a:pt x="749021" y="94509"/>
                  <a:pt x="749990" y="91113"/>
                  <a:pt x="750752" y="87545"/>
                </a:cubicBezTo>
                <a:cubicBezTo>
                  <a:pt x="751513" y="83976"/>
                  <a:pt x="752067" y="80320"/>
                  <a:pt x="752413" y="76578"/>
                </a:cubicBezTo>
                <a:cubicBezTo>
                  <a:pt x="752759" y="72836"/>
                  <a:pt x="752932" y="69233"/>
                  <a:pt x="752932" y="65768"/>
                </a:cubicBezTo>
                <a:cubicBezTo>
                  <a:pt x="752932" y="59740"/>
                  <a:pt x="752119" y="54007"/>
                  <a:pt x="750492" y="48569"/>
                </a:cubicBezTo>
                <a:cubicBezTo>
                  <a:pt x="748866" y="43129"/>
                  <a:pt x="746080" y="38348"/>
                  <a:pt x="742135" y="34226"/>
                </a:cubicBezTo>
                <a:cubicBezTo>
                  <a:pt x="738189" y="30103"/>
                  <a:pt x="732912" y="26812"/>
                  <a:pt x="726302" y="24353"/>
                </a:cubicBezTo>
                <a:cubicBezTo>
                  <a:pt x="719692" y="21891"/>
                  <a:pt x="711403" y="20661"/>
                  <a:pt x="701436" y="20661"/>
                </a:cubicBezTo>
                <a:cubicBezTo>
                  <a:pt x="693269" y="20661"/>
                  <a:pt x="686002" y="21561"/>
                  <a:pt x="679634" y="23363"/>
                </a:cubicBezTo>
                <a:cubicBezTo>
                  <a:pt x="673266" y="25163"/>
                  <a:pt x="667660" y="27604"/>
                  <a:pt x="662815" y="30686"/>
                </a:cubicBezTo>
                <a:cubicBezTo>
                  <a:pt x="657970" y="33768"/>
                  <a:pt x="653817" y="37319"/>
                  <a:pt x="650356" y="41337"/>
                </a:cubicBezTo>
                <a:cubicBezTo>
                  <a:pt x="646895" y="45354"/>
                  <a:pt x="643971" y="49631"/>
                  <a:pt x="641583" y="54169"/>
                </a:cubicBezTo>
                <a:cubicBezTo>
                  <a:pt x="639195" y="58707"/>
                  <a:pt x="637274" y="63349"/>
                  <a:pt x="635821" y="68094"/>
                </a:cubicBezTo>
                <a:cubicBezTo>
                  <a:pt x="634367" y="72838"/>
                  <a:pt x="633260" y="77409"/>
                  <a:pt x="632499" y="81808"/>
                </a:cubicBezTo>
                <a:cubicBezTo>
                  <a:pt x="631737" y="86206"/>
                  <a:pt x="631235" y="90345"/>
                  <a:pt x="630993" y="94225"/>
                </a:cubicBezTo>
                <a:cubicBezTo>
                  <a:pt x="630751" y="98103"/>
                  <a:pt x="630630" y="101393"/>
                  <a:pt x="630630" y="104094"/>
                </a:cubicBezTo>
                <a:cubicBezTo>
                  <a:pt x="630630" y="111782"/>
                  <a:pt x="631512" y="118812"/>
                  <a:pt x="633277" y="125187"/>
                </a:cubicBezTo>
                <a:cubicBezTo>
                  <a:pt x="635042" y="131559"/>
                  <a:pt x="638105" y="137065"/>
                  <a:pt x="642466" y="141707"/>
                </a:cubicBezTo>
                <a:cubicBezTo>
                  <a:pt x="646826" y="146347"/>
                  <a:pt x="652675" y="149948"/>
                  <a:pt x="660011" y="152511"/>
                </a:cubicBezTo>
                <a:cubicBezTo>
                  <a:pt x="667348" y="155074"/>
                  <a:pt x="676588" y="156356"/>
                  <a:pt x="687732" y="156356"/>
                </a:cubicBezTo>
                <a:cubicBezTo>
                  <a:pt x="692785" y="156356"/>
                  <a:pt x="697353" y="156067"/>
                  <a:pt x="701436" y="155490"/>
                </a:cubicBezTo>
                <a:cubicBezTo>
                  <a:pt x="705520" y="154912"/>
                  <a:pt x="709067" y="154301"/>
                  <a:pt x="712078" y="153656"/>
                </a:cubicBezTo>
                <a:cubicBezTo>
                  <a:pt x="715089" y="153012"/>
                  <a:pt x="717529" y="152401"/>
                  <a:pt x="719398" y="151823"/>
                </a:cubicBezTo>
                <a:cubicBezTo>
                  <a:pt x="721266" y="151246"/>
                  <a:pt x="722547" y="150957"/>
                  <a:pt x="723239" y="150957"/>
                </a:cubicBezTo>
                <a:cubicBezTo>
                  <a:pt x="723654" y="150957"/>
                  <a:pt x="724018" y="151078"/>
                  <a:pt x="724329" y="151320"/>
                </a:cubicBezTo>
                <a:cubicBezTo>
                  <a:pt x="724641" y="151563"/>
                  <a:pt x="724883" y="151943"/>
                  <a:pt x="725056" y="152462"/>
                </a:cubicBezTo>
                <a:cubicBezTo>
                  <a:pt x="725229" y="152982"/>
                  <a:pt x="725350" y="153639"/>
                  <a:pt x="725419" y="154435"/>
                </a:cubicBezTo>
                <a:cubicBezTo>
                  <a:pt x="725488" y="155231"/>
                  <a:pt x="725523" y="156217"/>
                  <a:pt x="725523" y="157394"/>
                </a:cubicBezTo>
                <a:cubicBezTo>
                  <a:pt x="725523" y="158363"/>
                  <a:pt x="725506" y="159159"/>
                  <a:pt x="725471" y="159782"/>
                </a:cubicBezTo>
                <a:cubicBezTo>
                  <a:pt x="725437" y="160405"/>
                  <a:pt x="725350" y="160976"/>
                  <a:pt x="725212" y="161495"/>
                </a:cubicBezTo>
                <a:cubicBezTo>
                  <a:pt x="725073" y="162014"/>
                  <a:pt x="724883" y="162481"/>
                  <a:pt x="724641" y="162897"/>
                </a:cubicBezTo>
                <a:cubicBezTo>
                  <a:pt x="724398" y="163312"/>
                  <a:pt x="724070" y="163693"/>
                  <a:pt x="723654" y="164039"/>
                </a:cubicBezTo>
                <a:cubicBezTo>
                  <a:pt x="723239" y="164385"/>
                  <a:pt x="722045" y="164897"/>
                  <a:pt x="720072" y="165576"/>
                </a:cubicBezTo>
                <a:cubicBezTo>
                  <a:pt x="718100" y="166256"/>
                  <a:pt x="715435" y="166935"/>
                  <a:pt x="712078" y="167614"/>
                </a:cubicBezTo>
                <a:cubicBezTo>
                  <a:pt x="708721" y="168293"/>
                  <a:pt x="704793" y="168871"/>
                  <a:pt x="700294" y="169347"/>
                </a:cubicBezTo>
                <a:cubicBezTo>
                  <a:pt x="695795" y="169822"/>
                  <a:pt x="690847" y="170060"/>
                  <a:pt x="685448" y="170060"/>
                </a:cubicBezTo>
                <a:cubicBezTo>
                  <a:pt x="672505" y="170060"/>
                  <a:pt x="661551" y="168536"/>
                  <a:pt x="652588" y="165489"/>
                </a:cubicBezTo>
                <a:cubicBezTo>
                  <a:pt x="643625" y="162441"/>
                  <a:pt x="636323" y="158078"/>
                  <a:pt x="630682" y="152398"/>
                </a:cubicBezTo>
                <a:cubicBezTo>
                  <a:pt x="625041" y="146720"/>
                  <a:pt x="620974" y="139899"/>
                  <a:pt x="618483" y="131935"/>
                </a:cubicBezTo>
                <a:cubicBezTo>
                  <a:pt x="615991" y="123969"/>
                  <a:pt x="614745" y="115068"/>
                  <a:pt x="614745" y="105233"/>
                </a:cubicBezTo>
                <a:cubicBezTo>
                  <a:pt x="614745" y="101632"/>
                  <a:pt x="614935" y="97494"/>
                  <a:pt x="615316" y="92820"/>
                </a:cubicBezTo>
                <a:cubicBezTo>
                  <a:pt x="615697" y="88144"/>
                  <a:pt x="616424" y="83157"/>
                  <a:pt x="617496" y="77860"/>
                </a:cubicBezTo>
                <a:cubicBezTo>
                  <a:pt x="618569" y="72561"/>
                  <a:pt x="620075" y="67159"/>
                  <a:pt x="622013" y="61654"/>
                </a:cubicBezTo>
                <a:cubicBezTo>
                  <a:pt x="623951" y="56147"/>
                  <a:pt x="626460" y="50762"/>
                  <a:pt x="629540" y="45500"/>
                </a:cubicBezTo>
                <a:cubicBezTo>
                  <a:pt x="632620" y="40235"/>
                  <a:pt x="636357" y="35266"/>
                  <a:pt x="640752" y="30592"/>
                </a:cubicBezTo>
                <a:cubicBezTo>
                  <a:pt x="645148" y="25915"/>
                  <a:pt x="650339" y="21829"/>
                  <a:pt x="656326" y="18331"/>
                </a:cubicBezTo>
                <a:cubicBezTo>
                  <a:pt x="662313" y="14834"/>
                  <a:pt x="669165" y="12081"/>
                  <a:pt x="676882" y="10074"/>
                </a:cubicBezTo>
                <a:cubicBezTo>
                  <a:pt x="684600" y="8065"/>
                  <a:pt x="693338" y="7060"/>
                  <a:pt x="703098" y="7060"/>
                </a:cubicBezTo>
                <a:cubicBezTo>
                  <a:pt x="714449" y="7060"/>
                  <a:pt x="724260" y="8428"/>
                  <a:pt x="732531" y="11164"/>
                </a:cubicBezTo>
                <a:cubicBezTo>
                  <a:pt x="740802" y="13900"/>
                  <a:pt x="747637" y="17762"/>
                  <a:pt x="753036" y="22750"/>
                </a:cubicBezTo>
                <a:cubicBezTo>
                  <a:pt x="758435" y="27738"/>
                  <a:pt x="762449" y="33817"/>
                  <a:pt x="765079" y="40987"/>
                </a:cubicBezTo>
                <a:cubicBezTo>
                  <a:pt x="767709" y="48157"/>
                  <a:pt x="769024" y="56141"/>
                  <a:pt x="769024" y="64937"/>
                </a:cubicBezTo>
                <a:moveTo>
                  <a:pt x="708808" y="71670"/>
                </a:moveTo>
                <a:cubicBezTo>
                  <a:pt x="706178" y="67229"/>
                  <a:pt x="703478" y="63830"/>
                  <a:pt x="700710" y="61472"/>
                </a:cubicBezTo>
                <a:cubicBezTo>
                  <a:pt x="697941" y="59113"/>
                  <a:pt x="694792" y="57933"/>
                  <a:pt x="691262" y="57933"/>
                </a:cubicBezTo>
                <a:cubicBezTo>
                  <a:pt x="688355" y="57933"/>
                  <a:pt x="685725" y="58643"/>
                  <a:pt x="683371" y="60064"/>
                </a:cubicBezTo>
                <a:cubicBezTo>
                  <a:pt x="681018" y="61485"/>
                  <a:pt x="678976" y="63323"/>
                  <a:pt x="677246" y="65577"/>
                </a:cubicBezTo>
                <a:cubicBezTo>
                  <a:pt x="675515" y="67830"/>
                  <a:pt x="674045" y="70379"/>
                  <a:pt x="672833" y="73224"/>
                </a:cubicBezTo>
                <a:cubicBezTo>
                  <a:pt x="671622" y="76066"/>
                  <a:pt x="670636" y="78978"/>
                  <a:pt x="669875" y="81961"/>
                </a:cubicBezTo>
                <a:cubicBezTo>
                  <a:pt x="669113" y="84941"/>
                  <a:pt x="668577" y="87837"/>
                  <a:pt x="668265" y="90646"/>
                </a:cubicBezTo>
                <a:cubicBezTo>
                  <a:pt x="667954" y="93454"/>
                  <a:pt x="667798" y="95933"/>
                  <a:pt x="667798" y="98083"/>
                </a:cubicBezTo>
                <a:cubicBezTo>
                  <a:pt x="667798" y="103213"/>
                  <a:pt x="668715" y="107166"/>
                  <a:pt x="670549" y="109941"/>
                </a:cubicBezTo>
                <a:cubicBezTo>
                  <a:pt x="672384" y="112714"/>
                  <a:pt x="675481" y="114100"/>
                  <a:pt x="679841" y="114100"/>
                </a:cubicBezTo>
                <a:cubicBezTo>
                  <a:pt x="681503" y="114100"/>
                  <a:pt x="683198" y="113806"/>
                  <a:pt x="684929" y="113218"/>
                </a:cubicBezTo>
                <a:cubicBezTo>
                  <a:pt x="686659" y="112627"/>
                  <a:pt x="688493" y="111725"/>
                  <a:pt x="690431" y="110512"/>
                </a:cubicBezTo>
                <a:cubicBezTo>
                  <a:pt x="692369" y="109296"/>
                  <a:pt x="694428" y="107700"/>
                  <a:pt x="696609" y="105723"/>
                </a:cubicBezTo>
                <a:cubicBezTo>
                  <a:pt x="698789" y="103746"/>
                  <a:pt x="701194" y="101405"/>
                  <a:pt x="703824" y="98699"/>
                </a:cubicBezTo>
                <a:lnTo>
                  <a:pt x="708808" y="71670"/>
                </a:lnTo>
                <a:moveTo>
                  <a:pt x="597095" y="10382"/>
                </a:moveTo>
                <a:lnTo>
                  <a:pt x="597095" y="10382"/>
                </a:lnTo>
                <a:close/>
                <a:moveTo>
                  <a:pt x="872673" y="142236"/>
                </a:moveTo>
                <a:cubicBezTo>
                  <a:pt x="872673" y="143067"/>
                  <a:pt x="872396" y="143690"/>
                  <a:pt x="871843" y="144105"/>
                </a:cubicBezTo>
                <a:cubicBezTo>
                  <a:pt x="871289" y="144520"/>
                  <a:pt x="870528" y="144832"/>
                  <a:pt x="869559" y="145039"/>
                </a:cubicBezTo>
                <a:cubicBezTo>
                  <a:pt x="868590" y="145247"/>
                  <a:pt x="867171" y="145351"/>
                  <a:pt x="865302" y="145351"/>
                </a:cubicBezTo>
                <a:cubicBezTo>
                  <a:pt x="863502" y="145351"/>
                  <a:pt x="862066" y="145247"/>
                  <a:pt x="860993" y="145039"/>
                </a:cubicBezTo>
                <a:cubicBezTo>
                  <a:pt x="859921" y="144832"/>
                  <a:pt x="859142" y="144520"/>
                  <a:pt x="858657" y="144105"/>
                </a:cubicBezTo>
                <a:cubicBezTo>
                  <a:pt x="858173" y="143690"/>
                  <a:pt x="857931" y="143067"/>
                  <a:pt x="857931" y="142236"/>
                </a:cubicBezTo>
                <a:lnTo>
                  <a:pt x="857931" y="132892"/>
                </a:lnTo>
                <a:cubicBezTo>
                  <a:pt x="853847" y="137253"/>
                  <a:pt x="849296" y="140661"/>
                  <a:pt x="844278" y="143119"/>
                </a:cubicBezTo>
                <a:cubicBezTo>
                  <a:pt x="839260" y="145576"/>
                  <a:pt x="833948" y="146804"/>
                  <a:pt x="828341" y="146804"/>
                </a:cubicBezTo>
                <a:cubicBezTo>
                  <a:pt x="823427" y="146804"/>
                  <a:pt x="818980" y="146162"/>
                  <a:pt x="815000" y="144877"/>
                </a:cubicBezTo>
                <a:cubicBezTo>
                  <a:pt x="811020" y="143592"/>
                  <a:pt x="807629" y="141734"/>
                  <a:pt x="804826" y="139303"/>
                </a:cubicBezTo>
                <a:cubicBezTo>
                  <a:pt x="802022" y="136872"/>
                  <a:pt x="799842" y="133886"/>
                  <a:pt x="798285" y="130345"/>
                </a:cubicBezTo>
                <a:cubicBezTo>
                  <a:pt x="796728" y="126802"/>
                  <a:pt x="795949" y="122773"/>
                  <a:pt x="795949" y="118256"/>
                </a:cubicBezTo>
                <a:cubicBezTo>
                  <a:pt x="795949" y="112979"/>
                  <a:pt x="797022" y="108395"/>
                  <a:pt x="799167" y="104506"/>
                </a:cubicBezTo>
                <a:cubicBezTo>
                  <a:pt x="801313" y="100615"/>
                  <a:pt x="804393" y="97385"/>
                  <a:pt x="808408" y="94815"/>
                </a:cubicBezTo>
                <a:cubicBezTo>
                  <a:pt x="812422" y="92246"/>
                  <a:pt x="817336" y="90319"/>
                  <a:pt x="823150" y="89034"/>
                </a:cubicBezTo>
                <a:cubicBezTo>
                  <a:pt x="828964" y="87749"/>
                  <a:pt x="835505" y="87107"/>
                  <a:pt x="842773" y="87107"/>
                </a:cubicBezTo>
                <a:lnTo>
                  <a:pt x="855647" y="87107"/>
                </a:lnTo>
                <a:lnTo>
                  <a:pt x="855647" y="79865"/>
                </a:lnTo>
                <a:cubicBezTo>
                  <a:pt x="855647" y="76279"/>
                  <a:pt x="855266" y="73107"/>
                  <a:pt x="854504" y="70349"/>
                </a:cubicBezTo>
                <a:cubicBezTo>
                  <a:pt x="853743" y="67589"/>
                  <a:pt x="852515" y="65295"/>
                  <a:pt x="850819" y="63468"/>
                </a:cubicBezTo>
                <a:cubicBezTo>
                  <a:pt x="849123" y="61640"/>
                  <a:pt x="846925" y="60261"/>
                  <a:pt x="844226" y="59331"/>
                </a:cubicBezTo>
                <a:cubicBezTo>
                  <a:pt x="841527" y="58399"/>
                  <a:pt x="838204" y="57933"/>
                  <a:pt x="834259" y="57933"/>
                </a:cubicBezTo>
                <a:cubicBezTo>
                  <a:pt x="830037" y="57933"/>
                  <a:pt x="826248" y="58429"/>
                  <a:pt x="822891" y="59422"/>
                </a:cubicBezTo>
                <a:cubicBezTo>
                  <a:pt x="819534" y="60415"/>
                  <a:pt x="816592" y="61510"/>
                  <a:pt x="814066" y="62708"/>
                </a:cubicBezTo>
                <a:cubicBezTo>
                  <a:pt x="811540" y="63907"/>
                  <a:pt x="809428" y="65002"/>
                  <a:pt x="807733" y="65995"/>
                </a:cubicBezTo>
                <a:cubicBezTo>
                  <a:pt x="806037" y="66988"/>
                  <a:pt x="804774" y="67484"/>
                  <a:pt x="803943" y="67484"/>
                </a:cubicBezTo>
                <a:cubicBezTo>
                  <a:pt x="803389" y="67484"/>
                  <a:pt x="802905" y="67346"/>
                  <a:pt x="802490" y="67069"/>
                </a:cubicBezTo>
                <a:cubicBezTo>
                  <a:pt x="802074" y="66792"/>
                  <a:pt x="801711" y="66377"/>
                  <a:pt x="801400" y="65823"/>
                </a:cubicBezTo>
                <a:cubicBezTo>
                  <a:pt x="801088" y="65269"/>
                  <a:pt x="800863" y="64560"/>
                  <a:pt x="800725" y="63695"/>
                </a:cubicBezTo>
                <a:cubicBezTo>
                  <a:pt x="800586" y="62830"/>
                  <a:pt x="800517" y="61878"/>
                  <a:pt x="800517" y="60840"/>
                </a:cubicBezTo>
                <a:cubicBezTo>
                  <a:pt x="800517" y="59109"/>
                  <a:pt x="800638" y="57742"/>
                  <a:pt x="800880" y="56739"/>
                </a:cubicBezTo>
                <a:cubicBezTo>
                  <a:pt x="801123" y="55735"/>
                  <a:pt x="801711" y="54783"/>
                  <a:pt x="802645" y="53884"/>
                </a:cubicBezTo>
                <a:cubicBezTo>
                  <a:pt x="803580" y="52984"/>
                  <a:pt x="805189" y="51936"/>
                  <a:pt x="807473" y="50740"/>
                </a:cubicBezTo>
                <a:cubicBezTo>
                  <a:pt x="809757" y="49541"/>
                  <a:pt x="812387" y="48447"/>
                  <a:pt x="815364" y="47456"/>
                </a:cubicBezTo>
                <a:cubicBezTo>
                  <a:pt x="818340" y="46466"/>
                  <a:pt x="821593" y="45646"/>
                  <a:pt x="825123" y="44997"/>
                </a:cubicBezTo>
                <a:cubicBezTo>
                  <a:pt x="828653" y="44346"/>
                  <a:pt x="832217" y="44020"/>
                  <a:pt x="835817" y="44020"/>
                </a:cubicBezTo>
                <a:cubicBezTo>
                  <a:pt x="842530" y="44020"/>
                  <a:pt x="848241" y="44782"/>
                  <a:pt x="852947" y="46305"/>
                </a:cubicBezTo>
                <a:cubicBezTo>
                  <a:pt x="857654" y="47827"/>
                  <a:pt x="861461" y="50059"/>
                  <a:pt x="864368" y="53001"/>
                </a:cubicBezTo>
                <a:cubicBezTo>
                  <a:pt x="867275" y="55943"/>
                  <a:pt x="869386" y="59594"/>
                  <a:pt x="870701" y="63954"/>
                </a:cubicBezTo>
                <a:cubicBezTo>
                  <a:pt x="872016" y="68315"/>
                  <a:pt x="872673" y="73402"/>
                  <a:pt x="872673" y="79216"/>
                </a:cubicBezTo>
                <a:lnTo>
                  <a:pt x="872673" y="142236"/>
                </a:lnTo>
                <a:moveTo>
                  <a:pt x="855647" y="99461"/>
                </a:moveTo>
                <a:lnTo>
                  <a:pt x="841008" y="99461"/>
                </a:lnTo>
                <a:cubicBezTo>
                  <a:pt x="836301" y="99461"/>
                  <a:pt x="832217" y="99863"/>
                  <a:pt x="828757" y="100665"/>
                </a:cubicBezTo>
                <a:cubicBezTo>
                  <a:pt x="825296" y="101465"/>
                  <a:pt x="822423" y="102649"/>
                  <a:pt x="820139" y="104214"/>
                </a:cubicBezTo>
                <a:cubicBezTo>
                  <a:pt x="817855" y="105780"/>
                  <a:pt x="816177" y="107661"/>
                  <a:pt x="815104" y="109857"/>
                </a:cubicBezTo>
                <a:cubicBezTo>
                  <a:pt x="814031" y="112050"/>
                  <a:pt x="813495" y="114574"/>
                  <a:pt x="813495" y="117429"/>
                </a:cubicBezTo>
                <a:cubicBezTo>
                  <a:pt x="813495" y="122304"/>
                  <a:pt x="815035" y="126187"/>
                  <a:pt x="818115" y="129077"/>
                </a:cubicBezTo>
                <a:cubicBezTo>
                  <a:pt x="821195" y="131966"/>
                  <a:pt x="825504" y="133411"/>
                  <a:pt x="831041" y="133411"/>
                </a:cubicBezTo>
                <a:cubicBezTo>
                  <a:pt x="835540" y="133411"/>
                  <a:pt x="839710" y="132263"/>
                  <a:pt x="843551" y="129966"/>
                </a:cubicBezTo>
                <a:cubicBezTo>
                  <a:pt x="847393" y="127666"/>
                  <a:pt x="851424" y="124149"/>
                  <a:pt x="855647" y="119415"/>
                </a:cubicBezTo>
                <a:lnTo>
                  <a:pt x="855647" y="99461"/>
                </a:lnTo>
                <a:close/>
                <a:moveTo>
                  <a:pt x="925670" y="133463"/>
                </a:moveTo>
                <a:cubicBezTo>
                  <a:pt x="925670" y="138399"/>
                  <a:pt x="924857" y="141683"/>
                  <a:pt x="923231" y="143316"/>
                </a:cubicBezTo>
                <a:cubicBezTo>
                  <a:pt x="921604" y="144949"/>
                  <a:pt x="918645" y="145766"/>
                  <a:pt x="914354" y="145766"/>
                </a:cubicBezTo>
                <a:cubicBezTo>
                  <a:pt x="910201" y="145766"/>
                  <a:pt x="907329" y="144967"/>
                  <a:pt x="905737" y="143368"/>
                </a:cubicBezTo>
                <a:cubicBezTo>
                  <a:pt x="904145" y="141770"/>
                  <a:pt x="903349" y="138572"/>
                  <a:pt x="903349" y="133775"/>
                </a:cubicBezTo>
                <a:cubicBezTo>
                  <a:pt x="903349" y="128839"/>
                  <a:pt x="904162" y="125554"/>
                  <a:pt x="905789" y="123921"/>
                </a:cubicBezTo>
                <a:cubicBezTo>
                  <a:pt x="907415" y="122288"/>
                  <a:pt x="910374" y="121472"/>
                  <a:pt x="914665" y="121472"/>
                </a:cubicBezTo>
                <a:cubicBezTo>
                  <a:pt x="918818" y="121472"/>
                  <a:pt x="921691" y="122271"/>
                  <a:pt x="923283" y="123869"/>
                </a:cubicBezTo>
                <a:cubicBezTo>
                  <a:pt x="924875" y="125468"/>
                  <a:pt x="925670" y="128666"/>
                  <a:pt x="925670" y="133463"/>
                </a:cubicBezTo>
                <a:close/>
                <a:moveTo>
                  <a:pt x="1023524" y="128012"/>
                </a:moveTo>
                <a:cubicBezTo>
                  <a:pt x="1023524" y="129189"/>
                  <a:pt x="1023490" y="130210"/>
                  <a:pt x="1023421" y="131075"/>
                </a:cubicBezTo>
                <a:cubicBezTo>
                  <a:pt x="1023351" y="131940"/>
                  <a:pt x="1023230" y="132667"/>
                  <a:pt x="1023057" y="133255"/>
                </a:cubicBezTo>
                <a:cubicBezTo>
                  <a:pt x="1022884" y="133844"/>
                  <a:pt x="1022676" y="134363"/>
                  <a:pt x="1022434" y="134813"/>
                </a:cubicBezTo>
                <a:cubicBezTo>
                  <a:pt x="1022192" y="135263"/>
                  <a:pt x="1021638" y="135920"/>
                  <a:pt x="1020773" y="136785"/>
                </a:cubicBezTo>
                <a:cubicBezTo>
                  <a:pt x="1019908" y="137651"/>
                  <a:pt x="1018437" y="138723"/>
                  <a:pt x="1016361" y="140004"/>
                </a:cubicBezTo>
                <a:cubicBezTo>
                  <a:pt x="1014284" y="141284"/>
                  <a:pt x="1011948" y="142426"/>
                  <a:pt x="1009353" y="143430"/>
                </a:cubicBezTo>
                <a:cubicBezTo>
                  <a:pt x="1006757" y="144434"/>
                  <a:pt x="1003937" y="145247"/>
                  <a:pt x="1000891" y="145870"/>
                </a:cubicBezTo>
                <a:cubicBezTo>
                  <a:pt x="997846" y="146493"/>
                  <a:pt x="994696" y="146804"/>
                  <a:pt x="991443" y="146804"/>
                </a:cubicBezTo>
                <a:cubicBezTo>
                  <a:pt x="984730" y="146804"/>
                  <a:pt x="978777" y="145695"/>
                  <a:pt x="973586" y="143475"/>
                </a:cubicBezTo>
                <a:cubicBezTo>
                  <a:pt x="968395" y="141256"/>
                  <a:pt x="964052" y="138014"/>
                  <a:pt x="960556" y="133749"/>
                </a:cubicBezTo>
                <a:cubicBezTo>
                  <a:pt x="957061" y="129483"/>
                  <a:pt x="954396" y="124247"/>
                  <a:pt x="952562" y="118039"/>
                </a:cubicBezTo>
                <a:cubicBezTo>
                  <a:pt x="950728" y="111831"/>
                  <a:pt x="949811" y="104671"/>
                  <a:pt x="949811" y="96558"/>
                </a:cubicBezTo>
                <a:cubicBezTo>
                  <a:pt x="949811" y="87333"/>
                  <a:pt x="950936" y="79409"/>
                  <a:pt x="953185" y="72786"/>
                </a:cubicBezTo>
                <a:cubicBezTo>
                  <a:pt x="955434" y="66163"/>
                  <a:pt x="958515" y="60736"/>
                  <a:pt x="962425" y="56505"/>
                </a:cubicBezTo>
                <a:cubicBezTo>
                  <a:pt x="966336" y="52274"/>
                  <a:pt x="970939" y="49136"/>
                  <a:pt x="976233" y="47090"/>
                </a:cubicBezTo>
                <a:cubicBezTo>
                  <a:pt x="981528" y="45044"/>
                  <a:pt x="987256" y="44020"/>
                  <a:pt x="993416" y="44020"/>
                </a:cubicBezTo>
                <a:cubicBezTo>
                  <a:pt x="996392" y="44020"/>
                  <a:pt x="999282" y="44297"/>
                  <a:pt x="1002085" y="44851"/>
                </a:cubicBezTo>
                <a:cubicBezTo>
                  <a:pt x="1004888" y="45405"/>
                  <a:pt x="1007467" y="46132"/>
                  <a:pt x="1009820" y="47031"/>
                </a:cubicBezTo>
                <a:cubicBezTo>
                  <a:pt x="1012173" y="47931"/>
                  <a:pt x="1014267" y="48969"/>
                  <a:pt x="1016101" y="50146"/>
                </a:cubicBezTo>
                <a:cubicBezTo>
                  <a:pt x="1017935" y="51323"/>
                  <a:pt x="1019268" y="52326"/>
                  <a:pt x="1020098" y="53157"/>
                </a:cubicBezTo>
                <a:cubicBezTo>
                  <a:pt x="1020929" y="53987"/>
                  <a:pt x="1021500" y="54645"/>
                  <a:pt x="1021811" y="55129"/>
                </a:cubicBezTo>
                <a:cubicBezTo>
                  <a:pt x="1022123" y="55614"/>
                  <a:pt x="1022382" y="56185"/>
                  <a:pt x="1022590" y="56842"/>
                </a:cubicBezTo>
                <a:cubicBezTo>
                  <a:pt x="1022798" y="57500"/>
                  <a:pt x="1022936" y="58244"/>
                  <a:pt x="1023005" y="59075"/>
                </a:cubicBezTo>
                <a:cubicBezTo>
                  <a:pt x="1023074" y="59905"/>
                  <a:pt x="1023109" y="60943"/>
                  <a:pt x="1023109" y="62189"/>
                </a:cubicBezTo>
                <a:cubicBezTo>
                  <a:pt x="1023109" y="64889"/>
                  <a:pt x="1022798" y="66775"/>
                  <a:pt x="1022175" y="67848"/>
                </a:cubicBezTo>
                <a:cubicBezTo>
                  <a:pt x="1021552" y="68920"/>
                  <a:pt x="1020790" y="69457"/>
                  <a:pt x="1019891" y="69457"/>
                </a:cubicBezTo>
                <a:cubicBezTo>
                  <a:pt x="1018852" y="69457"/>
                  <a:pt x="1017658" y="68886"/>
                  <a:pt x="1016309" y="67744"/>
                </a:cubicBezTo>
                <a:cubicBezTo>
                  <a:pt x="1014959" y="66602"/>
                  <a:pt x="1013246" y="65339"/>
                  <a:pt x="1011170" y="63954"/>
                </a:cubicBezTo>
                <a:cubicBezTo>
                  <a:pt x="1009093" y="62570"/>
                  <a:pt x="1006584" y="61307"/>
                  <a:pt x="1003642" y="60165"/>
                </a:cubicBezTo>
                <a:cubicBezTo>
                  <a:pt x="1000701" y="59023"/>
                  <a:pt x="997223" y="58452"/>
                  <a:pt x="993208" y="58452"/>
                </a:cubicBezTo>
                <a:cubicBezTo>
                  <a:pt x="984972" y="58452"/>
                  <a:pt x="978656" y="61628"/>
                  <a:pt x="974261" y="67981"/>
                </a:cubicBezTo>
                <a:cubicBezTo>
                  <a:pt x="969866" y="74331"/>
                  <a:pt x="967668" y="83544"/>
                  <a:pt x="967668" y="95620"/>
                </a:cubicBezTo>
                <a:cubicBezTo>
                  <a:pt x="967668" y="101659"/>
                  <a:pt x="968239" y="106952"/>
                  <a:pt x="969381" y="111498"/>
                </a:cubicBezTo>
                <a:cubicBezTo>
                  <a:pt x="970523" y="116045"/>
                  <a:pt x="972202" y="119845"/>
                  <a:pt x="974417" y="122899"/>
                </a:cubicBezTo>
                <a:cubicBezTo>
                  <a:pt x="976631" y="125953"/>
                  <a:pt x="979348" y="128227"/>
                  <a:pt x="982567" y="129719"/>
                </a:cubicBezTo>
                <a:cubicBezTo>
                  <a:pt x="985785" y="131211"/>
                  <a:pt x="989471" y="131958"/>
                  <a:pt x="993624" y="131958"/>
                </a:cubicBezTo>
                <a:cubicBezTo>
                  <a:pt x="997569" y="131958"/>
                  <a:pt x="1001030" y="131335"/>
                  <a:pt x="1004006" y="130089"/>
                </a:cubicBezTo>
                <a:cubicBezTo>
                  <a:pt x="1006982" y="128843"/>
                  <a:pt x="1009560" y="127476"/>
                  <a:pt x="1011741" y="125988"/>
                </a:cubicBezTo>
                <a:cubicBezTo>
                  <a:pt x="1013921" y="124500"/>
                  <a:pt x="1015755" y="123150"/>
                  <a:pt x="1017243" y="121939"/>
                </a:cubicBezTo>
                <a:cubicBezTo>
                  <a:pt x="1018731" y="120728"/>
                  <a:pt x="1019891" y="120122"/>
                  <a:pt x="1020721" y="120122"/>
                </a:cubicBezTo>
                <a:cubicBezTo>
                  <a:pt x="1021206" y="120122"/>
                  <a:pt x="1021621" y="120260"/>
                  <a:pt x="1021967" y="120537"/>
                </a:cubicBezTo>
                <a:cubicBezTo>
                  <a:pt x="1022313" y="120814"/>
                  <a:pt x="1022607" y="121281"/>
                  <a:pt x="1022850" y="121939"/>
                </a:cubicBezTo>
                <a:cubicBezTo>
                  <a:pt x="1023092" y="122596"/>
                  <a:pt x="1023265" y="123427"/>
                  <a:pt x="1023369" y="124431"/>
                </a:cubicBezTo>
                <a:cubicBezTo>
                  <a:pt x="1023472" y="125434"/>
                  <a:pt x="1023524" y="126628"/>
                  <a:pt x="1023524" y="128012"/>
                </a:cubicBezTo>
                <a:close/>
                <a:moveTo>
                  <a:pt x="1131130" y="94426"/>
                </a:moveTo>
                <a:cubicBezTo>
                  <a:pt x="1131130" y="102046"/>
                  <a:pt x="1130126" y="109061"/>
                  <a:pt x="1128119" y="115469"/>
                </a:cubicBezTo>
                <a:cubicBezTo>
                  <a:pt x="1126111" y="121878"/>
                  <a:pt x="1123118" y="127405"/>
                  <a:pt x="1119138" y="132048"/>
                </a:cubicBezTo>
                <a:cubicBezTo>
                  <a:pt x="1115158" y="136690"/>
                  <a:pt x="1110175" y="140310"/>
                  <a:pt x="1104188" y="142908"/>
                </a:cubicBezTo>
                <a:cubicBezTo>
                  <a:pt x="1098201" y="145505"/>
                  <a:pt x="1091262" y="146804"/>
                  <a:pt x="1083371" y="146804"/>
                </a:cubicBezTo>
                <a:cubicBezTo>
                  <a:pt x="1075689" y="146804"/>
                  <a:pt x="1068992" y="145661"/>
                  <a:pt x="1063282" y="143375"/>
                </a:cubicBezTo>
                <a:cubicBezTo>
                  <a:pt x="1057572" y="141089"/>
                  <a:pt x="1052813" y="137763"/>
                  <a:pt x="1049006" y="133398"/>
                </a:cubicBezTo>
                <a:cubicBezTo>
                  <a:pt x="1045200" y="129033"/>
                  <a:pt x="1042362" y="123733"/>
                  <a:pt x="1040493" y="117497"/>
                </a:cubicBezTo>
                <a:cubicBezTo>
                  <a:pt x="1038624" y="111261"/>
                  <a:pt x="1037690" y="104194"/>
                  <a:pt x="1037690" y="96295"/>
                </a:cubicBezTo>
                <a:cubicBezTo>
                  <a:pt x="1037690" y="88675"/>
                  <a:pt x="1038676" y="81660"/>
                  <a:pt x="1040649" y="75251"/>
                </a:cubicBezTo>
                <a:cubicBezTo>
                  <a:pt x="1042621" y="68843"/>
                  <a:pt x="1045598" y="63317"/>
                  <a:pt x="1049577" y="58676"/>
                </a:cubicBezTo>
                <a:cubicBezTo>
                  <a:pt x="1053557" y="54032"/>
                  <a:pt x="1058523" y="50428"/>
                  <a:pt x="1064476" y="47865"/>
                </a:cubicBezTo>
                <a:cubicBezTo>
                  <a:pt x="1070428" y="45302"/>
                  <a:pt x="1077384" y="44020"/>
                  <a:pt x="1085344" y="44020"/>
                </a:cubicBezTo>
                <a:cubicBezTo>
                  <a:pt x="1093027" y="44020"/>
                  <a:pt x="1099723" y="45164"/>
                  <a:pt x="1105434" y="47450"/>
                </a:cubicBezTo>
                <a:cubicBezTo>
                  <a:pt x="1111144" y="49736"/>
                  <a:pt x="1115902" y="53062"/>
                  <a:pt x="1119709" y="57426"/>
                </a:cubicBezTo>
                <a:cubicBezTo>
                  <a:pt x="1123516" y="61791"/>
                  <a:pt x="1126371" y="67092"/>
                  <a:pt x="1128274" y="73327"/>
                </a:cubicBezTo>
                <a:cubicBezTo>
                  <a:pt x="1130178" y="79563"/>
                  <a:pt x="1131130" y="86596"/>
                  <a:pt x="1131130" y="94426"/>
                </a:cubicBezTo>
                <a:moveTo>
                  <a:pt x="1113064" y="95568"/>
                </a:moveTo>
                <a:cubicBezTo>
                  <a:pt x="1113064" y="90509"/>
                  <a:pt x="1112597" y="85727"/>
                  <a:pt x="1111663" y="81221"/>
                </a:cubicBezTo>
                <a:cubicBezTo>
                  <a:pt x="1110729" y="76716"/>
                  <a:pt x="1109188" y="72765"/>
                  <a:pt x="1107043" y="69369"/>
                </a:cubicBezTo>
                <a:cubicBezTo>
                  <a:pt x="1104897" y="65973"/>
                  <a:pt x="1101990" y="63288"/>
                  <a:pt x="1098322" y="61313"/>
                </a:cubicBezTo>
                <a:cubicBezTo>
                  <a:pt x="1094653" y="59336"/>
                  <a:pt x="1090085" y="58348"/>
                  <a:pt x="1084617" y="58348"/>
                </a:cubicBezTo>
                <a:cubicBezTo>
                  <a:pt x="1079565" y="58348"/>
                  <a:pt x="1075221" y="59249"/>
                  <a:pt x="1071588" y="61051"/>
                </a:cubicBezTo>
                <a:cubicBezTo>
                  <a:pt x="1067954" y="62852"/>
                  <a:pt x="1064960" y="65400"/>
                  <a:pt x="1062607" y="68694"/>
                </a:cubicBezTo>
                <a:cubicBezTo>
                  <a:pt x="1060254" y="71986"/>
                  <a:pt x="1058506" y="75885"/>
                  <a:pt x="1057364" y="80391"/>
                </a:cubicBezTo>
                <a:cubicBezTo>
                  <a:pt x="1056222" y="84894"/>
                  <a:pt x="1055651" y="89815"/>
                  <a:pt x="1055651" y="95153"/>
                </a:cubicBezTo>
                <a:cubicBezTo>
                  <a:pt x="1055651" y="100281"/>
                  <a:pt x="1056118" y="105098"/>
                  <a:pt x="1057053" y="109603"/>
                </a:cubicBezTo>
                <a:cubicBezTo>
                  <a:pt x="1057987" y="114109"/>
                  <a:pt x="1059544" y="118042"/>
                  <a:pt x="1061725" y="121404"/>
                </a:cubicBezTo>
                <a:cubicBezTo>
                  <a:pt x="1063905" y="124765"/>
                  <a:pt x="1066829" y="127434"/>
                  <a:pt x="1070498" y="129411"/>
                </a:cubicBezTo>
                <a:cubicBezTo>
                  <a:pt x="1074166" y="131386"/>
                  <a:pt x="1078734" y="132373"/>
                  <a:pt x="1084202" y="132373"/>
                </a:cubicBezTo>
                <a:cubicBezTo>
                  <a:pt x="1089185" y="132373"/>
                  <a:pt x="1093511" y="131472"/>
                  <a:pt x="1097180" y="129670"/>
                </a:cubicBezTo>
                <a:cubicBezTo>
                  <a:pt x="1100848" y="127869"/>
                  <a:pt x="1103859" y="125339"/>
                  <a:pt x="1106212" y="122082"/>
                </a:cubicBezTo>
                <a:cubicBezTo>
                  <a:pt x="1108566" y="118822"/>
                  <a:pt x="1110296" y="114941"/>
                  <a:pt x="1111403" y="110437"/>
                </a:cubicBezTo>
                <a:cubicBezTo>
                  <a:pt x="1112511" y="105932"/>
                  <a:pt x="1113064" y="100975"/>
                  <a:pt x="1113064" y="95568"/>
                </a:cubicBezTo>
                <a:close/>
                <a:moveTo>
                  <a:pt x="1294313" y="142132"/>
                </a:moveTo>
                <a:cubicBezTo>
                  <a:pt x="1294313" y="142686"/>
                  <a:pt x="1294175" y="143153"/>
                  <a:pt x="1293898" y="143534"/>
                </a:cubicBezTo>
                <a:cubicBezTo>
                  <a:pt x="1293621" y="143914"/>
                  <a:pt x="1293171" y="144243"/>
                  <a:pt x="1292548" y="144520"/>
                </a:cubicBezTo>
                <a:cubicBezTo>
                  <a:pt x="1291925" y="144797"/>
                  <a:pt x="1291060" y="145005"/>
                  <a:pt x="1289953" y="145143"/>
                </a:cubicBezTo>
                <a:cubicBezTo>
                  <a:pt x="1288845" y="145281"/>
                  <a:pt x="1287461" y="145351"/>
                  <a:pt x="1285800" y="145351"/>
                </a:cubicBezTo>
                <a:cubicBezTo>
                  <a:pt x="1284070" y="145351"/>
                  <a:pt x="1282651" y="145281"/>
                  <a:pt x="1281543" y="145143"/>
                </a:cubicBezTo>
                <a:cubicBezTo>
                  <a:pt x="1280436" y="145005"/>
                  <a:pt x="1279553" y="144797"/>
                  <a:pt x="1278896" y="144520"/>
                </a:cubicBezTo>
                <a:cubicBezTo>
                  <a:pt x="1278238" y="144243"/>
                  <a:pt x="1277771" y="143914"/>
                  <a:pt x="1277494" y="143534"/>
                </a:cubicBezTo>
                <a:cubicBezTo>
                  <a:pt x="1277217" y="143153"/>
                  <a:pt x="1277079" y="142686"/>
                  <a:pt x="1277079" y="142132"/>
                </a:cubicBezTo>
                <a:lnTo>
                  <a:pt x="1277079" y="85342"/>
                </a:lnTo>
                <a:cubicBezTo>
                  <a:pt x="1277079" y="81396"/>
                  <a:pt x="1276733" y="77797"/>
                  <a:pt x="1276041" y="74544"/>
                </a:cubicBezTo>
                <a:cubicBezTo>
                  <a:pt x="1275349" y="71291"/>
                  <a:pt x="1274241" y="68488"/>
                  <a:pt x="1272718" y="66135"/>
                </a:cubicBezTo>
                <a:cubicBezTo>
                  <a:pt x="1271196" y="63781"/>
                  <a:pt x="1269258" y="61982"/>
                  <a:pt x="1266904" y="60736"/>
                </a:cubicBezTo>
                <a:cubicBezTo>
                  <a:pt x="1264551" y="59490"/>
                  <a:pt x="1261782" y="58867"/>
                  <a:pt x="1258599" y="58867"/>
                </a:cubicBezTo>
                <a:cubicBezTo>
                  <a:pt x="1254653" y="58867"/>
                  <a:pt x="1250691" y="60390"/>
                  <a:pt x="1246711" y="63435"/>
                </a:cubicBezTo>
                <a:cubicBezTo>
                  <a:pt x="1242731" y="66481"/>
                  <a:pt x="1238353" y="70945"/>
                  <a:pt x="1233578" y="76828"/>
                </a:cubicBezTo>
                <a:lnTo>
                  <a:pt x="1233578" y="142132"/>
                </a:lnTo>
                <a:cubicBezTo>
                  <a:pt x="1233578" y="142686"/>
                  <a:pt x="1233439" y="143153"/>
                  <a:pt x="1233162" y="143534"/>
                </a:cubicBezTo>
                <a:cubicBezTo>
                  <a:pt x="1232885" y="143914"/>
                  <a:pt x="1232418" y="144243"/>
                  <a:pt x="1231761" y="144520"/>
                </a:cubicBezTo>
                <a:cubicBezTo>
                  <a:pt x="1231103" y="144797"/>
                  <a:pt x="1230221" y="145005"/>
                  <a:pt x="1229113" y="145143"/>
                </a:cubicBezTo>
                <a:cubicBezTo>
                  <a:pt x="1228006" y="145281"/>
                  <a:pt x="1226621" y="145351"/>
                  <a:pt x="1224960" y="145351"/>
                </a:cubicBezTo>
                <a:cubicBezTo>
                  <a:pt x="1223368" y="145351"/>
                  <a:pt x="1222001" y="145281"/>
                  <a:pt x="1220859" y="145143"/>
                </a:cubicBezTo>
                <a:cubicBezTo>
                  <a:pt x="1219717" y="145005"/>
                  <a:pt x="1218817" y="144797"/>
                  <a:pt x="1218160" y="144520"/>
                </a:cubicBezTo>
                <a:cubicBezTo>
                  <a:pt x="1217502" y="144243"/>
                  <a:pt x="1217053" y="143914"/>
                  <a:pt x="1216810" y="143534"/>
                </a:cubicBezTo>
                <a:cubicBezTo>
                  <a:pt x="1216568" y="143153"/>
                  <a:pt x="1216447" y="142686"/>
                  <a:pt x="1216447" y="142132"/>
                </a:cubicBezTo>
                <a:lnTo>
                  <a:pt x="1216447" y="85342"/>
                </a:lnTo>
                <a:cubicBezTo>
                  <a:pt x="1216447" y="81396"/>
                  <a:pt x="1216066" y="77797"/>
                  <a:pt x="1215305" y="74544"/>
                </a:cubicBezTo>
                <a:cubicBezTo>
                  <a:pt x="1214543" y="71291"/>
                  <a:pt x="1213401" y="68488"/>
                  <a:pt x="1211879" y="66135"/>
                </a:cubicBezTo>
                <a:cubicBezTo>
                  <a:pt x="1210356" y="63781"/>
                  <a:pt x="1208435" y="61982"/>
                  <a:pt x="1206117" y="60736"/>
                </a:cubicBezTo>
                <a:cubicBezTo>
                  <a:pt x="1203798" y="59490"/>
                  <a:pt x="1201047" y="58867"/>
                  <a:pt x="1197863" y="58867"/>
                </a:cubicBezTo>
                <a:cubicBezTo>
                  <a:pt x="1193918" y="58867"/>
                  <a:pt x="1189938" y="60390"/>
                  <a:pt x="1185923" y="63435"/>
                </a:cubicBezTo>
                <a:cubicBezTo>
                  <a:pt x="1181909" y="66481"/>
                  <a:pt x="1177548" y="70945"/>
                  <a:pt x="1172842" y="76828"/>
                </a:cubicBezTo>
                <a:lnTo>
                  <a:pt x="1172842" y="142132"/>
                </a:lnTo>
                <a:cubicBezTo>
                  <a:pt x="1172842" y="142686"/>
                  <a:pt x="1172703" y="143153"/>
                  <a:pt x="1172426" y="143534"/>
                </a:cubicBezTo>
                <a:cubicBezTo>
                  <a:pt x="1172150" y="143914"/>
                  <a:pt x="1171700" y="144243"/>
                  <a:pt x="1171077" y="144520"/>
                </a:cubicBezTo>
                <a:cubicBezTo>
                  <a:pt x="1170454" y="144797"/>
                  <a:pt x="1169589" y="145005"/>
                  <a:pt x="1168481" y="145143"/>
                </a:cubicBezTo>
                <a:cubicBezTo>
                  <a:pt x="1167374" y="145281"/>
                  <a:pt x="1165955" y="145351"/>
                  <a:pt x="1164224" y="145351"/>
                </a:cubicBezTo>
                <a:cubicBezTo>
                  <a:pt x="1162563" y="145351"/>
                  <a:pt x="1161179" y="145281"/>
                  <a:pt x="1160072" y="145143"/>
                </a:cubicBezTo>
                <a:cubicBezTo>
                  <a:pt x="1158964" y="145005"/>
                  <a:pt x="1158082" y="144797"/>
                  <a:pt x="1157424" y="144520"/>
                </a:cubicBezTo>
                <a:cubicBezTo>
                  <a:pt x="1156767" y="144243"/>
                  <a:pt x="1156317" y="143914"/>
                  <a:pt x="1156074" y="143534"/>
                </a:cubicBezTo>
                <a:cubicBezTo>
                  <a:pt x="1155832" y="143153"/>
                  <a:pt x="1155711" y="142686"/>
                  <a:pt x="1155711" y="142132"/>
                </a:cubicBezTo>
                <a:lnTo>
                  <a:pt x="1155711" y="48692"/>
                </a:lnTo>
                <a:cubicBezTo>
                  <a:pt x="1155711" y="48139"/>
                  <a:pt x="1155815" y="47672"/>
                  <a:pt x="1156023" y="47291"/>
                </a:cubicBezTo>
                <a:cubicBezTo>
                  <a:pt x="1156230" y="46910"/>
                  <a:pt x="1156645" y="46564"/>
                  <a:pt x="1157268" y="46253"/>
                </a:cubicBezTo>
                <a:cubicBezTo>
                  <a:pt x="1157891" y="45941"/>
                  <a:pt x="1158687" y="45734"/>
                  <a:pt x="1159656" y="45630"/>
                </a:cubicBezTo>
                <a:cubicBezTo>
                  <a:pt x="1160625" y="45526"/>
                  <a:pt x="1161906" y="45474"/>
                  <a:pt x="1163498" y="45474"/>
                </a:cubicBezTo>
                <a:cubicBezTo>
                  <a:pt x="1165020" y="45474"/>
                  <a:pt x="1166284" y="45526"/>
                  <a:pt x="1167287" y="45630"/>
                </a:cubicBezTo>
                <a:cubicBezTo>
                  <a:pt x="1168291" y="45734"/>
                  <a:pt x="1169069" y="45941"/>
                  <a:pt x="1169623" y="46253"/>
                </a:cubicBezTo>
                <a:cubicBezTo>
                  <a:pt x="1170177" y="46564"/>
                  <a:pt x="1170575" y="46910"/>
                  <a:pt x="1170817" y="47291"/>
                </a:cubicBezTo>
                <a:cubicBezTo>
                  <a:pt x="1171059" y="47672"/>
                  <a:pt x="1171181" y="48139"/>
                  <a:pt x="1171181" y="48692"/>
                </a:cubicBezTo>
                <a:lnTo>
                  <a:pt x="1171181" y="61047"/>
                </a:lnTo>
                <a:cubicBezTo>
                  <a:pt x="1176441" y="55164"/>
                  <a:pt x="1181545" y="50855"/>
                  <a:pt x="1186494" y="48121"/>
                </a:cubicBezTo>
                <a:cubicBezTo>
                  <a:pt x="1191443" y="45387"/>
                  <a:pt x="1196444" y="44020"/>
                  <a:pt x="1201497" y="44020"/>
                </a:cubicBezTo>
                <a:cubicBezTo>
                  <a:pt x="1205373" y="44020"/>
                  <a:pt x="1208851" y="44470"/>
                  <a:pt x="1211931" y="45370"/>
                </a:cubicBezTo>
                <a:cubicBezTo>
                  <a:pt x="1215011" y="46270"/>
                  <a:pt x="1217727" y="47533"/>
                  <a:pt x="1220081" y="49160"/>
                </a:cubicBezTo>
                <a:cubicBezTo>
                  <a:pt x="1222434" y="50786"/>
                  <a:pt x="1224441" y="52724"/>
                  <a:pt x="1226102" y="54974"/>
                </a:cubicBezTo>
                <a:cubicBezTo>
                  <a:pt x="1227763" y="57223"/>
                  <a:pt x="1229148" y="59732"/>
                  <a:pt x="1230255" y="62501"/>
                </a:cubicBezTo>
                <a:cubicBezTo>
                  <a:pt x="1233370" y="59109"/>
                  <a:pt x="1236329" y="56237"/>
                  <a:pt x="1239132" y="53884"/>
                </a:cubicBezTo>
                <a:cubicBezTo>
                  <a:pt x="1241935" y="51530"/>
                  <a:pt x="1244635" y="49627"/>
                  <a:pt x="1247230" y="48173"/>
                </a:cubicBezTo>
                <a:cubicBezTo>
                  <a:pt x="1249826" y="46720"/>
                  <a:pt x="1252352" y="45664"/>
                  <a:pt x="1254809" y="45007"/>
                </a:cubicBezTo>
                <a:cubicBezTo>
                  <a:pt x="1257266" y="44349"/>
                  <a:pt x="1259741" y="44020"/>
                  <a:pt x="1262232" y="44020"/>
                </a:cubicBezTo>
                <a:cubicBezTo>
                  <a:pt x="1268254" y="44020"/>
                  <a:pt x="1273307" y="45076"/>
                  <a:pt x="1277390" y="47187"/>
                </a:cubicBezTo>
                <a:cubicBezTo>
                  <a:pt x="1281474" y="49298"/>
                  <a:pt x="1284779" y="52119"/>
                  <a:pt x="1287305" y="55649"/>
                </a:cubicBezTo>
                <a:cubicBezTo>
                  <a:pt x="1289832" y="59178"/>
                  <a:pt x="1291631" y="63314"/>
                  <a:pt x="1292704" y="68055"/>
                </a:cubicBezTo>
                <a:cubicBezTo>
                  <a:pt x="1293777" y="72796"/>
                  <a:pt x="1294313" y="77797"/>
                  <a:pt x="1294313" y="83058"/>
                </a:cubicBezTo>
                <a:lnTo>
                  <a:pt x="1294313" y="142132"/>
                </a:lnTo>
                <a:close/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AD5909-5AF8-40F8-8404-11AE3216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812" y="3435099"/>
            <a:ext cx="694119" cy="70449"/>
          </a:xfrm>
          <a:custGeom xmlns:a="http://schemas.openxmlformats.org/drawingml/2006/main">
            <a:pathLst>
              <a:path w="694119" h="70449">
                <a:moveTo>
                  <a:pt x="0" y="29354"/>
                </a:moveTo>
                <a:lnTo>
                  <a:pt x="0" y="41095"/>
                </a:lnTo>
                <a:lnTo>
                  <a:pt x="623670" y="41095"/>
                </a:lnTo>
                <a:lnTo>
                  <a:pt x="623670" y="70449"/>
                </a:lnTo>
                <a:lnTo>
                  <a:pt x="694119" y="35224"/>
                </a:lnTo>
                <a:lnTo>
                  <a:pt x="623670" y="0"/>
                </a:lnTo>
                <a:lnTo>
                  <a:pt x="623670" y="29354"/>
                </a:lnTo>
                <a:lnTo>
                  <a:pt x="0" y="293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703a2adf8f4fbf"/>
          <a:stretch xmlns:a="http://schemas.openxmlformats.org/drawingml/2006/main"/>
        </p:blipFill>
        <p:spPr>
          <a:xfrm xmlns:a="http://schemas.openxmlformats.org/drawingml/2006/main">
            <a:off x="5545213" y="560788"/>
            <a:ext cx="461120" cy="461120"/>
          </a:xfrm>
          <a:prstGeom xmlns:a="http://schemas.openxmlformats.org/drawingml/2006/main" prst="rect">
            <a:avLst/>
          </a:prstGeom>
        </p:spPr>
      </p:pic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b40c8b7d19442c"/>
          <a:stretch xmlns:a="http://schemas.openxmlformats.org/drawingml/2006/main"/>
        </p:blipFill>
        <p:spPr>
          <a:xfrm xmlns:a="http://schemas.openxmlformats.org/drawingml/2006/main">
            <a:off x="5545213" y="1055209"/>
            <a:ext cx="461120" cy="461120"/>
          </a:xfrm>
          <a:prstGeom xmlns:a="http://schemas.openxmlformats.org/drawingml/2006/main" prst="rect">
            <a:avLst/>
          </a:prstGeom>
        </p:spPr>
      </p:pic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350bb1ec704d3d"/>
          <a:stretch xmlns:a="http://schemas.openxmlformats.org/drawingml/2006/main"/>
        </p:blipFill>
        <p:spPr>
          <a:xfrm xmlns:a="http://schemas.openxmlformats.org/drawingml/2006/main">
            <a:off x="5545213" y="1554756"/>
            <a:ext cx="461119" cy="458558"/>
          </a:xfrm>
          <a:prstGeom xmlns:a="http://schemas.openxmlformats.org/drawingml/2006/main" prst="rect">
            <a:avLst/>
          </a:prstGeom>
        </p:spPr>
      </p:pic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F1EA8B-B102-485B-BF3F-7C2DD6C5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369" y="829132"/>
            <a:ext cx="279847" cy="453425"/>
          </a:xfrm>
          <a:custGeom xmlns:a="http://schemas.openxmlformats.org/drawingml/2006/main">
            <a:pathLst>
              <a:path w="279847" h="453425">
                <a:moveTo>
                  <a:pt x="213082" y="41788"/>
                </a:moveTo>
                <a:lnTo>
                  <a:pt x="238139" y="57078"/>
                </a:lnTo>
                <a:lnTo>
                  <a:pt x="214070" y="96517"/>
                </a:lnTo>
                <a:lnTo>
                  <a:pt x="224093" y="102633"/>
                </a:lnTo>
                <a:lnTo>
                  <a:pt x="248161" y="63194"/>
                </a:lnTo>
                <a:lnTo>
                  <a:pt x="273218" y="78485"/>
                </a:lnTo>
                <a:lnTo>
                  <a:pt x="279847" y="0"/>
                </a:lnTo>
                <a:lnTo>
                  <a:pt x="213082" y="41788"/>
                </a:lnTo>
                <a:close/>
                <a:moveTo>
                  <a:pt x="171256" y="166676"/>
                </a:moveTo>
                <a:lnTo>
                  <a:pt x="181279" y="172792"/>
                </a:lnTo>
                <a:lnTo>
                  <a:pt x="205745" y="132702"/>
                </a:lnTo>
                <a:lnTo>
                  <a:pt x="195722" y="126585"/>
                </a:lnTo>
                <a:lnTo>
                  <a:pt x="171256" y="166676"/>
                </a:lnTo>
                <a:close/>
                <a:moveTo>
                  <a:pt x="128442" y="236834"/>
                </a:moveTo>
                <a:lnTo>
                  <a:pt x="138465" y="242950"/>
                </a:lnTo>
                <a:lnTo>
                  <a:pt x="162930" y="202860"/>
                </a:lnTo>
                <a:lnTo>
                  <a:pt x="152908" y="196744"/>
                </a:lnTo>
                <a:lnTo>
                  <a:pt x="128442" y="236834"/>
                </a:lnTo>
                <a:close/>
                <a:moveTo>
                  <a:pt x="85628" y="306992"/>
                </a:moveTo>
                <a:lnTo>
                  <a:pt x="95651" y="313109"/>
                </a:lnTo>
                <a:lnTo>
                  <a:pt x="120116" y="273018"/>
                </a:lnTo>
                <a:lnTo>
                  <a:pt x="110094" y="266902"/>
                </a:lnTo>
                <a:lnTo>
                  <a:pt x="85628" y="306992"/>
                </a:lnTo>
                <a:close/>
                <a:moveTo>
                  <a:pt x="42814" y="377151"/>
                </a:moveTo>
                <a:lnTo>
                  <a:pt x="52837" y="383267"/>
                </a:lnTo>
                <a:lnTo>
                  <a:pt x="77302" y="343176"/>
                </a:lnTo>
                <a:lnTo>
                  <a:pt x="67280" y="337060"/>
                </a:lnTo>
                <a:lnTo>
                  <a:pt x="42814" y="377151"/>
                </a:lnTo>
                <a:close/>
                <a:moveTo>
                  <a:pt x="0" y="447309"/>
                </a:moveTo>
                <a:lnTo>
                  <a:pt x="10023" y="453425"/>
                </a:lnTo>
                <a:lnTo>
                  <a:pt x="34488" y="413335"/>
                </a:lnTo>
                <a:lnTo>
                  <a:pt x="24466" y="407219"/>
                </a:lnTo>
                <a:lnTo>
                  <a:pt x="0" y="4473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74B988-07A3-447D-981C-2BDD924D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315" y="1242999"/>
            <a:ext cx="274901" cy="70444"/>
          </a:xfrm>
          <a:custGeom xmlns:a="http://schemas.openxmlformats.org/drawingml/2006/main">
            <a:pathLst>
              <a:path w="274901" h="70444">
                <a:moveTo>
                  <a:pt x="204845" y="70444"/>
                </a:moveTo>
                <a:lnTo>
                  <a:pt x="274901" y="34445"/>
                </a:lnTo>
                <a:lnTo>
                  <a:pt x="204068" y="0"/>
                </a:lnTo>
                <a:lnTo>
                  <a:pt x="204392" y="29352"/>
                </a:lnTo>
                <a:lnTo>
                  <a:pt x="164370" y="29794"/>
                </a:lnTo>
                <a:lnTo>
                  <a:pt x="164500" y="41534"/>
                </a:lnTo>
                <a:lnTo>
                  <a:pt x="204521" y="41093"/>
                </a:lnTo>
                <a:lnTo>
                  <a:pt x="204845" y="70444"/>
                </a:lnTo>
                <a:close/>
                <a:moveTo>
                  <a:pt x="82186" y="30702"/>
                </a:moveTo>
                <a:lnTo>
                  <a:pt x="82315" y="42442"/>
                </a:lnTo>
                <a:lnTo>
                  <a:pt x="129278" y="41924"/>
                </a:lnTo>
                <a:lnTo>
                  <a:pt x="129148" y="30183"/>
                </a:lnTo>
                <a:lnTo>
                  <a:pt x="82186" y="30702"/>
                </a:lnTo>
                <a:close/>
                <a:moveTo>
                  <a:pt x="0" y="31609"/>
                </a:moveTo>
                <a:lnTo>
                  <a:pt x="129" y="43349"/>
                </a:lnTo>
                <a:lnTo>
                  <a:pt x="47093" y="42832"/>
                </a:lnTo>
                <a:lnTo>
                  <a:pt x="46962" y="31090"/>
                </a:lnTo>
                <a:lnTo>
                  <a:pt x="0" y="316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78A6FE-6B27-4283-BF7D-5CDD6377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387" y="1276917"/>
            <a:ext cx="279829" cy="447384"/>
          </a:xfrm>
          <a:custGeom xmlns:a="http://schemas.openxmlformats.org/drawingml/2006/main">
            <a:pathLst>
              <a:path w="279829" h="447384">
                <a:moveTo>
                  <a:pt x="34693" y="39942"/>
                </a:moveTo>
                <a:lnTo>
                  <a:pt x="9985" y="0"/>
                </a:lnTo>
                <a:lnTo>
                  <a:pt x="0" y="6177"/>
                </a:lnTo>
                <a:lnTo>
                  <a:pt x="24708" y="46118"/>
                </a:lnTo>
                <a:lnTo>
                  <a:pt x="34693" y="39942"/>
                </a:lnTo>
                <a:close/>
                <a:moveTo>
                  <a:pt x="77930" y="109839"/>
                </a:moveTo>
                <a:lnTo>
                  <a:pt x="53223" y="69898"/>
                </a:lnTo>
                <a:lnTo>
                  <a:pt x="43238" y="76075"/>
                </a:lnTo>
                <a:lnTo>
                  <a:pt x="67946" y="116016"/>
                </a:lnTo>
                <a:lnTo>
                  <a:pt x="77930" y="109839"/>
                </a:lnTo>
                <a:close/>
                <a:moveTo>
                  <a:pt x="121168" y="179737"/>
                </a:moveTo>
                <a:lnTo>
                  <a:pt x="96461" y="139796"/>
                </a:lnTo>
                <a:lnTo>
                  <a:pt x="86476" y="145972"/>
                </a:lnTo>
                <a:lnTo>
                  <a:pt x="111183" y="185914"/>
                </a:lnTo>
                <a:lnTo>
                  <a:pt x="121168" y="179737"/>
                </a:lnTo>
                <a:close/>
                <a:moveTo>
                  <a:pt x="164406" y="249635"/>
                </a:moveTo>
                <a:lnTo>
                  <a:pt x="139700" y="209693"/>
                </a:lnTo>
                <a:lnTo>
                  <a:pt x="129714" y="215870"/>
                </a:lnTo>
                <a:lnTo>
                  <a:pt x="154421" y="255813"/>
                </a:lnTo>
                <a:lnTo>
                  <a:pt x="164406" y="249635"/>
                </a:lnTo>
                <a:close/>
                <a:moveTo>
                  <a:pt x="207646" y="319533"/>
                </a:moveTo>
                <a:lnTo>
                  <a:pt x="182938" y="279591"/>
                </a:lnTo>
                <a:lnTo>
                  <a:pt x="172952" y="285769"/>
                </a:lnTo>
                <a:lnTo>
                  <a:pt x="197659" y="325709"/>
                </a:lnTo>
                <a:lnTo>
                  <a:pt x="207646" y="319533"/>
                </a:lnTo>
                <a:close/>
                <a:moveTo>
                  <a:pt x="237775" y="390560"/>
                </a:moveTo>
                <a:lnTo>
                  <a:pt x="212812" y="406002"/>
                </a:lnTo>
                <a:lnTo>
                  <a:pt x="279829" y="447384"/>
                </a:lnTo>
                <a:lnTo>
                  <a:pt x="272724" y="368940"/>
                </a:lnTo>
                <a:lnTo>
                  <a:pt x="247760" y="384383"/>
                </a:lnTo>
                <a:lnTo>
                  <a:pt x="226176" y="349489"/>
                </a:lnTo>
                <a:lnTo>
                  <a:pt x="216190" y="355667"/>
                </a:lnTo>
                <a:lnTo>
                  <a:pt x="237775" y="3905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Accounts">
            <a:extLst xmlns:a="http://schemas.openxmlformats.org/drawingml/2006/main">
              <a:ext uri="{FF2B5EF4-FFF2-40B4-BE49-F238E27FC236}">
                <a16:creationId xmlns:a16="http://schemas.microsoft.com/office/drawing/2014/main" id="{7A52CDAE-12B7-4897-880F-1D05923E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068" y="2124276"/>
            <a:ext cx="773265" cy="137045"/>
          </a:xfrm>
          <a:custGeom xmlns:a="http://schemas.openxmlformats.org/drawingml/2006/main">
            <a:pathLst>
              <a:path w="773265" h="137045">
                <a:moveTo>
                  <a:pt x="114810" y="128635"/>
                </a:moveTo>
                <a:cubicBezTo>
                  <a:pt x="115363" y="130158"/>
                  <a:pt x="115658" y="131387"/>
                  <a:pt x="115692" y="132321"/>
                </a:cubicBezTo>
                <a:cubicBezTo>
                  <a:pt x="115727" y="133255"/>
                  <a:pt x="115467" y="133965"/>
                  <a:pt x="114914" y="134449"/>
                </a:cubicBezTo>
                <a:cubicBezTo>
                  <a:pt x="114360" y="134934"/>
                  <a:pt x="113443" y="135245"/>
                  <a:pt x="112162" y="135384"/>
                </a:cubicBezTo>
                <a:cubicBezTo>
                  <a:pt x="110882" y="135522"/>
                  <a:pt x="109169" y="135591"/>
                  <a:pt x="107023" y="135591"/>
                </a:cubicBezTo>
                <a:cubicBezTo>
                  <a:pt x="104877" y="135591"/>
                  <a:pt x="103164" y="135539"/>
                  <a:pt x="101884" y="135436"/>
                </a:cubicBezTo>
                <a:cubicBezTo>
                  <a:pt x="100603" y="135332"/>
                  <a:pt x="99634" y="135159"/>
                  <a:pt x="98977" y="134917"/>
                </a:cubicBezTo>
                <a:cubicBezTo>
                  <a:pt x="98319" y="134674"/>
                  <a:pt x="97835" y="134346"/>
                  <a:pt x="97523" y="133930"/>
                </a:cubicBezTo>
                <a:cubicBezTo>
                  <a:pt x="97212" y="133515"/>
                  <a:pt x="96918" y="132996"/>
                  <a:pt x="96641" y="132373"/>
                </a:cubicBezTo>
                <a:lnTo>
                  <a:pt x="85117" y="99669"/>
                </a:lnTo>
                <a:lnTo>
                  <a:pt x="29260" y="99669"/>
                </a:lnTo>
                <a:lnTo>
                  <a:pt x="18255" y="131958"/>
                </a:lnTo>
                <a:cubicBezTo>
                  <a:pt x="18048" y="132581"/>
                  <a:pt x="17771" y="133117"/>
                  <a:pt x="17425" y="133567"/>
                </a:cubicBezTo>
                <a:cubicBezTo>
                  <a:pt x="17079" y="134017"/>
                  <a:pt x="16577" y="134397"/>
                  <a:pt x="15919" y="134709"/>
                </a:cubicBezTo>
                <a:cubicBezTo>
                  <a:pt x="15262" y="135020"/>
                  <a:pt x="14327" y="135245"/>
                  <a:pt x="13116" y="135384"/>
                </a:cubicBezTo>
                <a:cubicBezTo>
                  <a:pt x="11905" y="135522"/>
                  <a:pt x="10330" y="135591"/>
                  <a:pt x="8392" y="135591"/>
                </a:cubicBezTo>
                <a:cubicBezTo>
                  <a:pt x="6385" y="135591"/>
                  <a:pt x="4741" y="135505"/>
                  <a:pt x="3461" y="135332"/>
                </a:cubicBezTo>
                <a:cubicBezTo>
                  <a:pt x="2180" y="135159"/>
                  <a:pt x="1280" y="134830"/>
                  <a:pt x="761" y="134346"/>
                </a:cubicBezTo>
                <a:cubicBezTo>
                  <a:pt x="242" y="133861"/>
                  <a:pt x="0" y="133152"/>
                  <a:pt x="35" y="132217"/>
                </a:cubicBezTo>
                <a:cubicBezTo>
                  <a:pt x="69" y="131283"/>
                  <a:pt x="363" y="130054"/>
                  <a:pt x="917" y="128532"/>
                </a:cubicBezTo>
                <a:lnTo>
                  <a:pt x="45976" y="3738"/>
                </a:lnTo>
                <a:cubicBezTo>
                  <a:pt x="46253" y="2976"/>
                  <a:pt x="46616" y="2353"/>
                  <a:pt x="47066" y="1869"/>
                </a:cubicBezTo>
                <a:cubicBezTo>
                  <a:pt x="47516" y="1384"/>
                  <a:pt x="48173" y="1004"/>
                  <a:pt x="49039" y="727"/>
                </a:cubicBezTo>
                <a:cubicBezTo>
                  <a:pt x="49904" y="450"/>
                  <a:pt x="51011" y="260"/>
                  <a:pt x="52361" y="156"/>
                </a:cubicBezTo>
                <a:cubicBezTo>
                  <a:pt x="53711" y="52"/>
                  <a:pt x="55424" y="0"/>
                  <a:pt x="57500" y="0"/>
                </a:cubicBezTo>
                <a:cubicBezTo>
                  <a:pt x="59715" y="0"/>
                  <a:pt x="61549" y="52"/>
                  <a:pt x="63003" y="156"/>
                </a:cubicBezTo>
                <a:cubicBezTo>
                  <a:pt x="64456" y="260"/>
                  <a:pt x="65633" y="450"/>
                  <a:pt x="66533" y="727"/>
                </a:cubicBezTo>
                <a:cubicBezTo>
                  <a:pt x="67432" y="1004"/>
                  <a:pt x="68124" y="1402"/>
                  <a:pt x="68609" y="1921"/>
                </a:cubicBezTo>
                <a:cubicBezTo>
                  <a:pt x="69093" y="2440"/>
                  <a:pt x="69474" y="3080"/>
                  <a:pt x="69751" y="3841"/>
                </a:cubicBezTo>
                <a:lnTo>
                  <a:pt x="114810" y="128635"/>
                </a:lnTo>
                <a:moveTo>
                  <a:pt x="56981" y="18480"/>
                </a:moveTo>
                <a:lnTo>
                  <a:pt x="56877" y="18480"/>
                </a:lnTo>
                <a:lnTo>
                  <a:pt x="33725" y="85445"/>
                </a:lnTo>
                <a:lnTo>
                  <a:pt x="80445" y="85445"/>
                </a:lnTo>
                <a:lnTo>
                  <a:pt x="56981" y="18480"/>
                </a:lnTo>
                <a:close/>
                <a:moveTo>
                  <a:pt x="201221" y="118253"/>
                </a:moveTo>
                <a:cubicBezTo>
                  <a:pt x="201221" y="119430"/>
                  <a:pt x="201186" y="120451"/>
                  <a:pt x="201117" y="121316"/>
                </a:cubicBezTo>
                <a:cubicBezTo>
                  <a:pt x="201048" y="122181"/>
                  <a:pt x="200927" y="122908"/>
                  <a:pt x="200754" y="123496"/>
                </a:cubicBezTo>
                <a:cubicBezTo>
                  <a:pt x="200581" y="124084"/>
                  <a:pt x="200373" y="124604"/>
                  <a:pt x="200131" y="125053"/>
                </a:cubicBezTo>
                <a:cubicBezTo>
                  <a:pt x="199888" y="125503"/>
                  <a:pt x="199335" y="126161"/>
                  <a:pt x="198470" y="127026"/>
                </a:cubicBezTo>
                <a:cubicBezTo>
                  <a:pt x="197604" y="127891"/>
                  <a:pt x="196134" y="128964"/>
                  <a:pt x="194057" y="130245"/>
                </a:cubicBezTo>
                <a:cubicBezTo>
                  <a:pt x="191981" y="131525"/>
                  <a:pt x="189645" y="132667"/>
                  <a:pt x="187049" y="133671"/>
                </a:cubicBezTo>
                <a:cubicBezTo>
                  <a:pt x="184454" y="134674"/>
                  <a:pt x="181633" y="135488"/>
                  <a:pt x="178588" y="136111"/>
                </a:cubicBezTo>
                <a:cubicBezTo>
                  <a:pt x="175542" y="136733"/>
                  <a:pt x="172393" y="137045"/>
                  <a:pt x="169140" y="137045"/>
                </a:cubicBezTo>
                <a:cubicBezTo>
                  <a:pt x="162426" y="137045"/>
                  <a:pt x="156474" y="135935"/>
                  <a:pt x="151282" y="133716"/>
                </a:cubicBezTo>
                <a:cubicBezTo>
                  <a:pt x="146091" y="131497"/>
                  <a:pt x="141748" y="128255"/>
                  <a:pt x="138253" y="123989"/>
                </a:cubicBezTo>
                <a:cubicBezTo>
                  <a:pt x="134757" y="119724"/>
                  <a:pt x="132093" y="114487"/>
                  <a:pt x="130259" y="108280"/>
                </a:cubicBezTo>
                <a:cubicBezTo>
                  <a:pt x="128424" y="102072"/>
                  <a:pt x="127507" y="94912"/>
                  <a:pt x="127507" y="86798"/>
                </a:cubicBezTo>
                <a:cubicBezTo>
                  <a:pt x="127507" y="77573"/>
                  <a:pt x="128632" y="69649"/>
                  <a:pt x="130881" y="63026"/>
                </a:cubicBezTo>
                <a:cubicBezTo>
                  <a:pt x="133131" y="56403"/>
                  <a:pt x="136211" y="50977"/>
                  <a:pt x="140122" y="46746"/>
                </a:cubicBezTo>
                <a:cubicBezTo>
                  <a:pt x="144032" y="42515"/>
                  <a:pt x="148635" y="39377"/>
                  <a:pt x="153930" y="37330"/>
                </a:cubicBezTo>
                <a:cubicBezTo>
                  <a:pt x="159225" y="35284"/>
                  <a:pt x="164952" y="34261"/>
                  <a:pt x="171112" y="34261"/>
                </a:cubicBezTo>
                <a:cubicBezTo>
                  <a:pt x="174089" y="34261"/>
                  <a:pt x="176978" y="34538"/>
                  <a:pt x="179782" y="35092"/>
                </a:cubicBezTo>
                <a:cubicBezTo>
                  <a:pt x="182585" y="35646"/>
                  <a:pt x="185163" y="36372"/>
                  <a:pt x="187516" y="37272"/>
                </a:cubicBezTo>
                <a:cubicBezTo>
                  <a:pt x="189870" y="38172"/>
                  <a:pt x="191963" y="39210"/>
                  <a:pt x="193798" y="40387"/>
                </a:cubicBezTo>
                <a:cubicBezTo>
                  <a:pt x="195632" y="41563"/>
                  <a:pt x="196964" y="42567"/>
                  <a:pt x="197795" y="43398"/>
                </a:cubicBezTo>
                <a:cubicBezTo>
                  <a:pt x="198625" y="44228"/>
                  <a:pt x="199196" y="44886"/>
                  <a:pt x="199508" y="45370"/>
                </a:cubicBezTo>
                <a:cubicBezTo>
                  <a:pt x="199819" y="45855"/>
                  <a:pt x="200079" y="46426"/>
                  <a:pt x="200286" y="47083"/>
                </a:cubicBezTo>
                <a:cubicBezTo>
                  <a:pt x="200494" y="47741"/>
                  <a:pt x="200632" y="48485"/>
                  <a:pt x="200702" y="49315"/>
                </a:cubicBezTo>
                <a:cubicBezTo>
                  <a:pt x="200771" y="50146"/>
                  <a:pt x="200806" y="51184"/>
                  <a:pt x="200806" y="52430"/>
                </a:cubicBezTo>
                <a:cubicBezTo>
                  <a:pt x="200806" y="55129"/>
                  <a:pt x="200494" y="57016"/>
                  <a:pt x="199871" y="58088"/>
                </a:cubicBezTo>
                <a:cubicBezTo>
                  <a:pt x="199248" y="59161"/>
                  <a:pt x="198487" y="59698"/>
                  <a:pt x="197587" y="59698"/>
                </a:cubicBezTo>
                <a:cubicBezTo>
                  <a:pt x="196549" y="59698"/>
                  <a:pt x="195355" y="59127"/>
                  <a:pt x="194005" y="57985"/>
                </a:cubicBezTo>
                <a:cubicBezTo>
                  <a:pt x="192656" y="56842"/>
                  <a:pt x="190942" y="55579"/>
                  <a:pt x="188866" y="54195"/>
                </a:cubicBezTo>
                <a:cubicBezTo>
                  <a:pt x="186790" y="52811"/>
                  <a:pt x="184281" y="51548"/>
                  <a:pt x="181339" y="50406"/>
                </a:cubicBezTo>
                <a:cubicBezTo>
                  <a:pt x="178397" y="49263"/>
                  <a:pt x="174919" y="48692"/>
                  <a:pt x="170905" y="48692"/>
                </a:cubicBezTo>
                <a:cubicBezTo>
                  <a:pt x="162668" y="48692"/>
                  <a:pt x="156352" y="51869"/>
                  <a:pt x="151957" y="58221"/>
                </a:cubicBezTo>
                <a:cubicBezTo>
                  <a:pt x="147562" y="64572"/>
                  <a:pt x="145365" y="73785"/>
                  <a:pt x="145365" y="85861"/>
                </a:cubicBezTo>
                <a:cubicBezTo>
                  <a:pt x="145365" y="91900"/>
                  <a:pt x="145936" y="97192"/>
                  <a:pt x="147078" y="101739"/>
                </a:cubicBezTo>
                <a:cubicBezTo>
                  <a:pt x="148220" y="106286"/>
                  <a:pt x="149898" y="110086"/>
                  <a:pt x="152113" y="113140"/>
                </a:cubicBezTo>
                <a:cubicBezTo>
                  <a:pt x="154328" y="116194"/>
                  <a:pt x="157045" y="118467"/>
                  <a:pt x="160263" y="119960"/>
                </a:cubicBezTo>
                <a:cubicBezTo>
                  <a:pt x="163482" y="121452"/>
                  <a:pt x="167167" y="122198"/>
                  <a:pt x="171320" y="122198"/>
                </a:cubicBezTo>
                <a:cubicBezTo>
                  <a:pt x="175265" y="122198"/>
                  <a:pt x="178726" y="121575"/>
                  <a:pt x="181702" y="120330"/>
                </a:cubicBezTo>
                <a:cubicBezTo>
                  <a:pt x="184679" y="119084"/>
                  <a:pt x="187257" y="117717"/>
                  <a:pt x="189437" y="116229"/>
                </a:cubicBezTo>
                <a:cubicBezTo>
                  <a:pt x="191617" y="114741"/>
                  <a:pt x="193451" y="113391"/>
                  <a:pt x="194940" y="112180"/>
                </a:cubicBezTo>
                <a:cubicBezTo>
                  <a:pt x="196428" y="110968"/>
                  <a:pt x="197587" y="110363"/>
                  <a:pt x="198418" y="110363"/>
                </a:cubicBezTo>
                <a:cubicBezTo>
                  <a:pt x="198902" y="110363"/>
                  <a:pt x="199317" y="110501"/>
                  <a:pt x="199663" y="110778"/>
                </a:cubicBezTo>
                <a:cubicBezTo>
                  <a:pt x="200010" y="111055"/>
                  <a:pt x="200304" y="111522"/>
                  <a:pt x="200546" y="112180"/>
                </a:cubicBezTo>
                <a:cubicBezTo>
                  <a:pt x="200788" y="112837"/>
                  <a:pt x="200961" y="113668"/>
                  <a:pt x="201065" y="114671"/>
                </a:cubicBezTo>
                <a:cubicBezTo>
                  <a:pt x="201169" y="115675"/>
                  <a:pt x="201221" y="116869"/>
                  <a:pt x="201221" y="118253"/>
                </a:cubicBezTo>
                <a:close/>
                <a:moveTo>
                  <a:pt x="290716" y="118253"/>
                </a:moveTo>
                <a:cubicBezTo>
                  <a:pt x="290716" y="119430"/>
                  <a:pt x="290681" y="120451"/>
                  <a:pt x="290612" y="121316"/>
                </a:cubicBezTo>
                <a:cubicBezTo>
                  <a:pt x="290543" y="122181"/>
                  <a:pt x="290422" y="122908"/>
                  <a:pt x="290249" y="123496"/>
                </a:cubicBezTo>
                <a:cubicBezTo>
                  <a:pt x="290075" y="124084"/>
                  <a:pt x="289868" y="124604"/>
                  <a:pt x="289626" y="125053"/>
                </a:cubicBezTo>
                <a:cubicBezTo>
                  <a:pt x="289383" y="125503"/>
                  <a:pt x="288830" y="126161"/>
                  <a:pt x="287964" y="127026"/>
                </a:cubicBezTo>
                <a:cubicBezTo>
                  <a:pt x="287099" y="127891"/>
                  <a:pt x="285628" y="128964"/>
                  <a:pt x="283552" y="130245"/>
                </a:cubicBezTo>
                <a:cubicBezTo>
                  <a:pt x="281476" y="131525"/>
                  <a:pt x="279140" y="132667"/>
                  <a:pt x="276544" y="133671"/>
                </a:cubicBezTo>
                <a:cubicBezTo>
                  <a:pt x="273948" y="134674"/>
                  <a:pt x="271128" y="135488"/>
                  <a:pt x="268083" y="136111"/>
                </a:cubicBezTo>
                <a:cubicBezTo>
                  <a:pt x="265037" y="136733"/>
                  <a:pt x="261888" y="137045"/>
                  <a:pt x="258635" y="137045"/>
                </a:cubicBezTo>
                <a:cubicBezTo>
                  <a:pt x="251921" y="137045"/>
                  <a:pt x="245968" y="135935"/>
                  <a:pt x="240777" y="133716"/>
                </a:cubicBezTo>
                <a:cubicBezTo>
                  <a:pt x="235586" y="131497"/>
                  <a:pt x="231243" y="128255"/>
                  <a:pt x="227748" y="123989"/>
                </a:cubicBezTo>
                <a:cubicBezTo>
                  <a:pt x="224252" y="119724"/>
                  <a:pt x="221588" y="114487"/>
                  <a:pt x="219753" y="108280"/>
                </a:cubicBezTo>
                <a:cubicBezTo>
                  <a:pt x="217919" y="102072"/>
                  <a:pt x="217002" y="94912"/>
                  <a:pt x="217002" y="86798"/>
                </a:cubicBezTo>
                <a:cubicBezTo>
                  <a:pt x="217002" y="77573"/>
                  <a:pt x="218127" y="69649"/>
                  <a:pt x="220376" y="63026"/>
                </a:cubicBezTo>
                <a:cubicBezTo>
                  <a:pt x="222626" y="56403"/>
                  <a:pt x="225706" y="50977"/>
                  <a:pt x="229617" y="46746"/>
                </a:cubicBezTo>
                <a:cubicBezTo>
                  <a:pt x="233527" y="42515"/>
                  <a:pt x="238130" y="39377"/>
                  <a:pt x="243425" y="37330"/>
                </a:cubicBezTo>
                <a:cubicBezTo>
                  <a:pt x="248720" y="35284"/>
                  <a:pt x="254447" y="34261"/>
                  <a:pt x="260607" y="34261"/>
                </a:cubicBezTo>
                <a:cubicBezTo>
                  <a:pt x="263584" y="34261"/>
                  <a:pt x="266473" y="34538"/>
                  <a:pt x="269276" y="35092"/>
                </a:cubicBezTo>
                <a:cubicBezTo>
                  <a:pt x="272080" y="35646"/>
                  <a:pt x="274658" y="36372"/>
                  <a:pt x="277011" y="37272"/>
                </a:cubicBezTo>
                <a:cubicBezTo>
                  <a:pt x="279365" y="38172"/>
                  <a:pt x="281458" y="39210"/>
                  <a:pt x="283292" y="40387"/>
                </a:cubicBezTo>
                <a:cubicBezTo>
                  <a:pt x="285127" y="41563"/>
                  <a:pt x="286459" y="42567"/>
                  <a:pt x="287290" y="43398"/>
                </a:cubicBezTo>
                <a:cubicBezTo>
                  <a:pt x="288120" y="44228"/>
                  <a:pt x="288691" y="44886"/>
                  <a:pt x="289003" y="45370"/>
                </a:cubicBezTo>
                <a:cubicBezTo>
                  <a:pt x="289314" y="45855"/>
                  <a:pt x="289574" y="46426"/>
                  <a:pt x="289781" y="47083"/>
                </a:cubicBezTo>
                <a:cubicBezTo>
                  <a:pt x="289989" y="47741"/>
                  <a:pt x="290127" y="48485"/>
                  <a:pt x="290197" y="49315"/>
                </a:cubicBezTo>
                <a:cubicBezTo>
                  <a:pt x="290266" y="50146"/>
                  <a:pt x="290300" y="51184"/>
                  <a:pt x="290300" y="52430"/>
                </a:cubicBezTo>
                <a:cubicBezTo>
                  <a:pt x="290300" y="55129"/>
                  <a:pt x="289989" y="57016"/>
                  <a:pt x="289366" y="58088"/>
                </a:cubicBezTo>
                <a:cubicBezTo>
                  <a:pt x="288743" y="59161"/>
                  <a:pt x="287982" y="59698"/>
                  <a:pt x="287082" y="59698"/>
                </a:cubicBezTo>
                <a:cubicBezTo>
                  <a:pt x="286044" y="59698"/>
                  <a:pt x="284850" y="59127"/>
                  <a:pt x="283500" y="57985"/>
                </a:cubicBezTo>
                <a:cubicBezTo>
                  <a:pt x="282150" y="56842"/>
                  <a:pt x="280437" y="55579"/>
                  <a:pt x="278361" y="54195"/>
                </a:cubicBezTo>
                <a:cubicBezTo>
                  <a:pt x="276284" y="52811"/>
                  <a:pt x="273775" y="51548"/>
                  <a:pt x="270834" y="50406"/>
                </a:cubicBezTo>
                <a:cubicBezTo>
                  <a:pt x="267892" y="49263"/>
                  <a:pt x="264414" y="48692"/>
                  <a:pt x="260400" y="48692"/>
                </a:cubicBezTo>
                <a:cubicBezTo>
                  <a:pt x="252163" y="48692"/>
                  <a:pt x="245847" y="51869"/>
                  <a:pt x="241452" y="58221"/>
                </a:cubicBezTo>
                <a:cubicBezTo>
                  <a:pt x="237057" y="64572"/>
                  <a:pt x="234860" y="73785"/>
                  <a:pt x="234860" y="85861"/>
                </a:cubicBezTo>
                <a:cubicBezTo>
                  <a:pt x="234860" y="91900"/>
                  <a:pt x="235431" y="97192"/>
                  <a:pt x="236573" y="101739"/>
                </a:cubicBezTo>
                <a:cubicBezTo>
                  <a:pt x="237715" y="106286"/>
                  <a:pt x="239393" y="110086"/>
                  <a:pt x="241608" y="113140"/>
                </a:cubicBezTo>
                <a:cubicBezTo>
                  <a:pt x="243823" y="116194"/>
                  <a:pt x="246540" y="118467"/>
                  <a:pt x="249758" y="119960"/>
                </a:cubicBezTo>
                <a:cubicBezTo>
                  <a:pt x="252976" y="121452"/>
                  <a:pt x="256662" y="122198"/>
                  <a:pt x="260815" y="122198"/>
                </a:cubicBezTo>
                <a:cubicBezTo>
                  <a:pt x="264760" y="122198"/>
                  <a:pt x="268221" y="121575"/>
                  <a:pt x="271197" y="120330"/>
                </a:cubicBezTo>
                <a:cubicBezTo>
                  <a:pt x="274173" y="119084"/>
                  <a:pt x="276752" y="117717"/>
                  <a:pt x="278932" y="116229"/>
                </a:cubicBezTo>
                <a:cubicBezTo>
                  <a:pt x="281112" y="114741"/>
                  <a:pt x="282946" y="113391"/>
                  <a:pt x="284434" y="112180"/>
                </a:cubicBezTo>
                <a:cubicBezTo>
                  <a:pt x="285923" y="110968"/>
                  <a:pt x="287082" y="110363"/>
                  <a:pt x="287913" y="110363"/>
                </a:cubicBezTo>
                <a:cubicBezTo>
                  <a:pt x="288397" y="110363"/>
                  <a:pt x="288812" y="110501"/>
                  <a:pt x="289158" y="110778"/>
                </a:cubicBezTo>
                <a:cubicBezTo>
                  <a:pt x="289504" y="111055"/>
                  <a:pt x="289799" y="111522"/>
                  <a:pt x="290041" y="112180"/>
                </a:cubicBezTo>
                <a:cubicBezTo>
                  <a:pt x="290283" y="112837"/>
                  <a:pt x="290456" y="113668"/>
                  <a:pt x="290560" y="114671"/>
                </a:cubicBezTo>
                <a:cubicBezTo>
                  <a:pt x="290664" y="115675"/>
                  <a:pt x="290716" y="116869"/>
                  <a:pt x="290716" y="118253"/>
                </a:cubicBezTo>
                <a:close/>
                <a:moveTo>
                  <a:pt x="398235" y="84667"/>
                </a:moveTo>
                <a:cubicBezTo>
                  <a:pt x="398235" y="92287"/>
                  <a:pt x="397232" y="99301"/>
                  <a:pt x="395224" y="105710"/>
                </a:cubicBezTo>
                <a:cubicBezTo>
                  <a:pt x="393217" y="112119"/>
                  <a:pt x="390224" y="117645"/>
                  <a:pt x="386244" y="122289"/>
                </a:cubicBezTo>
                <a:cubicBezTo>
                  <a:pt x="382264" y="126931"/>
                  <a:pt x="377280" y="130551"/>
                  <a:pt x="371293" y="133148"/>
                </a:cubicBezTo>
                <a:cubicBezTo>
                  <a:pt x="365306" y="135746"/>
                  <a:pt x="358368" y="137045"/>
                  <a:pt x="350477" y="137045"/>
                </a:cubicBezTo>
                <a:cubicBezTo>
                  <a:pt x="342794" y="137045"/>
                  <a:pt x="336098" y="135902"/>
                  <a:pt x="330388" y="133616"/>
                </a:cubicBezTo>
                <a:cubicBezTo>
                  <a:pt x="324677" y="131329"/>
                  <a:pt x="319919" y="128004"/>
                  <a:pt x="316112" y="123639"/>
                </a:cubicBezTo>
                <a:cubicBezTo>
                  <a:pt x="312305" y="119274"/>
                  <a:pt x="309467" y="113974"/>
                  <a:pt x="307599" y="107738"/>
                </a:cubicBezTo>
                <a:cubicBezTo>
                  <a:pt x="305730" y="101502"/>
                  <a:pt x="304795" y="94435"/>
                  <a:pt x="304795" y="86536"/>
                </a:cubicBezTo>
                <a:cubicBezTo>
                  <a:pt x="304795" y="78915"/>
                  <a:pt x="305782" y="71901"/>
                  <a:pt x="307754" y="65492"/>
                </a:cubicBezTo>
                <a:cubicBezTo>
                  <a:pt x="309727" y="59083"/>
                  <a:pt x="312703" y="53558"/>
                  <a:pt x="316683" y="48916"/>
                </a:cubicBezTo>
                <a:cubicBezTo>
                  <a:pt x="320663" y="44272"/>
                  <a:pt x="325629" y="40669"/>
                  <a:pt x="331581" y="38106"/>
                </a:cubicBezTo>
                <a:cubicBezTo>
                  <a:pt x="337534" y="35543"/>
                  <a:pt x="344490" y="34261"/>
                  <a:pt x="352450" y="34261"/>
                </a:cubicBezTo>
                <a:cubicBezTo>
                  <a:pt x="360133" y="34261"/>
                  <a:pt x="366829" y="35404"/>
                  <a:pt x="372539" y="37691"/>
                </a:cubicBezTo>
                <a:cubicBezTo>
                  <a:pt x="378249" y="39977"/>
                  <a:pt x="383008" y="43302"/>
                  <a:pt x="386815" y="47667"/>
                </a:cubicBezTo>
                <a:cubicBezTo>
                  <a:pt x="390622" y="52032"/>
                  <a:pt x="393477" y="57332"/>
                  <a:pt x="395380" y="63568"/>
                </a:cubicBezTo>
                <a:cubicBezTo>
                  <a:pt x="397283" y="69804"/>
                  <a:pt x="398235" y="76837"/>
                  <a:pt x="398235" y="84667"/>
                </a:cubicBezTo>
                <a:moveTo>
                  <a:pt x="380170" y="85809"/>
                </a:moveTo>
                <a:cubicBezTo>
                  <a:pt x="380170" y="80750"/>
                  <a:pt x="379703" y="75967"/>
                  <a:pt x="378769" y="71462"/>
                </a:cubicBezTo>
                <a:cubicBezTo>
                  <a:pt x="377834" y="66956"/>
                  <a:pt x="376294" y="63006"/>
                  <a:pt x="374148" y="59610"/>
                </a:cubicBezTo>
                <a:cubicBezTo>
                  <a:pt x="372003" y="56214"/>
                  <a:pt x="369096" y="53529"/>
                  <a:pt x="365427" y="51554"/>
                </a:cubicBezTo>
                <a:cubicBezTo>
                  <a:pt x="361759" y="49577"/>
                  <a:pt x="357191" y="48589"/>
                  <a:pt x="351723" y="48589"/>
                </a:cubicBezTo>
                <a:cubicBezTo>
                  <a:pt x="346670" y="48589"/>
                  <a:pt x="342327" y="49490"/>
                  <a:pt x="338693" y="51291"/>
                </a:cubicBezTo>
                <a:cubicBezTo>
                  <a:pt x="335060" y="53093"/>
                  <a:pt x="332066" y="55641"/>
                  <a:pt x="329713" y="58935"/>
                </a:cubicBezTo>
                <a:cubicBezTo>
                  <a:pt x="327359" y="62227"/>
                  <a:pt x="325612" y="66126"/>
                  <a:pt x="324470" y="70631"/>
                </a:cubicBezTo>
                <a:cubicBezTo>
                  <a:pt x="323328" y="75135"/>
                  <a:pt x="322757" y="80055"/>
                  <a:pt x="322757" y="85394"/>
                </a:cubicBezTo>
                <a:cubicBezTo>
                  <a:pt x="322757" y="90522"/>
                  <a:pt x="323224" y="95339"/>
                  <a:pt x="324158" y="99844"/>
                </a:cubicBezTo>
                <a:cubicBezTo>
                  <a:pt x="325093" y="104350"/>
                  <a:pt x="326650" y="108283"/>
                  <a:pt x="328830" y="111644"/>
                </a:cubicBezTo>
                <a:cubicBezTo>
                  <a:pt x="331010" y="115005"/>
                  <a:pt x="333935" y="117675"/>
                  <a:pt x="337603" y="119651"/>
                </a:cubicBezTo>
                <a:cubicBezTo>
                  <a:pt x="341272" y="121626"/>
                  <a:pt x="345840" y="122614"/>
                  <a:pt x="351308" y="122614"/>
                </a:cubicBezTo>
                <a:cubicBezTo>
                  <a:pt x="356291" y="122614"/>
                  <a:pt x="360617" y="121713"/>
                  <a:pt x="364285" y="119911"/>
                </a:cubicBezTo>
                <a:cubicBezTo>
                  <a:pt x="367954" y="118109"/>
                  <a:pt x="370965" y="115580"/>
                  <a:pt x="373318" y="112322"/>
                </a:cubicBezTo>
                <a:cubicBezTo>
                  <a:pt x="375671" y="109063"/>
                  <a:pt x="377402" y="105181"/>
                  <a:pt x="378509" y="100678"/>
                </a:cubicBezTo>
                <a:cubicBezTo>
                  <a:pt x="379616" y="96173"/>
                  <a:pt x="380170" y="91216"/>
                  <a:pt x="380170" y="85809"/>
                </a:cubicBezTo>
                <a:close/>
                <a:moveTo>
                  <a:pt x="502991" y="132373"/>
                </a:moveTo>
                <a:cubicBezTo>
                  <a:pt x="502991" y="132927"/>
                  <a:pt x="502870" y="133394"/>
                  <a:pt x="502628" y="133775"/>
                </a:cubicBezTo>
                <a:cubicBezTo>
                  <a:pt x="502386" y="134155"/>
                  <a:pt x="501953" y="134484"/>
                  <a:pt x="501330" y="134761"/>
                </a:cubicBezTo>
                <a:cubicBezTo>
                  <a:pt x="500707" y="135038"/>
                  <a:pt x="499894" y="135245"/>
                  <a:pt x="498890" y="135384"/>
                </a:cubicBezTo>
                <a:cubicBezTo>
                  <a:pt x="497887" y="135522"/>
                  <a:pt x="496658" y="135591"/>
                  <a:pt x="495204" y="135591"/>
                </a:cubicBezTo>
                <a:cubicBezTo>
                  <a:pt x="493613" y="135591"/>
                  <a:pt x="492315" y="135522"/>
                  <a:pt x="491311" y="135384"/>
                </a:cubicBezTo>
                <a:cubicBezTo>
                  <a:pt x="490308" y="135245"/>
                  <a:pt x="489512" y="135038"/>
                  <a:pt x="488923" y="134761"/>
                </a:cubicBezTo>
                <a:cubicBezTo>
                  <a:pt x="488335" y="134484"/>
                  <a:pt x="487937" y="134155"/>
                  <a:pt x="487729" y="133775"/>
                </a:cubicBezTo>
                <a:cubicBezTo>
                  <a:pt x="487522" y="133394"/>
                  <a:pt x="487418" y="132927"/>
                  <a:pt x="487418" y="132373"/>
                </a:cubicBezTo>
                <a:lnTo>
                  <a:pt x="487418" y="120018"/>
                </a:lnTo>
                <a:cubicBezTo>
                  <a:pt x="482088" y="125938"/>
                  <a:pt x="476828" y="130256"/>
                  <a:pt x="471637" y="132973"/>
                </a:cubicBezTo>
                <a:cubicBezTo>
                  <a:pt x="466446" y="135688"/>
                  <a:pt x="461186" y="137045"/>
                  <a:pt x="455856" y="137045"/>
                </a:cubicBezTo>
                <a:cubicBezTo>
                  <a:pt x="449627" y="137045"/>
                  <a:pt x="444384" y="136006"/>
                  <a:pt x="440127" y="133927"/>
                </a:cubicBezTo>
                <a:cubicBezTo>
                  <a:pt x="435870" y="131848"/>
                  <a:pt x="432427" y="129026"/>
                  <a:pt x="429797" y="125459"/>
                </a:cubicBezTo>
                <a:cubicBezTo>
                  <a:pt x="427167" y="121890"/>
                  <a:pt x="425280" y="117733"/>
                  <a:pt x="424138" y="112987"/>
                </a:cubicBezTo>
                <a:cubicBezTo>
                  <a:pt x="422996" y="108240"/>
                  <a:pt x="422425" y="102471"/>
                  <a:pt x="422425" y="95682"/>
                </a:cubicBezTo>
                <a:lnTo>
                  <a:pt x="422425" y="38936"/>
                </a:lnTo>
                <a:cubicBezTo>
                  <a:pt x="422425" y="38383"/>
                  <a:pt x="422546" y="37916"/>
                  <a:pt x="422789" y="37535"/>
                </a:cubicBezTo>
                <a:cubicBezTo>
                  <a:pt x="423031" y="37152"/>
                  <a:pt x="423498" y="36805"/>
                  <a:pt x="424190" y="36493"/>
                </a:cubicBezTo>
                <a:cubicBezTo>
                  <a:pt x="424882" y="36182"/>
                  <a:pt x="425782" y="35974"/>
                  <a:pt x="426890" y="35870"/>
                </a:cubicBezTo>
                <a:cubicBezTo>
                  <a:pt x="427997" y="35767"/>
                  <a:pt x="429381" y="35715"/>
                  <a:pt x="431043" y="35715"/>
                </a:cubicBezTo>
                <a:cubicBezTo>
                  <a:pt x="432704" y="35715"/>
                  <a:pt x="434088" y="35767"/>
                  <a:pt x="435195" y="35870"/>
                </a:cubicBezTo>
                <a:cubicBezTo>
                  <a:pt x="436303" y="35974"/>
                  <a:pt x="437185" y="36182"/>
                  <a:pt x="437843" y="36493"/>
                </a:cubicBezTo>
                <a:cubicBezTo>
                  <a:pt x="438500" y="36805"/>
                  <a:pt x="438968" y="37152"/>
                  <a:pt x="439244" y="37535"/>
                </a:cubicBezTo>
                <a:cubicBezTo>
                  <a:pt x="439521" y="37916"/>
                  <a:pt x="439660" y="38383"/>
                  <a:pt x="439660" y="38936"/>
                </a:cubicBezTo>
                <a:lnTo>
                  <a:pt x="439660" y="93404"/>
                </a:lnTo>
                <a:cubicBezTo>
                  <a:pt x="439660" y="98878"/>
                  <a:pt x="440058" y="103262"/>
                  <a:pt x="440854" y="106554"/>
                </a:cubicBezTo>
                <a:cubicBezTo>
                  <a:pt x="441650" y="109846"/>
                  <a:pt x="442861" y="112653"/>
                  <a:pt x="444487" y="114976"/>
                </a:cubicBezTo>
                <a:cubicBezTo>
                  <a:pt x="446114" y="117297"/>
                  <a:pt x="448173" y="119099"/>
                  <a:pt x="450665" y="120381"/>
                </a:cubicBezTo>
                <a:cubicBezTo>
                  <a:pt x="453157" y="121662"/>
                  <a:pt x="456064" y="122302"/>
                  <a:pt x="459386" y="122302"/>
                </a:cubicBezTo>
                <a:cubicBezTo>
                  <a:pt x="463677" y="122302"/>
                  <a:pt x="467951" y="120771"/>
                  <a:pt x="472208" y="117708"/>
                </a:cubicBezTo>
                <a:cubicBezTo>
                  <a:pt x="476465" y="114645"/>
                  <a:pt x="480981" y="110155"/>
                  <a:pt x="485757" y="104237"/>
                </a:cubicBezTo>
                <a:lnTo>
                  <a:pt x="485757" y="38933"/>
                </a:lnTo>
                <a:cubicBezTo>
                  <a:pt x="485757" y="38379"/>
                  <a:pt x="485878" y="37912"/>
                  <a:pt x="486120" y="37532"/>
                </a:cubicBezTo>
                <a:cubicBezTo>
                  <a:pt x="486362" y="37151"/>
                  <a:pt x="486830" y="36805"/>
                  <a:pt x="487522" y="36493"/>
                </a:cubicBezTo>
                <a:cubicBezTo>
                  <a:pt x="488214" y="36182"/>
                  <a:pt x="489096" y="35974"/>
                  <a:pt x="490169" y="35870"/>
                </a:cubicBezTo>
                <a:cubicBezTo>
                  <a:pt x="491242" y="35767"/>
                  <a:pt x="492644" y="35715"/>
                  <a:pt x="494374" y="35715"/>
                </a:cubicBezTo>
                <a:cubicBezTo>
                  <a:pt x="496035" y="35715"/>
                  <a:pt x="497419" y="35767"/>
                  <a:pt x="498527" y="35870"/>
                </a:cubicBezTo>
                <a:cubicBezTo>
                  <a:pt x="499634" y="35974"/>
                  <a:pt x="500499" y="36182"/>
                  <a:pt x="501122" y="36493"/>
                </a:cubicBezTo>
                <a:cubicBezTo>
                  <a:pt x="501745" y="36805"/>
                  <a:pt x="502212" y="37151"/>
                  <a:pt x="502524" y="37532"/>
                </a:cubicBezTo>
                <a:cubicBezTo>
                  <a:pt x="502835" y="37912"/>
                  <a:pt x="502991" y="38379"/>
                  <a:pt x="502991" y="38933"/>
                </a:cubicBezTo>
                <a:lnTo>
                  <a:pt x="502991" y="132373"/>
                </a:lnTo>
                <a:close/>
                <a:moveTo>
                  <a:pt x="615014" y="132373"/>
                </a:moveTo>
                <a:cubicBezTo>
                  <a:pt x="615014" y="132927"/>
                  <a:pt x="614876" y="133394"/>
                  <a:pt x="614599" y="133775"/>
                </a:cubicBezTo>
                <a:cubicBezTo>
                  <a:pt x="614322" y="134155"/>
                  <a:pt x="613872" y="134484"/>
                  <a:pt x="613249" y="134761"/>
                </a:cubicBezTo>
                <a:cubicBezTo>
                  <a:pt x="612626" y="135038"/>
                  <a:pt x="611761" y="135245"/>
                  <a:pt x="610654" y="135384"/>
                </a:cubicBezTo>
                <a:cubicBezTo>
                  <a:pt x="609546" y="135522"/>
                  <a:pt x="608162" y="135591"/>
                  <a:pt x="606501" y="135591"/>
                </a:cubicBezTo>
                <a:cubicBezTo>
                  <a:pt x="604771" y="135591"/>
                  <a:pt x="603352" y="135522"/>
                  <a:pt x="602244" y="135384"/>
                </a:cubicBezTo>
                <a:cubicBezTo>
                  <a:pt x="601137" y="135245"/>
                  <a:pt x="600272" y="135038"/>
                  <a:pt x="599649" y="134761"/>
                </a:cubicBezTo>
                <a:cubicBezTo>
                  <a:pt x="599026" y="134484"/>
                  <a:pt x="598576" y="134155"/>
                  <a:pt x="598299" y="133775"/>
                </a:cubicBezTo>
                <a:cubicBezTo>
                  <a:pt x="598022" y="133394"/>
                  <a:pt x="597884" y="132927"/>
                  <a:pt x="597884" y="132373"/>
                </a:cubicBezTo>
                <a:lnTo>
                  <a:pt x="597884" y="77659"/>
                </a:lnTo>
                <a:cubicBezTo>
                  <a:pt x="597884" y="72329"/>
                  <a:pt x="597468" y="68038"/>
                  <a:pt x="596638" y="64785"/>
                </a:cubicBezTo>
                <a:cubicBezTo>
                  <a:pt x="595807" y="61532"/>
                  <a:pt x="594596" y="58729"/>
                  <a:pt x="593004" y="56375"/>
                </a:cubicBezTo>
                <a:cubicBezTo>
                  <a:pt x="591412" y="54022"/>
                  <a:pt x="589353" y="52222"/>
                  <a:pt x="586827" y="50977"/>
                </a:cubicBezTo>
                <a:cubicBezTo>
                  <a:pt x="584300" y="49731"/>
                  <a:pt x="581376" y="49108"/>
                  <a:pt x="578054" y="49108"/>
                </a:cubicBezTo>
                <a:cubicBezTo>
                  <a:pt x="573762" y="49108"/>
                  <a:pt x="569471" y="50630"/>
                  <a:pt x="565180" y="53676"/>
                </a:cubicBezTo>
                <a:cubicBezTo>
                  <a:pt x="560889" y="56721"/>
                  <a:pt x="556390" y="61186"/>
                  <a:pt x="551683" y="67069"/>
                </a:cubicBezTo>
                <a:lnTo>
                  <a:pt x="551683" y="132373"/>
                </a:lnTo>
                <a:cubicBezTo>
                  <a:pt x="551683" y="132927"/>
                  <a:pt x="551545" y="133394"/>
                  <a:pt x="551268" y="133775"/>
                </a:cubicBezTo>
                <a:cubicBezTo>
                  <a:pt x="550991" y="134155"/>
                  <a:pt x="550541" y="134484"/>
                  <a:pt x="549918" y="134761"/>
                </a:cubicBezTo>
                <a:cubicBezTo>
                  <a:pt x="549295" y="135038"/>
                  <a:pt x="548430" y="135245"/>
                  <a:pt x="547322" y="135384"/>
                </a:cubicBezTo>
                <a:cubicBezTo>
                  <a:pt x="546215" y="135522"/>
                  <a:pt x="544796" y="135591"/>
                  <a:pt x="543066" y="135591"/>
                </a:cubicBezTo>
                <a:cubicBezTo>
                  <a:pt x="541405" y="135591"/>
                  <a:pt x="540020" y="135522"/>
                  <a:pt x="538913" y="135384"/>
                </a:cubicBezTo>
                <a:cubicBezTo>
                  <a:pt x="537805" y="135245"/>
                  <a:pt x="536923" y="135038"/>
                  <a:pt x="536265" y="134761"/>
                </a:cubicBezTo>
                <a:cubicBezTo>
                  <a:pt x="535608" y="134484"/>
                  <a:pt x="535158" y="134155"/>
                  <a:pt x="534916" y="133775"/>
                </a:cubicBezTo>
                <a:cubicBezTo>
                  <a:pt x="534674" y="133394"/>
                  <a:pt x="534552" y="132927"/>
                  <a:pt x="534552" y="132373"/>
                </a:cubicBezTo>
                <a:lnTo>
                  <a:pt x="534552" y="38933"/>
                </a:lnTo>
                <a:cubicBezTo>
                  <a:pt x="534552" y="38379"/>
                  <a:pt x="534656" y="37912"/>
                  <a:pt x="534864" y="37532"/>
                </a:cubicBezTo>
                <a:cubicBezTo>
                  <a:pt x="535072" y="37151"/>
                  <a:pt x="535487" y="36805"/>
                  <a:pt x="536110" y="36493"/>
                </a:cubicBezTo>
                <a:cubicBezTo>
                  <a:pt x="536733" y="36182"/>
                  <a:pt x="537529" y="35974"/>
                  <a:pt x="538498" y="35870"/>
                </a:cubicBezTo>
                <a:cubicBezTo>
                  <a:pt x="539467" y="35767"/>
                  <a:pt x="540747" y="35715"/>
                  <a:pt x="542339" y="35715"/>
                </a:cubicBezTo>
                <a:cubicBezTo>
                  <a:pt x="543862" y="35715"/>
                  <a:pt x="545125" y="35767"/>
                  <a:pt x="546129" y="35870"/>
                </a:cubicBezTo>
                <a:cubicBezTo>
                  <a:pt x="547132" y="35974"/>
                  <a:pt x="547911" y="36182"/>
                  <a:pt x="548465" y="36493"/>
                </a:cubicBezTo>
                <a:cubicBezTo>
                  <a:pt x="549018" y="36805"/>
                  <a:pt x="549416" y="37151"/>
                  <a:pt x="549658" y="37532"/>
                </a:cubicBezTo>
                <a:cubicBezTo>
                  <a:pt x="549901" y="37912"/>
                  <a:pt x="550022" y="38379"/>
                  <a:pt x="550022" y="38933"/>
                </a:cubicBezTo>
                <a:lnTo>
                  <a:pt x="550022" y="51288"/>
                </a:lnTo>
                <a:cubicBezTo>
                  <a:pt x="555282" y="45405"/>
                  <a:pt x="560525" y="41096"/>
                  <a:pt x="565751" y="38362"/>
                </a:cubicBezTo>
                <a:cubicBezTo>
                  <a:pt x="570977" y="35628"/>
                  <a:pt x="576254" y="34261"/>
                  <a:pt x="581584" y="34261"/>
                </a:cubicBezTo>
                <a:cubicBezTo>
                  <a:pt x="587813" y="34261"/>
                  <a:pt x="593056" y="35317"/>
                  <a:pt x="597313" y="37428"/>
                </a:cubicBezTo>
                <a:cubicBezTo>
                  <a:pt x="601569" y="39539"/>
                  <a:pt x="605013" y="42359"/>
                  <a:pt x="607643" y="45889"/>
                </a:cubicBezTo>
                <a:cubicBezTo>
                  <a:pt x="610273" y="49419"/>
                  <a:pt x="612159" y="53555"/>
                  <a:pt x="613301" y="58296"/>
                </a:cubicBezTo>
                <a:cubicBezTo>
                  <a:pt x="614443" y="63037"/>
                  <a:pt x="615014" y="68730"/>
                  <a:pt x="615014" y="75375"/>
                </a:cubicBezTo>
                <a:lnTo>
                  <a:pt x="615014" y="132373"/>
                </a:lnTo>
                <a:close/>
                <a:moveTo>
                  <a:pt x="692836" y="125624"/>
                </a:moveTo>
                <a:cubicBezTo>
                  <a:pt x="692836" y="127632"/>
                  <a:pt x="692697" y="129224"/>
                  <a:pt x="692421" y="130400"/>
                </a:cubicBezTo>
                <a:cubicBezTo>
                  <a:pt x="692144" y="131577"/>
                  <a:pt x="691728" y="132442"/>
                  <a:pt x="691175" y="132996"/>
                </a:cubicBezTo>
                <a:cubicBezTo>
                  <a:pt x="690621" y="133550"/>
                  <a:pt x="689790" y="134069"/>
                  <a:pt x="688683" y="134553"/>
                </a:cubicBezTo>
                <a:cubicBezTo>
                  <a:pt x="687576" y="135038"/>
                  <a:pt x="686312" y="135436"/>
                  <a:pt x="684894" y="135747"/>
                </a:cubicBezTo>
                <a:cubicBezTo>
                  <a:pt x="683475" y="136059"/>
                  <a:pt x="681969" y="136318"/>
                  <a:pt x="680377" y="136526"/>
                </a:cubicBezTo>
                <a:cubicBezTo>
                  <a:pt x="678785" y="136733"/>
                  <a:pt x="677193" y="136837"/>
                  <a:pt x="675601" y="136837"/>
                </a:cubicBezTo>
                <a:cubicBezTo>
                  <a:pt x="670756" y="136837"/>
                  <a:pt x="666604" y="136196"/>
                  <a:pt x="663143" y="134913"/>
                </a:cubicBezTo>
                <a:cubicBezTo>
                  <a:pt x="659682" y="133629"/>
                  <a:pt x="656844" y="131685"/>
                  <a:pt x="654629" y="129083"/>
                </a:cubicBezTo>
                <a:cubicBezTo>
                  <a:pt x="652415" y="126481"/>
                  <a:pt x="650805" y="123186"/>
                  <a:pt x="649802" y="119197"/>
                </a:cubicBezTo>
                <a:cubicBezTo>
                  <a:pt x="648798" y="115209"/>
                  <a:pt x="648296" y="110509"/>
                  <a:pt x="648296" y="105097"/>
                </a:cubicBezTo>
                <a:lnTo>
                  <a:pt x="648296" y="50354"/>
                </a:lnTo>
                <a:lnTo>
                  <a:pt x="635215" y="50354"/>
                </a:lnTo>
                <a:cubicBezTo>
                  <a:pt x="634177" y="50354"/>
                  <a:pt x="633346" y="49800"/>
                  <a:pt x="632723" y="48692"/>
                </a:cubicBezTo>
                <a:cubicBezTo>
                  <a:pt x="632100" y="47585"/>
                  <a:pt x="631789" y="45785"/>
                  <a:pt x="631789" y="43294"/>
                </a:cubicBezTo>
                <a:cubicBezTo>
                  <a:pt x="631789" y="41979"/>
                  <a:pt x="631875" y="40871"/>
                  <a:pt x="632048" y="39971"/>
                </a:cubicBezTo>
                <a:cubicBezTo>
                  <a:pt x="632221" y="39072"/>
                  <a:pt x="632446" y="38328"/>
                  <a:pt x="632723" y="37739"/>
                </a:cubicBezTo>
                <a:cubicBezTo>
                  <a:pt x="633000" y="37151"/>
                  <a:pt x="633363" y="36736"/>
                  <a:pt x="633813" y="36493"/>
                </a:cubicBezTo>
                <a:cubicBezTo>
                  <a:pt x="634263" y="36251"/>
                  <a:pt x="634765" y="36130"/>
                  <a:pt x="635319" y="36130"/>
                </a:cubicBezTo>
                <a:lnTo>
                  <a:pt x="648296" y="36130"/>
                </a:lnTo>
                <a:lnTo>
                  <a:pt x="648296" y="13912"/>
                </a:lnTo>
                <a:cubicBezTo>
                  <a:pt x="648296" y="13428"/>
                  <a:pt x="648417" y="12978"/>
                  <a:pt x="648660" y="12562"/>
                </a:cubicBezTo>
                <a:cubicBezTo>
                  <a:pt x="648902" y="12147"/>
                  <a:pt x="649352" y="11784"/>
                  <a:pt x="650009" y="11472"/>
                </a:cubicBezTo>
                <a:cubicBezTo>
                  <a:pt x="650667" y="11161"/>
                  <a:pt x="651549" y="10936"/>
                  <a:pt x="652657" y="10797"/>
                </a:cubicBezTo>
                <a:cubicBezTo>
                  <a:pt x="653764" y="10659"/>
                  <a:pt x="655149" y="10590"/>
                  <a:pt x="656810" y="10590"/>
                </a:cubicBezTo>
                <a:cubicBezTo>
                  <a:pt x="658540" y="10590"/>
                  <a:pt x="659959" y="10659"/>
                  <a:pt x="661066" y="10797"/>
                </a:cubicBezTo>
                <a:cubicBezTo>
                  <a:pt x="662174" y="10936"/>
                  <a:pt x="663039" y="11161"/>
                  <a:pt x="663662" y="11472"/>
                </a:cubicBezTo>
                <a:cubicBezTo>
                  <a:pt x="664285" y="11784"/>
                  <a:pt x="664735" y="12147"/>
                  <a:pt x="665012" y="12562"/>
                </a:cubicBezTo>
                <a:cubicBezTo>
                  <a:pt x="665288" y="12978"/>
                  <a:pt x="665427" y="13428"/>
                  <a:pt x="665427" y="13912"/>
                </a:cubicBezTo>
                <a:lnTo>
                  <a:pt x="665427" y="36130"/>
                </a:lnTo>
                <a:lnTo>
                  <a:pt x="689410" y="36130"/>
                </a:lnTo>
                <a:cubicBezTo>
                  <a:pt x="689963" y="36130"/>
                  <a:pt x="690448" y="36251"/>
                  <a:pt x="690863" y="36493"/>
                </a:cubicBezTo>
                <a:cubicBezTo>
                  <a:pt x="691279" y="36736"/>
                  <a:pt x="691642" y="37151"/>
                  <a:pt x="691953" y="37739"/>
                </a:cubicBezTo>
                <a:cubicBezTo>
                  <a:pt x="692265" y="38328"/>
                  <a:pt x="692490" y="39072"/>
                  <a:pt x="692628" y="39971"/>
                </a:cubicBezTo>
                <a:cubicBezTo>
                  <a:pt x="692767" y="40871"/>
                  <a:pt x="692836" y="41979"/>
                  <a:pt x="692836" y="43294"/>
                </a:cubicBezTo>
                <a:cubicBezTo>
                  <a:pt x="692836" y="45785"/>
                  <a:pt x="692524" y="47585"/>
                  <a:pt x="691901" y="48692"/>
                </a:cubicBezTo>
                <a:cubicBezTo>
                  <a:pt x="691279" y="49800"/>
                  <a:pt x="690448" y="50354"/>
                  <a:pt x="689410" y="50354"/>
                </a:cubicBezTo>
                <a:lnTo>
                  <a:pt x="665427" y="50354"/>
                </a:lnTo>
                <a:lnTo>
                  <a:pt x="665427" y="102625"/>
                </a:lnTo>
                <a:cubicBezTo>
                  <a:pt x="665427" y="109079"/>
                  <a:pt x="666379" y="113955"/>
                  <a:pt x="668282" y="117254"/>
                </a:cubicBezTo>
                <a:cubicBezTo>
                  <a:pt x="670185" y="120550"/>
                  <a:pt x="673594" y="122198"/>
                  <a:pt x="678508" y="122198"/>
                </a:cubicBezTo>
                <a:cubicBezTo>
                  <a:pt x="680100" y="122198"/>
                  <a:pt x="681519" y="122043"/>
                  <a:pt x="682765" y="121731"/>
                </a:cubicBezTo>
                <a:cubicBezTo>
                  <a:pt x="684011" y="121420"/>
                  <a:pt x="685118" y="121091"/>
                  <a:pt x="686087" y="120745"/>
                </a:cubicBezTo>
                <a:cubicBezTo>
                  <a:pt x="687056" y="120399"/>
                  <a:pt x="687887" y="120070"/>
                  <a:pt x="688579" y="119759"/>
                </a:cubicBezTo>
                <a:cubicBezTo>
                  <a:pt x="689271" y="119447"/>
                  <a:pt x="689894" y="119291"/>
                  <a:pt x="690448" y="119291"/>
                </a:cubicBezTo>
                <a:cubicBezTo>
                  <a:pt x="690794" y="119291"/>
                  <a:pt x="691123" y="119378"/>
                  <a:pt x="691434" y="119551"/>
                </a:cubicBezTo>
                <a:cubicBezTo>
                  <a:pt x="691746" y="119724"/>
                  <a:pt x="691988" y="120053"/>
                  <a:pt x="692161" y="120537"/>
                </a:cubicBezTo>
                <a:cubicBezTo>
                  <a:pt x="692334" y="121022"/>
                  <a:pt x="692490" y="121679"/>
                  <a:pt x="692628" y="122510"/>
                </a:cubicBezTo>
                <a:cubicBezTo>
                  <a:pt x="692767" y="123340"/>
                  <a:pt x="692836" y="124379"/>
                  <a:pt x="692836" y="125624"/>
                </a:cubicBezTo>
                <a:close/>
                <a:moveTo>
                  <a:pt x="773265" y="107011"/>
                </a:moveTo>
                <a:cubicBezTo>
                  <a:pt x="773265" y="111791"/>
                  <a:pt x="772382" y="116052"/>
                  <a:pt x="770617" y="119794"/>
                </a:cubicBezTo>
                <a:cubicBezTo>
                  <a:pt x="768852" y="123534"/>
                  <a:pt x="766343" y="126687"/>
                  <a:pt x="763090" y="129252"/>
                </a:cubicBezTo>
                <a:cubicBezTo>
                  <a:pt x="759837" y="131815"/>
                  <a:pt x="755961" y="133754"/>
                  <a:pt x="751462" y="135069"/>
                </a:cubicBezTo>
                <a:cubicBezTo>
                  <a:pt x="746963" y="136386"/>
                  <a:pt x="742014" y="137045"/>
                  <a:pt x="736615" y="137045"/>
                </a:cubicBezTo>
                <a:cubicBezTo>
                  <a:pt x="733293" y="137045"/>
                  <a:pt x="730127" y="136785"/>
                  <a:pt x="727116" y="136266"/>
                </a:cubicBezTo>
                <a:cubicBezTo>
                  <a:pt x="724105" y="135747"/>
                  <a:pt x="721406" y="135090"/>
                  <a:pt x="719018" y="134294"/>
                </a:cubicBezTo>
                <a:cubicBezTo>
                  <a:pt x="716630" y="133498"/>
                  <a:pt x="714605" y="132667"/>
                  <a:pt x="712944" y="131802"/>
                </a:cubicBezTo>
                <a:cubicBezTo>
                  <a:pt x="711283" y="130937"/>
                  <a:pt x="710072" y="130158"/>
                  <a:pt x="709310" y="129466"/>
                </a:cubicBezTo>
                <a:cubicBezTo>
                  <a:pt x="708549" y="128774"/>
                  <a:pt x="707995" y="127805"/>
                  <a:pt x="707649" y="126559"/>
                </a:cubicBezTo>
                <a:cubicBezTo>
                  <a:pt x="707303" y="125313"/>
                  <a:pt x="707130" y="123617"/>
                  <a:pt x="707130" y="121472"/>
                </a:cubicBezTo>
                <a:cubicBezTo>
                  <a:pt x="707130" y="120157"/>
                  <a:pt x="707199" y="119049"/>
                  <a:pt x="707338" y="118149"/>
                </a:cubicBezTo>
                <a:cubicBezTo>
                  <a:pt x="707476" y="117250"/>
                  <a:pt x="707649" y="116523"/>
                  <a:pt x="707857" y="115969"/>
                </a:cubicBezTo>
                <a:cubicBezTo>
                  <a:pt x="708064" y="115415"/>
                  <a:pt x="708359" y="115017"/>
                  <a:pt x="708739" y="114775"/>
                </a:cubicBezTo>
                <a:cubicBezTo>
                  <a:pt x="709120" y="114533"/>
                  <a:pt x="709553" y="114412"/>
                  <a:pt x="710037" y="114412"/>
                </a:cubicBezTo>
                <a:cubicBezTo>
                  <a:pt x="710798" y="114412"/>
                  <a:pt x="711923" y="114879"/>
                  <a:pt x="713411" y="115813"/>
                </a:cubicBezTo>
                <a:cubicBezTo>
                  <a:pt x="714899" y="116748"/>
                  <a:pt x="716734" y="117769"/>
                  <a:pt x="718914" y="118876"/>
                </a:cubicBezTo>
                <a:cubicBezTo>
                  <a:pt x="721094" y="119984"/>
                  <a:pt x="723672" y="121004"/>
                  <a:pt x="726649" y="121939"/>
                </a:cubicBezTo>
                <a:cubicBezTo>
                  <a:pt x="729625" y="122873"/>
                  <a:pt x="733051" y="123340"/>
                  <a:pt x="736927" y="123340"/>
                </a:cubicBezTo>
                <a:cubicBezTo>
                  <a:pt x="739834" y="123340"/>
                  <a:pt x="742464" y="123029"/>
                  <a:pt x="744817" y="122406"/>
                </a:cubicBezTo>
                <a:cubicBezTo>
                  <a:pt x="747171" y="121781"/>
                  <a:pt x="749212" y="120862"/>
                  <a:pt x="750943" y="119648"/>
                </a:cubicBezTo>
                <a:cubicBezTo>
                  <a:pt x="752673" y="118435"/>
                  <a:pt x="754006" y="116892"/>
                  <a:pt x="754940" y="115018"/>
                </a:cubicBezTo>
                <a:cubicBezTo>
                  <a:pt x="755874" y="113145"/>
                  <a:pt x="756342" y="110926"/>
                  <a:pt x="756342" y="108361"/>
                </a:cubicBezTo>
                <a:cubicBezTo>
                  <a:pt x="756342" y="105729"/>
                  <a:pt x="755667" y="103512"/>
                  <a:pt x="754317" y="101710"/>
                </a:cubicBezTo>
                <a:cubicBezTo>
                  <a:pt x="752967" y="99908"/>
                  <a:pt x="751185" y="98315"/>
                  <a:pt x="748970" y="96931"/>
                </a:cubicBezTo>
                <a:cubicBezTo>
                  <a:pt x="746755" y="95544"/>
                  <a:pt x="744264" y="94315"/>
                  <a:pt x="741495" y="93242"/>
                </a:cubicBezTo>
                <a:cubicBezTo>
                  <a:pt x="738726" y="92167"/>
                  <a:pt x="735871" y="91041"/>
                  <a:pt x="732930" y="89864"/>
                </a:cubicBezTo>
                <a:cubicBezTo>
                  <a:pt x="729988" y="88686"/>
                  <a:pt x="727116" y="87351"/>
                  <a:pt x="724313" y="85861"/>
                </a:cubicBezTo>
                <a:cubicBezTo>
                  <a:pt x="721509" y="84370"/>
                  <a:pt x="719000" y="82551"/>
                  <a:pt x="716785" y="80404"/>
                </a:cubicBezTo>
                <a:cubicBezTo>
                  <a:pt x="714571" y="78256"/>
                  <a:pt x="712788" y="75693"/>
                  <a:pt x="711439" y="72714"/>
                </a:cubicBezTo>
                <a:cubicBezTo>
                  <a:pt x="710089" y="69736"/>
                  <a:pt x="709414" y="66168"/>
                  <a:pt x="709414" y="62011"/>
                </a:cubicBezTo>
                <a:cubicBezTo>
                  <a:pt x="709414" y="58338"/>
                  <a:pt x="710124" y="54822"/>
                  <a:pt x="711542" y="51463"/>
                </a:cubicBezTo>
                <a:cubicBezTo>
                  <a:pt x="712961" y="48102"/>
                  <a:pt x="715090" y="45157"/>
                  <a:pt x="717927" y="42629"/>
                </a:cubicBezTo>
                <a:cubicBezTo>
                  <a:pt x="720765" y="40098"/>
                  <a:pt x="724313" y="38071"/>
                  <a:pt x="728569" y="36549"/>
                </a:cubicBezTo>
                <a:cubicBezTo>
                  <a:pt x="732826" y="35024"/>
                  <a:pt x="737792" y="34261"/>
                  <a:pt x="743468" y="34261"/>
                </a:cubicBezTo>
                <a:cubicBezTo>
                  <a:pt x="745959" y="34261"/>
                  <a:pt x="748451" y="34472"/>
                  <a:pt x="750943" y="34894"/>
                </a:cubicBezTo>
                <a:cubicBezTo>
                  <a:pt x="753435" y="35316"/>
                  <a:pt x="755684" y="35842"/>
                  <a:pt x="757691" y="36474"/>
                </a:cubicBezTo>
                <a:cubicBezTo>
                  <a:pt x="759698" y="37106"/>
                  <a:pt x="761412" y="37790"/>
                  <a:pt x="762830" y="38528"/>
                </a:cubicBezTo>
                <a:cubicBezTo>
                  <a:pt x="764249" y="39265"/>
                  <a:pt x="765322" y="39915"/>
                  <a:pt x="766049" y="40478"/>
                </a:cubicBezTo>
                <a:cubicBezTo>
                  <a:pt x="766776" y="41040"/>
                  <a:pt x="767260" y="41529"/>
                  <a:pt x="767502" y="41944"/>
                </a:cubicBezTo>
                <a:cubicBezTo>
                  <a:pt x="767745" y="42359"/>
                  <a:pt x="767918" y="42827"/>
                  <a:pt x="768022" y="43346"/>
                </a:cubicBezTo>
                <a:cubicBezTo>
                  <a:pt x="768125" y="43865"/>
                  <a:pt x="768229" y="44505"/>
                  <a:pt x="768333" y="45266"/>
                </a:cubicBezTo>
                <a:cubicBezTo>
                  <a:pt x="768437" y="46028"/>
                  <a:pt x="768489" y="46962"/>
                  <a:pt x="768489" y="48070"/>
                </a:cubicBezTo>
                <a:cubicBezTo>
                  <a:pt x="768489" y="49246"/>
                  <a:pt x="768437" y="50267"/>
                  <a:pt x="768333" y="51132"/>
                </a:cubicBezTo>
                <a:cubicBezTo>
                  <a:pt x="768229" y="51997"/>
                  <a:pt x="768056" y="52707"/>
                  <a:pt x="767814" y="53261"/>
                </a:cubicBezTo>
                <a:cubicBezTo>
                  <a:pt x="767572" y="53814"/>
                  <a:pt x="767277" y="54212"/>
                  <a:pt x="766931" y="54455"/>
                </a:cubicBezTo>
                <a:cubicBezTo>
                  <a:pt x="766585" y="54697"/>
                  <a:pt x="766205" y="54818"/>
                  <a:pt x="765789" y="54818"/>
                </a:cubicBezTo>
                <a:cubicBezTo>
                  <a:pt x="765166" y="54818"/>
                  <a:pt x="764267" y="54432"/>
                  <a:pt x="763090" y="53660"/>
                </a:cubicBezTo>
                <a:cubicBezTo>
                  <a:pt x="761913" y="52888"/>
                  <a:pt x="760391" y="52062"/>
                  <a:pt x="758522" y="51184"/>
                </a:cubicBezTo>
                <a:cubicBezTo>
                  <a:pt x="756653" y="50306"/>
                  <a:pt x="754455" y="49481"/>
                  <a:pt x="751929" y="48709"/>
                </a:cubicBezTo>
                <a:cubicBezTo>
                  <a:pt x="749403" y="47937"/>
                  <a:pt x="746513" y="47550"/>
                  <a:pt x="743260" y="47550"/>
                </a:cubicBezTo>
                <a:cubicBezTo>
                  <a:pt x="740353" y="47550"/>
                  <a:pt x="737792" y="47880"/>
                  <a:pt x="735577" y="48540"/>
                </a:cubicBezTo>
                <a:cubicBezTo>
                  <a:pt x="733362" y="49198"/>
                  <a:pt x="731545" y="50133"/>
                  <a:pt x="730127" y="51346"/>
                </a:cubicBezTo>
                <a:cubicBezTo>
                  <a:pt x="728708" y="52560"/>
                  <a:pt x="727635" y="53999"/>
                  <a:pt x="726908" y="55665"/>
                </a:cubicBezTo>
                <a:cubicBezTo>
                  <a:pt x="726181" y="57328"/>
                  <a:pt x="725818" y="59131"/>
                  <a:pt x="725818" y="61073"/>
                </a:cubicBezTo>
                <a:cubicBezTo>
                  <a:pt x="725818" y="63775"/>
                  <a:pt x="726510" y="66044"/>
                  <a:pt x="727894" y="67880"/>
                </a:cubicBezTo>
                <a:cubicBezTo>
                  <a:pt x="729279" y="69716"/>
                  <a:pt x="731078" y="71328"/>
                  <a:pt x="733293" y="72714"/>
                </a:cubicBezTo>
                <a:cubicBezTo>
                  <a:pt x="735508" y="74099"/>
                  <a:pt x="738034" y="75345"/>
                  <a:pt x="740872" y="76455"/>
                </a:cubicBezTo>
                <a:cubicBezTo>
                  <a:pt x="743710" y="77563"/>
                  <a:pt x="746600" y="78706"/>
                  <a:pt x="749541" y="79884"/>
                </a:cubicBezTo>
                <a:cubicBezTo>
                  <a:pt x="752483" y="81061"/>
                  <a:pt x="755390" y="82377"/>
                  <a:pt x="758262" y="83833"/>
                </a:cubicBezTo>
                <a:cubicBezTo>
                  <a:pt x="761135" y="85289"/>
                  <a:pt x="763678" y="87056"/>
                  <a:pt x="765893" y="89134"/>
                </a:cubicBezTo>
                <a:cubicBezTo>
                  <a:pt x="768108" y="91213"/>
                  <a:pt x="769890" y="93708"/>
                  <a:pt x="771240" y="96619"/>
                </a:cubicBezTo>
                <a:cubicBezTo>
                  <a:pt x="772590" y="99528"/>
                  <a:pt x="773265" y="102992"/>
                  <a:pt x="773265" y="1070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C86116-D5CE-400B-92AD-429DF6FD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110" y="793269"/>
            <a:ext cx="349311" cy="496976"/>
          </a:xfrm>
          <a:custGeom xmlns:a="http://schemas.openxmlformats.org/drawingml/2006/main">
            <a:pathLst>
              <a:path w="349311" h="496976">
                <a:moveTo>
                  <a:pt x="280108" y="37611"/>
                </a:moveTo>
                <a:lnTo>
                  <a:pt x="304179" y="54410"/>
                </a:lnTo>
                <a:lnTo>
                  <a:pt x="282228" y="85862"/>
                </a:lnTo>
                <a:lnTo>
                  <a:pt x="291858" y="92581"/>
                </a:lnTo>
                <a:lnTo>
                  <a:pt x="313807" y="61130"/>
                </a:lnTo>
                <a:lnTo>
                  <a:pt x="337878" y="77929"/>
                </a:lnTo>
                <a:lnTo>
                  <a:pt x="349311" y="0"/>
                </a:lnTo>
                <a:lnTo>
                  <a:pt x="280108" y="37611"/>
                </a:lnTo>
                <a:close/>
                <a:moveTo>
                  <a:pt x="235191" y="153260"/>
                </a:moveTo>
                <a:lnTo>
                  <a:pt x="244819" y="159980"/>
                </a:lnTo>
                <a:lnTo>
                  <a:pt x="271699" y="121467"/>
                </a:lnTo>
                <a:lnTo>
                  <a:pt x="262070" y="114747"/>
                </a:lnTo>
                <a:lnTo>
                  <a:pt x="235191" y="153260"/>
                </a:lnTo>
                <a:close/>
                <a:moveTo>
                  <a:pt x="188152" y="220660"/>
                </a:moveTo>
                <a:lnTo>
                  <a:pt x="197781" y="227379"/>
                </a:lnTo>
                <a:lnTo>
                  <a:pt x="224660" y="188866"/>
                </a:lnTo>
                <a:lnTo>
                  <a:pt x="215032" y="182147"/>
                </a:lnTo>
                <a:lnTo>
                  <a:pt x="188152" y="220660"/>
                </a:lnTo>
                <a:close/>
                <a:moveTo>
                  <a:pt x="141115" y="288059"/>
                </a:moveTo>
                <a:lnTo>
                  <a:pt x="150743" y="294779"/>
                </a:lnTo>
                <a:lnTo>
                  <a:pt x="177621" y="256265"/>
                </a:lnTo>
                <a:lnTo>
                  <a:pt x="167993" y="249545"/>
                </a:lnTo>
                <a:lnTo>
                  <a:pt x="141115" y="288059"/>
                </a:lnTo>
                <a:close/>
                <a:moveTo>
                  <a:pt x="94076" y="355458"/>
                </a:moveTo>
                <a:lnTo>
                  <a:pt x="103704" y="362177"/>
                </a:lnTo>
                <a:lnTo>
                  <a:pt x="130584" y="323664"/>
                </a:lnTo>
                <a:lnTo>
                  <a:pt x="120955" y="316944"/>
                </a:lnTo>
                <a:lnTo>
                  <a:pt x="94076" y="355458"/>
                </a:lnTo>
                <a:close/>
                <a:moveTo>
                  <a:pt x="56667" y="429577"/>
                </a:moveTo>
                <a:lnTo>
                  <a:pt x="83545" y="391064"/>
                </a:lnTo>
                <a:lnTo>
                  <a:pt x="73917" y="384344"/>
                </a:lnTo>
                <a:lnTo>
                  <a:pt x="47039" y="422857"/>
                </a:lnTo>
                <a:lnTo>
                  <a:pt x="56667" y="429577"/>
                </a:lnTo>
                <a:close/>
                <a:moveTo>
                  <a:pt x="9628" y="496976"/>
                </a:moveTo>
                <a:lnTo>
                  <a:pt x="36508" y="458462"/>
                </a:lnTo>
                <a:lnTo>
                  <a:pt x="26879" y="451742"/>
                </a:lnTo>
                <a:lnTo>
                  <a:pt x="0" y="490257"/>
                </a:lnTo>
                <a:lnTo>
                  <a:pt x="9628" y="496976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857B7A-A74F-4DB4-B7D3-1F2F2564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924" y="1249905"/>
            <a:ext cx="344497" cy="70449"/>
          </a:xfrm>
          <a:custGeom xmlns:a="http://schemas.openxmlformats.org/drawingml/2006/main">
            <a:pathLst>
              <a:path w="344497" h="70449">
                <a:moveTo>
                  <a:pt x="46966" y="41094"/>
                </a:moveTo>
                <a:lnTo>
                  <a:pt x="46966" y="29352"/>
                </a:lnTo>
                <a:lnTo>
                  <a:pt x="0" y="29352"/>
                </a:lnTo>
                <a:lnTo>
                  <a:pt x="0" y="41094"/>
                </a:lnTo>
                <a:lnTo>
                  <a:pt x="46966" y="41094"/>
                </a:lnTo>
                <a:close/>
                <a:moveTo>
                  <a:pt x="129156" y="29354"/>
                </a:moveTo>
                <a:lnTo>
                  <a:pt x="82190" y="29352"/>
                </a:lnTo>
                <a:lnTo>
                  <a:pt x="82190" y="41094"/>
                </a:lnTo>
                <a:lnTo>
                  <a:pt x="129156" y="41095"/>
                </a:lnTo>
                <a:lnTo>
                  <a:pt x="129156" y="29354"/>
                </a:lnTo>
                <a:close/>
                <a:moveTo>
                  <a:pt x="211346" y="29354"/>
                </a:moveTo>
                <a:lnTo>
                  <a:pt x="164381" y="29354"/>
                </a:lnTo>
                <a:lnTo>
                  <a:pt x="164381" y="41095"/>
                </a:lnTo>
                <a:lnTo>
                  <a:pt x="211346" y="41095"/>
                </a:lnTo>
                <a:lnTo>
                  <a:pt x="211346" y="29354"/>
                </a:lnTo>
                <a:close/>
                <a:moveTo>
                  <a:pt x="246571" y="41095"/>
                </a:moveTo>
                <a:lnTo>
                  <a:pt x="274049" y="41095"/>
                </a:lnTo>
                <a:lnTo>
                  <a:pt x="274048" y="70449"/>
                </a:lnTo>
                <a:lnTo>
                  <a:pt x="344497" y="35224"/>
                </a:lnTo>
                <a:lnTo>
                  <a:pt x="274049" y="0"/>
                </a:lnTo>
                <a:lnTo>
                  <a:pt x="274049" y="29354"/>
                </a:lnTo>
                <a:lnTo>
                  <a:pt x="246571" y="29354"/>
                </a:lnTo>
                <a:lnTo>
                  <a:pt x="246571" y="41095"/>
                </a:lnTo>
                <a:close/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05326E-5A3B-4510-AA74-BF33E411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095" y="1281792"/>
            <a:ext cx="349326" cy="501917"/>
          </a:xfrm>
          <a:custGeom xmlns:a="http://schemas.openxmlformats.org/drawingml/2006/main">
            <a:pathLst>
              <a:path w="349326" h="501917">
                <a:moveTo>
                  <a:pt x="36357" y="38639"/>
                </a:moveTo>
                <a:lnTo>
                  <a:pt x="9660" y="0"/>
                </a:lnTo>
                <a:lnTo>
                  <a:pt x="0" y="6675"/>
                </a:lnTo>
                <a:lnTo>
                  <a:pt x="26698" y="45314"/>
                </a:lnTo>
                <a:lnTo>
                  <a:pt x="36357" y="38639"/>
                </a:lnTo>
                <a:close/>
                <a:moveTo>
                  <a:pt x="83079" y="106258"/>
                </a:moveTo>
                <a:lnTo>
                  <a:pt x="56381" y="67619"/>
                </a:lnTo>
                <a:lnTo>
                  <a:pt x="46722" y="74293"/>
                </a:lnTo>
                <a:lnTo>
                  <a:pt x="73419" y="112933"/>
                </a:lnTo>
                <a:lnTo>
                  <a:pt x="83079" y="106258"/>
                </a:lnTo>
                <a:close/>
                <a:moveTo>
                  <a:pt x="129801" y="173877"/>
                </a:moveTo>
                <a:lnTo>
                  <a:pt x="103103" y="135238"/>
                </a:lnTo>
                <a:lnTo>
                  <a:pt x="93443" y="141912"/>
                </a:lnTo>
                <a:lnTo>
                  <a:pt x="120141" y="180552"/>
                </a:lnTo>
                <a:lnTo>
                  <a:pt x="129801" y="173877"/>
                </a:lnTo>
                <a:close/>
                <a:moveTo>
                  <a:pt x="176522" y="241496"/>
                </a:moveTo>
                <a:lnTo>
                  <a:pt x="149825" y="202856"/>
                </a:lnTo>
                <a:lnTo>
                  <a:pt x="140165" y="209531"/>
                </a:lnTo>
                <a:lnTo>
                  <a:pt x="166863" y="248170"/>
                </a:lnTo>
                <a:lnTo>
                  <a:pt x="176522" y="241496"/>
                </a:lnTo>
                <a:close/>
                <a:moveTo>
                  <a:pt x="223244" y="309115"/>
                </a:moveTo>
                <a:lnTo>
                  <a:pt x="196546" y="270475"/>
                </a:lnTo>
                <a:lnTo>
                  <a:pt x="186887" y="277150"/>
                </a:lnTo>
                <a:lnTo>
                  <a:pt x="213584" y="315789"/>
                </a:lnTo>
                <a:lnTo>
                  <a:pt x="223244" y="309115"/>
                </a:lnTo>
                <a:close/>
                <a:moveTo>
                  <a:pt x="269967" y="376733"/>
                </a:moveTo>
                <a:lnTo>
                  <a:pt x="243268" y="338094"/>
                </a:lnTo>
                <a:lnTo>
                  <a:pt x="233608" y="344769"/>
                </a:lnTo>
                <a:lnTo>
                  <a:pt x="260306" y="383408"/>
                </a:lnTo>
                <a:lnTo>
                  <a:pt x="269967" y="376733"/>
                </a:lnTo>
                <a:close/>
                <a:moveTo>
                  <a:pt x="304450" y="447295"/>
                </a:moveTo>
                <a:lnTo>
                  <a:pt x="280301" y="463982"/>
                </a:lnTo>
                <a:lnTo>
                  <a:pt x="349326" y="501917"/>
                </a:lnTo>
                <a:lnTo>
                  <a:pt x="338259" y="423934"/>
                </a:lnTo>
                <a:lnTo>
                  <a:pt x="314110" y="440620"/>
                </a:lnTo>
                <a:lnTo>
                  <a:pt x="289990" y="405713"/>
                </a:lnTo>
                <a:lnTo>
                  <a:pt x="280330" y="412387"/>
                </a:lnTo>
                <a:lnTo>
                  <a:pt x="304450" y="447295"/>
                </a:lnTo>
                <a:close/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Victim">
            <a:extLst xmlns:a="http://schemas.openxmlformats.org/drawingml/2006/main">
              <a:ext uri="{FF2B5EF4-FFF2-40B4-BE49-F238E27FC236}">
                <a16:creationId xmlns:a16="http://schemas.microsoft.com/office/drawing/2014/main" id="{940416CC-0B8A-4306-95D7-6EDB3E86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061" y="3873624"/>
            <a:ext cx="528141" cy="139952"/>
          </a:xfrm>
          <a:custGeom xmlns:a="http://schemas.openxmlformats.org/drawingml/2006/main">
            <a:pathLst>
              <a:path w="528141" h="139952">
                <a:moveTo>
                  <a:pt x="68609" y="134761"/>
                </a:moveTo>
                <a:cubicBezTo>
                  <a:pt x="68332" y="135522"/>
                  <a:pt x="67951" y="136145"/>
                  <a:pt x="67467" y="136630"/>
                </a:cubicBezTo>
                <a:cubicBezTo>
                  <a:pt x="66982" y="137114"/>
                  <a:pt x="66308" y="137495"/>
                  <a:pt x="65442" y="137772"/>
                </a:cubicBezTo>
                <a:cubicBezTo>
                  <a:pt x="64577" y="138049"/>
                  <a:pt x="63470" y="138239"/>
                  <a:pt x="62120" y="138343"/>
                </a:cubicBezTo>
                <a:cubicBezTo>
                  <a:pt x="60770" y="138447"/>
                  <a:pt x="59092" y="138498"/>
                  <a:pt x="57085" y="138498"/>
                </a:cubicBezTo>
                <a:cubicBezTo>
                  <a:pt x="55562" y="138498"/>
                  <a:pt x="54230" y="138481"/>
                  <a:pt x="53088" y="138447"/>
                </a:cubicBezTo>
                <a:cubicBezTo>
                  <a:pt x="51946" y="138412"/>
                  <a:pt x="50959" y="138325"/>
                  <a:pt x="50129" y="138187"/>
                </a:cubicBezTo>
                <a:cubicBezTo>
                  <a:pt x="49298" y="138049"/>
                  <a:pt x="48589" y="137893"/>
                  <a:pt x="48000" y="137720"/>
                </a:cubicBezTo>
                <a:cubicBezTo>
                  <a:pt x="47412" y="137547"/>
                  <a:pt x="46910" y="137322"/>
                  <a:pt x="46495" y="137045"/>
                </a:cubicBezTo>
                <a:cubicBezTo>
                  <a:pt x="46080" y="136768"/>
                  <a:pt x="45751" y="136439"/>
                  <a:pt x="45509" y="136059"/>
                </a:cubicBezTo>
                <a:cubicBezTo>
                  <a:pt x="45266" y="135678"/>
                  <a:pt x="45041" y="135211"/>
                  <a:pt x="44834" y="134657"/>
                </a:cubicBezTo>
                <a:lnTo>
                  <a:pt x="917" y="9863"/>
                </a:lnTo>
                <a:cubicBezTo>
                  <a:pt x="363" y="8340"/>
                  <a:pt x="69" y="7112"/>
                  <a:pt x="35" y="6177"/>
                </a:cubicBezTo>
                <a:cubicBezTo>
                  <a:pt x="0" y="5243"/>
                  <a:pt x="294" y="4534"/>
                  <a:pt x="917" y="4049"/>
                </a:cubicBezTo>
                <a:cubicBezTo>
                  <a:pt x="1540" y="3565"/>
                  <a:pt x="2544" y="3253"/>
                  <a:pt x="3928" y="3115"/>
                </a:cubicBezTo>
                <a:cubicBezTo>
                  <a:pt x="5312" y="2976"/>
                  <a:pt x="7181" y="2907"/>
                  <a:pt x="9534" y="2907"/>
                </a:cubicBezTo>
                <a:cubicBezTo>
                  <a:pt x="11472" y="2907"/>
                  <a:pt x="13012" y="2959"/>
                  <a:pt x="14154" y="3063"/>
                </a:cubicBezTo>
                <a:cubicBezTo>
                  <a:pt x="15296" y="3167"/>
                  <a:pt x="16179" y="3357"/>
                  <a:pt x="16802" y="3634"/>
                </a:cubicBezTo>
                <a:cubicBezTo>
                  <a:pt x="17425" y="3911"/>
                  <a:pt x="17892" y="4274"/>
                  <a:pt x="18203" y="4724"/>
                </a:cubicBezTo>
                <a:cubicBezTo>
                  <a:pt x="18515" y="5174"/>
                  <a:pt x="18809" y="5745"/>
                  <a:pt x="19086" y="6437"/>
                </a:cubicBezTo>
                <a:lnTo>
                  <a:pt x="57604" y="119499"/>
                </a:lnTo>
                <a:lnTo>
                  <a:pt x="57708" y="119499"/>
                </a:lnTo>
                <a:lnTo>
                  <a:pt x="95187" y="6645"/>
                </a:lnTo>
                <a:cubicBezTo>
                  <a:pt x="95395" y="5883"/>
                  <a:pt x="95637" y="5260"/>
                  <a:pt x="95914" y="4776"/>
                </a:cubicBezTo>
                <a:cubicBezTo>
                  <a:pt x="96191" y="4291"/>
                  <a:pt x="96675" y="3911"/>
                  <a:pt x="97368" y="3634"/>
                </a:cubicBezTo>
                <a:cubicBezTo>
                  <a:pt x="98060" y="3357"/>
                  <a:pt x="99029" y="3167"/>
                  <a:pt x="100275" y="3063"/>
                </a:cubicBezTo>
                <a:cubicBezTo>
                  <a:pt x="101521" y="2959"/>
                  <a:pt x="103182" y="2907"/>
                  <a:pt x="105258" y="2907"/>
                </a:cubicBezTo>
                <a:cubicBezTo>
                  <a:pt x="107404" y="2907"/>
                  <a:pt x="109100" y="2994"/>
                  <a:pt x="110345" y="3167"/>
                </a:cubicBezTo>
                <a:cubicBezTo>
                  <a:pt x="111591" y="3340"/>
                  <a:pt x="112439" y="3668"/>
                  <a:pt x="112889" y="4153"/>
                </a:cubicBezTo>
                <a:cubicBezTo>
                  <a:pt x="113339" y="4637"/>
                  <a:pt x="113512" y="5347"/>
                  <a:pt x="113408" y="6281"/>
                </a:cubicBezTo>
                <a:cubicBezTo>
                  <a:pt x="113304" y="7216"/>
                  <a:pt x="112976" y="8444"/>
                  <a:pt x="112422" y="9967"/>
                </a:cubicBezTo>
                <a:lnTo>
                  <a:pt x="68609" y="134761"/>
                </a:lnTo>
                <a:close/>
                <a:moveTo>
                  <a:pt x="149815" y="135280"/>
                </a:moveTo>
                <a:cubicBezTo>
                  <a:pt x="149815" y="135834"/>
                  <a:pt x="149677" y="136301"/>
                  <a:pt x="149400" y="136682"/>
                </a:cubicBezTo>
                <a:cubicBezTo>
                  <a:pt x="149123" y="137062"/>
                  <a:pt x="148673" y="137391"/>
                  <a:pt x="148050" y="137668"/>
                </a:cubicBezTo>
                <a:cubicBezTo>
                  <a:pt x="147427" y="137945"/>
                  <a:pt x="146562" y="138152"/>
                  <a:pt x="145455" y="138291"/>
                </a:cubicBezTo>
                <a:cubicBezTo>
                  <a:pt x="144347" y="138429"/>
                  <a:pt x="142928" y="138498"/>
                  <a:pt x="141198" y="138498"/>
                </a:cubicBezTo>
                <a:cubicBezTo>
                  <a:pt x="139537" y="138498"/>
                  <a:pt x="138152" y="138429"/>
                  <a:pt x="137045" y="138291"/>
                </a:cubicBezTo>
                <a:cubicBezTo>
                  <a:pt x="135938" y="138152"/>
                  <a:pt x="135055" y="137945"/>
                  <a:pt x="134398" y="137668"/>
                </a:cubicBezTo>
                <a:cubicBezTo>
                  <a:pt x="133740" y="137391"/>
                  <a:pt x="133290" y="137062"/>
                  <a:pt x="133048" y="136682"/>
                </a:cubicBezTo>
                <a:cubicBezTo>
                  <a:pt x="132806" y="136301"/>
                  <a:pt x="132685" y="135834"/>
                  <a:pt x="132685" y="135280"/>
                </a:cubicBezTo>
                <a:lnTo>
                  <a:pt x="132685" y="41840"/>
                </a:lnTo>
                <a:cubicBezTo>
                  <a:pt x="132685" y="41356"/>
                  <a:pt x="132806" y="40906"/>
                  <a:pt x="133048" y="40491"/>
                </a:cubicBezTo>
                <a:cubicBezTo>
                  <a:pt x="133290" y="40075"/>
                  <a:pt x="133740" y="39729"/>
                  <a:pt x="134398" y="39452"/>
                </a:cubicBezTo>
                <a:cubicBezTo>
                  <a:pt x="135055" y="39175"/>
                  <a:pt x="135938" y="38968"/>
                  <a:pt x="137045" y="38829"/>
                </a:cubicBezTo>
                <a:cubicBezTo>
                  <a:pt x="138152" y="38691"/>
                  <a:pt x="139537" y="38622"/>
                  <a:pt x="141198" y="38622"/>
                </a:cubicBezTo>
                <a:cubicBezTo>
                  <a:pt x="142928" y="38622"/>
                  <a:pt x="144347" y="38691"/>
                  <a:pt x="145455" y="38829"/>
                </a:cubicBezTo>
                <a:cubicBezTo>
                  <a:pt x="146562" y="38968"/>
                  <a:pt x="147427" y="39175"/>
                  <a:pt x="148050" y="39452"/>
                </a:cubicBezTo>
                <a:cubicBezTo>
                  <a:pt x="148673" y="39729"/>
                  <a:pt x="149123" y="40075"/>
                  <a:pt x="149400" y="40491"/>
                </a:cubicBezTo>
                <a:cubicBezTo>
                  <a:pt x="149677" y="40906"/>
                  <a:pt x="149815" y="41356"/>
                  <a:pt x="149815" y="41840"/>
                </a:cubicBezTo>
                <a:lnTo>
                  <a:pt x="149815" y="135280"/>
                </a:lnTo>
                <a:moveTo>
                  <a:pt x="151788" y="10175"/>
                </a:moveTo>
                <a:cubicBezTo>
                  <a:pt x="151788" y="14189"/>
                  <a:pt x="151026" y="16923"/>
                  <a:pt x="149504" y="18376"/>
                </a:cubicBezTo>
                <a:cubicBezTo>
                  <a:pt x="147981" y="19830"/>
                  <a:pt x="145178" y="20557"/>
                  <a:pt x="141094" y="20557"/>
                </a:cubicBezTo>
                <a:cubicBezTo>
                  <a:pt x="137080" y="20557"/>
                  <a:pt x="134328" y="19847"/>
                  <a:pt x="132840" y="18428"/>
                </a:cubicBezTo>
                <a:cubicBezTo>
                  <a:pt x="131352" y="17009"/>
                  <a:pt x="130608" y="14327"/>
                  <a:pt x="130608" y="10382"/>
                </a:cubicBezTo>
                <a:cubicBezTo>
                  <a:pt x="130608" y="6368"/>
                  <a:pt x="131369" y="3634"/>
                  <a:pt x="132892" y="2180"/>
                </a:cubicBezTo>
                <a:cubicBezTo>
                  <a:pt x="134415" y="727"/>
                  <a:pt x="137218" y="0"/>
                  <a:pt x="141302" y="0"/>
                </a:cubicBezTo>
                <a:cubicBezTo>
                  <a:pt x="145316" y="0"/>
                  <a:pt x="148067" y="709"/>
                  <a:pt x="149556" y="2128"/>
                </a:cubicBezTo>
                <a:cubicBezTo>
                  <a:pt x="151044" y="3547"/>
                  <a:pt x="151788" y="6229"/>
                  <a:pt x="151788" y="10175"/>
                </a:cubicBezTo>
                <a:close/>
                <a:moveTo>
                  <a:pt x="248336" y="121160"/>
                </a:moveTo>
                <a:cubicBezTo>
                  <a:pt x="248336" y="122337"/>
                  <a:pt x="248302" y="123358"/>
                  <a:pt x="248232" y="124223"/>
                </a:cubicBezTo>
                <a:cubicBezTo>
                  <a:pt x="248163" y="125088"/>
                  <a:pt x="248042" y="125815"/>
                  <a:pt x="247869" y="126403"/>
                </a:cubicBezTo>
                <a:cubicBezTo>
                  <a:pt x="247696" y="126991"/>
                  <a:pt x="247488" y="127511"/>
                  <a:pt x="247246" y="127960"/>
                </a:cubicBezTo>
                <a:cubicBezTo>
                  <a:pt x="247004" y="128410"/>
                  <a:pt x="246450" y="129068"/>
                  <a:pt x="245585" y="129933"/>
                </a:cubicBezTo>
                <a:cubicBezTo>
                  <a:pt x="244720" y="130798"/>
                  <a:pt x="243249" y="131871"/>
                  <a:pt x="241173" y="133152"/>
                </a:cubicBezTo>
                <a:cubicBezTo>
                  <a:pt x="239096" y="134432"/>
                  <a:pt x="236760" y="135574"/>
                  <a:pt x="234165" y="136578"/>
                </a:cubicBezTo>
                <a:cubicBezTo>
                  <a:pt x="231569" y="137581"/>
                  <a:pt x="228748" y="138395"/>
                  <a:pt x="225703" y="139018"/>
                </a:cubicBezTo>
                <a:cubicBezTo>
                  <a:pt x="222658" y="139640"/>
                  <a:pt x="219508" y="139952"/>
                  <a:pt x="216255" y="139952"/>
                </a:cubicBezTo>
                <a:cubicBezTo>
                  <a:pt x="209541" y="139952"/>
                  <a:pt x="203589" y="138842"/>
                  <a:pt x="198398" y="136623"/>
                </a:cubicBezTo>
                <a:cubicBezTo>
                  <a:pt x="193207" y="134404"/>
                  <a:pt x="188864" y="131162"/>
                  <a:pt x="185368" y="126896"/>
                </a:cubicBezTo>
                <a:cubicBezTo>
                  <a:pt x="181873" y="122631"/>
                  <a:pt x="179208" y="117394"/>
                  <a:pt x="177374" y="111187"/>
                </a:cubicBezTo>
                <a:cubicBezTo>
                  <a:pt x="175540" y="104979"/>
                  <a:pt x="174623" y="97819"/>
                  <a:pt x="174623" y="89705"/>
                </a:cubicBezTo>
                <a:cubicBezTo>
                  <a:pt x="174623" y="80480"/>
                  <a:pt x="175747" y="72556"/>
                  <a:pt x="177997" y="65933"/>
                </a:cubicBezTo>
                <a:cubicBezTo>
                  <a:pt x="180246" y="59310"/>
                  <a:pt x="183326" y="53884"/>
                  <a:pt x="187237" y="49653"/>
                </a:cubicBezTo>
                <a:cubicBezTo>
                  <a:pt x="191148" y="45422"/>
                  <a:pt x="195750" y="42284"/>
                  <a:pt x="201045" y="40237"/>
                </a:cubicBezTo>
                <a:cubicBezTo>
                  <a:pt x="206340" y="38191"/>
                  <a:pt x="212068" y="37168"/>
                  <a:pt x="218228" y="37168"/>
                </a:cubicBezTo>
                <a:cubicBezTo>
                  <a:pt x="221204" y="37168"/>
                  <a:pt x="224094" y="37445"/>
                  <a:pt x="226897" y="37999"/>
                </a:cubicBezTo>
                <a:cubicBezTo>
                  <a:pt x="229700" y="38553"/>
                  <a:pt x="232278" y="39279"/>
                  <a:pt x="234632" y="40179"/>
                </a:cubicBezTo>
                <a:cubicBezTo>
                  <a:pt x="236985" y="41079"/>
                  <a:pt x="239079" y="42117"/>
                  <a:pt x="240913" y="43294"/>
                </a:cubicBezTo>
                <a:cubicBezTo>
                  <a:pt x="242747" y="44470"/>
                  <a:pt x="244080" y="45474"/>
                  <a:pt x="244910" y="46305"/>
                </a:cubicBezTo>
                <a:cubicBezTo>
                  <a:pt x="245741" y="47135"/>
                  <a:pt x="246312" y="47793"/>
                  <a:pt x="246623" y="48277"/>
                </a:cubicBezTo>
                <a:cubicBezTo>
                  <a:pt x="246935" y="48762"/>
                  <a:pt x="247194" y="49333"/>
                  <a:pt x="247402" y="49990"/>
                </a:cubicBezTo>
                <a:cubicBezTo>
                  <a:pt x="247609" y="50648"/>
                  <a:pt x="247748" y="51392"/>
                  <a:pt x="247817" y="52222"/>
                </a:cubicBezTo>
                <a:cubicBezTo>
                  <a:pt x="247886" y="53053"/>
                  <a:pt x="247921" y="54091"/>
                  <a:pt x="247921" y="55337"/>
                </a:cubicBezTo>
                <a:cubicBezTo>
                  <a:pt x="247921" y="58036"/>
                  <a:pt x="247609" y="59923"/>
                  <a:pt x="246987" y="60995"/>
                </a:cubicBezTo>
                <a:cubicBezTo>
                  <a:pt x="246364" y="62068"/>
                  <a:pt x="245602" y="62605"/>
                  <a:pt x="244702" y="62605"/>
                </a:cubicBezTo>
                <a:cubicBezTo>
                  <a:pt x="243664" y="62605"/>
                  <a:pt x="242470" y="62034"/>
                  <a:pt x="241121" y="60892"/>
                </a:cubicBezTo>
                <a:cubicBezTo>
                  <a:pt x="239771" y="59750"/>
                  <a:pt x="238058" y="58486"/>
                  <a:pt x="235981" y="57102"/>
                </a:cubicBezTo>
                <a:cubicBezTo>
                  <a:pt x="233905" y="55718"/>
                  <a:pt x="231396" y="54455"/>
                  <a:pt x="228454" y="53313"/>
                </a:cubicBezTo>
                <a:cubicBezTo>
                  <a:pt x="225513" y="52171"/>
                  <a:pt x="222035" y="51599"/>
                  <a:pt x="218020" y="51599"/>
                </a:cubicBezTo>
                <a:cubicBezTo>
                  <a:pt x="209784" y="51599"/>
                  <a:pt x="203468" y="54776"/>
                  <a:pt x="199073" y="61128"/>
                </a:cubicBezTo>
                <a:cubicBezTo>
                  <a:pt x="194678" y="67479"/>
                  <a:pt x="192480" y="76692"/>
                  <a:pt x="192480" y="88768"/>
                </a:cubicBezTo>
                <a:cubicBezTo>
                  <a:pt x="192480" y="94807"/>
                  <a:pt x="193051" y="100099"/>
                  <a:pt x="194193" y="104646"/>
                </a:cubicBezTo>
                <a:cubicBezTo>
                  <a:pt x="195335" y="109193"/>
                  <a:pt x="197014" y="112993"/>
                  <a:pt x="199228" y="116047"/>
                </a:cubicBezTo>
                <a:cubicBezTo>
                  <a:pt x="201443" y="119101"/>
                  <a:pt x="204160" y="121374"/>
                  <a:pt x="207378" y="122867"/>
                </a:cubicBezTo>
                <a:cubicBezTo>
                  <a:pt x="210597" y="124359"/>
                  <a:pt x="214283" y="125105"/>
                  <a:pt x="218436" y="125105"/>
                </a:cubicBezTo>
                <a:cubicBezTo>
                  <a:pt x="222381" y="125105"/>
                  <a:pt x="225841" y="124482"/>
                  <a:pt x="228818" y="123237"/>
                </a:cubicBezTo>
                <a:cubicBezTo>
                  <a:pt x="231794" y="121991"/>
                  <a:pt x="234372" y="120624"/>
                  <a:pt x="236552" y="119136"/>
                </a:cubicBezTo>
                <a:cubicBezTo>
                  <a:pt x="238733" y="117648"/>
                  <a:pt x="240567" y="116298"/>
                  <a:pt x="242055" y="115087"/>
                </a:cubicBezTo>
                <a:cubicBezTo>
                  <a:pt x="243543" y="113875"/>
                  <a:pt x="244702" y="113270"/>
                  <a:pt x="245533" y="113270"/>
                </a:cubicBezTo>
                <a:cubicBezTo>
                  <a:pt x="246018" y="113270"/>
                  <a:pt x="246433" y="113408"/>
                  <a:pt x="246779" y="113685"/>
                </a:cubicBezTo>
                <a:cubicBezTo>
                  <a:pt x="247125" y="113962"/>
                  <a:pt x="247419" y="114429"/>
                  <a:pt x="247661" y="115087"/>
                </a:cubicBezTo>
                <a:cubicBezTo>
                  <a:pt x="247904" y="115744"/>
                  <a:pt x="248077" y="116575"/>
                  <a:pt x="248181" y="117578"/>
                </a:cubicBezTo>
                <a:cubicBezTo>
                  <a:pt x="248284" y="118582"/>
                  <a:pt x="248336" y="119776"/>
                  <a:pt x="248336" y="121160"/>
                </a:cubicBezTo>
                <a:close/>
                <a:moveTo>
                  <a:pt x="319268" y="128532"/>
                </a:moveTo>
                <a:cubicBezTo>
                  <a:pt x="319268" y="130539"/>
                  <a:pt x="319130" y="132131"/>
                  <a:pt x="318853" y="133307"/>
                </a:cubicBezTo>
                <a:cubicBezTo>
                  <a:pt x="318576" y="134484"/>
                  <a:pt x="318161" y="135349"/>
                  <a:pt x="317607" y="135903"/>
                </a:cubicBezTo>
                <a:cubicBezTo>
                  <a:pt x="317054" y="136457"/>
                  <a:pt x="316223" y="136976"/>
                  <a:pt x="315116" y="137460"/>
                </a:cubicBezTo>
                <a:cubicBezTo>
                  <a:pt x="314008" y="137945"/>
                  <a:pt x="312745" y="138343"/>
                  <a:pt x="311326" y="138654"/>
                </a:cubicBezTo>
                <a:cubicBezTo>
                  <a:pt x="309907" y="138966"/>
                  <a:pt x="308402" y="139225"/>
                  <a:pt x="306810" y="139433"/>
                </a:cubicBezTo>
                <a:cubicBezTo>
                  <a:pt x="305218" y="139640"/>
                  <a:pt x="303626" y="139744"/>
                  <a:pt x="302034" y="139744"/>
                </a:cubicBezTo>
                <a:cubicBezTo>
                  <a:pt x="297189" y="139744"/>
                  <a:pt x="293036" y="139103"/>
                  <a:pt x="289575" y="137820"/>
                </a:cubicBezTo>
                <a:cubicBezTo>
                  <a:pt x="286115" y="136536"/>
                  <a:pt x="283277" y="134592"/>
                  <a:pt x="281062" y="131990"/>
                </a:cubicBezTo>
                <a:cubicBezTo>
                  <a:pt x="278847" y="129388"/>
                  <a:pt x="277238" y="126093"/>
                  <a:pt x="276234" y="122104"/>
                </a:cubicBezTo>
                <a:cubicBezTo>
                  <a:pt x="275231" y="118116"/>
                  <a:pt x="274729" y="113416"/>
                  <a:pt x="274729" y="108004"/>
                </a:cubicBezTo>
                <a:lnTo>
                  <a:pt x="274729" y="53261"/>
                </a:lnTo>
                <a:lnTo>
                  <a:pt x="261647" y="53261"/>
                </a:lnTo>
                <a:cubicBezTo>
                  <a:pt x="260609" y="53261"/>
                  <a:pt x="259778" y="52707"/>
                  <a:pt x="259156" y="51599"/>
                </a:cubicBezTo>
                <a:cubicBezTo>
                  <a:pt x="258533" y="50492"/>
                  <a:pt x="258221" y="48692"/>
                  <a:pt x="258221" y="46201"/>
                </a:cubicBezTo>
                <a:cubicBezTo>
                  <a:pt x="258221" y="44886"/>
                  <a:pt x="258308" y="43778"/>
                  <a:pt x="258481" y="42878"/>
                </a:cubicBezTo>
                <a:cubicBezTo>
                  <a:pt x="258654" y="41979"/>
                  <a:pt x="258879" y="41235"/>
                  <a:pt x="259156" y="40646"/>
                </a:cubicBezTo>
                <a:cubicBezTo>
                  <a:pt x="259432" y="40058"/>
                  <a:pt x="259796" y="39643"/>
                  <a:pt x="260246" y="39400"/>
                </a:cubicBezTo>
                <a:cubicBezTo>
                  <a:pt x="260696" y="39158"/>
                  <a:pt x="261197" y="39037"/>
                  <a:pt x="261751" y="39037"/>
                </a:cubicBezTo>
                <a:lnTo>
                  <a:pt x="274729" y="39037"/>
                </a:lnTo>
                <a:lnTo>
                  <a:pt x="274729" y="16819"/>
                </a:lnTo>
                <a:cubicBezTo>
                  <a:pt x="274729" y="16335"/>
                  <a:pt x="274850" y="15885"/>
                  <a:pt x="275092" y="15469"/>
                </a:cubicBezTo>
                <a:cubicBezTo>
                  <a:pt x="275334" y="15054"/>
                  <a:pt x="275784" y="14691"/>
                  <a:pt x="276442" y="14379"/>
                </a:cubicBezTo>
                <a:cubicBezTo>
                  <a:pt x="277099" y="14068"/>
                  <a:pt x="277982" y="13843"/>
                  <a:pt x="279089" y="13704"/>
                </a:cubicBezTo>
                <a:cubicBezTo>
                  <a:pt x="280197" y="13566"/>
                  <a:pt x="281581" y="13497"/>
                  <a:pt x="283242" y="13497"/>
                </a:cubicBezTo>
                <a:cubicBezTo>
                  <a:pt x="284973" y="13497"/>
                  <a:pt x="286392" y="13566"/>
                  <a:pt x="287499" y="13704"/>
                </a:cubicBezTo>
                <a:cubicBezTo>
                  <a:pt x="288606" y="13843"/>
                  <a:pt x="289472" y="14068"/>
                  <a:pt x="290094" y="14379"/>
                </a:cubicBezTo>
                <a:cubicBezTo>
                  <a:pt x="290717" y="14691"/>
                  <a:pt x="291167" y="15054"/>
                  <a:pt x="291444" y="15469"/>
                </a:cubicBezTo>
                <a:cubicBezTo>
                  <a:pt x="291721" y="15885"/>
                  <a:pt x="291859" y="16335"/>
                  <a:pt x="291859" y="16819"/>
                </a:cubicBezTo>
                <a:lnTo>
                  <a:pt x="291859" y="39037"/>
                </a:lnTo>
                <a:lnTo>
                  <a:pt x="315842" y="39037"/>
                </a:lnTo>
                <a:cubicBezTo>
                  <a:pt x="316396" y="39037"/>
                  <a:pt x="316881" y="39158"/>
                  <a:pt x="317296" y="39400"/>
                </a:cubicBezTo>
                <a:cubicBezTo>
                  <a:pt x="317711" y="39643"/>
                  <a:pt x="318074" y="40058"/>
                  <a:pt x="318386" y="40646"/>
                </a:cubicBezTo>
                <a:cubicBezTo>
                  <a:pt x="318697" y="41235"/>
                  <a:pt x="318922" y="41979"/>
                  <a:pt x="319061" y="42878"/>
                </a:cubicBezTo>
                <a:cubicBezTo>
                  <a:pt x="319199" y="43778"/>
                  <a:pt x="319268" y="44886"/>
                  <a:pt x="319268" y="46201"/>
                </a:cubicBezTo>
                <a:cubicBezTo>
                  <a:pt x="319268" y="48692"/>
                  <a:pt x="318957" y="50492"/>
                  <a:pt x="318334" y="51599"/>
                </a:cubicBezTo>
                <a:cubicBezTo>
                  <a:pt x="317711" y="52707"/>
                  <a:pt x="316881" y="53261"/>
                  <a:pt x="315842" y="53261"/>
                </a:cubicBezTo>
                <a:lnTo>
                  <a:pt x="291859" y="53261"/>
                </a:lnTo>
                <a:lnTo>
                  <a:pt x="291859" y="105532"/>
                </a:lnTo>
                <a:cubicBezTo>
                  <a:pt x="291859" y="111986"/>
                  <a:pt x="292811" y="116862"/>
                  <a:pt x="294715" y="120161"/>
                </a:cubicBezTo>
                <a:cubicBezTo>
                  <a:pt x="296618" y="123457"/>
                  <a:pt x="300027" y="125105"/>
                  <a:pt x="304941" y="125105"/>
                </a:cubicBezTo>
                <a:cubicBezTo>
                  <a:pt x="306533" y="125105"/>
                  <a:pt x="307952" y="124950"/>
                  <a:pt x="309198" y="124638"/>
                </a:cubicBezTo>
                <a:cubicBezTo>
                  <a:pt x="310444" y="124327"/>
                  <a:pt x="311551" y="123998"/>
                  <a:pt x="312520" y="123652"/>
                </a:cubicBezTo>
                <a:cubicBezTo>
                  <a:pt x="313489" y="123306"/>
                  <a:pt x="314320" y="122977"/>
                  <a:pt x="315012" y="122666"/>
                </a:cubicBezTo>
                <a:cubicBezTo>
                  <a:pt x="315704" y="122354"/>
                  <a:pt x="316327" y="122198"/>
                  <a:pt x="316881" y="122198"/>
                </a:cubicBezTo>
                <a:cubicBezTo>
                  <a:pt x="317227" y="122198"/>
                  <a:pt x="317555" y="122285"/>
                  <a:pt x="317867" y="122458"/>
                </a:cubicBezTo>
                <a:cubicBezTo>
                  <a:pt x="318178" y="122631"/>
                  <a:pt x="318421" y="122960"/>
                  <a:pt x="318594" y="123444"/>
                </a:cubicBezTo>
                <a:cubicBezTo>
                  <a:pt x="318767" y="123929"/>
                  <a:pt x="318922" y="124586"/>
                  <a:pt x="319061" y="125417"/>
                </a:cubicBezTo>
                <a:cubicBezTo>
                  <a:pt x="319199" y="126247"/>
                  <a:pt x="319268" y="127286"/>
                  <a:pt x="319268" y="128532"/>
                </a:cubicBezTo>
                <a:close/>
                <a:moveTo>
                  <a:pt x="358190" y="135280"/>
                </a:moveTo>
                <a:cubicBezTo>
                  <a:pt x="358190" y="135834"/>
                  <a:pt x="358052" y="136301"/>
                  <a:pt x="357775" y="136682"/>
                </a:cubicBezTo>
                <a:cubicBezTo>
                  <a:pt x="357498" y="137062"/>
                  <a:pt x="357048" y="137391"/>
                  <a:pt x="356425" y="137668"/>
                </a:cubicBezTo>
                <a:cubicBezTo>
                  <a:pt x="355802" y="137945"/>
                  <a:pt x="354937" y="138152"/>
                  <a:pt x="353830" y="138291"/>
                </a:cubicBezTo>
                <a:cubicBezTo>
                  <a:pt x="352722" y="138429"/>
                  <a:pt x="351303" y="138498"/>
                  <a:pt x="349573" y="138498"/>
                </a:cubicBezTo>
                <a:cubicBezTo>
                  <a:pt x="347912" y="138498"/>
                  <a:pt x="346527" y="138429"/>
                  <a:pt x="345420" y="138291"/>
                </a:cubicBezTo>
                <a:cubicBezTo>
                  <a:pt x="344313" y="138152"/>
                  <a:pt x="343430" y="137945"/>
                  <a:pt x="342773" y="137668"/>
                </a:cubicBezTo>
                <a:cubicBezTo>
                  <a:pt x="342115" y="137391"/>
                  <a:pt x="341665" y="137062"/>
                  <a:pt x="341423" y="136682"/>
                </a:cubicBezTo>
                <a:cubicBezTo>
                  <a:pt x="341181" y="136301"/>
                  <a:pt x="341059" y="135834"/>
                  <a:pt x="341059" y="135280"/>
                </a:cubicBezTo>
                <a:lnTo>
                  <a:pt x="341059" y="41840"/>
                </a:lnTo>
                <a:cubicBezTo>
                  <a:pt x="341059" y="41356"/>
                  <a:pt x="341181" y="40906"/>
                  <a:pt x="341423" y="40491"/>
                </a:cubicBezTo>
                <a:cubicBezTo>
                  <a:pt x="341665" y="40075"/>
                  <a:pt x="342115" y="39729"/>
                  <a:pt x="342773" y="39452"/>
                </a:cubicBezTo>
                <a:cubicBezTo>
                  <a:pt x="343430" y="39175"/>
                  <a:pt x="344313" y="38968"/>
                  <a:pt x="345420" y="38829"/>
                </a:cubicBezTo>
                <a:cubicBezTo>
                  <a:pt x="346527" y="38691"/>
                  <a:pt x="347912" y="38622"/>
                  <a:pt x="349573" y="38622"/>
                </a:cubicBezTo>
                <a:cubicBezTo>
                  <a:pt x="351303" y="38622"/>
                  <a:pt x="352722" y="38691"/>
                  <a:pt x="353830" y="38829"/>
                </a:cubicBezTo>
                <a:cubicBezTo>
                  <a:pt x="354937" y="38968"/>
                  <a:pt x="355802" y="39175"/>
                  <a:pt x="356425" y="39452"/>
                </a:cubicBezTo>
                <a:cubicBezTo>
                  <a:pt x="357048" y="39729"/>
                  <a:pt x="357498" y="40075"/>
                  <a:pt x="357775" y="40491"/>
                </a:cubicBezTo>
                <a:cubicBezTo>
                  <a:pt x="358052" y="40906"/>
                  <a:pt x="358190" y="41356"/>
                  <a:pt x="358190" y="41840"/>
                </a:cubicBezTo>
                <a:lnTo>
                  <a:pt x="358190" y="135280"/>
                </a:lnTo>
                <a:moveTo>
                  <a:pt x="360163" y="10175"/>
                </a:moveTo>
                <a:cubicBezTo>
                  <a:pt x="360163" y="14189"/>
                  <a:pt x="359401" y="16923"/>
                  <a:pt x="357879" y="18376"/>
                </a:cubicBezTo>
                <a:cubicBezTo>
                  <a:pt x="356356" y="19830"/>
                  <a:pt x="353553" y="20557"/>
                  <a:pt x="349469" y="20557"/>
                </a:cubicBezTo>
                <a:cubicBezTo>
                  <a:pt x="345455" y="20557"/>
                  <a:pt x="342703" y="19847"/>
                  <a:pt x="341215" y="18428"/>
                </a:cubicBezTo>
                <a:cubicBezTo>
                  <a:pt x="339727" y="17009"/>
                  <a:pt x="338983" y="14327"/>
                  <a:pt x="338983" y="10382"/>
                </a:cubicBezTo>
                <a:cubicBezTo>
                  <a:pt x="338983" y="6368"/>
                  <a:pt x="339744" y="3634"/>
                  <a:pt x="341267" y="2180"/>
                </a:cubicBezTo>
                <a:cubicBezTo>
                  <a:pt x="342790" y="727"/>
                  <a:pt x="345593" y="0"/>
                  <a:pt x="349677" y="0"/>
                </a:cubicBezTo>
                <a:cubicBezTo>
                  <a:pt x="353691" y="0"/>
                  <a:pt x="356442" y="709"/>
                  <a:pt x="357931" y="2128"/>
                </a:cubicBezTo>
                <a:cubicBezTo>
                  <a:pt x="359419" y="3547"/>
                  <a:pt x="360163" y="6229"/>
                  <a:pt x="360163" y="10175"/>
                </a:cubicBezTo>
                <a:close/>
                <a:moveTo>
                  <a:pt x="528141" y="135280"/>
                </a:moveTo>
                <a:cubicBezTo>
                  <a:pt x="528141" y="135834"/>
                  <a:pt x="528002" y="136301"/>
                  <a:pt x="527725" y="136682"/>
                </a:cubicBezTo>
                <a:cubicBezTo>
                  <a:pt x="527448" y="137062"/>
                  <a:pt x="526999" y="137391"/>
                  <a:pt x="526376" y="137668"/>
                </a:cubicBezTo>
                <a:cubicBezTo>
                  <a:pt x="525753" y="137945"/>
                  <a:pt x="524888" y="138152"/>
                  <a:pt x="523780" y="138291"/>
                </a:cubicBezTo>
                <a:cubicBezTo>
                  <a:pt x="522673" y="138429"/>
                  <a:pt x="521288" y="138498"/>
                  <a:pt x="519627" y="138498"/>
                </a:cubicBezTo>
                <a:cubicBezTo>
                  <a:pt x="517897" y="138498"/>
                  <a:pt x="516478" y="138429"/>
                  <a:pt x="515371" y="138291"/>
                </a:cubicBezTo>
                <a:cubicBezTo>
                  <a:pt x="514263" y="138152"/>
                  <a:pt x="513381" y="137945"/>
                  <a:pt x="512723" y="137668"/>
                </a:cubicBezTo>
                <a:cubicBezTo>
                  <a:pt x="512066" y="137391"/>
                  <a:pt x="511598" y="137062"/>
                  <a:pt x="511321" y="136682"/>
                </a:cubicBezTo>
                <a:cubicBezTo>
                  <a:pt x="511045" y="136301"/>
                  <a:pt x="510906" y="135834"/>
                  <a:pt x="510906" y="135280"/>
                </a:cubicBezTo>
                <a:lnTo>
                  <a:pt x="510906" y="78489"/>
                </a:lnTo>
                <a:cubicBezTo>
                  <a:pt x="510906" y="74544"/>
                  <a:pt x="510560" y="70945"/>
                  <a:pt x="509868" y="67692"/>
                </a:cubicBezTo>
                <a:cubicBezTo>
                  <a:pt x="509176" y="64439"/>
                  <a:pt x="508068" y="61636"/>
                  <a:pt x="506546" y="59282"/>
                </a:cubicBezTo>
                <a:cubicBezTo>
                  <a:pt x="505023" y="56929"/>
                  <a:pt x="503085" y="55129"/>
                  <a:pt x="500732" y="53884"/>
                </a:cubicBezTo>
                <a:cubicBezTo>
                  <a:pt x="498378" y="52638"/>
                  <a:pt x="495610" y="52015"/>
                  <a:pt x="492426" y="52015"/>
                </a:cubicBezTo>
                <a:cubicBezTo>
                  <a:pt x="488481" y="52015"/>
                  <a:pt x="484518" y="53537"/>
                  <a:pt x="480538" y="56583"/>
                </a:cubicBezTo>
                <a:cubicBezTo>
                  <a:pt x="476558" y="59628"/>
                  <a:pt x="472181" y="64093"/>
                  <a:pt x="467405" y="69976"/>
                </a:cubicBezTo>
                <a:lnTo>
                  <a:pt x="467405" y="135280"/>
                </a:lnTo>
                <a:cubicBezTo>
                  <a:pt x="467405" y="135834"/>
                  <a:pt x="467266" y="136301"/>
                  <a:pt x="466990" y="136682"/>
                </a:cubicBezTo>
                <a:cubicBezTo>
                  <a:pt x="466713" y="137062"/>
                  <a:pt x="466245" y="137391"/>
                  <a:pt x="465588" y="137668"/>
                </a:cubicBezTo>
                <a:cubicBezTo>
                  <a:pt x="464930" y="137945"/>
                  <a:pt x="464048" y="138152"/>
                  <a:pt x="462940" y="138291"/>
                </a:cubicBezTo>
                <a:cubicBezTo>
                  <a:pt x="461833" y="138429"/>
                  <a:pt x="460449" y="138498"/>
                  <a:pt x="458788" y="138498"/>
                </a:cubicBezTo>
                <a:cubicBezTo>
                  <a:pt x="457196" y="138498"/>
                  <a:pt x="455829" y="138429"/>
                  <a:pt x="454687" y="138291"/>
                </a:cubicBezTo>
                <a:cubicBezTo>
                  <a:pt x="453545" y="138152"/>
                  <a:pt x="452645" y="137945"/>
                  <a:pt x="451987" y="137668"/>
                </a:cubicBezTo>
                <a:cubicBezTo>
                  <a:pt x="451330" y="137391"/>
                  <a:pt x="450880" y="137062"/>
                  <a:pt x="450638" y="136682"/>
                </a:cubicBezTo>
                <a:cubicBezTo>
                  <a:pt x="450395" y="136301"/>
                  <a:pt x="450274" y="135834"/>
                  <a:pt x="450274" y="135280"/>
                </a:cubicBezTo>
                <a:lnTo>
                  <a:pt x="450274" y="78489"/>
                </a:lnTo>
                <a:cubicBezTo>
                  <a:pt x="450274" y="74544"/>
                  <a:pt x="449893" y="70945"/>
                  <a:pt x="449132" y="67692"/>
                </a:cubicBezTo>
                <a:cubicBezTo>
                  <a:pt x="448371" y="64439"/>
                  <a:pt x="447229" y="61636"/>
                  <a:pt x="445706" y="59282"/>
                </a:cubicBezTo>
                <a:cubicBezTo>
                  <a:pt x="444183" y="56929"/>
                  <a:pt x="442263" y="55129"/>
                  <a:pt x="439944" y="53884"/>
                </a:cubicBezTo>
                <a:cubicBezTo>
                  <a:pt x="437625" y="52638"/>
                  <a:pt x="434874" y="52015"/>
                  <a:pt x="431690" y="52015"/>
                </a:cubicBezTo>
                <a:cubicBezTo>
                  <a:pt x="427745" y="52015"/>
                  <a:pt x="423765" y="53537"/>
                  <a:pt x="419751" y="56583"/>
                </a:cubicBezTo>
                <a:cubicBezTo>
                  <a:pt x="415736" y="59628"/>
                  <a:pt x="411376" y="64093"/>
                  <a:pt x="406669" y="69976"/>
                </a:cubicBezTo>
                <a:lnTo>
                  <a:pt x="406669" y="135280"/>
                </a:lnTo>
                <a:cubicBezTo>
                  <a:pt x="406669" y="135834"/>
                  <a:pt x="406531" y="136301"/>
                  <a:pt x="406254" y="136682"/>
                </a:cubicBezTo>
                <a:cubicBezTo>
                  <a:pt x="405977" y="137062"/>
                  <a:pt x="405527" y="137391"/>
                  <a:pt x="404904" y="137668"/>
                </a:cubicBezTo>
                <a:cubicBezTo>
                  <a:pt x="404281" y="137945"/>
                  <a:pt x="403416" y="138152"/>
                  <a:pt x="402308" y="138291"/>
                </a:cubicBezTo>
                <a:cubicBezTo>
                  <a:pt x="401201" y="138429"/>
                  <a:pt x="399782" y="138498"/>
                  <a:pt x="398052" y="138498"/>
                </a:cubicBezTo>
                <a:cubicBezTo>
                  <a:pt x="396391" y="138498"/>
                  <a:pt x="395006" y="138429"/>
                  <a:pt x="393899" y="138291"/>
                </a:cubicBezTo>
                <a:cubicBezTo>
                  <a:pt x="392791" y="138152"/>
                  <a:pt x="391909" y="137945"/>
                  <a:pt x="391251" y="137668"/>
                </a:cubicBezTo>
                <a:cubicBezTo>
                  <a:pt x="390594" y="137391"/>
                  <a:pt x="390144" y="137062"/>
                  <a:pt x="389902" y="136682"/>
                </a:cubicBezTo>
                <a:cubicBezTo>
                  <a:pt x="389659" y="136301"/>
                  <a:pt x="389538" y="135834"/>
                  <a:pt x="389538" y="135280"/>
                </a:cubicBezTo>
                <a:lnTo>
                  <a:pt x="389538" y="41840"/>
                </a:lnTo>
                <a:cubicBezTo>
                  <a:pt x="389538" y="41287"/>
                  <a:pt x="389642" y="40819"/>
                  <a:pt x="389850" y="40439"/>
                </a:cubicBezTo>
                <a:cubicBezTo>
                  <a:pt x="390057" y="40058"/>
                  <a:pt x="390473" y="39712"/>
                  <a:pt x="391096" y="39400"/>
                </a:cubicBezTo>
                <a:cubicBezTo>
                  <a:pt x="391719" y="39089"/>
                  <a:pt x="392515" y="38881"/>
                  <a:pt x="393484" y="38777"/>
                </a:cubicBezTo>
                <a:cubicBezTo>
                  <a:pt x="394453" y="38674"/>
                  <a:pt x="395733" y="38622"/>
                  <a:pt x="397325" y="38622"/>
                </a:cubicBezTo>
                <a:cubicBezTo>
                  <a:pt x="398848" y="38622"/>
                  <a:pt x="400111" y="38674"/>
                  <a:pt x="401115" y="38777"/>
                </a:cubicBezTo>
                <a:cubicBezTo>
                  <a:pt x="402118" y="38881"/>
                  <a:pt x="402897" y="39089"/>
                  <a:pt x="403450" y="39400"/>
                </a:cubicBezTo>
                <a:cubicBezTo>
                  <a:pt x="404004" y="39712"/>
                  <a:pt x="404402" y="40058"/>
                  <a:pt x="404644" y="40439"/>
                </a:cubicBezTo>
                <a:cubicBezTo>
                  <a:pt x="404887" y="40819"/>
                  <a:pt x="405008" y="41287"/>
                  <a:pt x="405008" y="41840"/>
                </a:cubicBezTo>
                <a:lnTo>
                  <a:pt x="405008" y="54195"/>
                </a:lnTo>
                <a:cubicBezTo>
                  <a:pt x="410268" y="48312"/>
                  <a:pt x="415373" y="44003"/>
                  <a:pt x="420322" y="41269"/>
                </a:cubicBezTo>
                <a:cubicBezTo>
                  <a:pt x="425270" y="38535"/>
                  <a:pt x="430271" y="37168"/>
                  <a:pt x="435324" y="37168"/>
                </a:cubicBezTo>
                <a:cubicBezTo>
                  <a:pt x="439200" y="37168"/>
                  <a:pt x="442678" y="37618"/>
                  <a:pt x="445758" y="38518"/>
                </a:cubicBezTo>
                <a:cubicBezTo>
                  <a:pt x="448838" y="39418"/>
                  <a:pt x="451555" y="40681"/>
                  <a:pt x="453908" y="42307"/>
                </a:cubicBezTo>
                <a:cubicBezTo>
                  <a:pt x="456261" y="43934"/>
                  <a:pt x="458268" y="45872"/>
                  <a:pt x="459930" y="48121"/>
                </a:cubicBezTo>
                <a:cubicBezTo>
                  <a:pt x="461591" y="50371"/>
                  <a:pt x="462975" y="52880"/>
                  <a:pt x="464082" y="55649"/>
                </a:cubicBezTo>
                <a:cubicBezTo>
                  <a:pt x="467197" y="52257"/>
                  <a:pt x="470156" y="49385"/>
                  <a:pt x="472959" y="47031"/>
                </a:cubicBezTo>
                <a:cubicBezTo>
                  <a:pt x="475762" y="44678"/>
                  <a:pt x="478462" y="42775"/>
                  <a:pt x="481057" y="41321"/>
                </a:cubicBezTo>
                <a:cubicBezTo>
                  <a:pt x="483653" y="39868"/>
                  <a:pt x="486179" y="38812"/>
                  <a:pt x="488636" y="38155"/>
                </a:cubicBezTo>
                <a:cubicBezTo>
                  <a:pt x="491093" y="37497"/>
                  <a:pt x="493568" y="37168"/>
                  <a:pt x="496060" y="37168"/>
                </a:cubicBezTo>
                <a:cubicBezTo>
                  <a:pt x="502081" y="37168"/>
                  <a:pt x="507134" y="38224"/>
                  <a:pt x="511218" y="40335"/>
                </a:cubicBezTo>
                <a:cubicBezTo>
                  <a:pt x="515301" y="42446"/>
                  <a:pt x="518606" y="45266"/>
                  <a:pt x="521133" y="48796"/>
                </a:cubicBezTo>
                <a:cubicBezTo>
                  <a:pt x="523659" y="52326"/>
                  <a:pt x="525459" y="56462"/>
                  <a:pt x="526531" y="61203"/>
                </a:cubicBezTo>
                <a:cubicBezTo>
                  <a:pt x="527604" y="65944"/>
                  <a:pt x="528141" y="70945"/>
                  <a:pt x="528141" y="76205"/>
                </a:cubicBezTo>
                <a:lnTo>
                  <a:pt x="528141" y="1352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Alice‘sAlias">
            <a:extLst xmlns:a="http://schemas.openxmlformats.org/drawingml/2006/main">
              <a:ext uri="{FF2B5EF4-FFF2-40B4-BE49-F238E27FC236}">
                <a16:creationId xmlns:a16="http://schemas.microsoft.com/office/drawing/2014/main" id="{DD60A1D1-BBBE-4F2A-B3A5-12EE6D42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9052" y="3651086"/>
            <a:ext cx="869672" cy="129117"/>
          </a:xfrm>
          <a:custGeom xmlns:a="http://schemas.openxmlformats.org/drawingml/2006/main">
            <a:pathLst>
              <a:path w="869672" h="129117">
                <a:moveTo>
                  <a:pt x="100977" y="121721"/>
                </a:moveTo>
                <a:cubicBezTo>
                  <a:pt x="101464" y="123060"/>
                  <a:pt x="101723" y="124140"/>
                  <a:pt x="101753" y="124962"/>
                </a:cubicBezTo>
                <a:cubicBezTo>
                  <a:pt x="101784" y="125784"/>
                  <a:pt x="101556" y="126408"/>
                  <a:pt x="101069" y="126834"/>
                </a:cubicBezTo>
                <a:cubicBezTo>
                  <a:pt x="100582" y="127260"/>
                  <a:pt x="99775" y="127534"/>
                  <a:pt x="98649" y="127656"/>
                </a:cubicBezTo>
                <a:cubicBezTo>
                  <a:pt x="97523" y="127778"/>
                  <a:pt x="96016" y="127839"/>
                  <a:pt x="94129" y="127839"/>
                </a:cubicBezTo>
                <a:cubicBezTo>
                  <a:pt x="92242" y="127839"/>
                  <a:pt x="90735" y="127793"/>
                  <a:pt x="89609" y="127702"/>
                </a:cubicBezTo>
                <a:cubicBezTo>
                  <a:pt x="88483" y="127610"/>
                  <a:pt x="87630" y="127458"/>
                  <a:pt x="87052" y="127245"/>
                </a:cubicBezTo>
                <a:cubicBezTo>
                  <a:pt x="86474" y="127032"/>
                  <a:pt x="86048" y="126743"/>
                  <a:pt x="85774" y="126378"/>
                </a:cubicBezTo>
                <a:cubicBezTo>
                  <a:pt x="85500" y="126012"/>
                  <a:pt x="85241" y="125556"/>
                  <a:pt x="84997" y="125008"/>
                </a:cubicBezTo>
                <a:lnTo>
                  <a:pt x="74862" y="96244"/>
                </a:lnTo>
                <a:lnTo>
                  <a:pt x="25735" y="96244"/>
                </a:lnTo>
                <a:lnTo>
                  <a:pt x="16056" y="124643"/>
                </a:lnTo>
                <a:cubicBezTo>
                  <a:pt x="15873" y="125190"/>
                  <a:pt x="15630" y="125662"/>
                  <a:pt x="15325" y="126058"/>
                </a:cubicBezTo>
                <a:cubicBezTo>
                  <a:pt x="15021" y="126454"/>
                  <a:pt x="14580" y="126788"/>
                  <a:pt x="14001" y="127062"/>
                </a:cubicBezTo>
                <a:cubicBezTo>
                  <a:pt x="13423" y="127336"/>
                  <a:pt x="12601" y="127534"/>
                  <a:pt x="11536" y="127656"/>
                </a:cubicBezTo>
                <a:cubicBezTo>
                  <a:pt x="10471" y="127778"/>
                  <a:pt x="9086" y="127839"/>
                  <a:pt x="7381" y="127839"/>
                </a:cubicBezTo>
                <a:cubicBezTo>
                  <a:pt x="5616" y="127839"/>
                  <a:pt x="4170" y="127762"/>
                  <a:pt x="3044" y="127610"/>
                </a:cubicBezTo>
                <a:cubicBezTo>
                  <a:pt x="1918" y="127458"/>
                  <a:pt x="1126" y="127169"/>
                  <a:pt x="670" y="126743"/>
                </a:cubicBezTo>
                <a:cubicBezTo>
                  <a:pt x="213" y="126317"/>
                  <a:pt x="0" y="125693"/>
                  <a:pt x="30" y="124871"/>
                </a:cubicBezTo>
                <a:cubicBezTo>
                  <a:pt x="61" y="124049"/>
                  <a:pt x="320" y="122969"/>
                  <a:pt x="807" y="121629"/>
                </a:cubicBezTo>
                <a:lnTo>
                  <a:pt x="40437" y="11871"/>
                </a:lnTo>
                <a:cubicBezTo>
                  <a:pt x="40680" y="11201"/>
                  <a:pt x="41000" y="10653"/>
                  <a:pt x="41395" y="10227"/>
                </a:cubicBezTo>
                <a:cubicBezTo>
                  <a:pt x="41791" y="9801"/>
                  <a:pt x="42369" y="9466"/>
                  <a:pt x="43130" y="9223"/>
                </a:cubicBezTo>
                <a:cubicBezTo>
                  <a:pt x="43891" y="8979"/>
                  <a:pt x="44865" y="8812"/>
                  <a:pt x="46052" y="8720"/>
                </a:cubicBezTo>
                <a:cubicBezTo>
                  <a:pt x="47239" y="8629"/>
                  <a:pt x="48746" y="8583"/>
                  <a:pt x="50572" y="8583"/>
                </a:cubicBezTo>
                <a:cubicBezTo>
                  <a:pt x="52520" y="8583"/>
                  <a:pt x="54134" y="8629"/>
                  <a:pt x="55412" y="8720"/>
                </a:cubicBezTo>
                <a:cubicBezTo>
                  <a:pt x="56690" y="8812"/>
                  <a:pt x="57725" y="8979"/>
                  <a:pt x="58517" y="9223"/>
                </a:cubicBezTo>
                <a:cubicBezTo>
                  <a:pt x="59308" y="9466"/>
                  <a:pt x="59917" y="9816"/>
                  <a:pt x="60343" y="10273"/>
                </a:cubicBezTo>
                <a:cubicBezTo>
                  <a:pt x="60769" y="10729"/>
                  <a:pt x="61104" y="11292"/>
                  <a:pt x="61347" y="11962"/>
                </a:cubicBezTo>
                <a:lnTo>
                  <a:pt x="100977" y="121721"/>
                </a:lnTo>
                <a:moveTo>
                  <a:pt x="50116" y="24837"/>
                </a:moveTo>
                <a:lnTo>
                  <a:pt x="50024" y="24837"/>
                </a:lnTo>
                <a:lnTo>
                  <a:pt x="29662" y="83734"/>
                </a:lnTo>
                <a:lnTo>
                  <a:pt x="70753" y="83734"/>
                </a:lnTo>
                <a:lnTo>
                  <a:pt x="50116" y="24837"/>
                </a:lnTo>
                <a:close/>
                <a:moveTo>
                  <a:pt x="134442" y="125005"/>
                </a:moveTo>
                <a:cubicBezTo>
                  <a:pt x="134442" y="125492"/>
                  <a:pt x="134320" y="125904"/>
                  <a:pt x="134076" y="126241"/>
                </a:cubicBezTo>
                <a:cubicBezTo>
                  <a:pt x="133833" y="126575"/>
                  <a:pt x="133437" y="126865"/>
                  <a:pt x="132889" y="127108"/>
                </a:cubicBezTo>
                <a:cubicBezTo>
                  <a:pt x="132342" y="127352"/>
                  <a:pt x="131581" y="127534"/>
                  <a:pt x="130607" y="127656"/>
                </a:cubicBezTo>
                <a:cubicBezTo>
                  <a:pt x="129633" y="127778"/>
                  <a:pt x="128385" y="127839"/>
                  <a:pt x="126863" y="127839"/>
                </a:cubicBezTo>
                <a:cubicBezTo>
                  <a:pt x="125402" y="127839"/>
                  <a:pt x="124184" y="127778"/>
                  <a:pt x="123210" y="127656"/>
                </a:cubicBezTo>
                <a:cubicBezTo>
                  <a:pt x="122236" y="127534"/>
                  <a:pt x="121460" y="127352"/>
                  <a:pt x="120882" y="127108"/>
                </a:cubicBezTo>
                <a:cubicBezTo>
                  <a:pt x="120303" y="126865"/>
                  <a:pt x="119908" y="126575"/>
                  <a:pt x="119695" y="126241"/>
                </a:cubicBezTo>
                <a:cubicBezTo>
                  <a:pt x="119482" y="125904"/>
                  <a:pt x="119375" y="125492"/>
                  <a:pt x="119375" y="125005"/>
                </a:cubicBezTo>
                <a:lnTo>
                  <a:pt x="119375" y="2925"/>
                </a:lnTo>
                <a:cubicBezTo>
                  <a:pt x="119375" y="2438"/>
                  <a:pt x="119482" y="2012"/>
                  <a:pt x="119695" y="1646"/>
                </a:cubicBezTo>
                <a:cubicBezTo>
                  <a:pt x="119908" y="1279"/>
                  <a:pt x="120303" y="974"/>
                  <a:pt x="120882" y="731"/>
                </a:cubicBezTo>
                <a:cubicBezTo>
                  <a:pt x="121460" y="487"/>
                  <a:pt x="122236" y="304"/>
                  <a:pt x="123210" y="183"/>
                </a:cubicBezTo>
                <a:cubicBezTo>
                  <a:pt x="124184" y="61"/>
                  <a:pt x="125402" y="0"/>
                  <a:pt x="126863" y="0"/>
                </a:cubicBezTo>
                <a:cubicBezTo>
                  <a:pt x="128385" y="0"/>
                  <a:pt x="129633" y="61"/>
                  <a:pt x="130607" y="183"/>
                </a:cubicBezTo>
                <a:cubicBezTo>
                  <a:pt x="131581" y="304"/>
                  <a:pt x="132342" y="487"/>
                  <a:pt x="132889" y="731"/>
                </a:cubicBezTo>
                <a:cubicBezTo>
                  <a:pt x="133437" y="974"/>
                  <a:pt x="133833" y="1279"/>
                  <a:pt x="134076" y="1646"/>
                </a:cubicBezTo>
                <a:cubicBezTo>
                  <a:pt x="134320" y="2012"/>
                  <a:pt x="134442" y="2438"/>
                  <a:pt x="134442" y="2925"/>
                </a:cubicBezTo>
                <a:lnTo>
                  <a:pt x="134442" y="125005"/>
                </a:lnTo>
                <a:close/>
                <a:moveTo>
                  <a:pt x="177043" y="125008"/>
                </a:moveTo>
                <a:cubicBezTo>
                  <a:pt x="177043" y="125495"/>
                  <a:pt x="176921" y="125906"/>
                  <a:pt x="176678" y="126241"/>
                </a:cubicBezTo>
                <a:cubicBezTo>
                  <a:pt x="176434" y="126575"/>
                  <a:pt x="176038" y="126865"/>
                  <a:pt x="175490" y="127108"/>
                </a:cubicBezTo>
                <a:cubicBezTo>
                  <a:pt x="174943" y="127352"/>
                  <a:pt x="174182" y="127534"/>
                  <a:pt x="173208" y="127656"/>
                </a:cubicBezTo>
                <a:cubicBezTo>
                  <a:pt x="172234" y="127778"/>
                  <a:pt x="170986" y="127839"/>
                  <a:pt x="169464" y="127839"/>
                </a:cubicBezTo>
                <a:cubicBezTo>
                  <a:pt x="168003" y="127839"/>
                  <a:pt x="166785" y="127778"/>
                  <a:pt x="165811" y="127656"/>
                </a:cubicBezTo>
                <a:cubicBezTo>
                  <a:pt x="164837" y="127534"/>
                  <a:pt x="164061" y="127352"/>
                  <a:pt x="163483" y="127108"/>
                </a:cubicBezTo>
                <a:cubicBezTo>
                  <a:pt x="162904" y="126865"/>
                  <a:pt x="162509" y="126575"/>
                  <a:pt x="162296" y="126241"/>
                </a:cubicBezTo>
                <a:cubicBezTo>
                  <a:pt x="162083" y="125906"/>
                  <a:pt x="161976" y="125495"/>
                  <a:pt x="161976" y="125008"/>
                </a:cubicBezTo>
                <a:lnTo>
                  <a:pt x="161976" y="42826"/>
                </a:lnTo>
                <a:cubicBezTo>
                  <a:pt x="161976" y="42400"/>
                  <a:pt x="162083" y="42004"/>
                  <a:pt x="162296" y="41639"/>
                </a:cubicBezTo>
                <a:cubicBezTo>
                  <a:pt x="162509" y="41274"/>
                  <a:pt x="162904" y="40969"/>
                  <a:pt x="163483" y="40726"/>
                </a:cubicBezTo>
                <a:cubicBezTo>
                  <a:pt x="164061" y="40482"/>
                  <a:pt x="164837" y="40300"/>
                  <a:pt x="165811" y="40178"/>
                </a:cubicBezTo>
                <a:cubicBezTo>
                  <a:pt x="166785" y="40056"/>
                  <a:pt x="168003" y="39995"/>
                  <a:pt x="169464" y="39995"/>
                </a:cubicBezTo>
                <a:cubicBezTo>
                  <a:pt x="170986" y="39995"/>
                  <a:pt x="172234" y="40056"/>
                  <a:pt x="173208" y="40178"/>
                </a:cubicBezTo>
                <a:cubicBezTo>
                  <a:pt x="174182" y="40300"/>
                  <a:pt x="174943" y="40482"/>
                  <a:pt x="175490" y="40726"/>
                </a:cubicBezTo>
                <a:cubicBezTo>
                  <a:pt x="176038" y="40969"/>
                  <a:pt x="176434" y="41274"/>
                  <a:pt x="176678" y="41639"/>
                </a:cubicBezTo>
                <a:cubicBezTo>
                  <a:pt x="176921" y="42004"/>
                  <a:pt x="177043" y="42400"/>
                  <a:pt x="177043" y="42826"/>
                </a:cubicBezTo>
                <a:lnTo>
                  <a:pt x="177043" y="125008"/>
                </a:lnTo>
                <a:moveTo>
                  <a:pt x="178778" y="14975"/>
                </a:moveTo>
                <a:cubicBezTo>
                  <a:pt x="178778" y="18506"/>
                  <a:pt x="178108" y="20911"/>
                  <a:pt x="176769" y="22189"/>
                </a:cubicBezTo>
                <a:cubicBezTo>
                  <a:pt x="175430" y="23468"/>
                  <a:pt x="172964" y="24107"/>
                  <a:pt x="169372" y="24107"/>
                </a:cubicBezTo>
                <a:cubicBezTo>
                  <a:pt x="165842" y="24107"/>
                  <a:pt x="163422" y="23483"/>
                  <a:pt x="162113" y="22235"/>
                </a:cubicBezTo>
                <a:cubicBezTo>
                  <a:pt x="160804" y="20987"/>
                  <a:pt x="160150" y="18628"/>
                  <a:pt x="160150" y="15158"/>
                </a:cubicBezTo>
                <a:cubicBezTo>
                  <a:pt x="160150" y="11627"/>
                  <a:pt x="160819" y="9223"/>
                  <a:pt x="162159" y="7944"/>
                </a:cubicBezTo>
                <a:cubicBezTo>
                  <a:pt x="163498" y="6666"/>
                  <a:pt x="165963" y="6027"/>
                  <a:pt x="169555" y="6027"/>
                </a:cubicBezTo>
                <a:cubicBezTo>
                  <a:pt x="173086" y="6027"/>
                  <a:pt x="175506" y="6651"/>
                  <a:pt x="176814" y="7899"/>
                </a:cubicBezTo>
                <a:cubicBezTo>
                  <a:pt x="178123" y="9147"/>
                  <a:pt x="178778" y="11505"/>
                  <a:pt x="178778" y="14975"/>
                </a:cubicBezTo>
                <a:close/>
                <a:moveTo>
                  <a:pt x="263656" y="112589"/>
                </a:moveTo>
                <a:cubicBezTo>
                  <a:pt x="263656" y="113624"/>
                  <a:pt x="263625" y="114522"/>
                  <a:pt x="263565" y="115283"/>
                </a:cubicBezTo>
                <a:cubicBezTo>
                  <a:pt x="263504" y="116044"/>
                  <a:pt x="263397" y="116683"/>
                  <a:pt x="263245" y="117201"/>
                </a:cubicBezTo>
                <a:cubicBezTo>
                  <a:pt x="263093" y="117718"/>
                  <a:pt x="262910" y="118175"/>
                  <a:pt x="262697" y="118570"/>
                </a:cubicBezTo>
                <a:cubicBezTo>
                  <a:pt x="262484" y="118966"/>
                  <a:pt x="261997" y="119544"/>
                  <a:pt x="261236" y="120305"/>
                </a:cubicBezTo>
                <a:cubicBezTo>
                  <a:pt x="260475" y="121066"/>
                  <a:pt x="259182" y="122010"/>
                  <a:pt x="257355" y="123136"/>
                </a:cubicBezTo>
                <a:cubicBezTo>
                  <a:pt x="255529" y="124262"/>
                  <a:pt x="253474" y="125267"/>
                  <a:pt x="251192" y="126149"/>
                </a:cubicBezTo>
                <a:cubicBezTo>
                  <a:pt x="248909" y="127032"/>
                  <a:pt x="246428" y="127747"/>
                  <a:pt x="243750" y="128295"/>
                </a:cubicBezTo>
                <a:cubicBezTo>
                  <a:pt x="241071" y="128843"/>
                  <a:pt x="238301" y="129117"/>
                  <a:pt x="235440" y="129117"/>
                </a:cubicBezTo>
                <a:cubicBezTo>
                  <a:pt x="229535" y="129117"/>
                  <a:pt x="224300" y="128141"/>
                  <a:pt x="219734" y="126189"/>
                </a:cubicBezTo>
                <a:cubicBezTo>
                  <a:pt x="215169" y="124237"/>
                  <a:pt x="211349" y="121386"/>
                  <a:pt x="208274" y="117634"/>
                </a:cubicBezTo>
                <a:cubicBezTo>
                  <a:pt x="205200" y="113883"/>
                  <a:pt x="202857" y="109277"/>
                  <a:pt x="201243" y="103817"/>
                </a:cubicBezTo>
                <a:cubicBezTo>
                  <a:pt x="199630" y="98358"/>
                  <a:pt x="198824" y="92060"/>
                  <a:pt x="198824" y="84924"/>
                </a:cubicBezTo>
                <a:cubicBezTo>
                  <a:pt x="198824" y="76811"/>
                  <a:pt x="199813" y="69841"/>
                  <a:pt x="201791" y="64016"/>
                </a:cubicBezTo>
                <a:cubicBezTo>
                  <a:pt x="203770" y="58191"/>
                  <a:pt x="206479" y="53418"/>
                  <a:pt x="209918" y="49697"/>
                </a:cubicBezTo>
                <a:cubicBezTo>
                  <a:pt x="213358" y="45976"/>
                  <a:pt x="217406" y="43216"/>
                  <a:pt x="222063" y="41416"/>
                </a:cubicBezTo>
                <a:cubicBezTo>
                  <a:pt x="226720" y="39617"/>
                  <a:pt x="231757" y="38717"/>
                  <a:pt x="237175" y="38717"/>
                </a:cubicBezTo>
                <a:cubicBezTo>
                  <a:pt x="239793" y="38717"/>
                  <a:pt x="242334" y="38960"/>
                  <a:pt x="244800" y="39447"/>
                </a:cubicBezTo>
                <a:cubicBezTo>
                  <a:pt x="247265" y="39934"/>
                  <a:pt x="249533" y="40574"/>
                  <a:pt x="251603" y="41365"/>
                </a:cubicBezTo>
                <a:cubicBezTo>
                  <a:pt x="253672" y="42156"/>
                  <a:pt x="255514" y="43069"/>
                  <a:pt x="257127" y="44104"/>
                </a:cubicBezTo>
                <a:cubicBezTo>
                  <a:pt x="258740" y="45139"/>
                  <a:pt x="259912" y="46022"/>
                  <a:pt x="260643" y="46752"/>
                </a:cubicBezTo>
                <a:cubicBezTo>
                  <a:pt x="261373" y="47483"/>
                  <a:pt x="261875" y="48061"/>
                  <a:pt x="262149" y="48487"/>
                </a:cubicBezTo>
                <a:cubicBezTo>
                  <a:pt x="262423" y="48913"/>
                  <a:pt x="262651" y="49416"/>
                  <a:pt x="262834" y="49994"/>
                </a:cubicBezTo>
                <a:cubicBezTo>
                  <a:pt x="263017" y="50572"/>
                  <a:pt x="263138" y="51227"/>
                  <a:pt x="263199" y="51957"/>
                </a:cubicBezTo>
                <a:cubicBezTo>
                  <a:pt x="263260" y="52688"/>
                  <a:pt x="263291" y="53601"/>
                  <a:pt x="263291" y="54697"/>
                </a:cubicBezTo>
                <a:cubicBezTo>
                  <a:pt x="263291" y="57071"/>
                  <a:pt x="263017" y="58730"/>
                  <a:pt x="262469" y="59673"/>
                </a:cubicBezTo>
                <a:cubicBezTo>
                  <a:pt x="261921" y="60617"/>
                  <a:pt x="261251" y="61089"/>
                  <a:pt x="260460" y="61089"/>
                </a:cubicBezTo>
                <a:cubicBezTo>
                  <a:pt x="259547" y="61089"/>
                  <a:pt x="258497" y="60586"/>
                  <a:pt x="257310" y="59582"/>
                </a:cubicBezTo>
                <a:cubicBezTo>
                  <a:pt x="256123" y="58577"/>
                  <a:pt x="254616" y="57466"/>
                  <a:pt x="252790" y="56249"/>
                </a:cubicBezTo>
                <a:cubicBezTo>
                  <a:pt x="250963" y="55031"/>
                  <a:pt x="248757" y="53920"/>
                  <a:pt x="246169" y="52916"/>
                </a:cubicBezTo>
                <a:cubicBezTo>
                  <a:pt x="243582" y="51912"/>
                  <a:pt x="240523" y="51409"/>
                  <a:pt x="236992" y="51409"/>
                </a:cubicBezTo>
                <a:cubicBezTo>
                  <a:pt x="229748" y="51409"/>
                  <a:pt x="224193" y="54203"/>
                  <a:pt x="220328" y="59790"/>
                </a:cubicBezTo>
                <a:cubicBezTo>
                  <a:pt x="216462" y="65376"/>
                  <a:pt x="214529" y="73479"/>
                  <a:pt x="214529" y="84099"/>
                </a:cubicBezTo>
                <a:cubicBezTo>
                  <a:pt x="214529" y="89411"/>
                  <a:pt x="215032" y="94066"/>
                  <a:pt x="216036" y="98065"/>
                </a:cubicBezTo>
                <a:cubicBezTo>
                  <a:pt x="217041" y="102063"/>
                  <a:pt x="218517" y="105406"/>
                  <a:pt x="220465" y="108092"/>
                </a:cubicBezTo>
                <a:cubicBezTo>
                  <a:pt x="222413" y="110778"/>
                  <a:pt x="224802" y="112778"/>
                  <a:pt x="227633" y="114090"/>
                </a:cubicBezTo>
                <a:cubicBezTo>
                  <a:pt x="230464" y="115403"/>
                  <a:pt x="233705" y="116059"/>
                  <a:pt x="237358" y="116059"/>
                </a:cubicBezTo>
                <a:cubicBezTo>
                  <a:pt x="240828" y="116059"/>
                  <a:pt x="243871" y="115511"/>
                  <a:pt x="246489" y="114415"/>
                </a:cubicBezTo>
                <a:cubicBezTo>
                  <a:pt x="249107" y="113320"/>
                  <a:pt x="251374" y="112117"/>
                  <a:pt x="253292" y="110809"/>
                </a:cubicBezTo>
                <a:cubicBezTo>
                  <a:pt x="255209" y="109500"/>
                  <a:pt x="256823" y="108313"/>
                  <a:pt x="258131" y="107247"/>
                </a:cubicBezTo>
                <a:cubicBezTo>
                  <a:pt x="259440" y="106182"/>
                  <a:pt x="260460" y="105649"/>
                  <a:pt x="261190" y="105649"/>
                </a:cubicBezTo>
                <a:cubicBezTo>
                  <a:pt x="261617" y="105649"/>
                  <a:pt x="261982" y="105771"/>
                  <a:pt x="262286" y="106015"/>
                </a:cubicBezTo>
                <a:cubicBezTo>
                  <a:pt x="262591" y="106258"/>
                  <a:pt x="262849" y="106669"/>
                  <a:pt x="263062" y="107247"/>
                </a:cubicBezTo>
                <a:cubicBezTo>
                  <a:pt x="263275" y="107826"/>
                  <a:pt x="263428" y="108556"/>
                  <a:pt x="263519" y="109439"/>
                </a:cubicBezTo>
                <a:cubicBezTo>
                  <a:pt x="263610" y="110322"/>
                  <a:pt x="263656" y="111372"/>
                  <a:pt x="263656" y="112589"/>
                </a:cubicBezTo>
                <a:close/>
                <a:moveTo>
                  <a:pt x="353960" y="80356"/>
                </a:moveTo>
                <a:cubicBezTo>
                  <a:pt x="353960" y="82730"/>
                  <a:pt x="353366" y="84419"/>
                  <a:pt x="352179" y="85424"/>
                </a:cubicBezTo>
                <a:cubicBezTo>
                  <a:pt x="350992" y="86428"/>
                  <a:pt x="349638" y="86930"/>
                  <a:pt x="348116" y="86930"/>
                </a:cubicBezTo>
                <a:lnTo>
                  <a:pt x="294241" y="86930"/>
                </a:lnTo>
                <a:cubicBezTo>
                  <a:pt x="294241" y="91509"/>
                  <a:pt x="294698" y="95631"/>
                  <a:pt x="295611" y="99295"/>
                </a:cubicBezTo>
                <a:cubicBezTo>
                  <a:pt x="296524" y="102959"/>
                  <a:pt x="298046" y="106103"/>
                  <a:pt x="300176" y="108728"/>
                </a:cubicBezTo>
                <a:cubicBezTo>
                  <a:pt x="302307" y="111354"/>
                  <a:pt x="305077" y="113369"/>
                  <a:pt x="308486" y="114775"/>
                </a:cubicBezTo>
                <a:cubicBezTo>
                  <a:pt x="311895" y="116179"/>
                  <a:pt x="316065" y="116881"/>
                  <a:pt x="320996" y="116881"/>
                </a:cubicBezTo>
                <a:cubicBezTo>
                  <a:pt x="324892" y="116881"/>
                  <a:pt x="328362" y="116561"/>
                  <a:pt x="331406" y="115922"/>
                </a:cubicBezTo>
                <a:cubicBezTo>
                  <a:pt x="334449" y="115283"/>
                  <a:pt x="337082" y="114568"/>
                  <a:pt x="339304" y="113776"/>
                </a:cubicBezTo>
                <a:cubicBezTo>
                  <a:pt x="341526" y="112985"/>
                  <a:pt x="343352" y="112270"/>
                  <a:pt x="344783" y="111630"/>
                </a:cubicBezTo>
                <a:cubicBezTo>
                  <a:pt x="346213" y="110991"/>
                  <a:pt x="347294" y="110672"/>
                  <a:pt x="348025" y="110672"/>
                </a:cubicBezTo>
                <a:cubicBezTo>
                  <a:pt x="348451" y="110672"/>
                  <a:pt x="348831" y="110778"/>
                  <a:pt x="349166" y="110991"/>
                </a:cubicBezTo>
                <a:cubicBezTo>
                  <a:pt x="349501" y="111204"/>
                  <a:pt x="349759" y="111524"/>
                  <a:pt x="349942" y="111950"/>
                </a:cubicBezTo>
                <a:cubicBezTo>
                  <a:pt x="350125" y="112376"/>
                  <a:pt x="350262" y="112970"/>
                  <a:pt x="350353" y="113731"/>
                </a:cubicBezTo>
                <a:cubicBezTo>
                  <a:pt x="350444" y="114492"/>
                  <a:pt x="350490" y="115420"/>
                  <a:pt x="350490" y="116516"/>
                </a:cubicBezTo>
                <a:cubicBezTo>
                  <a:pt x="350490" y="117307"/>
                  <a:pt x="350460" y="117992"/>
                  <a:pt x="350399" y="118570"/>
                </a:cubicBezTo>
                <a:cubicBezTo>
                  <a:pt x="350338" y="119149"/>
                  <a:pt x="350262" y="119666"/>
                  <a:pt x="350170" y="120123"/>
                </a:cubicBezTo>
                <a:cubicBezTo>
                  <a:pt x="350079" y="120579"/>
                  <a:pt x="349927" y="120990"/>
                  <a:pt x="349714" y="121355"/>
                </a:cubicBezTo>
                <a:cubicBezTo>
                  <a:pt x="349501" y="121721"/>
                  <a:pt x="349227" y="122071"/>
                  <a:pt x="348892" y="122405"/>
                </a:cubicBezTo>
                <a:cubicBezTo>
                  <a:pt x="348557" y="122740"/>
                  <a:pt x="347568" y="123288"/>
                  <a:pt x="345924" y="124049"/>
                </a:cubicBezTo>
                <a:cubicBezTo>
                  <a:pt x="344281" y="124810"/>
                  <a:pt x="342150" y="125556"/>
                  <a:pt x="339532" y="126286"/>
                </a:cubicBezTo>
                <a:cubicBezTo>
                  <a:pt x="336915" y="127017"/>
                  <a:pt x="333886" y="127671"/>
                  <a:pt x="330447" y="128249"/>
                </a:cubicBezTo>
                <a:cubicBezTo>
                  <a:pt x="327007" y="128828"/>
                  <a:pt x="323340" y="129117"/>
                  <a:pt x="319443" y="129117"/>
                </a:cubicBezTo>
                <a:cubicBezTo>
                  <a:pt x="312686" y="129117"/>
                  <a:pt x="306766" y="128172"/>
                  <a:pt x="301683" y="126283"/>
                </a:cubicBezTo>
                <a:cubicBezTo>
                  <a:pt x="296600" y="124394"/>
                  <a:pt x="292323" y="121591"/>
                  <a:pt x="288854" y="117874"/>
                </a:cubicBezTo>
                <a:cubicBezTo>
                  <a:pt x="285384" y="114157"/>
                  <a:pt x="282766" y="109495"/>
                  <a:pt x="281001" y="103889"/>
                </a:cubicBezTo>
                <a:cubicBezTo>
                  <a:pt x="279235" y="98283"/>
                  <a:pt x="278353" y="91762"/>
                  <a:pt x="278353" y="84328"/>
                </a:cubicBezTo>
                <a:cubicBezTo>
                  <a:pt x="278353" y="77259"/>
                  <a:pt x="279266" y="70906"/>
                  <a:pt x="281092" y="65269"/>
                </a:cubicBezTo>
                <a:cubicBezTo>
                  <a:pt x="282918" y="59632"/>
                  <a:pt x="285551" y="54849"/>
                  <a:pt x="288990" y="50919"/>
                </a:cubicBezTo>
                <a:cubicBezTo>
                  <a:pt x="292430" y="46988"/>
                  <a:pt x="296585" y="43972"/>
                  <a:pt x="301455" y="41870"/>
                </a:cubicBezTo>
                <a:cubicBezTo>
                  <a:pt x="306325" y="39768"/>
                  <a:pt x="311773" y="38717"/>
                  <a:pt x="317800" y="38717"/>
                </a:cubicBezTo>
                <a:cubicBezTo>
                  <a:pt x="324253" y="38717"/>
                  <a:pt x="329747" y="39752"/>
                  <a:pt x="334282" y="41821"/>
                </a:cubicBezTo>
                <a:cubicBezTo>
                  <a:pt x="338817" y="43891"/>
                  <a:pt x="342546" y="46676"/>
                  <a:pt x="345468" y="50177"/>
                </a:cubicBezTo>
                <a:cubicBezTo>
                  <a:pt x="348390" y="53677"/>
                  <a:pt x="350536" y="57786"/>
                  <a:pt x="351905" y="62504"/>
                </a:cubicBezTo>
                <a:cubicBezTo>
                  <a:pt x="353275" y="67222"/>
                  <a:pt x="353960" y="72259"/>
                  <a:pt x="353960" y="77616"/>
                </a:cubicBezTo>
                <a:lnTo>
                  <a:pt x="353960" y="80356"/>
                </a:lnTo>
                <a:moveTo>
                  <a:pt x="338802" y="75881"/>
                </a:moveTo>
                <a:cubicBezTo>
                  <a:pt x="338984" y="67967"/>
                  <a:pt x="337234" y="61758"/>
                  <a:pt x="333551" y="57253"/>
                </a:cubicBezTo>
                <a:cubicBezTo>
                  <a:pt x="329868" y="52749"/>
                  <a:pt x="324405" y="50496"/>
                  <a:pt x="317161" y="50496"/>
                </a:cubicBezTo>
                <a:cubicBezTo>
                  <a:pt x="313447" y="50496"/>
                  <a:pt x="310190" y="51196"/>
                  <a:pt x="307390" y="52596"/>
                </a:cubicBezTo>
                <a:cubicBezTo>
                  <a:pt x="304590" y="53997"/>
                  <a:pt x="302246" y="55853"/>
                  <a:pt x="300359" y="58167"/>
                </a:cubicBezTo>
                <a:cubicBezTo>
                  <a:pt x="298472" y="60480"/>
                  <a:pt x="297011" y="63174"/>
                  <a:pt x="295976" y="66248"/>
                </a:cubicBezTo>
                <a:cubicBezTo>
                  <a:pt x="294941" y="69322"/>
                  <a:pt x="294363" y="72533"/>
                  <a:pt x="294241" y="75881"/>
                </a:cubicBezTo>
                <a:lnTo>
                  <a:pt x="338802" y="75881"/>
                </a:lnTo>
                <a:close/>
                <a:moveTo>
                  <a:pt x="377590" y="41821"/>
                </a:moveTo>
                <a:lnTo>
                  <a:pt x="377590" y="30835"/>
                </a:lnTo>
                <a:cubicBezTo>
                  <a:pt x="377590" y="25465"/>
                  <a:pt x="378049" y="20842"/>
                  <a:pt x="378968" y="16967"/>
                </a:cubicBezTo>
                <a:cubicBezTo>
                  <a:pt x="379887" y="13092"/>
                  <a:pt x="381357" y="9384"/>
                  <a:pt x="383380" y="5844"/>
                </a:cubicBezTo>
                <a:lnTo>
                  <a:pt x="391469" y="5844"/>
                </a:lnTo>
                <a:cubicBezTo>
                  <a:pt x="386965" y="13332"/>
                  <a:pt x="384712" y="20393"/>
                  <a:pt x="384712" y="27029"/>
                </a:cubicBezTo>
                <a:lnTo>
                  <a:pt x="390739" y="27029"/>
                </a:lnTo>
                <a:lnTo>
                  <a:pt x="390739" y="41821"/>
                </a:lnTo>
                <a:lnTo>
                  <a:pt x="377590" y="41821"/>
                </a:lnTo>
                <a:close/>
                <a:moveTo>
                  <a:pt x="470368" y="102702"/>
                </a:moveTo>
                <a:cubicBezTo>
                  <a:pt x="470368" y="106906"/>
                  <a:pt x="469592" y="110654"/>
                  <a:pt x="468040" y="113945"/>
                </a:cubicBezTo>
                <a:cubicBezTo>
                  <a:pt x="466488" y="117234"/>
                  <a:pt x="464281" y="120007"/>
                  <a:pt x="461420" y="122263"/>
                </a:cubicBezTo>
                <a:cubicBezTo>
                  <a:pt x="458559" y="124517"/>
                  <a:pt x="455150" y="126222"/>
                  <a:pt x="451193" y="127379"/>
                </a:cubicBezTo>
                <a:cubicBezTo>
                  <a:pt x="447236" y="128538"/>
                  <a:pt x="442883" y="129117"/>
                  <a:pt x="438135" y="129117"/>
                </a:cubicBezTo>
                <a:cubicBezTo>
                  <a:pt x="435213" y="129117"/>
                  <a:pt x="432428" y="128889"/>
                  <a:pt x="429780" y="128432"/>
                </a:cubicBezTo>
                <a:cubicBezTo>
                  <a:pt x="427132" y="127976"/>
                  <a:pt x="424757" y="127397"/>
                  <a:pt x="422657" y="126697"/>
                </a:cubicBezTo>
                <a:cubicBezTo>
                  <a:pt x="420557" y="125997"/>
                  <a:pt x="418776" y="125267"/>
                  <a:pt x="417315" y="124506"/>
                </a:cubicBezTo>
                <a:cubicBezTo>
                  <a:pt x="415854" y="123745"/>
                  <a:pt x="414789" y="123060"/>
                  <a:pt x="414119" y="122451"/>
                </a:cubicBezTo>
                <a:cubicBezTo>
                  <a:pt x="413450" y="121842"/>
                  <a:pt x="412963" y="120990"/>
                  <a:pt x="412658" y="119894"/>
                </a:cubicBezTo>
                <a:cubicBezTo>
                  <a:pt x="412354" y="118799"/>
                  <a:pt x="412202" y="117307"/>
                  <a:pt x="412202" y="115420"/>
                </a:cubicBezTo>
                <a:cubicBezTo>
                  <a:pt x="412202" y="114263"/>
                  <a:pt x="412263" y="113289"/>
                  <a:pt x="412385" y="112498"/>
                </a:cubicBezTo>
                <a:cubicBezTo>
                  <a:pt x="412506" y="111707"/>
                  <a:pt x="412658" y="111067"/>
                  <a:pt x="412841" y="110580"/>
                </a:cubicBezTo>
                <a:cubicBezTo>
                  <a:pt x="413024" y="110093"/>
                  <a:pt x="413282" y="109743"/>
                  <a:pt x="413617" y="109530"/>
                </a:cubicBezTo>
                <a:cubicBezTo>
                  <a:pt x="413952" y="109317"/>
                  <a:pt x="414333" y="109211"/>
                  <a:pt x="414759" y="109211"/>
                </a:cubicBezTo>
                <a:cubicBezTo>
                  <a:pt x="415428" y="109211"/>
                  <a:pt x="416418" y="109622"/>
                  <a:pt x="417726" y="110443"/>
                </a:cubicBezTo>
                <a:cubicBezTo>
                  <a:pt x="419035" y="111265"/>
                  <a:pt x="420648" y="112163"/>
                  <a:pt x="422566" y="113137"/>
                </a:cubicBezTo>
                <a:cubicBezTo>
                  <a:pt x="424484" y="114111"/>
                  <a:pt x="426751" y="115009"/>
                  <a:pt x="429369" y="115831"/>
                </a:cubicBezTo>
                <a:cubicBezTo>
                  <a:pt x="431986" y="116653"/>
                  <a:pt x="435000" y="117064"/>
                  <a:pt x="438409" y="117064"/>
                </a:cubicBezTo>
                <a:cubicBezTo>
                  <a:pt x="440966" y="117064"/>
                  <a:pt x="443279" y="116790"/>
                  <a:pt x="445349" y="116242"/>
                </a:cubicBezTo>
                <a:cubicBezTo>
                  <a:pt x="447418" y="115692"/>
                  <a:pt x="449214" y="114883"/>
                  <a:pt x="450736" y="113816"/>
                </a:cubicBezTo>
                <a:cubicBezTo>
                  <a:pt x="452258" y="112749"/>
                  <a:pt x="453430" y="111392"/>
                  <a:pt x="454252" y="109744"/>
                </a:cubicBezTo>
                <a:cubicBezTo>
                  <a:pt x="455073" y="108097"/>
                  <a:pt x="455484" y="106145"/>
                  <a:pt x="455484" y="103889"/>
                </a:cubicBezTo>
                <a:cubicBezTo>
                  <a:pt x="455484" y="101574"/>
                  <a:pt x="454891" y="99624"/>
                  <a:pt x="453704" y="98039"/>
                </a:cubicBezTo>
                <a:cubicBezTo>
                  <a:pt x="452517" y="96454"/>
                  <a:pt x="450949" y="95053"/>
                  <a:pt x="449001" y="93836"/>
                </a:cubicBezTo>
                <a:cubicBezTo>
                  <a:pt x="447053" y="92616"/>
                  <a:pt x="444862" y="91535"/>
                  <a:pt x="442427" y="90591"/>
                </a:cubicBezTo>
                <a:cubicBezTo>
                  <a:pt x="439992" y="89646"/>
                  <a:pt x="437480" y="88656"/>
                  <a:pt x="434893" y="87621"/>
                </a:cubicBezTo>
                <a:cubicBezTo>
                  <a:pt x="432306" y="86584"/>
                  <a:pt x="429780" y="85410"/>
                  <a:pt x="427314" y="84099"/>
                </a:cubicBezTo>
                <a:cubicBezTo>
                  <a:pt x="424849" y="82789"/>
                  <a:pt x="422642" y="81189"/>
                  <a:pt x="420694" y="79300"/>
                </a:cubicBezTo>
                <a:cubicBezTo>
                  <a:pt x="418746" y="77411"/>
                  <a:pt x="417178" y="75157"/>
                  <a:pt x="415991" y="72537"/>
                </a:cubicBezTo>
                <a:cubicBezTo>
                  <a:pt x="414804" y="69917"/>
                  <a:pt x="414211" y="66779"/>
                  <a:pt x="414211" y="63123"/>
                </a:cubicBezTo>
                <a:cubicBezTo>
                  <a:pt x="414211" y="59893"/>
                  <a:pt x="414835" y="56801"/>
                  <a:pt x="416083" y="53846"/>
                </a:cubicBezTo>
                <a:cubicBezTo>
                  <a:pt x="417331" y="50890"/>
                  <a:pt x="419203" y="48300"/>
                  <a:pt x="421698" y="46076"/>
                </a:cubicBezTo>
                <a:cubicBezTo>
                  <a:pt x="424194" y="43850"/>
                  <a:pt x="427314" y="42068"/>
                  <a:pt x="431058" y="40729"/>
                </a:cubicBezTo>
                <a:cubicBezTo>
                  <a:pt x="434802" y="39387"/>
                  <a:pt x="439170" y="38717"/>
                  <a:pt x="444162" y="38717"/>
                </a:cubicBezTo>
                <a:cubicBezTo>
                  <a:pt x="446353" y="38717"/>
                  <a:pt x="448545" y="38902"/>
                  <a:pt x="450736" y="39273"/>
                </a:cubicBezTo>
                <a:cubicBezTo>
                  <a:pt x="452928" y="39644"/>
                  <a:pt x="454906" y="40107"/>
                  <a:pt x="456671" y="40663"/>
                </a:cubicBezTo>
                <a:cubicBezTo>
                  <a:pt x="458437" y="41218"/>
                  <a:pt x="459944" y="41821"/>
                  <a:pt x="461191" y="42469"/>
                </a:cubicBezTo>
                <a:cubicBezTo>
                  <a:pt x="462439" y="43118"/>
                  <a:pt x="463383" y="43690"/>
                  <a:pt x="464022" y="44184"/>
                </a:cubicBezTo>
                <a:cubicBezTo>
                  <a:pt x="464661" y="44679"/>
                  <a:pt x="465087" y="45109"/>
                  <a:pt x="465301" y="45474"/>
                </a:cubicBezTo>
                <a:cubicBezTo>
                  <a:pt x="465514" y="45839"/>
                  <a:pt x="465666" y="46250"/>
                  <a:pt x="465757" y="46707"/>
                </a:cubicBezTo>
                <a:cubicBezTo>
                  <a:pt x="465848" y="47163"/>
                  <a:pt x="465940" y="47726"/>
                  <a:pt x="466031" y="48396"/>
                </a:cubicBezTo>
                <a:cubicBezTo>
                  <a:pt x="466122" y="49066"/>
                  <a:pt x="466168" y="49887"/>
                  <a:pt x="466168" y="50861"/>
                </a:cubicBezTo>
                <a:cubicBezTo>
                  <a:pt x="466168" y="51896"/>
                  <a:pt x="466122" y="52794"/>
                  <a:pt x="466031" y="53555"/>
                </a:cubicBezTo>
                <a:cubicBezTo>
                  <a:pt x="465940" y="54316"/>
                  <a:pt x="465788" y="54940"/>
                  <a:pt x="465574" y="55427"/>
                </a:cubicBezTo>
                <a:cubicBezTo>
                  <a:pt x="465361" y="55914"/>
                  <a:pt x="465103" y="56264"/>
                  <a:pt x="464798" y="56477"/>
                </a:cubicBezTo>
                <a:cubicBezTo>
                  <a:pt x="464494" y="56690"/>
                  <a:pt x="464159" y="56797"/>
                  <a:pt x="463794" y="56797"/>
                </a:cubicBezTo>
                <a:cubicBezTo>
                  <a:pt x="463246" y="56797"/>
                  <a:pt x="462455" y="56457"/>
                  <a:pt x="461420" y="55778"/>
                </a:cubicBezTo>
                <a:cubicBezTo>
                  <a:pt x="460385" y="55099"/>
                  <a:pt x="459046" y="54373"/>
                  <a:pt x="457402" y="53601"/>
                </a:cubicBezTo>
                <a:cubicBezTo>
                  <a:pt x="455758" y="52829"/>
                  <a:pt x="453826" y="52103"/>
                  <a:pt x="451604" y="51424"/>
                </a:cubicBezTo>
                <a:cubicBezTo>
                  <a:pt x="449382" y="50744"/>
                  <a:pt x="446840" y="50405"/>
                  <a:pt x="443979" y="50405"/>
                </a:cubicBezTo>
                <a:cubicBezTo>
                  <a:pt x="441422" y="50405"/>
                  <a:pt x="439170" y="50695"/>
                  <a:pt x="437222" y="51275"/>
                </a:cubicBezTo>
                <a:cubicBezTo>
                  <a:pt x="435274" y="51854"/>
                  <a:pt x="433676" y="52676"/>
                  <a:pt x="432428" y="53744"/>
                </a:cubicBezTo>
                <a:cubicBezTo>
                  <a:pt x="431180" y="54811"/>
                  <a:pt x="430236" y="56077"/>
                  <a:pt x="429597" y="57542"/>
                </a:cubicBezTo>
                <a:cubicBezTo>
                  <a:pt x="428958" y="59005"/>
                  <a:pt x="428638" y="60590"/>
                  <a:pt x="428638" y="62298"/>
                </a:cubicBezTo>
                <a:cubicBezTo>
                  <a:pt x="428638" y="64675"/>
                  <a:pt x="429247" y="66670"/>
                  <a:pt x="430465" y="68285"/>
                </a:cubicBezTo>
                <a:cubicBezTo>
                  <a:pt x="431682" y="69900"/>
                  <a:pt x="433265" y="71318"/>
                  <a:pt x="435213" y="72537"/>
                </a:cubicBezTo>
                <a:cubicBezTo>
                  <a:pt x="437161" y="73754"/>
                  <a:pt x="439383" y="74851"/>
                  <a:pt x="441879" y="75827"/>
                </a:cubicBezTo>
                <a:cubicBezTo>
                  <a:pt x="444375" y="76801"/>
                  <a:pt x="446916" y="77806"/>
                  <a:pt x="449503" y="78843"/>
                </a:cubicBezTo>
                <a:cubicBezTo>
                  <a:pt x="452091" y="79878"/>
                  <a:pt x="454647" y="81036"/>
                  <a:pt x="457174" y="82316"/>
                </a:cubicBezTo>
                <a:cubicBezTo>
                  <a:pt x="459700" y="83596"/>
                  <a:pt x="461937" y="85151"/>
                  <a:pt x="463885" y="86979"/>
                </a:cubicBezTo>
                <a:cubicBezTo>
                  <a:pt x="465833" y="88807"/>
                  <a:pt x="467401" y="91001"/>
                  <a:pt x="468588" y="93562"/>
                </a:cubicBezTo>
                <a:cubicBezTo>
                  <a:pt x="469775" y="96121"/>
                  <a:pt x="470368" y="99167"/>
                  <a:pt x="470368" y="102702"/>
                </a:cubicBezTo>
                <a:close/>
                <a:moveTo>
                  <a:pt x="624941" y="121721"/>
                </a:moveTo>
                <a:cubicBezTo>
                  <a:pt x="625428" y="123060"/>
                  <a:pt x="625686" y="124140"/>
                  <a:pt x="625717" y="124962"/>
                </a:cubicBezTo>
                <a:cubicBezTo>
                  <a:pt x="625747" y="125784"/>
                  <a:pt x="625519" y="126408"/>
                  <a:pt x="625032" y="126834"/>
                </a:cubicBezTo>
                <a:cubicBezTo>
                  <a:pt x="624545" y="127260"/>
                  <a:pt x="623738" y="127534"/>
                  <a:pt x="622612" y="127656"/>
                </a:cubicBezTo>
                <a:cubicBezTo>
                  <a:pt x="621486" y="127778"/>
                  <a:pt x="619979" y="127839"/>
                  <a:pt x="618092" y="127839"/>
                </a:cubicBezTo>
                <a:cubicBezTo>
                  <a:pt x="616205" y="127839"/>
                  <a:pt x="614698" y="127793"/>
                  <a:pt x="613572" y="127702"/>
                </a:cubicBezTo>
                <a:cubicBezTo>
                  <a:pt x="612446" y="127610"/>
                  <a:pt x="611594" y="127458"/>
                  <a:pt x="611015" y="127245"/>
                </a:cubicBezTo>
                <a:cubicBezTo>
                  <a:pt x="610437" y="127032"/>
                  <a:pt x="610011" y="126743"/>
                  <a:pt x="609737" y="126378"/>
                </a:cubicBezTo>
                <a:cubicBezTo>
                  <a:pt x="609463" y="126012"/>
                  <a:pt x="609204" y="125556"/>
                  <a:pt x="608961" y="125008"/>
                </a:cubicBezTo>
                <a:lnTo>
                  <a:pt x="598825" y="96244"/>
                </a:lnTo>
                <a:lnTo>
                  <a:pt x="549699" y="96244"/>
                </a:lnTo>
                <a:lnTo>
                  <a:pt x="540019" y="124643"/>
                </a:lnTo>
                <a:cubicBezTo>
                  <a:pt x="539837" y="125190"/>
                  <a:pt x="539593" y="125662"/>
                  <a:pt x="539289" y="126058"/>
                </a:cubicBezTo>
                <a:cubicBezTo>
                  <a:pt x="538985" y="126454"/>
                  <a:pt x="538543" y="126788"/>
                  <a:pt x="537965" y="127062"/>
                </a:cubicBezTo>
                <a:cubicBezTo>
                  <a:pt x="537387" y="127336"/>
                  <a:pt x="536565" y="127534"/>
                  <a:pt x="535499" y="127656"/>
                </a:cubicBezTo>
                <a:cubicBezTo>
                  <a:pt x="534434" y="127778"/>
                  <a:pt x="533049" y="127839"/>
                  <a:pt x="531345" y="127839"/>
                </a:cubicBezTo>
                <a:cubicBezTo>
                  <a:pt x="529579" y="127839"/>
                  <a:pt x="528133" y="127762"/>
                  <a:pt x="527007" y="127610"/>
                </a:cubicBezTo>
                <a:cubicBezTo>
                  <a:pt x="525881" y="127458"/>
                  <a:pt x="525090" y="127169"/>
                  <a:pt x="524633" y="126743"/>
                </a:cubicBezTo>
                <a:cubicBezTo>
                  <a:pt x="524177" y="126317"/>
                  <a:pt x="523963" y="125693"/>
                  <a:pt x="523994" y="124871"/>
                </a:cubicBezTo>
                <a:cubicBezTo>
                  <a:pt x="524024" y="124049"/>
                  <a:pt x="524283" y="122969"/>
                  <a:pt x="524770" y="121629"/>
                </a:cubicBezTo>
                <a:lnTo>
                  <a:pt x="564400" y="11871"/>
                </a:lnTo>
                <a:cubicBezTo>
                  <a:pt x="564644" y="11201"/>
                  <a:pt x="564963" y="10653"/>
                  <a:pt x="565359" y="10227"/>
                </a:cubicBezTo>
                <a:cubicBezTo>
                  <a:pt x="565755" y="9801"/>
                  <a:pt x="566333" y="9466"/>
                  <a:pt x="567094" y="9223"/>
                </a:cubicBezTo>
                <a:cubicBezTo>
                  <a:pt x="567855" y="8979"/>
                  <a:pt x="568829" y="8812"/>
                  <a:pt x="570016" y="8720"/>
                </a:cubicBezTo>
                <a:cubicBezTo>
                  <a:pt x="571203" y="8629"/>
                  <a:pt x="572710" y="8583"/>
                  <a:pt x="574536" y="8583"/>
                </a:cubicBezTo>
                <a:cubicBezTo>
                  <a:pt x="576484" y="8583"/>
                  <a:pt x="578097" y="8629"/>
                  <a:pt x="579375" y="8720"/>
                </a:cubicBezTo>
                <a:cubicBezTo>
                  <a:pt x="580654" y="8812"/>
                  <a:pt x="581689" y="8979"/>
                  <a:pt x="582480" y="9223"/>
                </a:cubicBezTo>
                <a:cubicBezTo>
                  <a:pt x="583271" y="9466"/>
                  <a:pt x="583880" y="9816"/>
                  <a:pt x="584306" y="10273"/>
                </a:cubicBezTo>
                <a:cubicBezTo>
                  <a:pt x="584732" y="10729"/>
                  <a:pt x="585067" y="11292"/>
                  <a:pt x="585311" y="11962"/>
                </a:cubicBezTo>
                <a:lnTo>
                  <a:pt x="624941" y="121721"/>
                </a:lnTo>
                <a:moveTo>
                  <a:pt x="574079" y="24837"/>
                </a:moveTo>
                <a:lnTo>
                  <a:pt x="573988" y="24837"/>
                </a:lnTo>
                <a:lnTo>
                  <a:pt x="553625" y="83734"/>
                </a:lnTo>
                <a:lnTo>
                  <a:pt x="594716" y="83734"/>
                </a:lnTo>
                <a:lnTo>
                  <a:pt x="574079" y="24837"/>
                </a:lnTo>
                <a:close/>
                <a:moveTo>
                  <a:pt x="658405" y="125005"/>
                </a:moveTo>
                <a:cubicBezTo>
                  <a:pt x="658405" y="125492"/>
                  <a:pt x="658283" y="125904"/>
                  <a:pt x="658040" y="126241"/>
                </a:cubicBezTo>
                <a:cubicBezTo>
                  <a:pt x="657796" y="126575"/>
                  <a:pt x="657401" y="126865"/>
                  <a:pt x="656853" y="127108"/>
                </a:cubicBezTo>
                <a:cubicBezTo>
                  <a:pt x="656305" y="127352"/>
                  <a:pt x="655544" y="127534"/>
                  <a:pt x="654570" y="127656"/>
                </a:cubicBezTo>
                <a:cubicBezTo>
                  <a:pt x="653596" y="127778"/>
                  <a:pt x="652348" y="127839"/>
                  <a:pt x="650826" y="127839"/>
                </a:cubicBezTo>
                <a:cubicBezTo>
                  <a:pt x="649365" y="127839"/>
                  <a:pt x="648148" y="127778"/>
                  <a:pt x="647174" y="127656"/>
                </a:cubicBezTo>
                <a:cubicBezTo>
                  <a:pt x="646200" y="127534"/>
                  <a:pt x="645424" y="127352"/>
                  <a:pt x="644845" y="127108"/>
                </a:cubicBezTo>
                <a:cubicBezTo>
                  <a:pt x="644267" y="126865"/>
                  <a:pt x="643871" y="126575"/>
                  <a:pt x="643658" y="126241"/>
                </a:cubicBezTo>
                <a:cubicBezTo>
                  <a:pt x="643445" y="125904"/>
                  <a:pt x="643339" y="125492"/>
                  <a:pt x="643339" y="125005"/>
                </a:cubicBezTo>
                <a:lnTo>
                  <a:pt x="643339" y="2925"/>
                </a:lnTo>
                <a:cubicBezTo>
                  <a:pt x="643339" y="2438"/>
                  <a:pt x="643445" y="2012"/>
                  <a:pt x="643658" y="1646"/>
                </a:cubicBezTo>
                <a:cubicBezTo>
                  <a:pt x="643871" y="1279"/>
                  <a:pt x="644267" y="974"/>
                  <a:pt x="644845" y="731"/>
                </a:cubicBezTo>
                <a:cubicBezTo>
                  <a:pt x="645424" y="487"/>
                  <a:pt x="646200" y="304"/>
                  <a:pt x="647174" y="183"/>
                </a:cubicBezTo>
                <a:cubicBezTo>
                  <a:pt x="648148" y="61"/>
                  <a:pt x="649365" y="0"/>
                  <a:pt x="650826" y="0"/>
                </a:cubicBezTo>
                <a:cubicBezTo>
                  <a:pt x="652348" y="0"/>
                  <a:pt x="653596" y="61"/>
                  <a:pt x="654570" y="183"/>
                </a:cubicBezTo>
                <a:cubicBezTo>
                  <a:pt x="655544" y="304"/>
                  <a:pt x="656305" y="487"/>
                  <a:pt x="656853" y="731"/>
                </a:cubicBezTo>
                <a:cubicBezTo>
                  <a:pt x="657401" y="974"/>
                  <a:pt x="657796" y="1279"/>
                  <a:pt x="658040" y="1646"/>
                </a:cubicBezTo>
                <a:cubicBezTo>
                  <a:pt x="658283" y="2012"/>
                  <a:pt x="658405" y="2438"/>
                  <a:pt x="658405" y="2925"/>
                </a:cubicBezTo>
                <a:lnTo>
                  <a:pt x="658405" y="125005"/>
                </a:lnTo>
                <a:close/>
                <a:moveTo>
                  <a:pt x="701006" y="125008"/>
                </a:moveTo>
                <a:cubicBezTo>
                  <a:pt x="701006" y="125495"/>
                  <a:pt x="700884" y="125906"/>
                  <a:pt x="700641" y="126241"/>
                </a:cubicBezTo>
                <a:cubicBezTo>
                  <a:pt x="700397" y="126575"/>
                  <a:pt x="700002" y="126865"/>
                  <a:pt x="699454" y="127108"/>
                </a:cubicBezTo>
                <a:cubicBezTo>
                  <a:pt x="698906" y="127352"/>
                  <a:pt x="698145" y="127534"/>
                  <a:pt x="697171" y="127656"/>
                </a:cubicBezTo>
                <a:cubicBezTo>
                  <a:pt x="696197" y="127778"/>
                  <a:pt x="694949" y="127839"/>
                  <a:pt x="693427" y="127839"/>
                </a:cubicBezTo>
                <a:cubicBezTo>
                  <a:pt x="691966" y="127839"/>
                  <a:pt x="690748" y="127778"/>
                  <a:pt x="689774" y="127656"/>
                </a:cubicBezTo>
                <a:cubicBezTo>
                  <a:pt x="688800" y="127534"/>
                  <a:pt x="688024" y="127352"/>
                  <a:pt x="687446" y="127108"/>
                </a:cubicBezTo>
                <a:cubicBezTo>
                  <a:pt x="686868" y="126865"/>
                  <a:pt x="686472" y="126575"/>
                  <a:pt x="686259" y="126241"/>
                </a:cubicBezTo>
                <a:cubicBezTo>
                  <a:pt x="686046" y="125906"/>
                  <a:pt x="685939" y="125495"/>
                  <a:pt x="685939" y="125008"/>
                </a:cubicBezTo>
                <a:lnTo>
                  <a:pt x="685939" y="42826"/>
                </a:lnTo>
                <a:cubicBezTo>
                  <a:pt x="685939" y="42400"/>
                  <a:pt x="686046" y="42004"/>
                  <a:pt x="686259" y="41639"/>
                </a:cubicBezTo>
                <a:cubicBezTo>
                  <a:pt x="686472" y="41274"/>
                  <a:pt x="686868" y="40969"/>
                  <a:pt x="687446" y="40726"/>
                </a:cubicBezTo>
                <a:cubicBezTo>
                  <a:pt x="688024" y="40482"/>
                  <a:pt x="688800" y="40300"/>
                  <a:pt x="689774" y="40178"/>
                </a:cubicBezTo>
                <a:cubicBezTo>
                  <a:pt x="690748" y="40056"/>
                  <a:pt x="691966" y="39995"/>
                  <a:pt x="693427" y="39995"/>
                </a:cubicBezTo>
                <a:cubicBezTo>
                  <a:pt x="694949" y="39995"/>
                  <a:pt x="696197" y="40056"/>
                  <a:pt x="697171" y="40178"/>
                </a:cubicBezTo>
                <a:cubicBezTo>
                  <a:pt x="698145" y="40300"/>
                  <a:pt x="698906" y="40482"/>
                  <a:pt x="699454" y="40726"/>
                </a:cubicBezTo>
                <a:cubicBezTo>
                  <a:pt x="700002" y="40969"/>
                  <a:pt x="700397" y="41274"/>
                  <a:pt x="700641" y="41639"/>
                </a:cubicBezTo>
                <a:cubicBezTo>
                  <a:pt x="700884" y="42004"/>
                  <a:pt x="701006" y="42400"/>
                  <a:pt x="701006" y="42826"/>
                </a:cubicBezTo>
                <a:lnTo>
                  <a:pt x="701006" y="125008"/>
                </a:lnTo>
                <a:moveTo>
                  <a:pt x="702741" y="14975"/>
                </a:moveTo>
                <a:cubicBezTo>
                  <a:pt x="702741" y="18506"/>
                  <a:pt x="702071" y="20911"/>
                  <a:pt x="700732" y="22189"/>
                </a:cubicBezTo>
                <a:cubicBezTo>
                  <a:pt x="699393" y="23468"/>
                  <a:pt x="696927" y="24107"/>
                  <a:pt x="693336" y="24107"/>
                </a:cubicBezTo>
                <a:cubicBezTo>
                  <a:pt x="689805" y="24107"/>
                  <a:pt x="687385" y="23483"/>
                  <a:pt x="686076" y="22235"/>
                </a:cubicBezTo>
                <a:cubicBezTo>
                  <a:pt x="684767" y="20987"/>
                  <a:pt x="684113" y="18628"/>
                  <a:pt x="684113" y="15158"/>
                </a:cubicBezTo>
                <a:cubicBezTo>
                  <a:pt x="684113" y="11627"/>
                  <a:pt x="684783" y="9223"/>
                  <a:pt x="686122" y="7944"/>
                </a:cubicBezTo>
                <a:cubicBezTo>
                  <a:pt x="687461" y="6666"/>
                  <a:pt x="689927" y="6027"/>
                  <a:pt x="693518" y="6027"/>
                </a:cubicBezTo>
                <a:cubicBezTo>
                  <a:pt x="697049" y="6027"/>
                  <a:pt x="699469" y="6651"/>
                  <a:pt x="700778" y="7899"/>
                </a:cubicBezTo>
                <a:cubicBezTo>
                  <a:pt x="702086" y="9147"/>
                  <a:pt x="702741" y="11505"/>
                  <a:pt x="702741" y="14975"/>
                </a:cubicBezTo>
                <a:close/>
                <a:moveTo>
                  <a:pt x="790450" y="125099"/>
                </a:moveTo>
                <a:cubicBezTo>
                  <a:pt x="790450" y="125830"/>
                  <a:pt x="790207" y="126378"/>
                  <a:pt x="789720" y="126743"/>
                </a:cubicBezTo>
                <a:cubicBezTo>
                  <a:pt x="789233" y="127108"/>
                  <a:pt x="788563" y="127382"/>
                  <a:pt x="787711" y="127565"/>
                </a:cubicBezTo>
                <a:cubicBezTo>
                  <a:pt x="786858" y="127747"/>
                  <a:pt x="785611" y="127839"/>
                  <a:pt x="783967" y="127839"/>
                </a:cubicBezTo>
                <a:cubicBezTo>
                  <a:pt x="782384" y="127839"/>
                  <a:pt x="781121" y="127747"/>
                  <a:pt x="780177" y="127565"/>
                </a:cubicBezTo>
                <a:cubicBezTo>
                  <a:pt x="779234" y="127382"/>
                  <a:pt x="778549" y="127108"/>
                  <a:pt x="778123" y="126743"/>
                </a:cubicBezTo>
                <a:cubicBezTo>
                  <a:pt x="777697" y="126378"/>
                  <a:pt x="777484" y="125830"/>
                  <a:pt x="777484" y="125099"/>
                </a:cubicBezTo>
                <a:lnTo>
                  <a:pt x="777484" y="116881"/>
                </a:lnTo>
                <a:cubicBezTo>
                  <a:pt x="773892" y="120716"/>
                  <a:pt x="769889" y="123714"/>
                  <a:pt x="765476" y="125875"/>
                </a:cubicBezTo>
                <a:cubicBezTo>
                  <a:pt x="761062" y="128036"/>
                  <a:pt x="756390" y="129117"/>
                  <a:pt x="751459" y="129117"/>
                </a:cubicBezTo>
                <a:cubicBezTo>
                  <a:pt x="747137" y="129117"/>
                  <a:pt x="743226" y="128552"/>
                  <a:pt x="739726" y="127422"/>
                </a:cubicBezTo>
                <a:cubicBezTo>
                  <a:pt x="736225" y="126292"/>
                  <a:pt x="733242" y="124658"/>
                  <a:pt x="730777" y="122520"/>
                </a:cubicBezTo>
                <a:cubicBezTo>
                  <a:pt x="728311" y="120381"/>
                  <a:pt x="726394" y="117755"/>
                  <a:pt x="725024" y="114641"/>
                </a:cubicBezTo>
                <a:cubicBezTo>
                  <a:pt x="723654" y="111525"/>
                  <a:pt x="722970" y="107981"/>
                  <a:pt x="722970" y="104009"/>
                </a:cubicBezTo>
                <a:cubicBezTo>
                  <a:pt x="722970" y="99367"/>
                  <a:pt x="723913" y="95336"/>
                  <a:pt x="725800" y="91915"/>
                </a:cubicBezTo>
                <a:cubicBezTo>
                  <a:pt x="727687" y="88493"/>
                  <a:pt x="730396" y="85652"/>
                  <a:pt x="733927" y="83392"/>
                </a:cubicBezTo>
                <a:cubicBezTo>
                  <a:pt x="737458" y="81132"/>
                  <a:pt x="741780" y="79437"/>
                  <a:pt x="746894" y="78307"/>
                </a:cubicBezTo>
                <a:cubicBezTo>
                  <a:pt x="752007" y="77177"/>
                  <a:pt x="757760" y="76612"/>
                  <a:pt x="764152" y="76612"/>
                </a:cubicBezTo>
                <a:lnTo>
                  <a:pt x="775475" y="76612"/>
                </a:lnTo>
                <a:lnTo>
                  <a:pt x="775475" y="70243"/>
                </a:lnTo>
                <a:cubicBezTo>
                  <a:pt x="775475" y="67089"/>
                  <a:pt x="775140" y="64299"/>
                  <a:pt x="774470" y="61873"/>
                </a:cubicBezTo>
                <a:cubicBezTo>
                  <a:pt x="773801" y="59446"/>
                  <a:pt x="772720" y="57428"/>
                  <a:pt x="771229" y="55821"/>
                </a:cubicBezTo>
                <a:cubicBezTo>
                  <a:pt x="769737" y="54213"/>
                  <a:pt x="767804" y="53001"/>
                  <a:pt x="765430" y="52183"/>
                </a:cubicBezTo>
                <a:cubicBezTo>
                  <a:pt x="763056" y="51363"/>
                  <a:pt x="760134" y="50953"/>
                  <a:pt x="756664" y="50953"/>
                </a:cubicBezTo>
                <a:cubicBezTo>
                  <a:pt x="752951" y="50953"/>
                  <a:pt x="749618" y="51389"/>
                  <a:pt x="746665" y="52263"/>
                </a:cubicBezTo>
                <a:cubicBezTo>
                  <a:pt x="743713" y="53136"/>
                  <a:pt x="741126" y="54099"/>
                  <a:pt x="738904" y="55153"/>
                </a:cubicBezTo>
                <a:cubicBezTo>
                  <a:pt x="736682" y="56207"/>
                  <a:pt x="734825" y="57171"/>
                  <a:pt x="733334" y="58044"/>
                </a:cubicBezTo>
                <a:cubicBezTo>
                  <a:pt x="731842" y="58917"/>
                  <a:pt x="730731" y="59354"/>
                  <a:pt x="730001" y="59354"/>
                </a:cubicBezTo>
                <a:cubicBezTo>
                  <a:pt x="729514" y="59354"/>
                  <a:pt x="729088" y="59232"/>
                  <a:pt x="728722" y="58988"/>
                </a:cubicBezTo>
                <a:cubicBezTo>
                  <a:pt x="728357" y="58745"/>
                  <a:pt x="728038" y="58380"/>
                  <a:pt x="727764" y="57893"/>
                </a:cubicBezTo>
                <a:cubicBezTo>
                  <a:pt x="727490" y="57406"/>
                  <a:pt x="727292" y="56782"/>
                  <a:pt x="727170" y="56021"/>
                </a:cubicBezTo>
                <a:cubicBezTo>
                  <a:pt x="727048" y="55260"/>
                  <a:pt x="726987" y="54423"/>
                  <a:pt x="726987" y="53510"/>
                </a:cubicBezTo>
                <a:cubicBezTo>
                  <a:pt x="726987" y="51988"/>
                  <a:pt x="727094" y="50785"/>
                  <a:pt x="727307" y="49903"/>
                </a:cubicBezTo>
                <a:cubicBezTo>
                  <a:pt x="727520" y="49020"/>
                  <a:pt x="728038" y="48183"/>
                  <a:pt x="728859" y="47392"/>
                </a:cubicBezTo>
                <a:cubicBezTo>
                  <a:pt x="729681" y="46600"/>
                  <a:pt x="731097" y="45678"/>
                  <a:pt x="733105" y="44626"/>
                </a:cubicBezTo>
                <a:cubicBezTo>
                  <a:pt x="735114" y="43573"/>
                  <a:pt x="737428" y="42610"/>
                  <a:pt x="740045" y="41739"/>
                </a:cubicBezTo>
                <a:cubicBezTo>
                  <a:pt x="742663" y="40867"/>
                  <a:pt x="745524" y="40146"/>
                  <a:pt x="748629" y="39576"/>
                </a:cubicBezTo>
                <a:cubicBezTo>
                  <a:pt x="751733" y="39003"/>
                  <a:pt x="754868" y="38717"/>
                  <a:pt x="758034" y="38717"/>
                </a:cubicBezTo>
                <a:cubicBezTo>
                  <a:pt x="763939" y="38717"/>
                  <a:pt x="768961" y="39386"/>
                  <a:pt x="773101" y="40726"/>
                </a:cubicBezTo>
                <a:cubicBezTo>
                  <a:pt x="777240" y="42065"/>
                  <a:pt x="780588" y="44028"/>
                  <a:pt x="783145" y="46615"/>
                </a:cubicBezTo>
                <a:cubicBezTo>
                  <a:pt x="785702" y="49203"/>
                  <a:pt x="787559" y="52414"/>
                  <a:pt x="788715" y="56249"/>
                </a:cubicBezTo>
                <a:cubicBezTo>
                  <a:pt x="789872" y="60084"/>
                  <a:pt x="790450" y="64558"/>
                  <a:pt x="790450" y="69672"/>
                </a:cubicBezTo>
                <a:lnTo>
                  <a:pt x="790450" y="125099"/>
                </a:lnTo>
                <a:moveTo>
                  <a:pt x="775475" y="87478"/>
                </a:moveTo>
                <a:lnTo>
                  <a:pt x="762600" y="87478"/>
                </a:lnTo>
                <a:cubicBezTo>
                  <a:pt x="758460" y="87478"/>
                  <a:pt x="754868" y="87831"/>
                  <a:pt x="751825" y="88537"/>
                </a:cubicBezTo>
                <a:cubicBezTo>
                  <a:pt x="748781" y="89241"/>
                  <a:pt x="746255" y="90281"/>
                  <a:pt x="744246" y="91659"/>
                </a:cubicBezTo>
                <a:cubicBezTo>
                  <a:pt x="742237" y="93036"/>
                  <a:pt x="740760" y="94690"/>
                  <a:pt x="739817" y="96621"/>
                </a:cubicBezTo>
                <a:cubicBezTo>
                  <a:pt x="738873" y="98550"/>
                  <a:pt x="738402" y="100770"/>
                  <a:pt x="738402" y="103281"/>
                </a:cubicBezTo>
                <a:cubicBezTo>
                  <a:pt x="738402" y="107569"/>
                  <a:pt x="739756" y="110984"/>
                  <a:pt x="742465" y="113525"/>
                </a:cubicBezTo>
                <a:cubicBezTo>
                  <a:pt x="745174" y="116067"/>
                  <a:pt x="748963" y="117338"/>
                  <a:pt x="753834" y="117338"/>
                </a:cubicBezTo>
                <a:cubicBezTo>
                  <a:pt x="757790" y="117338"/>
                  <a:pt x="761458" y="116327"/>
                  <a:pt x="764837" y="114307"/>
                </a:cubicBezTo>
                <a:cubicBezTo>
                  <a:pt x="768215" y="112285"/>
                  <a:pt x="771761" y="109192"/>
                  <a:pt x="775475" y="105027"/>
                </a:cubicBezTo>
                <a:lnTo>
                  <a:pt x="775475" y="87478"/>
                </a:lnTo>
                <a:close/>
                <a:moveTo>
                  <a:pt x="869672" y="102702"/>
                </a:moveTo>
                <a:cubicBezTo>
                  <a:pt x="869672" y="106906"/>
                  <a:pt x="868896" y="110654"/>
                  <a:pt x="867344" y="113945"/>
                </a:cubicBezTo>
                <a:cubicBezTo>
                  <a:pt x="865791" y="117234"/>
                  <a:pt x="863585" y="120007"/>
                  <a:pt x="860723" y="122263"/>
                </a:cubicBezTo>
                <a:cubicBezTo>
                  <a:pt x="857862" y="124517"/>
                  <a:pt x="854453" y="126222"/>
                  <a:pt x="850496" y="127379"/>
                </a:cubicBezTo>
                <a:cubicBezTo>
                  <a:pt x="846539" y="128538"/>
                  <a:pt x="842187" y="129117"/>
                  <a:pt x="837438" y="129117"/>
                </a:cubicBezTo>
                <a:cubicBezTo>
                  <a:pt x="834516" y="129117"/>
                  <a:pt x="831731" y="128889"/>
                  <a:pt x="829083" y="128432"/>
                </a:cubicBezTo>
                <a:cubicBezTo>
                  <a:pt x="826435" y="127976"/>
                  <a:pt x="824061" y="127397"/>
                  <a:pt x="821961" y="126697"/>
                </a:cubicBezTo>
                <a:cubicBezTo>
                  <a:pt x="819861" y="125997"/>
                  <a:pt x="818080" y="125267"/>
                  <a:pt x="816619" y="124506"/>
                </a:cubicBezTo>
                <a:cubicBezTo>
                  <a:pt x="815158" y="123745"/>
                  <a:pt x="814093" y="123060"/>
                  <a:pt x="813423" y="122451"/>
                </a:cubicBezTo>
                <a:cubicBezTo>
                  <a:pt x="812753" y="121842"/>
                  <a:pt x="812266" y="120990"/>
                  <a:pt x="811962" y="119894"/>
                </a:cubicBezTo>
                <a:cubicBezTo>
                  <a:pt x="811658" y="118799"/>
                  <a:pt x="811506" y="117307"/>
                  <a:pt x="811506" y="115420"/>
                </a:cubicBezTo>
                <a:cubicBezTo>
                  <a:pt x="811506" y="114263"/>
                  <a:pt x="811566" y="113289"/>
                  <a:pt x="811688" y="112498"/>
                </a:cubicBezTo>
                <a:cubicBezTo>
                  <a:pt x="811810" y="111707"/>
                  <a:pt x="811962" y="111067"/>
                  <a:pt x="812145" y="110580"/>
                </a:cubicBezTo>
                <a:cubicBezTo>
                  <a:pt x="812327" y="110093"/>
                  <a:pt x="812586" y="109743"/>
                  <a:pt x="812921" y="109530"/>
                </a:cubicBezTo>
                <a:cubicBezTo>
                  <a:pt x="813256" y="109317"/>
                  <a:pt x="813636" y="109211"/>
                  <a:pt x="814062" y="109211"/>
                </a:cubicBezTo>
                <a:cubicBezTo>
                  <a:pt x="814732" y="109211"/>
                  <a:pt x="815721" y="109622"/>
                  <a:pt x="817030" y="110443"/>
                </a:cubicBezTo>
                <a:cubicBezTo>
                  <a:pt x="818339" y="111265"/>
                  <a:pt x="819952" y="112163"/>
                  <a:pt x="821870" y="113137"/>
                </a:cubicBezTo>
                <a:cubicBezTo>
                  <a:pt x="823787" y="114111"/>
                  <a:pt x="826055" y="115009"/>
                  <a:pt x="828672" y="115831"/>
                </a:cubicBezTo>
                <a:cubicBezTo>
                  <a:pt x="831290" y="116653"/>
                  <a:pt x="834303" y="117064"/>
                  <a:pt x="837712" y="117064"/>
                </a:cubicBezTo>
                <a:cubicBezTo>
                  <a:pt x="840269" y="117064"/>
                  <a:pt x="842582" y="116790"/>
                  <a:pt x="844652" y="116242"/>
                </a:cubicBezTo>
                <a:cubicBezTo>
                  <a:pt x="846722" y="115692"/>
                  <a:pt x="848518" y="114883"/>
                  <a:pt x="850040" y="113816"/>
                </a:cubicBezTo>
                <a:cubicBezTo>
                  <a:pt x="851562" y="112749"/>
                  <a:pt x="852733" y="111392"/>
                  <a:pt x="853555" y="109744"/>
                </a:cubicBezTo>
                <a:cubicBezTo>
                  <a:pt x="854377" y="108097"/>
                  <a:pt x="854788" y="106145"/>
                  <a:pt x="854788" y="103889"/>
                </a:cubicBezTo>
                <a:cubicBezTo>
                  <a:pt x="854788" y="101574"/>
                  <a:pt x="854194" y="99624"/>
                  <a:pt x="853007" y="98039"/>
                </a:cubicBezTo>
                <a:cubicBezTo>
                  <a:pt x="851820" y="96454"/>
                  <a:pt x="850253" y="95053"/>
                  <a:pt x="848305" y="93836"/>
                </a:cubicBezTo>
                <a:cubicBezTo>
                  <a:pt x="846357" y="92616"/>
                  <a:pt x="844165" y="91535"/>
                  <a:pt x="841730" y="90591"/>
                </a:cubicBezTo>
                <a:cubicBezTo>
                  <a:pt x="839295" y="89646"/>
                  <a:pt x="836784" y="88656"/>
                  <a:pt x="834197" y="87621"/>
                </a:cubicBezTo>
                <a:cubicBezTo>
                  <a:pt x="831610" y="86584"/>
                  <a:pt x="829083" y="85410"/>
                  <a:pt x="826618" y="84099"/>
                </a:cubicBezTo>
                <a:cubicBezTo>
                  <a:pt x="824152" y="82789"/>
                  <a:pt x="821946" y="81189"/>
                  <a:pt x="819998" y="79300"/>
                </a:cubicBezTo>
                <a:cubicBezTo>
                  <a:pt x="818050" y="77411"/>
                  <a:pt x="816482" y="75157"/>
                  <a:pt x="815295" y="72537"/>
                </a:cubicBezTo>
                <a:cubicBezTo>
                  <a:pt x="814108" y="69917"/>
                  <a:pt x="813514" y="66779"/>
                  <a:pt x="813514" y="63123"/>
                </a:cubicBezTo>
                <a:cubicBezTo>
                  <a:pt x="813514" y="59893"/>
                  <a:pt x="814138" y="56801"/>
                  <a:pt x="815386" y="53846"/>
                </a:cubicBezTo>
                <a:cubicBezTo>
                  <a:pt x="816634" y="50890"/>
                  <a:pt x="818506" y="48300"/>
                  <a:pt x="821002" y="46076"/>
                </a:cubicBezTo>
                <a:cubicBezTo>
                  <a:pt x="823498" y="43850"/>
                  <a:pt x="826618" y="42068"/>
                  <a:pt x="830362" y="40729"/>
                </a:cubicBezTo>
                <a:cubicBezTo>
                  <a:pt x="834106" y="39387"/>
                  <a:pt x="838473" y="38717"/>
                  <a:pt x="843465" y="38717"/>
                </a:cubicBezTo>
                <a:cubicBezTo>
                  <a:pt x="845657" y="38717"/>
                  <a:pt x="847848" y="38902"/>
                  <a:pt x="850040" y="39273"/>
                </a:cubicBezTo>
                <a:cubicBezTo>
                  <a:pt x="852231" y="39644"/>
                  <a:pt x="854210" y="40107"/>
                  <a:pt x="855975" y="40663"/>
                </a:cubicBezTo>
                <a:cubicBezTo>
                  <a:pt x="857740" y="41218"/>
                  <a:pt x="859247" y="41821"/>
                  <a:pt x="860495" y="42469"/>
                </a:cubicBezTo>
                <a:cubicBezTo>
                  <a:pt x="861743" y="43118"/>
                  <a:pt x="862687" y="43690"/>
                  <a:pt x="863326" y="44184"/>
                </a:cubicBezTo>
                <a:cubicBezTo>
                  <a:pt x="863965" y="44679"/>
                  <a:pt x="864391" y="45109"/>
                  <a:pt x="864604" y="45474"/>
                </a:cubicBezTo>
                <a:cubicBezTo>
                  <a:pt x="864817" y="45839"/>
                  <a:pt x="864969" y="46250"/>
                  <a:pt x="865061" y="46707"/>
                </a:cubicBezTo>
                <a:cubicBezTo>
                  <a:pt x="865152" y="47163"/>
                  <a:pt x="865243" y="47726"/>
                  <a:pt x="865335" y="48396"/>
                </a:cubicBezTo>
                <a:cubicBezTo>
                  <a:pt x="865426" y="49066"/>
                  <a:pt x="865472" y="49887"/>
                  <a:pt x="865472" y="50861"/>
                </a:cubicBezTo>
                <a:cubicBezTo>
                  <a:pt x="865472" y="51896"/>
                  <a:pt x="865426" y="52794"/>
                  <a:pt x="865335" y="53555"/>
                </a:cubicBezTo>
                <a:cubicBezTo>
                  <a:pt x="865243" y="54316"/>
                  <a:pt x="865091" y="54940"/>
                  <a:pt x="864878" y="55427"/>
                </a:cubicBezTo>
                <a:cubicBezTo>
                  <a:pt x="864665" y="55914"/>
                  <a:pt x="864406" y="56264"/>
                  <a:pt x="864102" y="56477"/>
                </a:cubicBezTo>
                <a:cubicBezTo>
                  <a:pt x="863798" y="56690"/>
                  <a:pt x="863463" y="56797"/>
                  <a:pt x="863098" y="56797"/>
                </a:cubicBezTo>
                <a:cubicBezTo>
                  <a:pt x="862550" y="56797"/>
                  <a:pt x="861758" y="56457"/>
                  <a:pt x="860723" y="55778"/>
                </a:cubicBezTo>
                <a:cubicBezTo>
                  <a:pt x="859688" y="55099"/>
                  <a:pt x="858349" y="54373"/>
                  <a:pt x="856706" y="53601"/>
                </a:cubicBezTo>
                <a:cubicBezTo>
                  <a:pt x="855062" y="52829"/>
                  <a:pt x="853129" y="52103"/>
                  <a:pt x="850907" y="51424"/>
                </a:cubicBezTo>
                <a:cubicBezTo>
                  <a:pt x="848685" y="50744"/>
                  <a:pt x="846144" y="50405"/>
                  <a:pt x="843283" y="50405"/>
                </a:cubicBezTo>
                <a:cubicBezTo>
                  <a:pt x="840726" y="50405"/>
                  <a:pt x="838473" y="50695"/>
                  <a:pt x="836525" y="51275"/>
                </a:cubicBezTo>
                <a:cubicBezTo>
                  <a:pt x="834577" y="51854"/>
                  <a:pt x="832979" y="52676"/>
                  <a:pt x="831731" y="53744"/>
                </a:cubicBezTo>
                <a:cubicBezTo>
                  <a:pt x="830483" y="54811"/>
                  <a:pt x="829540" y="56077"/>
                  <a:pt x="828901" y="57542"/>
                </a:cubicBezTo>
                <a:cubicBezTo>
                  <a:pt x="828262" y="59005"/>
                  <a:pt x="827942" y="60590"/>
                  <a:pt x="827942" y="62298"/>
                </a:cubicBezTo>
                <a:cubicBezTo>
                  <a:pt x="827942" y="64675"/>
                  <a:pt x="828551" y="66670"/>
                  <a:pt x="829768" y="68285"/>
                </a:cubicBezTo>
                <a:cubicBezTo>
                  <a:pt x="830986" y="69900"/>
                  <a:pt x="832568" y="71318"/>
                  <a:pt x="834516" y="72537"/>
                </a:cubicBezTo>
                <a:cubicBezTo>
                  <a:pt x="836464" y="73754"/>
                  <a:pt x="838686" y="74851"/>
                  <a:pt x="841182" y="75827"/>
                </a:cubicBezTo>
                <a:cubicBezTo>
                  <a:pt x="843678" y="76801"/>
                  <a:pt x="846220" y="77806"/>
                  <a:pt x="848807" y="78843"/>
                </a:cubicBezTo>
                <a:cubicBezTo>
                  <a:pt x="851394" y="79878"/>
                  <a:pt x="853951" y="81036"/>
                  <a:pt x="856477" y="82316"/>
                </a:cubicBezTo>
                <a:cubicBezTo>
                  <a:pt x="859004" y="83596"/>
                  <a:pt x="861241" y="85151"/>
                  <a:pt x="863189" y="86979"/>
                </a:cubicBezTo>
                <a:cubicBezTo>
                  <a:pt x="865137" y="88807"/>
                  <a:pt x="866704" y="91001"/>
                  <a:pt x="867891" y="93562"/>
                </a:cubicBezTo>
                <a:cubicBezTo>
                  <a:pt x="869079" y="96121"/>
                  <a:pt x="869672" y="99167"/>
                  <a:pt x="869672" y="1027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7701b05124974"/>
          <a:stretch xmlns:a="http://schemas.openxmlformats.org/drawingml/2006/main"/>
        </p:blipFill>
        <p:spPr>
          <a:xfrm xmlns:a="http://schemas.openxmlformats.org/drawingml/2006/main">
            <a:off x="157337" y="961065"/>
            <a:ext cx="665283" cy="663500"/>
          </a:xfrm>
          <a:prstGeom xmlns:a="http://schemas.openxmlformats.org/drawingml/2006/main" prst="rect">
            <a:avLst/>
          </a:prstGeom>
        </p:spPr>
      </p:pic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b65b249579455b"/>
          <a:stretch xmlns:a="http://schemas.openxmlformats.org/drawingml/2006/main"/>
        </p:blipFill>
        <p:spPr>
          <a:xfrm xmlns:a="http://schemas.openxmlformats.org/drawingml/2006/main">
            <a:off x="587325" y="1468516"/>
            <a:ext cx="271549" cy="273670"/>
          </a:xfrm>
          <a:prstGeom xmlns:a="http://schemas.openxmlformats.org/drawingml/2006/main" prst="rect">
            <a:avLst/>
          </a:prstGeom>
        </p:spPr>
      </p:pic>
      <p:sp>
        <p:nvSpPr>
          <p:cNvPr id="33" name="Text Abuser">
            <a:extLst xmlns:a="http://schemas.openxmlformats.org/drawingml/2006/main">
              <a:ext uri="{FF2B5EF4-FFF2-40B4-BE49-F238E27FC236}">
                <a16:creationId xmlns:a16="http://schemas.microsoft.com/office/drawing/2014/main" id="{29FFB0FD-683D-4269-A643-9DEBD858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00" y="1819913"/>
            <a:ext cx="599794" cy="146804"/>
          </a:xfrm>
          <a:custGeom xmlns:a="http://schemas.openxmlformats.org/drawingml/2006/main">
            <a:pathLst>
              <a:path w="599794" h="146804">
                <a:moveTo>
                  <a:pt x="114810" y="138395"/>
                </a:moveTo>
                <a:cubicBezTo>
                  <a:pt x="115363" y="139917"/>
                  <a:pt x="115658" y="141146"/>
                  <a:pt x="115692" y="142080"/>
                </a:cubicBezTo>
                <a:cubicBezTo>
                  <a:pt x="115727" y="143015"/>
                  <a:pt x="115467" y="143724"/>
                  <a:pt x="114914" y="144209"/>
                </a:cubicBezTo>
                <a:cubicBezTo>
                  <a:pt x="114360" y="144693"/>
                  <a:pt x="113443" y="145005"/>
                  <a:pt x="112162" y="145143"/>
                </a:cubicBezTo>
                <a:cubicBezTo>
                  <a:pt x="110882" y="145281"/>
                  <a:pt x="109169" y="145351"/>
                  <a:pt x="107023" y="145351"/>
                </a:cubicBezTo>
                <a:cubicBezTo>
                  <a:pt x="104877" y="145351"/>
                  <a:pt x="103164" y="145299"/>
                  <a:pt x="101884" y="145195"/>
                </a:cubicBezTo>
                <a:cubicBezTo>
                  <a:pt x="100603" y="145091"/>
                  <a:pt x="99634" y="144918"/>
                  <a:pt x="98977" y="144676"/>
                </a:cubicBezTo>
                <a:cubicBezTo>
                  <a:pt x="98319" y="144434"/>
                  <a:pt x="97835" y="144105"/>
                  <a:pt x="97523" y="143690"/>
                </a:cubicBezTo>
                <a:cubicBezTo>
                  <a:pt x="97212" y="143274"/>
                  <a:pt x="96918" y="142755"/>
                  <a:pt x="96641" y="142132"/>
                </a:cubicBezTo>
                <a:lnTo>
                  <a:pt x="85117" y="109428"/>
                </a:lnTo>
                <a:lnTo>
                  <a:pt x="29260" y="109428"/>
                </a:lnTo>
                <a:lnTo>
                  <a:pt x="18255" y="141717"/>
                </a:lnTo>
                <a:cubicBezTo>
                  <a:pt x="18048" y="142340"/>
                  <a:pt x="17771" y="142876"/>
                  <a:pt x="17425" y="143326"/>
                </a:cubicBezTo>
                <a:cubicBezTo>
                  <a:pt x="17079" y="143776"/>
                  <a:pt x="16577" y="144157"/>
                  <a:pt x="15919" y="144468"/>
                </a:cubicBezTo>
                <a:cubicBezTo>
                  <a:pt x="15262" y="144780"/>
                  <a:pt x="14327" y="145005"/>
                  <a:pt x="13116" y="145143"/>
                </a:cubicBezTo>
                <a:cubicBezTo>
                  <a:pt x="11905" y="145281"/>
                  <a:pt x="10330" y="145351"/>
                  <a:pt x="8392" y="145351"/>
                </a:cubicBezTo>
                <a:cubicBezTo>
                  <a:pt x="6385" y="145351"/>
                  <a:pt x="4741" y="145264"/>
                  <a:pt x="3461" y="145091"/>
                </a:cubicBezTo>
                <a:cubicBezTo>
                  <a:pt x="2180" y="144918"/>
                  <a:pt x="1280" y="144589"/>
                  <a:pt x="761" y="144105"/>
                </a:cubicBezTo>
                <a:cubicBezTo>
                  <a:pt x="242" y="143620"/>
                  <a:pt x="0" y="142911"/>
                  <a:pt x="35" y="141976"/>
                </a:cubicBezTo>
                <a:cubicBezTo>
                  <a:pt x="69" y="141042"/>
                  <a:pt x="363" y="139814"/>
                  <a:pt x="917" y="138291"/>
                </a:cubicBezTo>
                <a:lnTo>
                  <a:pt x="45976" y="13497"/>
                </a:lnTo>
                <a:cubicBezTo>
                  <a:pt x="46253" y="12735"/>
                  <a:pt x="46616" y="12113"/>
                  <a:pt x="47066" y="11628"/>
                </a:cubicBezTo>
                <a:cubicBezTo>
                  <a:pt x="47516" y="11144"/>
                  <a:pt x="48173" y="10763"/>
                  <a:pt x="49039" y="10486"/>
                </a:cubicBezTo>
                <a:cubicBezTo>
                  <a:pt x="49904" y="10209"/>
                  <a:pt x="51011" y="10019"/>
                  <a:pt x="52361" y="9915"/>
                </a:cubicBezTo>
                <a:cubicBezTo>
                  <a:pt x="53711" y="9811"/>
                  <a:pt x="55424" y="9759"/>
                  <a:pt x="57500" y="9759"/>
                </a:cubicBezTo>
                <a:cubicBezTo>
                  <a:pt x="59715" y="9759"/>
                  <a:pt x="61549" y="9811"/>
                  <a:pt x="63003" y="9915"/>
                </a:cubicBezTo>
                <a:cubicBezTo>
                  <a:pt x="64456" y="10019"/>
                  <a:pt x="65633" y="10209"/>
                  <a:pt x="66533" y="10486"/>
                </a:cubicBezTo>
                <a:cubicBezTo>
                  <a:pt x="67432" y="10763"/>
                  <a:pt x="68124" y="11161"/>
                  <a:pt x="68609" y="11680"/>
                </a:cubicBezTo>
                <a:cubicBezTo>
                  <a:pt x="69093" y="12199"/>
                  <a:pt x="69474" y="12839"/>
                  <a:pt x="69751" y="13601"/>
                </a:cubicBezTo>
                <a:lnTo>
                  <a:pt x="114810" y="138395"/>
                </a:lnTo>
                <a:moveTo>
                  <a:pt x="56981" y="28240"/>
                </a:moveTo>
                <a:lnTo>
                  <a:pt x="56877" y="28240"/>
                </a:lnTo>
                <a:lnTo>
                  <a:pt x="33725" y="95205"/>
                </a:lnTo>
                <a:lnTo>
                  <a:pt x="80445" y="95205"/>
                </a:lnTo>
                <a:lnTo>
                  <a:pt x="56981" y="28240"/>
                </a:lnTo>
                <a:close/>
                <a:moveTo>
                  <a:pt x="220012" y="94218"/>
                </a:moveTo>
                <a:cubicBezTo>
                  <a:pt x="220012" y="102323"/>
                  <a:pt x="219130" y="109614"/>
                  <a:pt x="217365" y="116092"/>
                </a:cubicBezTo>
                <a:cubicBezTo>
                  <a:pt x="215600" y="122570"/>
                  <a:pt x="213004" y="128097"/>
                  <a:pt x="209578" y="132671"/>
                </a:cubicBezTo>
                <a:cubicBezTo>
                  <a:pt x="206152" y="137244"/>
                  <a:pt x="201947" y="140742"/>
                  <a:pt x="196964" y="143167"/>
                </a:cubicBezTo>
                <a:cubicBezTo>
                  <a:pt x="191980" y="145592"/>
                  <a:pt x="186270" y="146804"/>
                  <a:pt x="179833" y="146804"/>
                </a:cubicBezTo>
                <a:cubicBezTo>
                  <a:pt x="176857" y="146804"/>
                  <a:pt x="174106" y="146509"/>
                  <a:pt x="171579" y="145918"/>
                </a:cubicBezTo>
                <a:cubicBezTo>
                  <a:pt x="169053" y="145330"/>
                  <a:pt x="166579" y="144378"/>
                  <a:pt x="164156" y="143063"/>
                </a:cubicBezTo>
                <a:cubicBezTo>
                  <a:pt x="161734" y="141746"/>
                  <a:pt x="159311" y="140083"/>
                  <a:pt x="156889" y="138073"/>
                </a:cubicBezTo>
                <a:cubicBezTo>
                  <a:pt x="154466" y="136064"/>
                  <a:pt x="151905" y="133639"/>
                  <a:pt x="149206" y="130799"/>
                </a:cubicBezTo>
                <a:lnTo>
                  <a:pt x="149206" y="142152"/>
                </a:lnTo>
                <a:cubicBezTo>
                  <a:pt x="149206" y="142701"/>
                  <a:pt x="149067" y="143182"/>
                  <a:pt x="148791" y="143595"/>
                </a:cubicBezTo>
                <a:cubicBezTo>
                  <a:pt x="148514" y="144009"/>
                  <a:pt x="148064" y="144336"/>
                  <a:pt x="147441" y="144578"/>
                </a:cubicBezTo>
                <a:cubicBezTo>
                  <a:pt x="146818" y="144819"/>
                  <a:pt x="146039" y="145007"/>
                  <a:pt x="145105" y="145143"/>
                </a:cubicBezTo>
                <a:cubicBezTo>
                  <a:pt x="144170" y="145281"/>
                  <a:pt x="142977" y="145351"/>
                  <a:pt x="141523" y="145351"/>
                </a:cubicBezTo>
                <a:cubicBezTo>
                  <a:pt x="140139" y="145351"/>
                  <a:pt x="138962" y="145281"/>
                  <a:pt x="137993" y="145143"/>
                </a:cubicBezTo>
                <a:cubicBezTo>
                  <a:pt x="137024" y="145005"/>
                  <a:pt x="136228" y="144814"/>
                  <a:pt x="135605" y="144572"/>
                </a:cubicBezTo>
                <a:cubicBezTo>
                  <a:pt x="134982" y="144330"/>
                  <a:pt x="134567" y="144001"/>
                  <a:pt x="134359" y="143586"/>
                </a:cubicBezTo>
                <a:cubicBezTo>
                  <a:pt x="134152" y="143168"/>
                  <a:pt x="134048" y="142683"/>
                  <a:pt x="134048" y="142129"/>
                </a:cubicBezTo>
                <a:lnTo>
                  <a:pt x="134048" y="3326"/>
                </a:lnTo>
                <a:cubicBezTo>
                  <a:pt x="134048" y="2772"/>
                  <a:pt x="134169" y="2287"/>
                  <a:pt x="134411" y="1872"/>
                </a:cubicBezTo>
                <a:cubicBezTo>
                  <a:pt x="134653" y="1455"/>
                  <a:pt x="135103" y="1107"/>
                  <a:pt x="135761" y="831"/>
                </a:cubicBezTo>
                <a:cubicBezTo>
                  <a:pt x="136418" y="554"/>
                  <a:pt x="137301" y="346"/>
                  <a:pt x="138408" y="208"/>
                </a:cubicBezTo>
                <a:cubicBezTo>
                  <a:pt x="139516" y="69"/>
                  <a:pt x="140900" y="0"/>
                  <a:pt x="142561" y="0"/>
                </a:cubicBezTo>
                <a:cubicBezTo>
                  <a:pt x="144292" y="0"/>
                  <a:pt x="145711" y="69"/>
                  <a:pt x="146818" y="208"/>
                </a:cubicBezTo>
                <a:cubicBezTo>
                  <a:pt x="147925" y="346"/>
                  <a:pt x="148791" y="555"/>
                  <a:pt x="149413" y="834"/>
                </a:cubicBezTo>
                <a:cubicBezTo>
                  <a:pt x="150036" y="1111"/>
                  <a:pt x="150486" y="1458"/>
                  <a:pt x="150763" y="1875"/>
                </a:cubicBezTo>
                <a:cubicBezTo>
                  <a:pt x="151040" y="2291"/>
                  <a:pt x="151178" y="2775"/>
                  <a:pt x="151178" y="3329"/>
                </a:cubicBezTo>
                <a:lnTo>
                  <a:pt x="151178" y="59402"/>
                </a:lnTo>
                <a:cubicBezTo>
                  <a:pt x="153947" y="56562"/>
                  <a:pt x="156629" y="54172"/>
                  <a:pt x="159225" y="52232"/>
                </a:cubicBezTo>
                <a:cubicBezTo>
                  <a:pt x="161820" y="50292"/>
                  <a:pt x="164364" y="48716"/>
                  <a:pt x="166856" y="47505"/>
                </a:cubicBezTo>
                <a:cubicBezTo>
                  <a:pt x="169347" y="46292"/>
                  <a:pt x="171839" y="45408"/>
                  <a:pt x="174331" y="44854"/>
                </a:cubicBezTo>
                <a:cubicBezTo>
                  <a:pt x="176822" y="44298"/>
                  <a:pt x="179453" y="44020"/>
                  <a:pt x="182221" y="44020"/>
                </a:cubicBezTo>
                <a:cubicBezTo>
                  <a:pt x="189004" y="44020"/>
                  <a:pt x="194801" y="45372"/>
                  <a:pt x="199611" y="48076"/>
                </a:cubicBezTo>
                <a:cubicBezTo>
                  <a:pt x="204422" y="50778"/>
                  <a:pt x="208332" y="54397"/>
                  <a:pt x="211343" y="58935"/>
                </a:cubicBezTo>
                <a:cubicBezTo>
                  <a:pt x="214354" y="63473"/>
                  <a:pt x="216552" y="68791"/>
                  <a:pt x="217936" y="74888"/>
                </a:cubicBezTo>
                <a:cubicBezTo>
                  <a:pt x="219320" y="80983"/>
                  <a:pt x="220012" y="87427"/>
                  <a:pt x="220012" y="94218"/>
                </a:cubicBezTo>
                <a:moveTo>
                  <a:pt x="201947" y="96191"/>
                </a:moveTo>
                <a:cubicBezTo>
                  <a:pt x="201947" y="91409"/>
                  <a:pt x="201584" y="86765"/>
                  <a:pt x="200857" y="82259"/>
                </a:cubicBezTo>
                <a:cubicBezTo>
                  <a:pt x="200130" y="77754"/>
                  <a:pt x="198867" y="73769"/>
                  <a:pt x="197068" y="70304"/>
                </a:cubicBezTo>
                <a:cubicBezTo>
                  <a:pt x="195268" y="66839"/>
                  <a:pt x="192880" y="64049"/>
                  <a:pt x="189904" y="61936"/>
                </a:cubicBezTo>
                <a:cubicBezTo>
                  <a:pt x="186928" y="59821"/>
                  <a:pt x="183225" y="58763"/>
                  <a:pt x="178795" y="58763"/>
                </a:cubicBezTo>
                <a:cubicBezTo>
                  <a:pt x="176580" y="58763"/>
                  <a:pt x="174400" y="59076"/>
                  <a:pt x="172254" y="59701"/>
                </a:cubicBezTo>
                <a:cubicBezTo>
                  <a:pt x="170109" y="60324"/>
                  <a:pt x="167928" y="61363"/>
                  <a:pt x="165714" y="62819"/>
                </a:cubicBezTo>
                <a:cubicBezTo>
                  <a:pt x="163499" y="64274"/>
                  <a:pt x="161197" y="66146"/>
                  <a:pt x="158809" y="68435"/>
                </a:cubicBezTo>
                <a:cubicBezTo>
                  <a:pt x="156421" y="70723"/>
                  <a:pt x="153878" y="73601"/>
                  <a:pt x="151178" y="77068"/>
                </a:cubicBezTo>
                <a:lnTo>
                  <a:pt x="151178" y="114379"/>
                </a:lnTo>
                <a:cubicBezTo>
                  <a:pt x="155885" y="120135"/>
                  <a:pt x="160384" y="124521"/>
                  <a:pt x="164675" y="127539"/>
                </a:cubicBezTo>
                <a:cubicBezTo>
                  <a:pt x="168967" y="130554"/>
                  <a:pt x="173431" y="132061"/>
                  <a:pt x="178068" y="132061"/>
                </a:cubicBezTo>
                <a:cubicBezTo>
                  <a:pt x="182360" y="132061"/>
                  <a:pt x="186028" y="131022"/>
                  <a:pt x="189073" y="128944"/>
                </a:cubicBezTo>
                <a:cubicBezTo>
                  <a:pt x="192119" y="126863"/>
                  <a:pt x="194593" y="124107"/>
                  <a:pt x="196497" y="120677"/>
                </a:cubicBezTo>
                <a:cubicBezTo>
                  <a:pt x="198400" y="117246"/>
                  <a:pt x="199784" y="113399"/>
                  <a:pt x="200650" y="109136"/>
                </a:cubicBezTo>
                <a:cubicBezTo>
                  <a:pt x="201515" y="104873"/>
                  <a:pt x="201947" y="100558"/>
                  <a:pt x="201947" y="96191"/>
                </a:cubicBezTo>
                <a:close/>
                <a:moveTo>
                  <a:pt x="325703" y="142132"/>
                </a:moveTo>
                <a:cubicBezTo>
                  <a:pt x="325703" y="142686"/>
                  <a:pt x="325581" y="143153"/>
                  <a:pt x="325339" y="143534"/>
                </a:cubicBezTo>
                <a:cubicBezTo>
                  <a:pt x="325097" y="143914"/>
                  <a:pt x="324664" y="144243"/>
                  <a:pt x="324041" y="144520"/>
                </a:cubicBezTo>
                <a:cubicBezTo>
                  <a:pt x="323418" y="144797"/>
                  <a:pt x="322605" y="145005"/>
                  <a:pt x="321602" y="145143"/>
                </a:cubicBezTo>
                <a:cubicBezTo>
                  <a:pt x="320598" y="145281"/>
                  <a:pt x="319369" y="145351"/>
                  <a:pt x="317916" y="145351"/>
                </a:cubicBezTo>
                <a:cubicBezTo>
                  <a:pt x="316324" y="145351"/>
                  <a:pt x="315026" y="145281"/>
                  <a:pt x="314023" y="145143"/>
                </a:cubicBezTo>
                <a:cubicBezTo>
                  <a:pt x="313019" y="145005"/>
                  <a:pt x="312223" y="144797"/>
                  <a:pt x="311635" y="144520"/>
                </a:cubicBezTo>
                <a:cubicBezTo>
                  <a:pt x="311046" y="144243"/>
                  <a:pt x="310648" y="143914"/>
                  <a:pt x="310441" y="143534"/>
                </a:cubicBezTo>
                <a:cubicBezTo>
                  <a:pt x="310233" y="143153"/>
                  <a:pt x="310129" y="142686"/>
                  <a:pt x="310129" y="142132"/>
                </a:cubicBezTo>
                <a:lnTo>
                  <a:pt x="310129" y="129777"/>
                </a:lnTo>
                <a:cubicBezTo>
                  <a:pt x="304800" y="135697"/>
                  <a:pt x="299539" y="140016"/>
                  <a:pt x="294348" y="142732"/>
                </a:cubicBezTo>
                <a:cubicBezTo>
                  <a:pt x="289157" y="145447"/>
                  <a:pt x="283897" y="146804"/>
                  <a:pt x="278567" y="146804"/>
                </a:cubicBezTo>
                <a:cubicBezTo>
                  <a:pt x="272338" y="146804"/>
                  <a:pt x="267095" y="145765"/>
                  <a:pt x="262838" y="143686"/>
                </a:cubicBezTo>
                <a:cubicBezTo>
                  <a:pt x="258582" y="141608"/>
                  <a:pt x="255138" y="138785"/>
                  <a:pt x="252508" y="135218"/>
                </a:cubicBezTo>
                <a:cubicBezTo>
                  <a:pt x="249878" y="131649"/>
                  <a:pt x="247992" y="127492"/>
                  <a:pt x="246850" y="122747"/>
                </a:cubicBezTo>
                <a:cubicBezTo>
                  <a:pt x="245708" y="117999"/>
                  <a:pt x="245137" y="112230"/>
                  <a:pt x="245137" y="105441"/>
                </a:cubicBezTo>
                <a:lnTo>
                  <a:pt x="245137" y="48696"/>
                </a:lnTo>
                <a:cubicBezTo>
                  <a:pt x="245137" y="48142"/>
                  <a:pt x="245258" y="47675"/>
                  <a:pt x="245500" y="47294"/>
                </a:cubicBezTo>
                <a:cubicBezTo>
                  <a:pt x="245742" y="46911"/>
                  <a:pt x="246210" y="46564"/>
                  <a:pt x="246902" y="46253"/>
                </a:cubicBezTo>
                <a:cubicBezTo>
                  <a:pt x="247594" y="45941"/>
                  <a:pt x="248494" y="45734"/>
                  <a:pt x="249601" y="45630"/>
                </a:cubicBezTo>
                <a:cubicBezTo>
                  <a:pt x="250709" y="45526"/>
                  <a:pt x="252093" y="45474"/>
                  <a:pt x="253754" y="45474"/>
                </a:cubicBezTo>
                <a:cubicBezTo>
                  <a:pt x="255415" y="45474"/>
                  <a:pt x="256799" y="45526"/>
                  <a:pt x="257907" y="45630"/>
                </a:cubicBezTo>
                <a:cubicBezTo>
                  <a:pt x="259014" y="45734"/>
                  <a:pt x="259897" y="45941"/>
                  <a:pt x="260554" y="46253"/>
                </a:cubicBezTo>
                <a:cubicBezTo>
                  <a:pt x="261212" y="46564"/>
                  <a:pt x="261679" y="46911"/>
                  <a:pt x="261956" y="47294"/>
                </a:cubicBezTo>
                <a:cubicBezTo>
                  <a:pt x="262233" y="47675"/>
                  <a:pt x="262371" y="48142"/>
                  <a:pt x="262371" y="48696"/>
                </a:cubicBezTo>
                <a:lnTo>
                  <a:pt x="262371" y="103163"/>
                </a:lnTo>
                <a:cubicBezTo>
                  <a:pt x="262371" y="108638"/>
                  <a:pt x="262769" y="113021"/>
                  <a:pt x="263565" y="116313"/>
                </a:cubicBezTo>
                <a:cubicBezTo>
                  <a:pt x="264361" y="119605"/>
                  <a:pt x="265572" y="122413"/>
                  <a:pt x="267199" y="124736"/>
                </a:cubicBezTo>
                <a:cubicBezTo>
                  <a:pt x="268825" y="127056"/>
                  <a:pt x="270885" y="128858"/>
                  <a:pt x="273376" y="130141"/>
                </a:cubicBezTo>
                <a:cubicBezTo>
                  <a:pt x="275868" y="131421"/>
                  <a:pt x="278775" y="132061"/>
                  <a:pt x="282097" y="132061"/>
                </a:cubicBezTo>
                <a:cubicBezTo>
                  <a:pt x="286389" y="132061"/>
                  <a:pt x="290663" y="130530"/>
                  <a:pt x="294919" y="127467"/>
                </a:cubicBezTo>
                <a:cubicBezTo>
                  <a:pt x="299176" y="124405"/>
                  <a:pt x="303692" y="119914"/>
                  <a:pt x="308468" y="113996"/>
                </a:cubicBezTo>
                <a:lnTo>
                  <a:pt x="308468" y="48692"/>
                </a:lnTo>
                <a:cubicBezTo>
                  <a:pt x="308468" y="48139"/>
                  <a:pt x="308589" y="47672"/>
                  <a:pt x="308832" y="47291"/>
                </a:cubicBezTo>
                <a:cubicBezTo>
                  <a:pt x="309074" y="46910"/>
                  <a:pt x="309541" y="46564"/>
                  <a:pt x="310233" y="46253"/>
                </a:cubicBezTo>
                <a:cubicBezTo>
                  <a:pt x="310925" y="45941"/>
                  <a:pt x="311808" y="45734"/>
                  <a:pt x="312881" y="45630"/>
                </a:cubicBezTo>
                <a:cubicBezTo>
                  <a:pt x="313953" y="45526"/>
                  <a:pt x="315355" y="45474"/>
                  <a:pt x="317085" y="45474"/>
                </a:cubicBezTo>
                <a:cubicBezTo>
                  <a:pt x="318747" y="45474"/>
                  <a:pt x="320131" y="45526"/>
                  <a:pt x="321238" y="45630"/>
                </a:cubicBezTo>
                <a:cubicBezTo>
                  <a:pt x="322346" y="45734"/>
                  <a:pt x="323211" y="45941"/>
                  <a:pt x="323834" y="46253"/>
                </a:cubicBezTo>
                <a:cubicBezTo>
                  <a:pt x="324457" y="46564"/>
                  <a:pt x="324924" y="46910"/>
                  <a:pt x="325235" y="47291"/>
                </a:cubicBezTo>
                <a:cubicBezTo>
                  <a:pt x="325547" y="47672"/>
                  <a:pt x="325703" y="48139"/>
                  <a:pt x="325703" y="48692"/>
                </a:cubicBezTo>
                <a:lnTo>
                  <a:pt x="325703" y="142132"/>
                </a:lnTo>
                <a:close/>
                <a:moveTo>
                  <a:pt x="415923" y="116770"/>
                </a:moveTo>
                <a:cubicBezTo>
                  <a:pt x="415923" y="121551"/>
                  <a:pt x="415041" y="125812"/>
                  <a:pt x="413276" y="129554"/>
                </a:cubicBezTo>
                <a:cubicBezTo>
                  <a:pt x="411511" y="133293"/>
                  <a:pt x="409002" y="136446"/>
                  <a:pt x="405749" y="139011"/>
                </a:cubicBezTo>
                <a:cubicBezTo>
                  <a:pt x="402496" y="141574"/>
                  <a:pt x="398620" y="143513"/>
                  <a:pt x="394121" y="144828"/>
                </a:cubicBezTo>
                <a:cubicBezTo>
                  <a:pt x="389622" y="146146"/>
                  <a:pt x="384673" y="146804"/>
                  <a:pt x="379274" y="146804"/>
                </a:cubicBezTo>
                <a:cubicBezTo>
                  <a:pt x="375952" y="146804"/>
                  <a:pt x="372785" y="146545"/>
                  <a:pt x="369775" y="146026"/>
                </a:cubicBezTo>
                <a:cubicBezTo>
                  <a:pt x="366764" y="145506"/>
                  <a:pt x="364064" y="144849"/>
                  <a:pt x="361676" y="144053"/>
                </a:cubicBezTo>
                <a:cubicBezTo>
                  <a:pt x="359289" y="143257"/>
                  <a:pt x="357264" y="142426"/>
                  <a:pt x="355603" y="141561"/>
                </a:cubicBezTo>
                <a:cubicBezTo>
                  <a:pt x="353942" y="140696"/>
                  <a:pt x="352730" y="139917"/>
                  <a:pt x="351969" y="139225"/>
                </a:cubicBezTo>
                <a:cubicBezTo>
                  <a:pt x="351208" y="138533"/>
                  <a:pt x="350654" y="137564"/>
                  <a:pt x="350308" y="136318"/>
                </a:cubicBezTo>
                <a:cubicBezTo>
                  <a:pt x="349962" y="135072"/>
                  <a:pt x="349789" y="133377"/>
                  <a:pt x="349789" y="131231"/>
                </a:cubicBezTo>
                <a:cubicBezTo>
                  <a:pt x="349789" y="129916"/>
                  <a:pt x="349858" y="128808"/>
                  <a:pt x="349996" y="127909"/>
                </a:cubicBezTo>
                <a:cubicBezTo>
                  <a:pt x="350135" y="127009"/>
                  <a:pt x="350308" y="126282"/>
                  <a:pt x="350516" y="125728"/>
                </a:cubicBezTo>
                <a:cubicBezTo>
                  <a:pt x="350723" y="125175"/>
                  <a:pt x="351017" y="124777"/>
                  <a:pt x="351398" y="124534"/>
                </a:cubicBezTo>
                <a:cubicBezTo>
                  <a:pt x="351779" y="124292"/>
                  <a:pt x="352211" y="124171"/>
                  <a:pt x="352696" y="124171"/>
                </a:cubicBezTo>
                <a:cubicBezTo>
                  <a:pt x="353457" y="124171"/>
                  <a:pt x="354582" y="124638"/>
                  <a:pt x="356070" y="125573"/>
                </a:cubicBezTo>
                <a:cubicBezTo>
                  <a:pt x="357558" y="126507"/>
                  <a:pt x="359392" y="127528"/>
                  <a:pt x="361573" y="128635"/>
                </a:cubicBezTo>
                <a:cubicBezTo>
                  <a:pt x="363753" y="129743"/>
                  <a:pt x="366331" y="130764"/>
                  <a:pt x="369307" y="131698"/>
                </a:cubicBezTo>
                <a:cubicBezTo>
                  <a:pt x="372284" y="132632"/>
                  <a:pt x="375710" y="133100"/>
                  <a:pt x="379586" y="133100"/>
                </a:cubicBezTo>
                <a:cubicBezTo>
                  <a:pt x="382493" y="133100"/>
                  <a:pt x="385123" y="132788"/>
                  <a:pt x="387476" y="132165"/>
                </a:cubicBezTo>
                <a:cubicBezTo>
                  <a:pt x="389829" y="131540"/>
                  <a:pt x="391871" y="130621"/>
                  <a:pt x="393602" y="129408"/>
                </a:cubicBezTo>
                <a:cubicBezTo>
                  <a:pt x="395332" y="128194"/>
                  <a:pt x="396664" y="126651"/>
                  <a:pt x="397599" y="124778"/>
                </a:cubicBezTo>
                <a:cubicBezTo>
                  <a:pt x="398533" y="122905"/>
                  <a:pt x="399000" y="120685"/>
                  <a:pt x="399000" y="118120"/>
                </a:cubicBezTo>
                <a:cubicBezTo>
                  <a:pt x="399000" y="115488"/>
                  <a:pt x="398326" y="113271"/>
                  <a:pt x="396976" y="111469"/>
                </a:cubicBezTo>
                <a:cubicBezTo>
                  <a:pt x="395626" y="109667"/>
                  <a:pt x="393844" y="108074"/>
                  <a:pt x="391629" y="106690"/>
                </a:cubicBezTo>
                <a:cubicBezTo>
                  <a:pt x="389414" y="105304"/>
                  <a:pt x="386922" y="104074"/>
                  <a:pt x="384154" y="103001"/>
                </a:cubicBezTo>
                <a:cubicBezTo>
                  <a:pt x="381385" y="101926"/>
                  <a:pt x="378530" y="100800"/>
                  <a:pt x="375589" y="99624"/>
                </a:cubicBezTo>
                <a:cubicBezTo>
                  <a:pt x="372647" y="98445"/>
                  <a:pt x="369775" y="97110"/>
                  <a:pt x="366971" y="95620"/>
                </a:cubicBezTo>
                <a:cubicBezTo>
                  <a:pt x="364168" y="94130"/>
                  <a:pt x="361659" y="92311"/>
                  <a:pt x="359444" y="90163"/>
                </a:cubicBezTo>
                <a:cubicBezTo>
                  <a:pt x="357229" y="88015"/>
                  <a:pt x="355447" y="85452"/>
                  <a:pt x="354097" y="82474"/>
                </a:cubicBezTo>
                <a:cubicBezTo>
                  <a:pt x="352748" y="79495"/>
                  <a:pt x="352073" y="75927"/>
                  <a:pt x="352073" y="71770"/>
                </a:cubicBezTo>
                <a:cubicBezTo>
                  <a:pt x="352073" y="68097"/>
                  <a:pt x="352782" y="64582"/>
                  <a:pt x="354201" y="61222"/>
                </a:cubicBezTo>
                <a:cubicBezTo>
                  <a:pt x="355620" y="57861"/>
                  <a:pt x="357748" y="54916"/>
                  <a:pt x="360586" y="52388"/>
                </a:cubicBezTo>
                <a:cubicBezTo>
                  <a:pt x="363424" y="49857"/>
                  <a:pt x="366971" y="47831"/>
                  <a:pt x="371228" y="46308"/>
                </a:cubicBezTo>
                <a:cubicBezTo>
                  <a:pt x="375485" y="44783"/>
                  <a:pt x="380451" y="44020"/>
                  <a:pt x="386126" y="44020"/>
                </a:cubicBezTo>
                <a:cubicBezTo>
                  <a:pt x="388618" y="44020"/>
                  <a:pt x="391110" y="44231"/>
                  <a:pt x="393602" y="44653"/>
                </a:cubicBezTo>
                <a:cubicBezTo>
                  <a:pt x="396093" y="45075"/>
                  <a:pt x="398343" y="45602"/>
                  <a:pt x="400350" y="46233"/>
                </a:cubicBezTo>
                <a:cubicBezTo>
                  <a:pt x="402357" y="46865"/>
                  <a:pt x="404070" y="47549"/>
                  <a:pt x="405489" y="48287"/>
                </a:cubicBezTo>
                <a:cubicBezTo>
                  <a:pt x="406908" y="49024"/>
                  <a:pt x="407981" y="49674"/>
                  <a:pt x="408708" y="50237"/>
                </a:cubicBezTo>
                <a:cubicBezTo>
                  <a:pt x="409434" y="50799"/>
                  <a:pt x="409919" y="51288"/>
                  <a:pt x="410161" y="51703"/>
                </a:cubicBezTo>
                <a:cubicBezTo>
                  <a:pt x="410403" y="52119"/>
                  <a:pt x="410577" y="52586"/>
                  <a:pt x="410680" y="53105"/>
                </a:cubicBezTo>
                <a:cubicBezTo>
                  <a:pt x="410784" y="53624"/>
                  <a:pt x="410888" y="54264"/>
                  <a:pt x="410992" y="55026"/>
                </a:cubicBezTo>
                <a:cubicBezTo>
                  <a:pt x="411096" y="55787"/>
                  <a:pt x="411148" y="56721"/>
                  <a:pt x="411148" y="57829"/>
                </a:cubicBezTo>
                <a:cubicBezTo>
                  <a:pt x="411148" y="59005"/>
                  <a:pt x="411096" y="60026"/>
                  <a:pt x="410992" y="60892"/>
                </a:cubicBezTo>
                <a:cubicBezTo>
                  <a:pt x="410888" y="61757"/>
                  <a:pt x="410715" y="62466"/>
                  <a:pt x="410473" y="63020"/>
                </a:cubicBezTo>
                <a:cubicBezTo>
                  <a:pt x="410230" y="63574"/>
                  <a:pt x="409936" y="63972"/>
                  <a:pt x="409590" y="64214"/>
                </a:cubicBezTo>
                <a:cubicBezTo>
                  <a:pt x="409244" y="64456"/>
                  <a:pt x="408863" y="64577"/>
                  <a:pt x="408448" y="64577"/>
                </a:cubicBezTo>
                <a:cubicBezTo>
                  <a:pt x="407825" y="64577"/>
                  <a:pt x="406925" y="64191"/>
                  <a:pt x="405749" y="63419"/>
                </a:cubicBezTo>
                <a:cubicBezTo>
                  <a:pt x="404572" y="62647"/>
                  <a:pt x="403049" y="61822"/>
                  <a:pt x="401181" y="60943"/>
                </a:cubicBezTo>
                <a:cubicBezTo>
                  <a:pt x="399312" y="60065"/>
                  <a:pt x="397114" y="59240"/>
                  <a:pt x="394588" y="58468"/>
                </a:cubicBezTo>
                <a:cubicBezTo>
                  <a:pt x="392062" y="57696"/>
                  <a:pt x="389172" y="57310"/>
                  <a:pt x="385919" y="57310"/>
                </a:cubicBezTo>
                <a:cubicBezTo>
                  <a:pt x="383012" y="57310"/>
                  <a:pt x="380451" y="57640"/>
                  <a:pt x="378236" y="58299"/>
                </a:cubicBezTo>
                <a:cubicBezTo>
                  <a:pt x="376021" y="58957"/>
                  <a:pt x="374204" y="59892"/>
                  <a:pt x="372785" y="61106"/>
                </a:cubicBezTo>
                <a:cubicBezTo>
                  <a:pt x="371366" y="62319"/>
                  <a:pt x="370294" y="63759"/>
                  <a:pt x="369567" y="65424"/>
                </a:cubicBezTo>
                <a:cubicBezTo>
                  <a:pt x="368840" y="67087"/>
                  <a:pt x="368477" y="68890"/>
                  <a:pt x="368477" y="70832"/>
                </a:cubicBezTo>
                <a:cubicBezTo>
                  <a:pt x="368477" y="73534"/>
                  <a:pt x="369169" y="75803"/>
                  <a:pt x="370553" y="77639"/>
                </a:cubicBezTo>
                <a:cubicBezTo>
                  <a:pt x="371937" y="79476"/>
                  <a:pt x="373737" y="81087"/>
                  <a:pt x="375952" y="82474"/>
                </a:cubicBezTo>
                <a:cubicBezTo>
                  <a:pt x="378167" y="83858"/>
                  <a:pt x="380693" y="85105"/>
                  <a:pt x="383531" y="86214"/>
                </a:cubicBezTo>
                <a:cubicBezTo>
                  <a:pt x="386369" y="87322"/>
                  <a:pt x="389258" y="88465"/>
                  <a:pt x="392200" y="89644"/>
                </a:cubicBezTo>
                <a:cubicBezTo>
                  <a:pt x="395142" y="90820"/>
                  <a:pt x="398049" y="92137"/>
                  <a:pt x="400921" y="93592"/>
                </a:cubicBezTo>
                <a:cubicBezTo>
                  <a:pt x="403793" y="95048"/>
                  <a:pt x="406337" y="96815"/>
                  <a:pt x="408552" y="98894"/>
                </a:cubicBezTo>
                <a:cubicBezTo>
                  <a:pt x="410767" y="100972"/>
                  <a:pt x="412549" y="103467"/>
                  <a:pt x="413899" y="106379"/>
                </a:cubicBezTo>
                <a:cubicBezTo>
                  <a:pt x="415249" y="109288"/>
                  <a:pt x="415923" y="112752"/>
                  <a:pt x="415923" y="116770"/>
                </a:cubicBezTo>
                <a:close/>
                <a:moveTo>
                  <a:pt x="519265" y="91363"/>
                </a:moveTo>
                <a:cubicBezTo>
                  <a:pt x="519265" y="94063"/>
                  <a:pt x="518590" y="95983"/>
                  <a:pt x="517240" y="97125"/>
                </a:cubicBezTo>
                <a:cubicBezTo>
                  <a:pt x="515890" y="98267"/>
                  <a:pt x="514350" y="98838"/>
                  <a:pt x="512620" y="98838"/>
                </a:cubicBezTo>
                <a:lnTo>
                  <a:pt x="451365" y="98838"/>
                </a:lnTo>
                <a:cubicBezTo>
                  <a:pt x="451365" y="104045"/>
                  <a:pt x="451884" y="108731"/>
                  <a:pt x="452923" y="112897"/>
                </a:cubicBezTo>
                <a:cubicBezTo>
                  <a:pt x="453961" y="117062"/>
                  <a:pt x="455691" y="120638"/>
                  <a:pt x="458114" y="123623"/>
                </a:cubicBezTo>
                <a:cubicBezTo>
                  <a:pt x="460536" y="126608"/>
                  <a:pt x="463685" y="128899"/>
                  <a:pt x="467561" y="130498"/>
                </a:cubicBezTo>
                <a:cubicBezTo>
                  <a:pt x="471437" y="132094"/>
                  <a:pt x="476179" y="132892"/>
                  <a:pt x="481785" y="132892"/>
                </a:cubicBezTo>
                <a:cubicBezTo>
                  <a:pt x="486215" y="132892"/>
                  <a:pt x="490160" y="132529"/>
                  <a:pt x="493621" y="131802"/>
                </a:cubicBezTo>
                <a:cubicBezTo>
                  <a:pt x="497081" y="131075"/>
                  <a:pt x="500075" y="130262"/>
                  <a:pt x="502601" y="129362"/>
                </a:cubicBezTo>
                <a:cubicBezTo>
                  <a:pt x="505128" y="128462"/>
                  <a:pt x="507204" y="127649"/>
                  <a:pt x="508831" y="126922"/>
                </a:cubicBezTo>
                <a:cubicBezTo>
                  <a:pt x="510457" y="126196"/>
                  <a:pt x="511686" y="125832"/>
                  <a:pt x="512516" y="125832"/>
                </a:cubicBezTo>
                <a:cubicBezTo>
                  <a:pt x="513001" y="125832"/>
                  <a:pt x="513433" y="125953"/>
                  <a:pt x="513814" y="126196"/>
                </a:cubicBezTo>
                <a:cubicBezTo>
                  <a:pt x="514195" y="126438"/>
                  <a:pt x="514489" y="126801"/>
                  <a:pt x="514697" y="127286"/>
                </a:cubicBezTo>
                <a:cubicBezTo>
                  <a:pt x="514904" y="127770"/>
                  <a:pt x="515060" y="128445"/>
                  <a:pt x="515164" y="129310"/>
                </a:cubicBezTo>
                <a:cubicBezTo>
                  <a:pt x="515268" y="130175"/>
                  <a:pt x="515319" y="131231"/>
                  <a:pt x="515319" y="132477"/>
                </a:cubicBezTo>
                <a:cubicBezTo>
                  <a:pt x="515319" y="133377"/>
                  <a:pt x="515285" y="134155"/>
                  <a:pt x="515216" y="134813"/>
                </a:cubicBezTo>
                <a:cubicBezTo>
                  <a:pt x="515146" y="135470"/>
                  <a:pt x="515060" y="136059"/>
                  <a:pt x="514956" y="136578"/>
                </a:cubicBezTo>
                <a:cubicBezTo>
                  <a:pt x="514852" y="137097"/>
                  <a:pt x="514679" y="137564"/>
                  <a:pt x="514437" y="137979"/>
                </a:cubicBezTo>
                <a:cubicBezTo>
                  <a:pt x="514195" y="138395"/>
                  <a:pt x="513883" y="138793"/>
                  <a:pt x="513503" y="139173"/>
                </a:cubicBezTo>
                <a:cubicBezTo>
                  <a:pt x="513122" y="139554"/>
                  <a:pt x="511997" y="140177"/>
                  <a:pt x="510128" y="141042"/>
                </a:cubicBezTo>
                <a:cubicBezTo>
                  <a:pt x="508260" y="141907"/>
                  <a:pt x="505837" y="142755"/>
                  <a:pt x="502861" y="143586"/>
                </a:cubicBezTo>
                <a:cubicBezTo>
                  <a:pt x="499885" y="144416"/>
                  <a:pt x="496441" y="145160"/>
                  <a:pt x="492531" y="145818"/>
                </a:cubicBezTo>
                <a:cubicBezTo>
                  <a:pt x="488620" y="146475"/>
                  <a:pt x="484450" y="146804"/>
                  <a:pt x="480020" y="146804"/>
                </a:cubicBezTo>
                <a:cubicBezTo>
                  <a:pt x="472337" y="146804"/>
                  <a:pt x="465606" y="145730"/>
                  <a:pt x="459827" y="143582"/>
                </a:cubicBezTo>
                <a:cubicBezTo>
                  <a:pt x="454047" y="141435"/>
                  <a:pt x="449185" y="138248"/>
                  <a:pt x="445240" y="134021"/>
                </a:cubicBezTo>
                <a:cubicBezTo>
                  <a:pt x="441294" y="129795"/>
                  <a:pt x="438318" y="124494"/>
                  <a:pt x="436311" y="118120"/>
                </a:cubicBezTo>
                <a:cubicBezTo>
                  <a:pt x="434304" y="111746"/>
                  <a:pt x="433300" y="104332"/>
                  <a:pt x="433300" y="95880"/>
                </a:cubicBezTo>
                <a:cubicBezTo>
                  <a:pt x="433300" y="87842"/>
                  <a:pt x="434338" y="80619"/>
                  <a:pt x="436415" y="74210"/>
                </a:cubicBezTo>
                <a:cubicBezTo>
                  <a:pt x="438491" y="67801"/>
                  <a:pt x="441485" y="62362"/>
                  <a:pt x="445395" y="57894"/>
                </a:cubicBezTo>
                <a:cubicBezTo>
                  <a:pt x="449306" y="53425"/>
                  <a:pt x="454030" y="49996"/>
                  <a:pt x="459567" y="47606"/>
                </a:cubicBezTo>
                <a:cubicBezTo>
                  <a:pt x="465104" y="45216"/>
                  <a:pt x="471299" y="44020"/>
                  <a:pt x="478151" y="44020"/>
                </a:cubicBezTo>
                <a:cubicBezTo>
                  <a:pt x="485488" y="44020"/>
                  <a:pt x="491735" y="45197"/>
                  <a:pt x="496891" y="47550"/>
                </a:cubicBezTo>
                <a:cubicBezTo>
                  <a:pt x="502048" y="49904"/>
                  <a:pt x="506287" y="53070"/>
                  <a:pt x="509609" y="57050"/>
                </a:cubicBezTo>
                <a:cubicBezTo>
                  <a:pt x="512932" y="61030"/>
                  <a:pt x="515371" y="65702"/>
                  <a:pt x="516929" y="71066"/>
                </a:cubicBezTo>
                <a:cubicBezTo>
                  <a:pt x="518486" y="76430"/>
                  <a:pt x="519265" y="82158"/>
                  <a:pt x="519265" y="88249"/>
                </a:cubicBezTo>
                <a:lnTo>
                  <a:pt x="519265" y="91363"/>
                </a:lnTo>
                <a:moveTo>
                  <a:pt x="502030" y="86276"/>
                </a:moveTo>
                <a:cubicBezTo>
                  <a:pt x="502238" y="77278"/>
                  <a:pt x="500248" y="70218"/>
                  <a:pt x="496061" y="65096"/>
                </a:cubicBezTo>
                <a:cubicBezTo>
                  <a:pt x="491873" y="59974"/>
                  <a:pt x="485661" y="57414"/>
                  <a:pt x="477424" y="57414"/>
                </a:cubicBezTo>
                <a:cubicBezTo>
                  <a:pt x="473202" y="57414"/>
                  <a:pt x="469499" y="58209"/>
                  <a:pt x="466316" y="59801"/>
                </a:cubicBezTo>
                <a:cubicBezTo>
                  <a:pt x="463132" y="61393"/>
                  <a:pt x="460467" y="63504"/>
                  <a:pt x="458321" y="66135"/>
                </a:cubicBezTo>
                <a:cubicBezTo>
                  <a:pt x="456176" y="68765"/>
                  <a:pt x="454514" y="71827"/>
                  <a:pt x="453338" y="75323"/>
                </a:cubicBezTo>
                <a:cubicBezTo>
                  <a:pt x="452161" y="78818"/>
                  <a:pt x="451504" y="82469"/>
                  <a:pt x="451365" y="86276"/>
                </a:cubicBezTo>
                <a:lnTo>
                  <a:pt x="502030" y="86276"/>
                </a:lnTo>
                <a:close/>
                <a:moveTo>
                  <a:pt x="599794" y="54818"/>
                </a:moveTo>
                <a:cubicBezTo>
                  <a:pt x="599794" y="56341"/>
                  <a:pt x="599760" y="57621"/>
                  <a:pt x="599690" y="58659"/>
                </a:cubicBezTo>
                <a:cubicBezTo>
                  <a:pt x="599621" y="59698"/>
                  <a:pt x="599483" y="60511"/>
                  <a:pt x="599275" y="61099"/>
                </a:cubicBezTo>
                <a:cubicBezTo>
                  <a:pt x="599067" y="61688"/>
                  <a:pt x="598808" y="62137"/>
                  <a:pt x="598496" y="62449"/>
                </a:cubicBezTo>
                <a:cubicBezTo>
                  <a:pt x="598185" y="62760"/>
                  <a:pt x="597752" y="62916"/>
                  <a:pt x="597199" y="62916"/>
                </a:cubicBezTo>
                <a:cubicBezTo>
                  <a:pt x="596645" y="62916"/>
                  <a:pt x="595970" y="62760"/>
                  <a:pt x="595174" y="62449"/>
                </a:cubicBezTo>
                <a:cubicBezTo>
                  <a:pt x="594378" y="62137"/>
                  <a:pt x="593478" y="61826"/>
                  <a:pt x="592475" y="61514"/>
                </a:cubicBezTo>
                <a:cubicBezTo>
                  <a:pt x="591471" y="61203"/>
                  <a:pt x="590346" y="60909"/>
                  <a:pt x="589101" y="60632"/>
                </a:cubicBezTo>
                <a:cubicBezTo>
                  <a:pt x="587855" y="60355"/>
                  <a:pt x="586505" y="60217"/>
                  <a:pt x="585052" y="60217"/>
                </a:cubicBezTo>
                <a:cubicBezTo>
                  <a:pt x="583321" y="60217"/>
                  <a:pt x="581625" y="60563"/>
                  <a:pt x="579964" y="61255"/>
                </a:cubicBezTo>
                <a:cubicBezTo>
                  <a:pt x="578303" y="61947"/>
                  <a:pt x="576555" y="63089"/>
                  <a:pt x="574721" y="64681"/>
                </a:cubicBezTo>
                <a:cubicBezTo>
                  <a:pt x="572887" y="66273"/>
                  <a:pt x="570966" y="68384"/>
                  <a:pt x="568959" y="71014"/>
                </a:cubicBezTo>
                <a:cubicBezTo>
                  <a:pt x="566952" y="73644"/>
                  <a:pt x="564737" y="76863"/>
                  <a:pt x="562315" y="80670"/>
                </a:cubicBezTo>
                <a:lnTo>
                  <a:pt x="562315" y="142132"/>
                </a:lnTo>
                <a:cubicBezTo>
                  <a:pt x="562315" y="142686"/>
                  <a:pt x="562176" y="143153"/>
                  <a:pt x="561899" y="143534"/>
                </a:cubicBezTo>
                <a:cubicBezTo>
                  <a:pt x="561622" y="143914"/>
                  <a:pt x="561172" y="144243"/>
                  <a:pt x="560550" y="144520"/>
                </a:cubicBezTo>
                <a:cubicBezTo>
                  <a:pt x="559927" y="144797"/>
                  <a:pt x="559061" y="145005"/>
                  <a:pt x="557954" y="145143"/>
                </a:cubicBezTo>
                <a:cubicBezTo>
                  <a:pt x="556847" y="145281"/>
                  <a:pt x="555428" y="145351"/>
                  <a:pt x="553697" y="145351"/>
                </a:cubicBezTo>
                <a:cubicBezTo>
                  <a:pt x="552036" y="145351"/>
                  <a:pt x="550652" y="145281"/>
                  <a:pt x="549544" y="145143"/>
                </a:cubicBezTo>
                <a:cubicBezTo>
                  <a:pt x="548437" y="145005"/>
                  <a:pt x="547555" y="144797"/>
                  <a:pt x="546897" y="144520"/>
                </a:cubicBezTo>
                <a:cubicBezTo>
                  <a:pt x="546239" y="144243"/>
                  <a:pt x="545790" y="143914"/>
                  <a:pt x="545547" y="143534"/>
                </a:cubicBezTo>
                <a:cubicBezTo>
                  <a:pt x="545305" y="143153"/>
                  <a:pt x="545184" y="142686"/>
                  <a:pt x="545184" y="142132"/>
                </a:cubicBezTo>
                <a:lnTo>
                  <a:pt x="545184" y="48692"/>
                </a:lnTo>
                <a:cubicBezTo>
                  <a:pt x="545184" y="48139"/>
                  <a:pt x="545288" y="47672"/>
                  <a:pt x="545495" y="47291"/>
                </a:cubicBezTo>
                <a:cubicBezTo>
                  <a:pt x="545703" y="46910"/>
                  <a:pt x="546118" y="46564"/>
                  <a:pt x="546741" y="46253"/>
                </a:cubicBezTo>
                <a:cubicBezTo>
                  <a:pt x="547364" y="45941"/>
                  <a:pt x="548160" y="45734"/>
                  <a:pt x="549129" y="45630"/>
                </a:cubicBezTo>
                <a:cubicBezTo>
                  <a:pt x="550098" y="45526"/>
                  <a:pt x="551379" y="45474"/>
                  <a:pt x="552971" y="45474"/>
                </a:cubicBezTo>
                <a:cubicBezTo>
                  <a:pt x="554493" y="45474"/>
                  <a:pt x="555756" y="45526"/>
                  <a:pt x="556760" y="45630"/>
                </a:cubicBezTo>
                <a:cubicBezTo>
                  <a:pt x="557764" y="45734"/>
                  <a:pt x="558542" y="45941"/>
                  <a:pt x="559096" y="46253"/>
                </a:cubicBezTo>
                <a:cubicBezTo>
                  <a:pt x="559650" y="46564"/>
                  <a:pt x="560048" y="46910"/>
                  <a:pt x="560290" y="47291"/>
                </a:cubicBezTo>
                <a:cubicBezTo>
                  <a:pt x="560532" y="47672"/>
                  <a:pt x="560653" y="48139"/>
                  <a:pt x="560653" y="48692"/>
                </a:cubicBezTo>
                <a:lnTo>
                  <a:pt x="560653" y="62293"/>
                </a:lnTo>
                <a:cubicBezTo>
                  <a:pt x="563214" y="58556"/>
                  <a:pt x="565620" y="55510"/>
                  <a:pt x="567869" y="53157"/>
                </a:cubicBezTo>
                <a:cubicBezTo>
                  <a:pt x="570118" y="50804"/>
                  <a:pt x="572247" y="48952"/>
                  <a:pt x="574254" y="47602"/>
                </a:cubicBezTo>
                <a:cubicBezTo>
                  <a:pt x="576261" y="46253"/>
                  <a:pt x="578251" y="45318"/>
                  <a:pt x="580224" y="44799"/>
                </a:cubicBezTo>
                <a:cubicBezTo>
                  <a:pt x="582196" y="44280"/>
                  <a:pt x="584186" y="44020"/>
                  <a:pt x="586194" y="44020"/>
                </a:cubicBezTo>
                <a:cubicBezTo>
                  <a:pt x="587093" y="44020"/>
                  <a:pt x="588114" y="44072"/>
                  <a:pt x="589256" y="44176"/>
                </a:cubicBezTo>
                <a:cubicBezTo>
                  <a:pt x="590398" y="44280"/>
                  <a:pt x="591592" y="44470"/>
                  <a:pt x="592838" y="44747"/>
                </a:cubicBezTo>
                <a:cubicBezTo>
                  <a:pt x="594084" y="45024"/>
                  <a:pt x="595209" y="45336"/>
                  <a:pt x="596212" y="45682"/>
                </a:cubicBezTo>
                <a:cubicBezTo>
                  <a:pt x="597216" y="46028"/>
                  <a:pt x="597925" y="46374"/>
                  <a:pt x="598341" y="46720"/>
                </a:cubicBezTo>
                <a:cubicBezTo>
                  <a:pt x="598756" y="47066"/>
                  <a:pt x="599033" y="47395"/>
                  <a:pt x="599171" y="47706"/>
                </a:cubicBezTo>
                <a:cubicBezTo>
                  <a:pt x="599310" y="48018"/>
                  <a:pt x="599431" y="48416"/>
                  <a:pt x="599535" y="48900"/>
                </a:cubicBezTo>
                <a:cubicBezTo>
                  <a:pt x="599639" y="49385"/>
                  <a:pt x="599708" y="50094"/>
                  <a:pt x="599742" y="51028"/>
                </a:cubicBezTo>
                <a:cubicBezTo>
                  <a:pt x="599777" y="51963"/>
                  <a:pt x="599794" y="53226"/>
                  <a:pt x="599794" y="548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Attacker">
            <a:extLst xmlns:a="http://schemas.openxmlformats.org/drawingml/2006/main">
              <a:ext uri="{FF2B5EF4-FFF2-40B4-BE49-F238E27FC236}">
                <a16:creationId xmlns:a16="http://schemas.microsoft.com/office/drawing/2014/main" id="{BB402897-AD54-4C92-BCD6-2165366B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34" y="3789917"/>
            <a:ext cx="703578" cy="146804"/>
          </a:xfrm>
          <a:custGeom xmlns:a="http://schemas.openxmlformats.org/drawingml/2006/main">
            <a:pathLst>
              <a:path w="703578" h="146804">
                <a:moveTo>
                  <a:pt x="114810" y="138395"/>
                </a:moveTo>
                <a:cubicBezTo>
                  <a:pt x="115363" y="139917"/>
                  <a:pt x="115658" y="141146"/>
                  <a:pt x="115692" y="142080"/>
                </a:cubicBezTo>
                <a:cubicBezTo>
                  <a:pt x="115727" y="143015"/>
                  <a:pt x="115467" y="143724"/>
                  <a:pt x="114914" y="144209"/>
                </a:cubicBezTo>
                <a:cubicBezTo>
                  <a:pt x="114360" y="144693"/>
                  <a:pt x="113443" y="145005"/>
                  <a:pt x="112162" y="145143"/>
                </a:cubicBezTo>
                <a:cubicBezTo>
                  <a:pt x="110882" y="145281"/>
                  <a:pt x="109169" y="145351"/>
                  <a:pt x="107023" y="145351"/>
                </a:cubicBezTo>
                <a:cubicBezTo>
                  <a:pt x="104877" y="145351"/>
                  <a:pt x="103164" y="145299"/>
                  <a:pt x="101884" y="145195"/>
                </a:cubicBezTo>
                <a:cubicBezTo>
                  <a:pt x="100603" y="145091"/>
                  <a:pt x="99634" y="144918"/>
                  <a:pt x="98977" y="144676"/>
                </a:cubicBezTo>
                <a:cubicBezTo>
                  <a:pt x="98319" y="144434"/>
                  <a:pt x="97835" y="144105"/>
                  <a:pt x="97523" y="143690"/>
                </a:cubicBezTo>
                <a:cubicBezTo>
                  <a:pt x="97212" y="143274"/>
                  <a:pt x="96918" y="142755"/>
                  <a:pt x="96641" y="142132"/>
                </a:cubicBezTo>
                <a:lnTo>
                  <a:pt x="85117" y="109428"/>
                </a:lnTo>
                <a:lnTo>
                  <a:pt x="29260" y="109428"/>
                </a:lnTo>
                <a:lnTo>
                  <a:pt x="18255" y="141717"/>
                </a:lnTo>
                <a:cubicBezTo>
                  <a:pt x="18048" y="142340"/>
                  <a:pt x="17771" y="142876"/>
                  <a:pt x="17425" y="143326"/>
                </a:cubicBezTo>
                <a:cubicBezTo>
                  <a:pt x="17079" y="143776"/>
                  <a:pt x="16577" y="144157"/>
                  <a:pt x="15919" y="144468"/>
                </a:cubicBezTo>
                <a:cubicBezTo>
                  <a:pt x="15262" y="144780"/>
                  <a:pt x="14327" y="145005"/>
                  <a:pt x="13116" y="145143"/>
                </a:cubicBezTo>
                <a:cubicBezTo>
                  <a:pt x="11905" y="145281"/>
                  <a:pt x="10330" y="145351"/>
                  <a:pt x="8392" y="145351"/>
                </a:cubicBezTo>
                <a:cubicBezTo>
                  <a:pt x="6385" y="145351"/>
                  <a:pt x="4741" y="145264"/>
                  <a:pt x="3461" y="145091"/>
                </a:cubicBezTo>
                <a:cubicBezTo>
                  <a:pt x="2180" y="144918"/>
                  <a:pt x="1280" y="144589"/>
                  <a:pt x="761" y="144105"/>
                </a:cubicBezTo>
                <a:cubicBezTo>
                  <a:pt x="242" y="143620"/>
                  <a:pt x="0" y="142911"/>
                  <a:pt x="35" y="141976"/>
                </a:cubicBezTo>
                <a:cubicBezTo>
                  <a:pt x="69" y="141042"/>
                  <a:pt x="363" y="139814"/>
                  <a:pt x="917" y="138291"/>
                </a:cubicBezTo>
                <a:lnTo>
                  <a:pt x="45976" y="13497"/>
                </a:lnTo>
                <a:cubicBezTo>
                  <a:pt x="46253" y="12735"/>
                  <a:pt x="46616" y="12113"/>
                  <a:pt x="47066" y="11628"/>
                </a:cubicBezTo>
                <a:cubicBezTo>
                  <a:pt x="47516" y="11144"/>
                  <a:pt x="48173" y="10763"/>
                  <a:pt x="49039" y="10486"/>
                </a:cubicBezTo>
                <a:cubicBezTo>
                  <a:pt x="49904" y="10209"/>
                  <a:pt x="51011" y="10019"/>
                  <a:pt x="52361" y="9915"/>
                </a:cubicBezTo>
                <a:cubicBezTo>
                  <a:pt x="53711" y="9811"/>
                  <a:pt x="55424" y="9759"/>
                  <a:pt x="57500" y="9759"/>
                </a:cubicBezTo>
                <a:cubicBezTo>
                  <a:pt x="59715" y="9759"/>
                  <a:pt x="61549" y="9811"/>
                  <a:pt x="63003" y="9915"/>
                </a:cubicBezTo>
                <a:cubicBezTo>
                  <a:pt x="64456" y="10019"/>
                  <a:pt x="65633" y="10209"/>
                  <a:pt x="66533" y="10486"/>
                </a:cubicBezTo>
                <a:cubicBezTo>
                  <a:pt x="67432" y="10763"/>
                  <a:pt x="68124" y="11161"/>
                  <a:pt x="68609" y="11680"/>
                </a:cubicBezTo>
                <a:cubicBezTo>
                  <a:pt x="69093" y="12199"/>
                  <a:pt x="69474" y="12839"/>
                  <a:pt x="69751" y="13601"/>
                </a:cubicBezTo>
                <a:lnTo>
                  <a:pt x="114810" y="138395"/>
                </a:lnTo>
                <a:moveTo>
                  <a:pt x="56981" y="28240"/>
                </a:moveTo>
                <a:lnTo>
                  <a:pt x="56877" y="28240"/>
                </a:lnTo>
                <a:lnTo>
                  <a:pt x="33725" y="95205"/>
                </a:lnTo>
                <a:lnTo>
                  <a:pt x="80445" y="95205"/>
                </a:lnTo>
                <a:lnTo>
                  <a:pt x="56981" y="28240"/>
                </a:lnTo>
                <a:close/>
                <a:moveTo>
                  <a:pt x="177300" y="135384"/>
                </a:moveTo>
                <a:cubicBezTo>
                  <a:pt x="177300" y="137391"/>
                  <a:pt x="177161" y="138983"/>
                  <a:pt x="176884" y="140160"/>
                </a:cubicBezTo>
                <a:cubicBezTo>
                  <a:pt x="176607" y="141336"/>
                  <a:pt x="176192" y="142201"/>
                  <a:pt x="175638" y="142755"/>
                </a:cubicBezTo>
                <a:cubicBezTo>
                  <a:pt x="175085" y="143309"/>
                  <a:pt x="174254" y="143828"/>
                  <a:pt x="173147" y="144312"/>
                </a:cubicBezTo>
                <a:cubicBezTo>
                  <a:pt x="172039" y="144797"/>
                  <a:pt x="170776" y="145195"/>
                  <a:pt x="169357" y="145506"/>
                </a:cubicBezTo>
                <a:cubicBezTo>
                  <a:pt x="167938" y="145818"/>
                  <a:pt x="166433" y="146077"/>
                  <a:pt x="164841" y="146285"/>
                </a:cubicBezTo>
                <a:cubicBezTo>
                  <a:pt x="163249" y="146493"/>
                  <a:pt x="161657" y="146597"/>
                  <a:pt x="160065" y="146597"/>
                </a:cubicBezTo>
                <a:cubicBezTo>
                  <a:pt x="155220" y="146597"/>
                  <a:pt x="151067" y="145955"/>
                  <a:pt x="147607" y="144673"/>
                </a:cubicBezTo>
                <a:cubicBezTo>
                  <a:pt x="144146" y="143388"/>
                  <a:pt x="141308" y="141444"/>
                  <a:pt x="139093" y="138842"/>
                </a:cubicBezTo>
                <a:cubicBezTo>
                  <a:pt x="136878" y="136240"/>
                  <a:pt x="135269" y="132945"/>
                  <a:pt x="134265" y="128957"/>
                </a:cubicBezTo>
                <a:cubicBezTo>
                  <a:pt x="133262" y="124968"/>
                  <a:pt x="132760" y="120268"/>
                  <a:pt x="132760" y="114856"/>
                </a:cubicBezTo>
                <a:lnTo>
                  <a:pt x="132760" y="60113"/>
                </a:lnTo>
                <a:lnTo>
                  <a:pt x="119678" y="60113"/>
                </a:lnTo>
                <a:cubicBezTo>
                  <a:pt x="118640" y="60113"/>
                  <a:pt x="117810" y="59559"/>
                  <a:pt x="117187" y="58452"/>
                </a:cubicBezTo>
                <a:cubicBezTo>
                  <a:pt x="116564" y="57344"/>
                  <a:pt x="116252" y="55545"/>
                  <a:pt x="116252" y="53053"/>
                </a:cubicBezTo>
                <a:cubicBezTo>
                  <a:pt x="116252" y="51738"/>
                  <a:pt x="116339" y="50630"/>
                  <a:pt x="116512" y="49731"/>
                </a:cubicBezTo>
                <a:cubicBezTo>
                  <a:pt x="116685" y="48831"/>
                  <a:pt x="116910" y="48087"/>
                  <a:pt x="117187" y="47499"/>
                </a:cubicBezTo>
                <a:cubicBezTo>
                  <a:pt x="117464" y="46910"/>
                  <a:pt x="117827" y="46495"/>
                  <a:pt x="118277" y="46253"/>
                </a:cubicBezTo>
                <a:cubicBezTo>
                  <a:pt x="118727" y="46010"/>
                  <a:pt x="119229" y="45889"/>
                  <a:pt x="119782" y="45889"/>
                </a:cubicBezTo>
                <a:lnTo>
                  <a:pt x="132760" y="45889"/>
                </a:lnTo>
                <a:lnTo>
                  <a:pt x="132760" y="23671"/>
                </a:lnTo>
                <a:cubicBezTo>
                  <a:pt x="132760" y="23187"/>
                  <a:pt x="132881" y="22737"/>
                  <a:pt x="133123" y="22322"/>
                </a:cubicBezTo>
                <a:cubicBezTo>
                  <a:pt x="133366" y="21906"/>
                  <a:pt x="133816" y="21543"/>
                  <a:pt x="134473" y="21232"/>
                </a:cubicBezTo>
                <a:cubicBezTo>
                  <a:pt x="135131" y="20920"/>
                  <a:pt x="136013" y="20695"/>
                  <a:pt x="137120" y="20557"/>
                </a:cubicBezTo>
                <a:cubicBezTo>
                  <a:pt x="138228" y="20418"/>
                  <a:pt x="139612" y="20349"/>
                  <a:pt x="141273" y="20349"/>
                </a:cubicBezTo>
                <a:cubicBezTo>
                  <a:pt x="143004" y="20349"/>
                  <a:pt x="144423" y="20418"/>
                  <a:pt x="145530" y="20557"/>
                </a:cubicBezTo>
                <a:cubicBezTo>
                  <a:pt x="146638" y="20695"/>
                  <a:pt x="147503" y="20920"/>
                  <a:pt x="148126" y="21232"/>
                </a:cubicBezTo>
                <a:cubicBezTo>
                  <a:pt x="148749" y="21543"/>
                  <a:pt x="149198" y="21906"/>
                  <a:pt x="149475" y="22322"/>
                </a:cubicBezTo>
                <a:cubicBezTo>
                  <a:pt x="149752" y="22737"/>
                  <a:pt x="149891" y="23187"/>
                  <a:pt x="149891" y="23671"/>
                </a:cubicBezTo>
                <a:lnTo>
                  <a:pt x="149891" y="45889"/>
                </a:lnTo>
                <a:lnTo>
                  <a:pt x="173873" y="45889"/>
                </a:lnTo>
                <a:cubicBezTo>
                  <a:pt x="174427" y="45889"/>
                  <a:pt x="174912" y="46010"/>
                  <a:pt x="175327" y="46253"/>
                </a:cubicBezTo>
                <a:cubicBezTo>
                  <a:pt x="175742" y="46495"/>
                  <a:pt x="176106" y="46910"/>
                  <a:pt x="176417" y="47499"/>
                </a:cubicBezTo>
                <a:cubicBezTo>
                  <a:pt x="176729" y="48087"/>
                  <a:pt x="176954" y="48831"/>
                  <a:pt x="177092" y="49731"/>
                </a:cubicBezTo>
                <a:cubicBezTo>
                  <a:pt x="177230" y="50630"/>
                  <a:pt x="177300" y="51738"/>
                  <a:pt x="177300" y="53053"/>
                </a:cubicBezTo>
                <a:cubicBezTo>
                  <a:pt x="177300" y="55545"/>
                  <a:pt x="176988" y="57344"/>
                  <a:pt x="176365" y="58452"/>
                </a:cubicBezTo>
                <a:cubicBezTo>
                  <a:pt x="175742" y="59559"/>
                  <a:pt x="174912" y="60113"/>
                  <a:pt x="173873" y="60113"/>
                </a:cubicBezTo>
                <a:lnTo>
                  <a:pt x="149891" y="60113"/>
                </a:lnTo>
                <a:lnTo>
                  <a:pt x="149891" y="112384"/>
                </a:lnTo>
                <a:cubicBezTo>
                  <a:pt x="149891" y="118838"/>
                  <a:pt x="150842" y="123715"/>
                  <a:pt x="152746" y="127013"/>
                </a:cubicBezTo>
                <a:cubicBezTo>
                  <a:pt x="154649" y="130309"/>
                  <a:pt x="158058" y="131958"/>
                  <a:pt x="162972" y="131958"/>
                </a:cubicBezTo>
                <a:cubicBezTo>
                  <a:pt x="164564" y="131958"/>
                  <a:pt x="165983" y="131802"/>
                  <a:pt x="167229" y="131490"/>
                </a:cubicBezTo>
                <a:cubicBezTo>
                  <a:pt x="168475" y="131179"/>
                  <a:pt x="169582" y="130850"/>
                  <a:pt x="170551" y="130504"/>
                </a:cubicBezTo>
                <a:cubicBezTo>
                  <a:pt x="171520" y="130158"/>
                  <a:pt x="172351" y="129829"/>
                  <a:pt x="173043" y="129518"/>
                </a:cubicBezTo>
                <a:cubicBezTo>
                  <a:pt x="173735" y="129206"/>
                  <a:pt x="174358" y="129051"/>
                  <a:pt x="174912" y="129051"/>
                </a:cubicBezTo>
                <a:cubicBezTo>
                  <a:pt x="175258" y="129051"/>
                  <a:pt x="175587" y="129137"/>
                  <a:pt x="175898" y="129310"/>
                </a:cubicBezTo>
                <a:cubicBezTo>
                  <a:pt x="176209" y="129483"/>
                  <a:pt x="176452" y="129812"/>
                  <a:pt x="176625" y="130296"/>
                </a:cubicBezTo>
                <a:cubicBezTo>
                  <a:pt x="176798" y="130781"/>
                  <a:pt x="176954" y="131439"/>
                  <a:pt x="177092" y="132269"/>
                </a:cubicBezTo>
                <a:cubicBezTo>
                  <a:pt x="177230" y="133100"/>
                  <a:pt x="177300" y="134138"/>
                  <a:pt x="177300" y="135384"/>
                </a:cubicBezTo>
                <a:close/>
                <a:moveTo>
                  <a:pt x="244660" y="135384"/>
                </a:moveTo>
                <a:cubicBezTo>
                  <a:pt x="244660" y="137391"/>
                  <a:pt x="244521" y="138983"/>
                  <a:pt x="244245" y="140160"/>
                </a:cubicBezTo>
                <a:cubicBezTo>
                  <a:pt x="243968" y="141336"/>
                  <a:pt x="243552" y="142201"/>
                  <a:pt x="242999" y="142755"/>
                </a:cubicBezTo>
                <a:cubicBezTo>
                  <a:pt x="242445" y="143309"/>
                  <a:pt x="241614" y="143828"/>
                  <a:pt x="240507" y="144312"/>
                </a:cubicBezTo>
                <a:cubicBezTo>
                  <a:pt x="239400" y="144797"/>
                  <a:pt x="238136" y="145195"/>
                  <a:pt x="236718" y="145506"/>
                </a:cubicBezTo>
                <a:cubicBezTo>
                  <a:pt x="235299" y="145818"/>
                  <a:pt x="233793" y="146077"/>
                  <a:pt x="232201" y="146285"/>
                </a:cubicBezTo>
                <a:cubicBezTo>
                  <a:pt x="230609" y="146493"/>
                  <a:pt x="229017" y="146597"/>
                  <a:pt x="227425" y="146597"/>
                </a:cubicBezTo>
                <a:cubicBezTo>
                  <a:pt x="222580" y="146597"/>
                  <a:pt x="218428" y="145955"/>
                  <a:pt x="214967" y="144673"/>
                </a:cubicBezTo>
                <a:cubicBezTo>
                  <a:pt x="211506" y="143388"/>
                  <a:pt x="208668" y="141444"/>
                  <a:pt x="206453" y="138842"/>
                </a:cubicBezTo>
                <a:cubicBezTo>
                  <a:pt x="204239" y="136240"/>
                  <a:pt x="202629" y="132945"/>
                  <a:pt x="201626" y="128957"/>
                </a:cubicBezTo>
                <a:cubicBezTo>
                  <a:pt x="200622" y="124968"/>
                  <a:pt x="200120" y="120268"/>
                  <a:pt x="200120" y="114856"/>
                </a:cubicBezTo>
                <a:lnTo>
                  <a:pt x="200120" y="60113"/>
                </a:lnTo>
                <a:lnTo>
                  <a:pt x="187039" y="60113"/>
                </a:lnTo>
                <a:cubicBezTo>
                  <a:pt x="186001" y="60113"/>
                  <a:pt x="185170" y="59559"/>
                  <a:pt x="184547" y="58452"/>
                </a:cubicBezTo>
                <a:cubicBezTo>
                  <a:pt x="183924" y="57344"/>
                  <a:pt x="183613" y="55545"/>
                  <a:pt x="183613" y="53053"/>
                </a:cubicBezTo>
                <a:cubicBezTo>
                  <a:pt x="183613" y="51738"/>
                  <a:pt x="183699" y="50630"/>
                  <a:pt x="183872" y="49731"/>
                </a:cubicBezTo>
                <a:cubicBezTo>
                  <a:pt x="184045" y="48831"/>
                  <a:pt x="184270" y="48087"/>
                  <a:pt x="184547" y="47499"/>
                </a:cubicBezTo>
                <a:cubicBezTo>
                  <a:pt x="184824" y="46910"/>
                  <a:pt x="185187" y="46495"/>
                  <a:pt x="185637" y="46253"/>
                </a:cubicBezTo>
                <a:cubicBezTo>
                  <a:pt x="186087" y="46010"/>
                  <a:pt x="186589" y="45889"/>
                  <a:pt x="187143" y="45889"/>
                </a:cubicBezTo>
                <a:lnTo>
                  <a:pt x="200120" y="45889"/>
                </a:lnTo>
                <a:lnTo>
                  <a:pt x="200120" y="23671"/>
                </a:lnTo>
                <a:cubicBezTo>
                  <a:pt x="200120" y="23187"/>
                  <a:pt x="200241" y="22737"/>
                  <a:pt x="200484" y="22322"/>
                </a:cubicBezTo>
                <a:cubicBezTo>
                  <a:pt x="200726" y="21906"/>
                  <a:pt x="201176" y="21543"/>
                  <a:pt x="201833" y="21232"/>
                </a:cubicBezTo>
                <a:cubicBezTo>
                  <a:pt x="202491" y="20920"/>
                  <a:pt x="203373" y="20695"/>
                  <a:pt x="204481" y="20557"/>
                </a:cubicBezTo>
                <a:cubicBezTo>
                  <a:pt x="205588" y="20418"/>
                  <a:pt x="206973" y="20349"/>
                  <a:pt x="208634" y="20349"/>
                </a:cubicBezTo>
                <a:cubicBezTo>
                  <a:pt x="210364" y="20349"/>
                  <a:pt x="211783" y="20418"/>
                  <a:pt x="212890" y="20557"/>
                </a:cubicBezTo>
                <a:cubicBezTo>
                  <a:pt x="213998" y="20695"/>
                  <a:pt x="214863" y="20920"/>
                  <a:pt x="215486" y="21232"/>
                </a:cubicBezTo>
                <a:cubicBezTo>
                  <a:pt x="216109" y="21543"/>
                  <a:pt x="216559" y="21906"/>
                  <a:pt x="216836" y="22322"/>
                </a:cubicBezTo>
                <a:cubicBezTo>
                  <a:pt x="217112" y="22737"/>
                  <a:pt x="217251" y="23187"/>
                  <a:pt x="217251" y="23671"/>
                </a:cubicBezTo>
                <a:lnTo>
                  <a:pt x="217251" y="45889"/>
                </a:lnTo>
                <a:lnTo>
                  <a:pt x="241234" y="45889"/>
                </a:lnTo>
                <a:cubicBezTo>
                  <a:pt x="241788" y="45889"/>
                  <a:pt x="242272" y="46010"/>
                  <a:pt x="242687" y="46253"/>
                </a:cubicBezTo>
                <a:cubicBezTo>
                  <a:pt x="243103" y="46495"/>
                  <a:pt x="243466" y="46910"/>
                  <a:pt x="243777" y="47499"/>
                </a:cubicBezTo>
                <a:cubicBezTo>
                  <a:pt x="244089" y="48087"/>
                  <a:pt x="244314" y="48831"/>
                  <a:pt x="244452" y="49731"/>
                </a:cubicBezTo>
                <a:cubicBezTo>
                  <a:pt x="244591" y="50630"/>
                  <a:pt x="244660" y="51738"/>
                  <a:pt x="244660" y="53053"/>
                </a:cubicBezTo>
                <a:cubicBezTo>
                  <a:pt x="244660" y="55545"/>
                  <a:pt x="244348" y="57344"/>
                  <a:pt x="243726" y="58452"/>
                </a:cubicBezTo>
                <a:cubicBezTo>
                  <a:pt x="243103" y="59559"/>
                  <a:pt x="242272" y="60113"/>
                  <a:pt x="241234" y="60113"/>
                </a:cubicBezTo>
                <a:lnTo>
                  <a:pt x="217251" y="60113"/>
                </a:lnTo>
                <a:lnTo>
                  <a:pt x="217251" y="112384"/>
                </a:lnTo>
                <a:cubicBezTo>
                  <a:pt x="217251" y="118838"/>
                  <a:pt x="218203" y="123715"/>
                  <a:pt x="220106" y="127013"/>
                </a:cubicBezTo>
                <a:cubicBezTo>
                  <a:pt x="222009" y="130309"/>
                  <a:pt x="225418" y="131958"/>
                  <a:pt x="230332" y="131958"/>
                </a:cubicBezTo>
                <a:cubicBezTo>
                  <a:pt x="231924" y="131958"/>
                  <a:pt x="233343" y="131802"/>
                  <a:pt x="234589" y="131490"/>
                </a:cubicBezTo>
                <a:cubicBezTo>
                  <a:pt x="235835" y="131179"/>
                  <a:pt x="236942" y="130850"/>
                  <a:pt x="237911" y="130504"/>
                </a:cubicBezTo>
                <a:cubicBezTo>
                  <a:pt x="238880" y="130158"/>
                  <a:pt x="239711" y="129829"/>
                  <a:pt x="240403" y="129518"/>
                </a:cubicBezTo>
                <a:cubicBezTo>
                  <a:pt x="241095" y="129206"/>
                  <a:pt x="241718" y="129051"/>
                  <a:pt x="242272" y="129051"/>
                </a:cubicBezTo>
                <a:cubicBezTo>
                  <a:pt x="242618" y="129051"/>
                  <a:pt x="242947" y="129137"/>
                  <a:pt x="243258" y="129310"/>
                </a:cubicBezTo>
                <a:cubicBezTo>
                  <a:pt x="243570" y="129483"/>
                  <a:pt x="243812" y="129812"/>
                  <a:pt x="243985" y="130296"/>
                </a:cubicBezTo>
                <a:cubicBezTo>
                  <a:pt x="244158" y="130781"/>
                  <a:pt x="244314" y="131439"/>
                  <a:pt x="244452" y="132269"/>
                </a:cubicBezTo>
                <a:cubicBezTo>
                  <a:pt x="244591" y="133100"/>
                  <a:pt x="244660" y="134138"/>
                  <a:pt x="244660" y="135384"/>
                </a:cubicBezTo>
                <a:close/>
                <a:moveTo>
                  <a:pt x="334248" y="142236"/>
                </a:moveTo>
                <a:cubicBezTo>
                  <a:pt x="334248" y="143067"/>
                  <a:pt x="333971" y="143690"/>
                  <a:pt x="333417" y="144105"/>
                </a:cubicBezTo>
                <a:cubicBezTo>
                  <a:pt x="332864" y="144520"/>
                  <a:pt x="332102" y="144832"/>
                  <a:pt x="331133" y="145039"/>
                </a:cubicBezTo>
                <a:cubicBezTo>
                  <a:pt x="330164" y="145247"/>
                  <a:pt x="328745" y="145351"/>
                  <a:pt x="326877" y="145351"/>
                </a:cubicBezTo>
                <a:cubicBezTo>
                  <a:pt x="325077" y="145351"/>
                  <a:pt x="323641" y="145247"/>
                  <a:pt x="322568" y="145039"/>
                </a:cubicBezTo>
                <a:cubicBezTo>
                  <a:pt x="321495" y="144832"/>
                  <a:pt x="320717" y="144520"/>
                  <a:pt x="320232" y="144105"/>
                </a:cubicBezTo>
                <a:cubicBezTo>
                  <a:pt x="319748" y="143690"/>
                  <a:pt x="319505" y="143067"/>
                  <a:pt x="319505" y="142236"/>
                </a:cubicBezTo>
                <a:lnTo>
                  <a:pt x="319505" y="132892"/>
                </a:lnTo>
                <a:cubicBezTo>
                  <a:pt x="315422" y="137253"/>
                  <a:pt x="310871" y="140661"/>
                  <a:pt x="305853" y="143119"/>
                </a:cubicBezTo>
                <a:cubicBezTo>
                  <a:pt x="300835" y="145576"/>
                  <a:pt x="295522" y="146804"/>
                  <a:pt x="289916" y="146804"/>
                </a:cubicBezTo>
                <a:cubicBezTo>
                  <a:pt x="285002" y="146804"/>
                  <a:pt x="280555" y="146162"/>
                  <a:pt x="276575" y="144877"/>
                </a:cubicBezTo>
                <a:cubicBezTo>
                  <a:pt x="272595" y="143592"/>
                  <a:pt x="269204" y="141734"/>
                  <a:pt x="266400" y="139303"/>
                </a:cubicBezTo>
                <a:cubicBezTo>
                  <a:pt x="263597" y="136872"/>
                  <a:pt x="261417" y="133886"/>
                  <a:pt x="259860" y="130345"/>
                </a:cubicBezTo>
                <a:cubicBezTo>
                  <a:pt x="258302" y="126802"/>
                  <a:pt x="257524" y="122773"/>
                  <a:pt x="257524" y="118256"/>
                </a:cubicBezTo>
                <a:cubicBezTo>
                  <a:pt x="257524" y="112979"/>
                  <a:pt x="258596" y="108395"/>
                  <a:pt x="260742" y="104506"/>
                </a:cubicBezTo>
                <a:cubicBezTo>
                  <a:pt x="262888" y="100615"/>
                  <a:pt x="265968" y="97385"/>
                  <a:pt x="269982" y="94815"/>
                </a:cubicBezTo>
                <a:cubicBezTo>
                  <a:pt x="273997" y="92246"/>
                  <a:pt x="278911" y="90319"/>
                  <a:pt x="284725" y="89034"/>
                </a:cubicBezTo>
                <a:cubicBezTo>
                  <a:pt x="290539" y="87749"/>
                  <a:pt x="297080" y="87107"/>
                  <a:pt x="304347" y="87107"/>
                </a:cubicBezTo>
                <a:lnTo>
                  <a:pt x="317221" y="87107"/>
                </a:lnTo>
                <a:lnTo>
                  <a:pt x="317221" y="79865"/>
                </a:lnTo>
                <a:cubicBezTo>
                  <a:pt x="317221" y="76279"/>
                  <a:pt x="316841" y="73107"/>
                  <a:pt x="316079" y="70349"/>
                </a:cubicBezTo>
                <a:cubicBezTo>
                  <a:pt x="315318" y="67589"/>
                  <a:pt x="314089" y="65295"/>
                  <a:pt x="312394" y="63468"/>
                </a:cubicBezTo>
                <a:cubicBezTo>
                  <a:pt x="310698" y="61640"/>
                  <a:pt x="308500" y="60261"/>
                  <a:pt x="305801" y="59331"/>
                </a:cubicBezTo>
                <a:cubicBezTo>
                  <a:pt x="303101" y="58399"/>
                  <a:pt x="299779" y="57933"/>
                  <a:pt x="295834" y="57933"/>
                </a:cubicBezTo>
                <a:cubicBezTo>
                  <a:pt x="291612" y="57933"/>
                  <a:pt x="287822" y="58429"/>
                  <a:pt x="284465" y="59422"/>
                </a:cubicBezTo>
                <a:cubicBezTo>
                  <a:pt x="281109" y="60415"/>
                  <a:pt x="278167" y="61510"/>
                  <a:pt x="275641" y="62708"/>
                </a:cubicBezTo>
                <a:cubicBezTo>
                  <a:pt x="273114" y="63907"/>
                  <a:pt x="271003" y="65002"/>
                  <a:pt x="269307" y="65995"/>
                </a:cubicBezTo>
                <a:cubicBezTo>
                  <a:pt x="267612" y="66988"/>
                  <a:pt x="266349" y="67484"/>
                  <a:pt x="265518" y="67484"/>
                </a:cubicBezTo>
                <a:cubicBezTo>
                  <a:pt x="264964" y="67484"/>
                  <a:pt x="264480" y="67346"/>
                  <a:pt x="264064" y="67069"/>
                </a:cubicBezTo>
                <a:cubicBezTo>
                  <a:pt x="263649" y="66792"/>
                  <a:pt x="263286" y="66377"/>
                  <a:pt x="262974" y="65823"/>
                </a:cubicBezTo>
                <a:cubicBezTo>
                  <a:pt x="262663" y="65269"/>
                  <a:pt x="262438" y="64560"/>
                  <a:pt x="262299" y="63695"/>
                </a:cubicBezTo>
                <a:cubicBezTo>
                  <a:pt x="262161" y="62830"/>
                  <a:pt x="262092" y="61878"/>
                  <a:pt x="262092" y="60840"/>
                </a:cubicBezTo>
                <a:cubicBezTo>
                  <a:pt x="262092" y="59109"/>
                  <a:pt x="262213" y="57742"/>
                  <a:pt x="262455" y="56739"/>
                </a:cubicBezTo>
                <a:cubicBezTo>
                  <a:pt x="262697" y="55735"/>
                  <a:pt x="263286" y="54783"/>
                  <a:pt x="264220" y="53884"/>
                </a:cubicBezTo>
                <a:cubicBezTo>
                  <a:pt x="265155" y="52984"/>
                  <a:pt x="266764" y="51936"/>
                  <a:pt x="269048" y="50740"/>
                </a:cubicBezTo>
                <a:cubicBezTo>
                  <a:pt x="271332" y="49541"/>
                  <a:pt x="273962" y="48447"/>
                  <a:pt x="276938" y="47456"/>
                </a:cubicBezTo>
                <a:cubicBezTo>
                  <a:pt x="279915" y="46466"/>
                  <a:pt x="283168" y="45646"/>
                  <a:pt x="286698" y="44997"/>
                </a:cubicBezTo>
                <a:cubicBezTo>
                  <a:pt x="290228" y="44346"/>
                  <a:pt x="293792" y="44020"/>
                  <a:pt x="297391" y="44020"/>
                </a:cubicBezTo>
                <a:cubicBezTo>
                  <a:pt x="304105" y="44020"/>
                  <a:pt x="309815" y="44782"/>
                  <a:pt x="314522" y="46305"/>
                </a:cubicBezTo>
                <a:cubicBezTo>
                  <a:pt x="319228" y="47827"/>
                  <a:pt x="323035" y="50059"/>
                  <a:pt x="325942" y="53001"/>
                </a:cubicBezTo>
                <a:cubicBezTo>
                  <a:pt x="328849" y="55943"/>
                  <a:pt x="330960" y="59594"/>
                  <a:pt x="332275" y="63954"/>
                </a:cubicBezTo>
                <a:cubicBezTo>
                  <a:pt x="333591" y="68315"/>
                  <a:pt x="334248" y="73402"/>
                  <a:pt x="334248" y="79216"/>
                </a:cubicBezTo>
                <a:lnTo>
                  <a:pt x="334248" y="142236"/>
                </a:lnTo>
                <a:moveTo>
                  <a:pt x="317221" y="99461"/>
                </a:moveTo>
                <a:lnTo>
                  <a:pt x="302582" y="99461"/>
                </a:lnTo>
                <a:cubicBezTo>
                  <a:pt x="297876" y="99461"/>
                  <a:pt x="293792" y="99863"/>
                  <a:pt x="290331" y="100665"/>
                </a:cubicBezTo>
                <a:cubicBezTo>
                  <a:pt x="286871" y="101465"/>
                  <a:pt x="283998" y="102649"/>
                  <a:pt x="281714" y="104214"/>
                </a:cubicBezTo>
                <a:cubicBezTo>
                  <a:pt x="279430" y="105780"/>
                  <a:pt x="277752" y="107661"/>
                  <a:pt x="276679" y="109857"/>
                </a:cubicBezTo>
                <a:cubicBezTo>
                  <a:pt x="275606" y="112050"/>
                  <a:pt x="275070" y="114574"/>
                  <a:pt x="275070" y="117429"/>
                </a:cubicBezTo>
                <a:cubicBezTo>
                  <a:pt x="275070" y="122304"/>
                  <a:pt x="276610" y="126187"/>
                  <a:pt x="279690" y="129077"/>
                </a:cubicBezTo>
                <a:cubicBezTo>
                  <a:pt x="282770" y="131966"/>
                  <a:pt x="287078" y="133411"/>
                  <a:pt x="292615" y="133411"/>
                </a:cubicBezTo>
                <a:cubicBezTo>
                  <a:pt x="297114" y="133411"/>
                  <a:pt x="301285" y="132263"/>
                  <a:pt x="305126" y="129966"/>
                </a:cubicBezTo>
                <a:cubicBezTo>
                  <a:pt x="308967" y="127666"/>
                  <a:pt x="312999" y="124149"/>
                  <a:pt x="317221" y="119415"/>
                </a:cubicBezTo>
                <a:lnTo>
                  <a:pt x="317221" y="99461"/>
                </a:lnTo>
                <a:close/>
                <a:moveTo>
                  <a:pt x="432410" y="128012"/>
                </a:moveTo>
                <a:cubicBezTo>
                  <a:pt x="432410" y="129189"/>
                  <a:pt x="432376" y="130210"/>
                  <a:pt x="432306" y="131075"/>
                </a:cubicBezTo>
                <a:cubicBezTo>
                  <a:pt x="432237" y="131940"/>
                  <a:pt x="432116" y="132667"/>
                  <a:pt x="431943" y="133255"/>
                </a:cubicBezTo>
                <a:cubicBezTo>
                  <a:pt x="431770" y="133844"/>
                  <a:pt x="431562" y="134363"/>
                  <a:pt x="431320" y="134813"/>
                </a:cubicBezTo>
                <a:cubicBezTo>
                  <a:pt x="431078" y="135263"/>
                  <a:pt x="430524" y="135920"/>
                  <a:pt x="429659" y="136785"/>
                </a:cubicBezTo>
                <a:cubicBezTo>
                  <a:pt x="428794" y="137651"/>
                  <a:pt x="427323" y="138723"/>
                  <a:pt x="425247" y="140004"/>
                </a:cubicBezTo>
                <a:cubicBezTo>
                  <a:pt x="423170" y="141284"/>
                  <a:pt x="420834" y="142426"/>
                  <a:pt x="418239" y="143430"/>
                </a:cubicBezTo>
                <a:cubicBezTo>
                  <a:pt x="415643" y="144434"/>
                  <a:pt x="412823" y="145247"/>
                  <a:pt x="409777" y="145870"/>
                </a:cubicBezTo>
                <a:cubicBezTo>
                  <a:pt x="406732" y="146493"/>
                  <a:pt x="403582" y="146804"/>
                  <a:pt x="400329" y="146804"/>
                </a:cubicBezTo>
                <a:cubicBezTo>
                  <a:pt x="393615" y="146804"/>
                  <a:pt x="387663" y="145695"/>
                  <a:pt x="382472" y="143475"/>
                </a:cubicBezTo>
                <a:cubicBezTo>
                  <a:pt x="377281" y="141256"/>
                  <a:pt x="372938" y="138014"/>
                  <a:pt x="369442" y="133749"/>
                </a:cubicBezTo>
                <a:cubicBezTo>
                  <a:pt x="365947" y="129483"/>
                  <a:pt x="363282" y="124247"/>
                  <a:pt x="361448" y="118039"/>
                </a:cubicBezTo>
                <a:cubicBezTo>
                  <a:pt x="359614" y="111831"/>
                  <a:pt x="358697" y="104671"/>
                  <a:pt x="358697" y="96558"/>
                </a:cubicBezTo>
                <a:cubicBezTo>
                  <a:pt x="358697" y="87333"/>
                  <a:pt x="359821" y="79409"/>
                  <a:pt x="362071" y="72786"/>
                </a:cubicBezTo>
                <a:cubicBezTo>
                  <a:pt x="364320" y="66163"/>
                  <a:pt x="367400" y="60736"/>
                  <a:pt x="371311" y="56505"/>
                </a:cubicBezTo>
                <a:cubicBezTo>
                  <a:pt x="375222" y="52274"/>
                  <a:pt x="379824" y="49136"/>
                  <a:pt x="385119" y="47090"/>
                </a:cubicBezTo>
                <a:cubicBezTo>
                  <a:pt x="390414" y="45044"/>
                  <a:pt x="396142" y="44020"/>
                  <a:pt x="402302" y="44020"/>
                </a:cubicBezTo>
                <a:cubicBezTo>
                  <a:pt x="405278" y="44020"/>
                  <a:pt x="408168" y="44297"/>
                  <a:pt x="410971" y="44851"/>
                </a:cubicBezTo>
                <a:cubicBezTo>
                  <a:pt x="413774" y="45405"/>
                  <a:pt x="416352" y="46132"/>
                  <a:pt x="418706" y="47031"/>
                </a:cubicBezTo>
                <a:cubicBezTo>
                  <a:pt x="421059" y="47931"/>
                  <a:pt x="423153" y="48969"/>
                  <a:pt x="424987" y="50146"/>
                </a:cubicBezTo>
                <a:cubicBezTo>
                  <a:pt x="426821" y="51323"/>
                  <a:pt x="428154" y="52326"/>
                  <a:pt x="428984" y="53157"/>
                </a:cubicBezTo>
                <a:cubicBezTo>
                  <a:pt x="429815" y="53987"/>
                  <a:pt x="430386" y="54645"/>
                  <a:pt x="430697" y="55129"/>
                </a:cubicBezTo>
                <a:cubicBezTo>
                  <a:pt x="431009" y="55614"/>
                  <a:pt x="431268" y="56185"/>
                  <a:pt x="431476" y="56842"/>
                </a:cubicBezTo>
                <a:cubicBezTo>
                  <a:pt x="431684" y="57500"/>
                  <a:pt x="431822" y="58244"/>
                  <a:pt x="431891" y="59075"/>
                </a:cubicBezTo>
                <a:cubicBezTo>
                  <a:pt x="431960" y="59905"/>
                  <a:pt x="431995" y="60943"/>
                  <a:pt x="431995" y="62189"/>
                </a:cubicBezTo>
                <a:cubicBezTo>
                  <a:pt x="431995" y="64889"/>
                  <a:pt x="431684" y="66775"/>
                  <a:pt x="431061" y="67848"/>
                </a:cubicBezTo>
                <a:cubicBezTo>
                  <a:pt x="430438" y="68920"/>
                  <a:pt x="429676" y="69457"/>
                  <a:pt x="428776" y="69457"/>
                </a:cubicBezTo>
                <a:cubicBezTo>
                  <a:pt x="427738" y="69457"/>
                  <a:pt x="426544" y="68886"/>
                  <a:pt x="425195" y="67744"/>
                </a:cubicBezTo>
                <a:cubicBezTo>
                  <a:pt x="423845" y="66602"/>
                  <a:pt x="422132" y="65339"/>
                  <a:pt x="420055" y="63954"/>
                </a:cubicBezTo>
                <a:cubicBezTo>
                  <a:pt x="417979" y="62570"/>
                  <a:pt x="415470" y="61307"/>
                  <a:pt x="412528" y="60165"/>
                </a:cubicBezTo>
                <a:cubicBezTo>
                  <a:pt x="409587" y="59023"/>
                  <a:pt x="406109" y="58452"/>
                  <a:pt x="402094" y="58452"/>
                </a:cubicBezTo>
                <a:cubicBezTo>
                  <a:pt x="393858" y="58452"/>
                  <a:pt x="387542" y="61628"/>
                  <a:pt x="383147" y="67981"/>
                </a:cubicBezTo>
                <a:cubicBezTo>
                  <a:pt x="378752" y="74331"/>
                  <a:pt x="376554" y="83544"/>
                  <a:pt x="376554" y="95620"/>
                </a:cubicBezTo>
                <a:cubicBezTo>
                  <a:pt x="376554" y="101659"/>
                  <a:pt x="377125" y="106952"/>
                  <a:pt x="378267" y="111498"/>
                </a:cubicBezTo>
                <a:cubicBezTo>
                  <a:pt x="379409" y="116045"/>
                  <a:pt x="381088" y="119845"/>
                  <a:pt x="383302" y="122899"/>
                </a:cubicBezTo>
                <a:cubicBezTo>
                  <a:pt x="385517" y="125953"/>
                  <a:pt x="388234" y="128227"/>
                  <a:pt x="391453" y="129719"/>
                </a:cubicBezTo>
                <a:cubicBezTo>
                  <a:pt x="394671" y="131211"/>
                  <a:pt x="398357" y="131958"/>
                  <a:pt x="402510" y="131958"/>
                </a:cubicBezTo>
                <a:cubicBezTo>
                  <a:pt x="406455" y="131958"/>
                  <a:pt x="409916" y="131335"/>
                  <a:pt x="412892" y="130089"/>
                </a:cubicBezTo>
                <a:cubicBezTo>
                  <a:pt x="415868" y="128843"/>
                  <a:pt x="418446" y="127476"/>
                  <a:pt x="420626" y="125988"/>
                </a:cubicBezTo>
                <a:cubicBezTo>
                  <a:pt x="422807" y="124500"/>
                  <a:pt x="424641" y="123150"/>
                  <a:pt x="426129" y="121939"/>
                </a:cubicBezTo>
                <a:cubicBezTo>
                  <a:pt x="427617" y="120728"/>
                  <a:pt x="428776" y="120122"/>
                  <a:pt x="429607" y="120122"/>
                </a:cubicBezTo>
                <a:cubicBezTo>
                  <a:pt x="430092" y="120122"/>
                  <a:pt x="430507" y="120260"/>
                  <a:pt x="430853" y="120537"/>
                </a:cubicBezTo>
                <a:cubicBezTo>
                  <a:pt x="431199" y="120814"/>
                  <a:pt x="431493" y="121281"/>
                  <a:pt x="431735" y="121939"/>
                </a:cubicBezTo>
                <a:cubicBezTo>
                  <a:pt x="431978" y="122596"/>
                  <a:pt x="432151" y="123427"/>
                  <a:pt x="432255" y="124431"/>
                </a:cubicBezTo>
                <a:cubicBezTo>
                  <a:pt x="432358" y="125434"/>
                  <a:pt x="432410" y="126628"/>
                  <a:pt x="432410" y="128012"/>
                </a:cubicBezTo>
                <a:close/>
                <a:moveTo>
                  <a:pt x="531435" y="142028"/>
                </a:moveTo>
                <a:cubicBezTo>
                  <a:pt x="531435" y="142582"/>
                  <a:pt x="531297" y="143067"/>
                  <a:pt x="531020" y="143482"/>
                </a:cubicBezTo>
                <a:cubicBezTo>
                  <a:pt x="530743" y="143897"/>
                  <a:pt x="530276" y="144243"/>
                  <a:pt x="529619" y="144520"/>
                </a:cubicBezTo>
                <a:cubicBezTo>
                  <a:pt x="528961" y="144797"/>
                  <a:pt x="528044" y="145005"/>
                  <a:pt x="526867" y="145143"/>
                </a:cubicBezTo>
                <a:cubicBezTo>
                  <a:pt x="525691" y="145281"/>
                  <a:pt x="524203" y="145351"/>
                  <a:pt x="522403" y="145351"/>
                </a:cubicBezTo>
                <a:cubicBezTo>
                  <a:pt x="520534" y="145351"/>
                  <a:pt x="518994" y="145299"/>
                  <a:pt x="517783" y="145195"/>
                </a:cubicBezTo>
                <a:cubicBezTo>
                  <a:pt x="516572" y="145091"/>
                  <a:pt x="515551" y="144918"/>
                  <a:pt x="514720" y="144676"/>
                </a:cubicBezTo>
                <a:cubicBezTo>
                  <a:pt x="513890" y="144434"/>
                  <a:pt x="513215" y="144088"/>
                  <a:pt x="512696" y="143638"/>
                </a:cubicBezTo>
                <a:cubicBezTo>
                  <a:pt x="512176" y="143188"/>
                  <a:pt x="511709" y="142651"/>
                  <a:pt x="511294" y="142028"/>
                </a:cubicBezTo>
                <a:lnTo>
                  <a:pt x="471842" y="90325"/>
                </a:lnTo>
                <a:lnTo>
                  <a:pt x="471842" y="142132"/>
                </a:lnTo>
                <a:cubicBezTo>
                  <a:pt x="471842" y="142686"/>
                  <a:pt x="471703" y="143153"/>
                  <a:pt x="471426" y="143534"/>
                </a:cubicBezTo>
                <a:cubicBezTo>
                  <a:pt x="471150" y="143914"/>
                  <a:pt x="470700" y="144243"/>
                  <a:pt x="470077" y="144520"/>
                </a:cubicBezTo>
                <a:cubicBezTo>
                  <a:pt x="469454" y="144797"/>
                  <a:pt x="468589" y="145005"/>
                  <a:pt x="467481" y="145143"/>
                </a:cubicBezTo>
                <a:cubicBezTo>
                  <a:pt x="466374" y="145281"/>
                  <a:pt x="464955" y="145351"/>
                  <a:pt x="463224" y="145351"/>
                </a:cubicBezTo>
                <a:cubicBezTo>
                  <a:pt x="461563" y="145351"/>
                  <a:pt x="460179" y="145281"/>
                  <a:pt x="459072" y="145143"/>
                </a:cubicBezTo>
                <a:cubicBezTo>
                  <a:pt x="457964" y="145005"/>
                  <a:pt x="457082" y="144797"/>
                  <a:pt x="456424" y="144520"/>
                </a:cubicBezTo>
                <a:cubicBezTo>
                  <a:pt x="455767" y="144243"/>
                  <a:pt x="455317" y="143914"/>
                  <a:pt x="455074" y="143534"/>
                </a:cubicBezTo>
                <a:cubicBezTo>
                  <a:pt x="454832" y="143151"/>
                  <a:pt x="454711" y="142683"/>
                  <a:pt x="454711" y="142129"/>
                </a:cubicBezTo>
                <a:lnTo>
                  <a:pt x="454711" y="3326"/>
                </a:lnTo>
                <a:cubicBezTo>
                  <a:pt x="454711" y="2772"/>
                  <a:pt x="454832" y="2287"/>
                  <a:pt x="455074" y="1872"/>
                </a:cubicBezTo>
                <a:cubicBezTo>
                  <a:pt x="455317" y="1455"/>
                  <a:pt x="455767" y="1107"/>
                  <a:pt x="456424" y="831"/>
                </a:cubicBezTo>
                <a:cubicBezTo>
                  <a:pt x="457082" y="554"/>
                  <a:pt x="457964" y="346"/>
                  <a:pt x="459072" y="208"/>
                </a:cubicBezTo>
                <a:cubicBezTo>
                  <a:pt x="460179" y="69"/>
                  <a:pt x="461563" y="0"/>
                  <a:pt x="463224" y="0"/>
                </a:cubicBezTo>
                <a:cubicBezTo>
                  <a:pt x="464955" y="0"/>
                  <a:pt x="466374" y="69"/>
                  <a:pt x="467481" y="208"/>
                </a:cubicBezTo>
                <a:cubicBezTo>
                  <a:pt x="468589" y="346"/>
                  <a:pt x="469454" y="554"/>
                  <a:pt x="470077" y="831"/>
                </a:cubicBezTo>
                <a:cubicBezTo>
                  <a:pt x="470700" y="1107"/>
                  <a:pt x="471150" y="1455"/>
                  <a:pt x="471426" y="1872"/>
                </a:cubicBezTo>
                <a:cubicBezTo>
                  <a:pt x="471703" y="2287"/>
                  <a:pt x="471842" y="2772"/>
                  <a:pt x="471842" y="3326"/>
                </a:cubicBezTo>
                <a:lnTo>
                  <a:pt x="471842" y="87937"/>
                </a:lnTo>
                <a:lnTo>
                  <a:pt x="507141" y="49108"/>
                </a:lnTo>
                <a:cubicBezTo>
                  <a:pt x="507695" y="48416"/>
                  <a:pt x="508283" y="47845"/>
                  <a:pt x="508906" y="47395"/>
                </a:cubicBezTo>
                <a:cubicBezTo>
                  <a:pt x="509529" y="46945"/>
                  <a:pt x="510273" y="46564"/>
                  <a:pt x="511138" y="46253"/>
                </a:cubicBezTo>
                <a:cubicBezTo>
                  <a:pt x="512003" y="45941"/>
                  <a:pt x="513024" y="45734"/>
                  <a:pt x="514201" y="45630"/>
                </a:cubicBezTo>
                <a:cubicBezTo>
                  <a:pt x="515378" y="45526"/>
                  <a:pt x="516797" y="45474"/>
                  <a:pt x="518458" y="45474"/>
                </a:cubicBezTo>
                <a:cubicBezTo>
                  <a:pt x="520188" y="45474"/>
                  <a:pt x="521642" y="45526"/>
                  <a:pt x="522818" y="45630"/>
                </a:cubicBezTo>
                <a:cubicBezTo>
                  <a:pt x="523995" y="45734"/>
                  <a:pt x="524947" y="45907"/>
                  <a:pt x="525673" y="46149"/>
                </a:cubicBezTo>
                <a:cubicBezTo>
                  <a:pt x="526400" y="46391"/>
                  <a:pt x="526919" y="46703"/>
                  <a:pt x="527231" y="47083"/>
                </a:cubicBezTo>
                <a:cubicBezTo>
                  <a:pt x="527542" y="47464"/>
                  <a:pt x="527698" y="47966"/>
                  <a:pt x="527698" y="48589"/>
                </a:cubicBezTo>
                <a:cubicBezTo>
                  <a:pt x="527698" y="49419"/>
                  <a:pt x="527473" y="50250"/>
                  <a:pt x="527023" y="51080"/>
                </a:cubicBezTo>
                <a:cubicBezTo>
                  <a:pt x="526573" y="51911"/>
                  <a:pt x="525829" y="52880"/>
                  <a:pt x="524791" y="53987"/>
                </a:cubicBezTo>
                <a:lnTo>
                  <a:pt x="490945" y="87833"/>
                </a:lnTo>
                <a:lnTo>
                  <a:pt x="528944" y="137149"/>
                </a:lnTo>
                <a:cubicBezTo>
                  <a:pt x="529844" y="138325"/>
                  <a:pt x="530484" y="139277"/>
                  <a:pt x="530864" y="140004"/>
                </a:cubicBezTo>
                <a:cubicBezTo>
                  <a:pt x="531245" y="140731"/>
                  <a:pt x="531435" y="141405"/>
                  <a:pt x="531435" y="142028"/>
                </a:cubicBezTo>
                <a:close/>
                <a:moveTo>
                  <a:pt x="623069" y="91363"/>
                </a:moveTo>
                <a:cubicBezTo>
                  <a:pt x="623069" y="94063"/>
                  <a:pt x="622394" y="95983"/>
                  <a:pt x="621045" y="97125"/>
                </a:cubicBezTo>
                <a:cubicBezTo>
                  <a:pt x="619695" y="98267"/>
                  <a:pt x="618155" y="98838"/>
                  <a:pt x="616425" y="98838"/>
                </a:cubicBezTo>
                <a:lnTo>
                  <a:pt x="555170" y="98838"/>
                </a:lnTo>
                <a:cubicBezTo>
                  <a:pt x="555170" y="104045"/>
                  <a:pt x="555689" y="108731"/>
                  <a:pt x="556727" y="112897"/>
                </a:cubicBezTo>
                <a:cubicBezTo>
                  <a:pt x="557765" y="117062"/>
                  <a:pt x="559496" y="120638"/>
                  <a:pt x="561918" y="123623"/>
                </a:cubicBezTo>
                <a:cubicBezTo>
                  <a:pt x="564341" y="126608"/>
                  <a:pt x="567490" y="128899"/>
                  <a:pt x="571366" y="130498"/>
                </a:cubicBezTo>
                <a:cubicBezTo>
                  <a:pt x="575242" y="132094"/>
                  <a:pt x="579983" y="132892"/>
                  <a:pt x="585590" y="132892"/>
                </a:cubicBezTo>
                <a:cubicBezTo>
                  <a:pt x="590019" y="132892"/>
                  <a:pt x="593965" y="132529"/>
                  <a:pt x="597425" y="131802"/>
                </a:cubicBezTo>
                <a:cubicBezTo>
                  <a:pt x="600886" y="131075"/>
                  <a:pt x="603880" y="130262"/>
                  <a:pt x="606406" y="129362"/>
                </a:cubicBezTo>
                <a:cubicBezTo>
                  <a:pt x="608932" y="128462"/>
                  <a:pt x="611009" y="127649"/>
                  <a:pt x="612635" y="126922"/>
                </a:cubicBezTo>
                <a:cubicBezTo>
                  <a:pt x="614262" y="126196"/>
                  <a:pt x="615490" y="125832"/>
                  <a:pt x="616321" y="125832"/>
                </a:cubicBezTo>
                <a:cubicBezTo>
                  <a:pt x="616805" y="125832"/>
                  <a:pt x="617238" y="125953"/>
                  <a:pt x="617619" y="126196"/>
                </a:cubicBezTo>
                <a:cubicBezTo>
                  <a:pt x="617999" y="126438"/>
                  <a:pt x="618294" y="126801"/>
                  <a:pt x="618501" y="127286"/>
                </a:cubicBezTo>
                <a:cubicBezTo>
                  <a:pt x="618709" y="127770"/>
                  <a:pt x="618865" y="128445"/>
                  <a:pt x="618968" y="129310"/>
                </a:cubicBezTo>
                <a:cubicBezTo>
                  <a:pt x="619072" y="130175"/>
                  <a:pt x="619124" y="131231"/>
                  <a:pt x="619124" y="132477"/>
                </a:cubicBezTo>
                <a:cubicBezTo>
                  <a:pt x="619124" y="133377"/>
                  <a:pt x="619089" y="134155"/>
                  <a:pt x="619020" y="134813"/>
                </a:cubicBezTo>
                <a:cubicBezTo>
                  <a:pt x="618951" y="135470"/>
                  <a:pt x="618865" y="136059"/>
                  <a:pt x="618761" y="136578"/>
                </a:cubicBezTo>
                <a:cubicBezTo>
                  <a:pt x="618657" y="137097"/>
                  <a:pt x="618484" y="137564"/>
                  <a:pt x="618242" y="137979"/>
                </a:cubicBezTo>
                <a:cubicBezTo>
                  <a:pt x="617999" y="138395"/>
                  <a:pt x="617688" y="138793"/>
                  <a:pt x="617307" y="139173"/>
                </a:cubicBezTo>
                <a:cubicBezTo>
                  <a:pt x="616927" y="139554"/>
                  <a:pt x="615802" y="140177"/>
                  <a:pt x="613933" y="141042"/>
                </a:cubicBezTo>
                <a:cubicBezTo>
                  <a:pt x="612064" y="141907"/>
                  <a:pt x="609642" y="142755"/>
                  <a:pt x="606665" y="143586"/>
                </a:cubicBezTo>
                <a:cubicBezTo>
                  <a:pt x="603689" y="144416"/>
                  <a:pt x="600246" y="145160"/>
                  <a:pt x="596335" y="145818"/>
                </a:cubicBezTo>
                <a:cubicBezTo>
                  <a:pt x="592425" y="146475"/>
                  <a:pt x="588254" y="146804"/>
                  <a:pt x="583825" y="146804"/>
                </a:cubicBezTo>
                <a:cubicBezTo>
                  <a:pt x="576142" y="146804"/>
                  <a:pt x="569411" y="145730"/>
                  <a:pt x="563631" y="143582"/>
                </a:cubicBezTo>
                <a:cubicBezTo>
                  <a:pt x="557852" y="141435"/>
                  <a:pt x="552990" y="138248"/>
                  <a:pt x="549044" y="134021"/>
                </a:cubicBezTo>
                <a:cubicBezTo>
                  <a:pt x="545099" y="129795"/>
                  <a:pt x="542123" y="124494"/>
                  <a:pt x="540116" y="118120"/>
                </a:cubicBezTo>
                <a:cubicBezTo>
                  <a:pt x="538108" y="111746"/>
                  <a:pt x="537105" y="104332"/>
                  <a:pt x="537105" y="95880"/>
                </a:cubicBezTo>
                <a:cubicBezTo>
                  <a:pt x="537105" y="87842"/>
                  <a:pt x="538143" y="80619"/>
                  <a:pt x="540219" y="74210"/>
                </a:cubicBezTo>
                <a:cubicBezTo>
                  <a:pt x="542296" y="67801"/>
                  <a:pt x="545289" y="62362"/>
                  <a:pt x="549200" y="57894"/>
                </a:cubicBezTo>
                <a:cubicBezTo>
                  <a:pt x="553111" y="53425"/>
                  <a:pt x="557835" y="49996"/>
                  <a:pt x="563372" y="47606"/>
                </a:cubicBezTo>
                <a:cubicBezTo>
                  <a:pt x="568909" y="45216"/>
                  <a:pt x="575104" y="44020"/>
                  <a:pt x="581956" y="44020"/>
                </a:cubicBezTo>
                <a:cubicBezTo>
                  <a:pt x="589293" y="44020"/>
                  <a:pt x="595539" y="45197"/>
                  <a:pt x="600696" y="47550"/>
                </a:cubicBezTo>
                <a:cubicBezTo>
                  <a:pt x="605852" y="49904"/>
                  <a:pt x="610092" y="53070"/>
                  <a:pt x="613414" y="57050"/>
                </a:cubicBezTo>
                <a:cubicBezTo>
                  <a:pt x="616736" y="61030"/>
                  <a:pt x="619176" y="65702"/>
                  <a:pt x="620733" y="71066"/>
                </a:cubicBezTo>
                <a:cubicBezTo>
                  <a:pt x="622291" y="76430"/>
                  <a:pt x="623069" y="82158"/>
                  <a:pt x="623069" y="88249"/>
                </a:cubicBezTo>
                <a:lnTo>
                  <a:pt x="623069" y="91363"/>
                </a:lnTo>
                <a:moveTo>
                  <a:pt x="605835" y="86276"/>
                </a:moveTo>
                <a:cubicBezTo>
                  <a:pt x="606043" y="77278"/>
                  <a:pt x="604053" y="70218"/>
                  <a:pt x="599865" y="65096"/>
                </a:cubicBezTo>
                <a:cubicBezTo>
                  <a:pt x="595678" y="59974"/>
                  <a:pt x="589466" y="57414"/>
                  <a:pt x="581229" y="57414"/>
                </a:cubicBezTo>
                <a:cubicBezTo>
                  <a:pt x="577007" y="57414"/>
                  <a:pt x="573304" y="58209"/>
                  <a:pt x="570120" y="59801"/>
                </a:cubicBezTo>
                <a:cubicBezTo>
                  <a:pt x="566936" y="61393"/>
                  <a:pt x="564272" y="63504"/>
                  <a:pt x="562126" y="66135"/>
                </a:cubicBezTo>
                <a:cubicBezTo>
                  <a:pt x="559980" y="68765"/>
                  <a:pt x="558319" y="71827"/>
                  <a:pt x="557142" y="75323"/>
                </a:cubicBezTo>
                <a:cubicBezTo>
                  <a:pt x="555966" y="78818"/>
                  <a:pt x="555308" y="82469"/>
                  <a:pt x="555170" y="86276"/>
                </a:cubicBezTo>
                <a:lnTo>
                  <a:pt x="605835" y="86276"/>
                </a:lnTo>
                <a:close/>
                <a:moveTo>
                  <a:pt x="703578" y="54818"/>
                </a:moveTo>
                <a:cubicBezTo>
                  <a:pt x="703578" y="56341"/>
                  <a:pt x="703543" y="57621"/>
                  <a:pt x="703474" y="58659"/>
                </a:cubicBezTo>
                <a:cubicBezTo>
                  <a:pt x="703405" y="59698"/>
                  <a:pt x="703266" y="60511"/>
                  <a:pt x="703059" y="61099"/>
                </a:cubicBezTo>
                <a:cubicBezTo>
                  <a:pt x="702851" y="61688"/>
                  <a:pt x="702591" y="62137"/>
                  <a:pt x="702280" y="62449"/>
                </a:cubicBezTo>
                <a:cubicBezTo>
                  <a:pt x="701968" y="62760"/>
                  <a:pt x="701536" y="62916"/>
                  <a:pt x="700982" y="62916"/>
                </a:cubicBezTo>
                <a:cubicBezTo>
                  <a:pt x="700428" y="62916"/>
                  <a:pt x="699754" y="62760"/>
                  <a:pt x="698958" y="62449"/>
                </a:cubicBezTo>
                <a:cubicBezTo>
                  <a:pt x="698162" y="62137"/>
                  <a:pt x="697262" y="61826"/>
                  <a:pt x="696258" y="61514"/>
                </a:cubicBezTo>
                <a:cubicBezTo>
                  <a:pt x="695255" y="61203"/>
                  <a:pt x="694130" y="60909"/>
                  <a:pt x="692884" y="60632"/>
                </a:cubicBezTo>
                <a:cubicBezTo>
                  <a:pt x="691638" y="60355"/>
                  <a:pt x="690288" y="60217"/>
                  <a:pt x="688835" y="60217"/>
                </a:cubicBezTo>
                <a:cubicBezTo>
                  <a:pt x="687105" y="60217"/>
                  <a:pt x="685409" y="60563"/>
                  <a:pt x="683748" y="61255"/>
                </a:cubicBezTo>
                <a:cubicBezTo>
                  <a:pt x="682087" y="61947"/>
                  <a:pt x="680339" y="63089"/>
                  <a:pt x="678505" y="64681"/>
                </a:cubicBezTo>
                <a:cubicBezTo>
                  <a:pt x="676670" y="66273"/>
                  <a:pt x="674750" y="68384"/>
                  <a:pt x="672743" y="71014"/>
                </a:cubicBezTo>
                <a:cubicBezTo>
                  <a:pt x="670735" y="73644"/>
                  <a:pt x="668520" y="76863"/>
                  <a:pt x="666098" y="80670"/>
                </a:cubicBezTo>
                <a:lnTo>
                  <a:pt x="666098" y="142132"/>
                </a:lnTo>
                <a:cubicBezTo>
                  <a:pt x="666098" y="142686"/>
                  <a:pt x="665960" y="143153"/>
                  <a:pt x="665683" y="143534"/>
                </a:cubicBezTo>
                <a:cubicBezTo>
                  <a:pt x="665406" y="143914"/>
                  <a:pt x="664956" y="144243"/>
                  <a:pt x="664333" y="144520"/>
                </a:cubicBezTo>
                <a:cubicBezTo>
                  <a:pt x="663710" y="144797"/>
                  <a:pt x="662845" y="145005"/>
                  <a:pt x="661737" y="145143"/>
                </a:cubicBezTo>
                <a:cubicBezTo>
                  <a:pt x="660630" y="145281"/>
                  <a:pt x="659211" y="145351"/>
                  <a:pt x="657481" y="145351"/>
                </a:cubicBezTo>
                <a:cubicBezTo>
                  <a:pt x="655820" y="145351"/>
                  <a:pt x="654435" y="145281"/>
                  <a:pt x="653328" y="145143"/>
                </a:cubicBezTo>
                <a:cubicBezTo>
                  <a:pt x="652220" y="145005"/>
                  <a:pt x="651338" y="144797"/>
                  <a:pt x="650680" y="144520"/>
                </a:cubicBezTo>
                <a:cubicBezTo>
                  <a:pt x="650023" y="144243"/>
                  <a:pt x="649573" y="143914"/>
                  <a:pt x="649331" y="143534"/>
                </a:cubicBezTo>
                <a:cubicBezTo>
                  <a:pt x="649088" y="143153"/>
                  <a:pt x="648967" y="142686"/>
                  <a:pt x="648967" y="142132"/>
                </a:cubicBezTo>
                <a:lnTo>
                  <a:pt x="648967" y="48692"/>
                </a:lnTo>
                <a:cubicBezTo>
                  <a:pt x="648967" y="48139"/>
                  <a:pt x="649071" y="47672"/>
                  <a:pt x="649279" y="47291"/>
                </a:cubicBezTo>
                <a:cubicBezTo>
                  <a:pt x="649486" y="46910"/>
                  <a:pt x="649902" y="46564"/>
                  <a:pt x="650525" y="46253"/>
                </a:cubicBezTo>
                <a:cubicBezTo>
                  <a:pt x="651148" y="45941"/>
                  <a:pt x="651944" y="45734"/>
                  <a:pt x="652913" y="45630"/>
                </a:cubicBezTo>
                <a:cubicBezTo>
                  <a:pt x="653882" y="45526"/>
                  <a:pt x="655162" y="45474"/>
                  <a:pt x="656754" y="45474"/>
                </a:cubicBezTo>
                <a:cubicBezTo>
                  <a:pt x="658277" y="45474"/>
                  <a:pt x="659540" y="45526"/>
                  <a:pt x="660543" y="45630"/>
                </a:cubicBezTo>
                <a:cubicBezTo>
                  <a:pt x="661547" y="45734"/>
                  <a:pt x="662326" y="45941"/>
                  <a:pt x="662879" y="46253"/>
                </a:cubicBezTo>
                <a:cubicBezTo>
                  <a:pt x="663433" y="46564"/>
                  <a:pt x="663831" y="46910"/>
                  <a:pt x="664073" y="47291"/>
                </a:cubicBezTo>
                <a:cubicBezTo>
                  <a:pt x="664316" y="47672"/>
                  <a:pt x="664437" y="48139"/>
                  <a:pt x="664437" y="48692"/>
                </a:cubicBezTo>
                <a:lnTo>
                  <a:pt x="664437" y="62293"/>
                </a:lnTo>
                <a:cubicBezTo>
                  <a:pt x="666998" y="58556"/>
                  <a:pt x="669403" y="55510"/>
                  <a:pt x="671652" y="53157"/>
                </a:cubicBezTo>
                <a:cubicBezTo>
                  <a:pt x="673902" y="50804"/>
                  <a:pt x="676030" y="48952"/>
                  <a:pt x="678037" y="47602"/>
                </a:cubicBezTo>
                <a:cubicBezTo>
                  <a:pt x="680045" y="46253"/>
                  <a:pt x="682035" y="45318"/>
                  <a:pt x="684007" y="44799"/>
                </a:cubicBezTo>
                <a:cubicBezTo>
                  <a:pt x="685980" y="44280"/>
                  <a:pt x="687970" y="44020"/>
                  <a:pt x="689977" y="44020"/>
                </a:cubicBezTo>
                <a:cubicBezTo>
                  <a:pt x="690877" y="44020"/>
                  <a:pt x="691898" y="44072"/>
                  <a:pt x="693040" y="44176"/>
                </a:cubicBezTo>
                <a:cubicBezTo>
                  <a:pt x="694182" y="44280"/>
                  <a:pt x="695376" y="44470"/>
                  <a:pt x="696622" y="44747"/>
                </a:cubicBezTo>
                <a:cubicBezTo>
                  <a:pt x="697867" y="45024"/>
                  <a:pt x="698992" y="45336"/>
                  <a:pt x="699996" y="45682"/>
                </a:cubicBezTo>
                <a:cubicBezTo>
                  <a:pt x="700999" y="46028"/>
                  <a:pt x="701709" y="46374"/>
                  <a:pt x="702124" y="46720"/>
                </a:cubicBezTo>
                <a:cubicBezTo>
                  <a:pt x="702539" y="47066"/>
                  <a:pt x="702816" y="47395"/>
                  <a:pt x="702955" y="47706"/>
                </a:cubicBezTo>
                <a:cubicBezTo>
                  <a:pt x="703093" y="48018"/>
                  <a:pt x="703214" y="48416"/>
                  <a:pt x="703318" y="48900"/>
                </a:cubicBezTo>
                <a:cubicBezTo>
                  <a:pt x="703422" y="49385"/>
                  <a:pt x="703491" y="50094"/>
                  <a:pt x="703526" y="51028"/>
                </a:cubicBezTo>
                <a:cubicBezTo>
                  <a:pt x="703560" y="51963"/>
                  <a:pt x="703578" y="53226"/>
                  <a:pt x="703578" y="548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AliasMultiplicityAbuse">
            <a:extLst xmlns:a="http://schemas.openxmlformats.org/drawingml/2006/main">
              <a:ext uri="{FF2B5EF4-FFF2-40B4-BE49-F238E27FC236}">
                <a16:creationId xmlns:a16="http://schemas.microsoft.com/office/drawing/2014/main" id="{05FBF460-8B85-464F-A423-FAECB2F0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9396" y="129049"/>
            <a:ext cx="2283537" cy="202080"/>
          </a:xfrm>
          <a:custGeom xmlns:a="http://schemas.openxmlformats.org/drawingml/2006/main">
            <a:pathLst>
              <a:path w="2283537" h="202080">
                <a:moveTo>
                  <a:pt x="135449" y="148913"/>
                </a:moveTo>
                <a:cubicBezTo>
                  <a:pt x="136369" y="151675"/>
                  <a:pt x="136945" y="153862"/>
                  <a:pt x="137175" y="155473"/>
                </a:cubicBezTo>
                <a:cubicBezTo>
                  <a:pt x="137405" y="157084"/>
                  <a:pt x="137098" y="158292"/>
                  <a:pt x="136254" y="159098"/>
                </a:cubicBezTo>
                <a:cubicBezTo>
                  <a:pt x="135410" y="159903"/>
                  <a:pt x="133914" y="160402"/>
                  <a:pt x="131766" y="160594"/>
                </a:cubicBezTo>
                <a:cubicBezTo>
                  <a:pt x="129618" y="160786"/>
                  <a:pt x="126664" y="160881"/>
                  <a:pt x="122905" y="160881"/>
                </a:cubicBezTo>
                <a:cubicBezTo>
                  <a:pt x="118992" y="160881"/>
                  <a:pt x="115943" y="160824"/>
                  <a:pt x="113756" y="160709"/>
                </a:cubicBezTo>
                <a:cubicBezTo>
                  <a:pt x="111570" y="160594"/>
                  <a:pt x="109901" y="160364"/>
                  <a:pt x="108750" y="160018"/>
                </a:cubicBezTo>
                <a:cubicBezTo>
                  <a:pt x="107600" y="159673"/>
                  <a:pt x="106794" y="159194"/>
                  <a:pt x="106334" y="158580"/>
                </a:cubicBezTo>
                <a:cubicBezTo>
                  <a:pt x="105873" y="157966"/>
                  <a:pt x="105490" y="157161"/>
                  <a:pt x="105183" y="156163"/>
                </a:cubicBezTo>
                <a:lnTo>
                  <a:pt x="95171" y="126127"/>
                </a:lnTo>
                <a:lnTo>
                  <a:pt x="39242" y="126127"/>
                </a:lnTo>
                <a:lnTo>
                  <a:pt x="29806" y="155358"/>
                </a:lnTo>
                <a:cubicBezTo>
                  <a:pt x="29499" y="156432"/>
                  <a:pt x="29096" y="157333"/>
                  <a:pt x="28597" y="158062"/>
                </a:cubicBezTo>
                <a:cubicBezTo>
                  <a:pt x="28099" y="158791"/>
                  <a:pt x="27293" y="159366"/>
                  <a:pt x="26181" y="159788"/>
                </a:cubicBezTo>
                <a:cubicBezTo>
                  <a:pt x="25068" y="160210"/>
                  <a:pt x="23495" y="160498"/>
                  <a:pt x="21462" y="160651"/>
                </a:cubicBezTo>
                <a:cubicBezTo>
                  <a:pt x="19429" y="160805"/>
                  <a:pt x="16763" y="160881"/>
                  <a:pt x="13464" y="160881"/>
                </a:cubicBezTo>
                <a:cubicBezTo>
                  <a:pt x="9935" y="160881"/>
                  <a:pt x="7173" y="160766"/>
                  <a:pt x="5179" y="160536"/>
                </a:cubicBezTo>
                <a:cubicBezTo>
                  <a:pt x="3184" y="160306"/>
                  <a:pt x="1803" y="159750"/>
                  <a:pt x="1036" y="158868"/>
                </a:cubicBezTo>
                <a:cubicBezTo>
                  <a:pt x="269" y="157985"/>
                  <a:pt x="0" y="156739"/>
                  <a:pt x="230" y="155127"/>
                </a:cubicBezTo>
                <a:cubicBezTo>
                  <a:pt x="460" y="153516"/>
                  <a:pt x="1036" y="151368"/>
                  <a:pt x="1956" y="148683"/>
                </a:cubicBezTo>
                <a:lnTo>
                  <a:pt x="47873" y="16571"/>
                </a:lnTo>
                <a:cubicBezTo>
                  <a:pt x="48333" y="15267"/>
                  <a:pt x="48871" y="14212"/>
                  <a:pt x="49484" y="13407"/>
                </a:cubicBezTo>
                <a:cubicBezTo>
                  <a:pt x="50098" y="12601"/>
                  <a:pt x="51076" y="11987"/>
                  <a:pt x="52419" y="11566"/>
                </a:cubicBezTo>
                <a:cubicBezTo>
                  <a:pt x="53761" y="11144"/>
                  <a:pt x="55622" y="10875"/>
                  <a:pt x="58000" y="10760"/>
                </a:cubicBezTo>
                <a:cubicBezTo>
                  <a:pt x="60378" y="10645"/>
                  <a:pt x="63524" y="10587"/>
                  <a:pt x="67437" y="10587"/>
                </a:cubicBezTo>
                <a:cubicBezTo>
                  <a:pt x="71963" y="10587"/>
                  <a:pt x="75569" y="10645"/>
                  <a:pt x="78254" y="10760"/>
                </a:cubicBezTo>
                <a:cubicBezTo>
                  <a:pt x="80939" y="10875"/>
                  <a:pt x="83030" y="11144"/>
                  <a:pt x="84526" y="11566"/>
                </a:cubicBezTo>
                <a:cubicBezTo>
                  <a:pt x="86022" y="11987"/>
                  <a:pt x="87096" y="12620"/>
                  <a:pt x="87748" y="13464"/>
                </a:cubicBezTo>
                <a:cubicBezTo>
                  <a:pt x="88400" y="14308"/>
                  <a:pt x="88957" y="15459"/>
                  <a:pt x="89417" y="16917"/>
                </a:cubicBezTo>
                <a:lnTo>
                  <a:pt x="135449" y="148913"/>
                </a:lnTo>
                <a:moveTo>
                  <a:pt x="67091" y="39595"/>
                </a:moveTo>
                <a:lnTo>
                  <a:pt x="66976" y="39595"/>
                </a:lnTo>
                <a:lnTo>
                  <a:pt x="45917" y="102881"/>
                </a:lnTo>
                <a:lnTo>
                  <a:pt x="88151" y="102881"/>
                </a:lnTo>
                <a:lnTo>
                  <a:pt x="67091" y="39595"/>
                </a:lnTo>
                <a:close/>
                <a:moveTo>
                  <a:pt x="183114" y="156278"/>
                </a:moveTo>
                <a:cubicBezTo>
                  <a:pt x="183114" y="157045"/>
                  <a:pt x="182884" y="157717"/>
                  <a:pt x="182424" y="158292"/>
                </a:cubicBezTo>
                <a:cubicBezTo>
                  <a:pt x="181963" y="158868"/>
                  <a:pt x="181177" y="159347"/>
                  <a:pt x="180065" y="159731"/>
                </a:cubicBezTo>
                <a:cubicBezTo>
                  <a:pt x="178952" y="160114"/>
                  <a:pt x="177475" y="160402"/>
                  <a:pt x="175634" y="160594"/>
                </a:cubicBezTo>
                <a:cubicBezTo>
                  <a:pt x="173793" y="160786"/>
                  <a:pt x="171453" y="160881"/>
                  <a:pt x="168614" y="160881"/>
                </a:cubicBezTo>
                <a:cubicBezTo>
                  <a:pt x="165776" y="160881"/>
                  <a:pt x="163436" y="160786"/>
                  <a:pt x="161594" y="160594"/>
                </a:cubicBezTo>
                <a:cubicBezTo>
                  <a:pt x="159753" y="160402"/>
                  <a:pt x="158276" y="160114"/>
                  <a:pt x="157164" y="159731"/>
                </a:cubicBezTo>
                <a:cubicBezTo>
                  <a:pt x="156051" y="159347"/>
                  <a:pt x="155265" y="158868"/>
                  <a:pt x="154805" y="158292"/>
                </a:cubicBezTo>
                <a:cubicBezTo>
                  <a:pt x="154344" y="157717"/>
                  <a:pt x="154114" y="157045"/>
                  <a:pt x="154114" y="156278"/>
                </a:cubicBezTo>
                <a:lnTo>
                  <a:pt x="154114" y="4948"/>
                </a:lnTo>
                <a:cubicBezTo>
                  <a:pt x="154114" y="4181"/>
                  <a:pt x="154344" y="3491"/>
                  <a:pt x="154805" y="2877"/>
                </a:cubicBezTo>
                <a:cubicBezTo>
                  <a:pt x="155265" y="2263"/>
                  <a:pt x="156051" y="1745"/>
                  <a:pt x="157164" y="1323"/>
                </a:cubicBezTo>
                <a:cubicBezTo>
                  <a:pt x="158276" y="901"/>
                  <a:pt x="159753" y="575"/>
                  <a:pt x="161594" y="345"/>
                </a:cubicBezTo>
                <a:cubicBezTo>
                  <a:pt x="163436" y="115"/>
                  <a:pt x="165776" y="0"/>
                  <a:pt x="168614" y="0"/>
                </a:cubicBezTo>
                <a:cubicBezTo>
                  <a:pt x="171453" y="0"/>
                  <a:pt x="173793" y="115"/>
                  <a:pt x="175634" y="345"/>
                </a:cubicBezTo>
                <a:cubicBezTo>
                  <a:pt x="177475" y="575"/>
                  <a:pt x="178952" y="901"/>
                  <a:pt x="180065" y="1323"/>
                </a:cubicBezTo>
                <a:cubicBezTo>
                  <a:pt x="181177" y="1745"/>
                  <a:pt x="181963" y="2263"/>
                  <a:pt x="182424" y="2877"/>
                </a:cubicBezTo>
                <a:cubicBezTo>
                  <a:pt x="182884" y="3491"/>
                  <a:pt x="183114" y="4181"/>
                  <a:pt x="183114" y="4948"/>
                </a:cubicBezTo>
                <a:lnTo>
                  <a:pt x="183114" y="156278"/>
                </a:lnTo>
                <a:close/>
                <a:moveTo>
                  <a:pt x="240409" y="156278"/>
                </a:moveTo>
                <a:cubicBezTo>
                  <a:pt x="240409" y="157045"/>
                  <a:pt x="240179" y="157717"/>
                  <a:pt x="239718" y="158292"/>
                </a:cubicBezTo>
                <a:cubicBezTo>
                  <a:pt x="239258" y="158868"/>
                  <a:pt x="238472" y="159347"/>
                  <a:pt x="237359" y="159731"/>
                </a:cubicBezTo>
                <a:cubicBezTo>
                  <a:pt x="236247" y="160114"/>
                  <a:pt x="234770" y="160402"/>
                  <a:pt x="232929" y="160594"/>
                </a:cubicBezTo>
                <a:cubicBezTo>
                  <a:pt x="231087" y="160786"/>
                  <a:pt x="228747" y="160881"/>
                  <a:pt x="225909" y="160881"/>
                </a:cubicBezTo>
                <a:cubicBezTo>
                  <a:pt x="223070" y="160881"/>
                  <a:pt x="220730" y="160786"/>
                  <a:pt x="218889" y="160594"/>
                </a:cubicBezTo>
                <a:cubicBezTo>
                  <a:pt x="217048" y="160402"/>
                  <a:pt x="215571" y="160114"/>
                  <a:pt x="214458" y="159731"/>
                </a:cubicBezTo>
                <a:cubicBezTo>
                  <a:pt x="213346" y="159347"/>
                  <a:pt x="212560" y="158868"/>
                  <a:pt x="212099" y="158292"/>
                </a:cubicBezTo>
                <a:cubicBezTo>
                  <a:pt x="211639" y="157717"/>
                  <a:pt x="211409" y="157045"/>
                  <a:pt x="211409" y="156278"/>
                </a:cubicBezTo>
                <a:lnTo>
                  <a:pt x="211409" y="53857"/>
                </a:lnTo>
                <a:cubicBezTo>
                  <a:pt x="211409" y="53090"/>
                  <a:pt x="211639" y="52419"/>
                  <a:pt x="212099" y="51843"/>
                </a:cubicBezTo>
                <a:cubicBezTo>
                  <a:pt x="212560" y="51268"/>
                  <a:pt x="213346" y="50769"/>
                  <a:pt x="214458" y="50347"/>
                </a:cubicBezTo>
                <a:cubicBezTo>
                  <a:pt x="215571" y="49925"/>
                  <a:pt x="217048" y="49599"/>
                  <a:pt x="218889" y="49369"/>
                </a:cubicBezTo>
                <a:cubicBezTo>
                  <a:pt x="220730" y="49139"/>
                  <a:pt x="223070" y="49024"/>
                  <a:pt x="225909" y="49024"/>
                </a:cubicBezTo>
                <a:cubicBezTo>
                  <a:pt x="228747" y="49024"/>
                  <a:pt x="231087" y="49139"/>
                  <a:pt x="232929" y="49369"/>
                </a:cubicBezTo>
                <a:cubicBezTo>
                  <a:pt x="234770" y="49599"/>
                  <a:pt x="236247" y="49925"/>
                  <a:pt x="237359" y="50347"/>
                </a:cubicBezTo>
                <a:cubicBezTo>
                  <a:pt x="238472" y="50769"/>
                  <a:pt x="239258" y="51268"/>
                  <a:pt x="239718" y="51843"/>
                </a:cubicBezTo>
                <a:cubicBezTo>
                  <a:pt x="240179" y="52419"/>
                  <a:pt x="240409" y="53090"/>
                  <a:pt x="240409" y="53857"/>
                </a:cubicBezTo>
                <a:lnTo>
                  <a:pt x="240409" y="156278"/>
                </a:lnTo>
                <a:moveTo>
                  <a:pt x="242595" y="18873"/>
                </a:moveTo>
                <a:cubicBezTo>
                  <a:pt x="242595" y="24704"/>
                  <a:pt x="241406" y="28732"/>
                  <a:pt x="239028" y="30956"/>
                </a:cubicBezTo>
                <a:cubicBezTo>
                  <a:pt x="236650" y="33181"/>
                  <a:pt x="232238" y="34294"/>
                  <a:pt x="225794" y="34294"/>
                </a:cubicBezTo>
                <a:cubicBezTo>
                  <a:pt x="219273" y="34294"/>
                  <a:pt x="214880" y="33220"/>
                  <a:pt x="212617" y="31072"/>
                </a:cubicBezTo>
                <a:cubicBezTo>
                  <a:pt x="210354" y="28923"/>
                  <a:pt x="209222" y="25049"/>
                  <a:pt x="209222" y="19448"/>
                </a:cubicBezTo>
                <a:cubicBezTo>
                  <a:pt x="209222" y="13618"/>
                  <a:pt x="210392" y="9571"/>
                  <a:pt x="212732" y="7308"/>
                </a:cubicBezTo>
                <a:cubicBezTo>
                  <a:pt x="215072" y="5044"/>
                  <a:pt x="219503" y="3913"/>
                  <a:pt x="226024" y="3913"/>
                </a:cubicBezTo>
                <a:cubicBezTo>
                  <a:pt x="232468" y="3913"/>
                  <a:pt x="236841" y="5006"/>
                  <a:pt x="239143" y="7192"/>
                </a:cubicBezTo>
                <a:cubicBezTo>
                  <a:pt x="241445" y="9379"/>
                  <a:pt x="242595" y="13273"/>
                  <a:pt x="242595" y="18873"/>
                </a:cubicBezTo>
                <a:close/>
                <a:moveTo>
                  <a:pt x="356164" y="156620"/>
                </a:moveTo>
                <a:cubicBezTo>
                  <a:pt x="356164" y="157694"/>
                  <a:pt x="355781" y="158539"/>
                  <a:pt x="355013" y="159155"/>
                </a:cubicBezTo>
                <a:cubicBezTo>
                  <a:pt x="354246" y="159769"/>
                  <a:pt x="353038" y="160210"/>
                  <a:pt x="351388" y="160479"/>
                </a:cubicBezTo>
                <a:cubicBezTo>
                  <a:pt x="349739" y="160747"/>
                  <a:pt x="347303" y="160881"/>
                  <a:pt x="344081" y="160881"/>
                </a:cubicBezTo>
                <a:cubicBezTo>
                  <a:pt x="340628" y="160881"/>
                  <a:pt x="338116" y="160747"/>
                  <a:pt x="336543" y="160479"/>
                </a:cubicBezTo>
                <a:cubicBezTo>
                  <a:pt x="334970" y="160210"/>
                  <a:pt x="333858" y="159769"/>
                  <a:pt x="333206" y="159155"/>
                </a:cubicBezTo>
                <a:cubicBezTo>
                  <a:pt x="332554" y="158541"/>
                  <a:pt x="332228" y="157698"/>
                  <a:pt x="332228" y="156623"/>
                </a:cubicBezTo>
                <a:lnTo>
                  <a:pt x="332228" y="148453"/>
                </a:lnTo>
                <a:cubicBezTo>
                  <a:pt x="328008" y="152979"/>
                  <a:pt x="323194" y="156528"/>
                  <a:pt x="317785" y="159098"/>
                </a:cubicBezTo>
                <a:cubicBezTo>
                  <a:pt x="312376" y="161668"/>
                  <a:pt x="306373" y="162953"/>
                  <a:pt x="299775" y="162953"/>
                </a:cubicBezTo>
                <a:cubicBezTo>
                  <a:pt x="294328" y="162953"/>
                  <a:pt x="289322" y="162241"/>
                  <a:pt x="284757" y="160817"/>
                </a:cubicBezTo>
                <a:cubicBezTo>
                  <a:pt x="280192" y="159393"/>
                  <a:pt x="276241" y="157276"/>
                  <a:pt x="272904" y="154466"/>
                </a:cubicBezTo>
                <a:cubicBezTo>
                  <a:pt x="269567" y="151656"/>
                  <a:pt x="266977" y="148174"/>
                  <a:pt x="265136" y="144019"/>
                </a:cubicBezTo>
                <a:cubicBezTo>
                  <a:pt x="263295" y="139861"/>
                  <a:pt x="262374" y="135011"/>
                  <a:pt x="262374" y="129468"/>
                </a:cubicBezTo>
                <a:cubicBezTo>
                  <a:pt x="262374" y="123463"/>
                  <a:pt x="263544" y="118247"/>
                  <a:pt x="265884" y="113821"/>
                </a:cubicBezTo>
                <a:cubicBezTo>
                  <a:pt x="268224" y="109395"/>
                  <a:pt x="271715" y="105739"/>
                  <a:pt x="276356" y="102852"/>
                </a:cubicBezTo>
                <a:cubicBezTo>
                  <a:pt x="280998" y="99966"/>
                  <a:pt x="286771" y="97830"/>
                  <a:pt x="293676" y="96444"/>
                </a:cubicBezTo>
                <a:cubicBezTo>
                  <a:pt x="300581" y="95058"/>
                  <a:pt x="308598" y="94365"/>
                  <a:pt x="317728" y="94365"/>
                </a:cubicBezTo>
                <a:lnTo>
                  <a:pt x="327740" y="94365"/>
                </a:lnTo>
                <a:lnTo>
                  <a:pt x="327740" y="88180"/>
                </a:lnTo>
                <a:cubicBezTo>
                  <a:pt x="327740" y="84972"/>
                  <a:pt x="327414" y="82166"/>
                  <a:pt x="326761" y="79761"/>
                </a:cubicBezTo>
                <a:cubicBezTo>
                  <a:pt x="326109" y="77354"/>
                  <a:pt x="325035" y="75348"/>
                  <a:pt x="323539" y="73745"/>
                </a:cubicBezTo>
                <a:cubicBezTo>
                  <a:pt x="322043" y="72141"/>
                  <a:pt x="320048" y="70957"/>
                  <a:pt x="317555" y="70195"/>
                </a:cubicBezTo>
                <a:cubicBezTo>
                  <a:pt x="315062" y="69430"/>
                  <a:pt x="311974" y="69048"/>
                  <a:pt x="308291" y="69048"/>
                </a:cubicBezTo>
                <a:cubicBezTo>
                  <a:pt x="303458" y="69048"/>
                  <a:pt x="299142" y="69585"/>
                  <a:pt x="295345" y="70659"/>
                </a:cubicBezTo>
                <a:cubicBezTo>
                  <a:pt x="291547" y="71733"/>
                  <a:pt x="288191" y="72922"/>
                  <a:pt x="285275" y="74226"/>
                </a:cubicBezTo>
                <a:cubicBezTo>
                  <a:pt x="282360" y="75531"/>
                  <a:pt x="279924" y="76720"/>
                  <a:pt x="277968" y="77794"/>
                </a:cubicBezTo>
                <a:cubicBezTo>
                  <a:pt x="276011" y="78868"/>
                  <a:pt x="274419" y="79405"/>
                  <a:pt x="273192" y="79405"/>
                </a:cubicBezTo>
                <a:cubicBezTo>
                  <a:pt x="272348" y="79405"/>
                  <a:pt x="271600" y="79135"/>
                  <a:pt x="270948" y="78596"/>
                </a:cubicBezTo>
                <a:cubicBezTo>
                  <a:pt x="270296" y="78056"/>
                  <a:pt x="269759" y="77286"/>
                  <a:pt x="269337" y="76283"/>
                </a:cubicBezTo>
                <a:cubicBezTo>
                  <a:pt x="268915" y="75281"/>
                  <a:pt x="268589" y="74048"/>
                  <a:pt x="268358" y="72583"/>
                </a:cubicBezTo>
                <a:cubicBezTo>
                  <a:pt x="268128" y="71116"/>
                  <a:pt x="268013" y="69496"/>
                  <a:pt x="268013" y="67724"/>
                </a:cubicBezTo>
                <a:cubicBezTo>
                  <a:pt x="268013" y="65334"/>
                  <a:pt x="268205" y="63445"/>
                  <a:pt x="268589" y="62057"/>
                </a:cubicBezTo>
                <a:cubicBezTo>
                  <a:pt x="268972" y="60669"/>
                  <a:pt x="269701" y="59416"/>
                  <a:pt x="270775" y="58299"/>
                </a:cubicBezTo>
                <a:cubicBezTo>
                  <a:pt x="271849" y="57179"/>
                  <a:pt x="273729" y="55948"/>
                  <a:pt x="276414" y="54605"/>
                </a:cubicBezTo>
                <a:cubicBezTo>
                  <a:pt x="279099" y="53263"/>
                  <a:pt x="282245" y="52016"/>
                  <a:pt x="285851" y="50865"/>
                </a:cubicBezTo>
                <a:cubicBezTo>
                  <a:pt x="289456" y="49714"/>
                  <a:pt x="293388" y="48775"/>
                  <a:pt x="297646" y="48046"/>
                </a:cubicBezTo>
                <a:cubicBezTo>
                  <a:pt x="301904" y="47317"/>
                  <a:pt x="306296" y="46953"/>
                  <a:pt x="310823" y="46953"/>
                </a:cubicBezTo>
                <a:cubicBezTo>
                  <a:pt x="318878" y="46953"/>
                  <a:pt x="325764" y="47740"/>
                  <a:pt x="331480" y="49315"/>
                </a:cubicBezTo>
                <a:cubicBezTo>
                  <a:pt x="337195" y="50888"/>
                  <a:pt x="341894" y="53307"/>
                  <a:pt x="345577" y="56572"/>
                </a:cubicBezTo>
                <a:cubicBezTo>
                  <a:pt x="349259" y="59835"/>
                  <a:pt x="351945" y="64039"/>
                  <a:pt x="353632" y="69184"/>
                </a:cubicBezTo>
                <a:cubicBezTo>
                  <a:pt x="355320" y="74329"/>
                  <a:pt x="356164" y="80435"/>
                  <a:pt x="356164" y="87500"/>
                </a:cubicBezTo>
                <a:lnTo>
                  <a:pt x="356164" y="156620"/>
                </a:lnTo>
                <a:moveTo>
                  <a:pt x="327740" y="112548"/>
                </a:moveTo>
                <a:lnTo>
                  <a:pt x="316692" y="112548"/>
                </a:lnTo>
                <a:cubicBezTo>
                  <a:pt x="312012" y="112548"/>
                  <a:pt x="308023" y="112896"/>
                  <a:pt x="304724" y="113591"/>
                </a:cubicBezTo>
                <a:cubicBezTo>
                  <a:pt x="301425" y="114286"/>
                  <a:pt x="298739" y="115330"/>
                  <a:pt x="296668" y="116723"/>
                </a:cubicBezTo>
                <a:cubicBezTo>
                  <a:pt x="294597" y="118114"/>
                  <a:pt x="293081" y="119796"/>
                  <a:pt x="292122" y="121769"/>
                </a:cubicBezTo>
                <a:cubicBezTo>
                  <a:pt x="291163" y="123739"/>
                  <a:pt x="290684" y="126000"/>
                  <a:pt x="290684" y="128551"/>
                </a:cubicBezTo>
                <a:cubicBezTo>
                  <a:pt x="290684" y="132881"/>
                  <a:pt x="292046" y="136283"/>
                  <a:pt x="294769" y="138757"/>
                </a:cubicBezTo>
                <a:cubicBezTo>
                  <a:pt x="297493" y="141232"/>
                  <a:pt x="301271" y="142469"/>
                  <a:pt x="306105" y="142469"/>
                </a:cubicBezTo>
                <a:cubicBezTo>
                  <a:pt x="310171" y="142469"/>
                  <a:pt x="313911" y="141426"/>
                  <a:pt x="317325" y="139340"/>
                </a:cubicBezTo>
                <a:cubicBezTo>
                  <a:pt x="320739" y="137252"/>
                  <a:pt x="324210" y="134197"/>
                  <a:pt x="327740" y="130177"/>
                </a:cubicBezTo>
                <a:lnTo>
                  <a:pt x="327740" y="112548"/>
                </a:lnTo>
                <a:close/>
                <a:moveTo>
                  <a:pt x="456953" y="127321"/>
                </a:moveTo>
                <a:cubicBezTo>
                  <a:pt x="456953" y="133164"/>
                  <a:pt x="455860" y="138315"/>
                  <a:pt x="453673" y="142774"/>
                </a:cubicBezTo>
                <a:cubicBezTo>
                  <a:pt x="451487" y="147231"/>
                  <a:pt x="448399" y="150959"/>
                  <a:pt x="444409" y="153959"/>
                </a:cubicBezTo>
                <a:cubicBezTo>
                  <a:pt x="440420" y="156956"/>
                  <a:pt x="435702" y="159203"/>
                  <a:pt x="430255" y="160702"/>
                </a:cubicBezTo>
                <a:cubicBezTo>
                  <a:pt x="424807" y="162202"/>
                  <a:pt x="418900" y="162953"/>
                  <a:pt x="412532" y="162953"/>
                </a:cubicBezTo>
                <a:cubicBezTo>
                  <a:pt x="408696" y="162953"/>
                  <a:pt x="405033" y="162662"/>
                  <a:pt x="401542" y="162079"/>
                </a:cubicBezTo>
                <a:cubicBezTo>
                  <a:pt x="398051" y="161496"/>
                  <a:pt x="394925" y="160759"/>
                  <a:pt x="392163" y="159867"/>
                </a:cubicBezTo>
                <a:cubicBezTo>
                  <a:pt x="389401" y="158973"/>
                  <a:pt x="387100" y="158061"/>
                  <a:pt x="385258" y="157131"/>
                </a:cubicBezTo>
                <a:cubicBezTo>
                  <a:pt x="383417" y="156198"/>
                  <a:pt x="382075" y="155324"/>
                  <a:pt x="381231" y="154509"/>
                </a:cubicBezTo>
                <a:cubicBezTo>
                  <a:pt x="380387" y="153694"/>
                  <a:pt x="379735" y="152418"/>
                  <a:pt x="379274" y="150682"/>
                </a:cubicBezTo>
                <a:cubicBezTo>
                  <a:pt x="378814" y="148947"/>
                  <a:pt x="378584" y="146381"/>
                  <a:pt x="378584" y="142987"/>
                </a:cubicBezTo>
                <a:cubicBezTo>
                  <a:pt x="378584" y="140750"/>
                  <a:pt x="378661" y="138956"/>
                  <a:pt x="378814" y="137607"/>
                </a:cubicBezTo>
                <a:cubicBezTo>
                  <a:pt x="378967" y="136257"/>
                  <a:pt x="379198" y="135177"/>
                  <a:pt x="379504" y="134366"/>
                </a:cubicBezTo>
                <a:cubicBezTo>
                  <a:pt x="379811" y="133556"/>
                  <a:pt x="380195" y="133017"/>
                  <a:pt x="380655" y="132748"/>
                </a:cubicBezTo>
                <a:cubicBezTo>
                  <a:pt x="381116" y="132477"/>
                  <a:pt x="381691" y="132342"/>
                  <a:pt x="382381" y="132342"/>
                </a:cubicBezTo>
                <a:cubicBezTo>
                  <a:pt x="383225" y="132342"/>
                  <a:pt x="384472" y="132827"/>
                  <a:pt x="386122" y="133798"/>
                </a:cubicBezTo>
                <a:cubicBezTo>
                  <a:pt x="387771" y="134769"/>
                  <a:pt x="389823" y="135837"/>
                  <a:pt x="392278" y="137002"/>
                </a:cubicBezTo>
                <a:cubicBezTo>
                  <a:pt x="394733" y="138168"/>
                  <a:pt x="397591" y="139255"/>
                  <a:pt x="400852" y="140264"/>
                </a:cubicBezTo>
                <a:cubicBezTo>
                  <a:pt x="404112" y="141274"/>
                  <a:pt x="407814" y="141778"/>
                  <a:pt x="411957" y="141778"/>
                </a:cubicBezTo>
                <a:cubicBezTo>
                  <a:pt x="414565" y="141778"/>
                  <a:pt x="416886" y="141511"/>
                  <a:pt x="418919" y="140976"/>
                </a:cubicBezTo>
                <a:cubicBezTo>
                  <a:pt x="420952" y="140442"/>
                  <a:pt x="422717" y="139678"/>
                  <a:pt x="424213" y="138685"/>
                </a:cubicBezTo>
                <a:cubicBezTo>
                  <a:pt x="425709" y="137690"/>
                  <a:pt x="426841" y="136429"/>
                  <a:pt x="427608" y="134902"/>
                </a:cubicBezTo>
                <a:cubicBezTo>
                  <a:pt x="428375" y="133375"/>
                  <a:pt x="428759" y="131618"/>
                  <a:pt x="428759" y="129630"/>
                </a:cubicBezTo>
                <a:cubicBezTo>
                  <a:pt x="428759" y="127324"/>
                  <a:pt x="428049" y="125345"/>
                  <a:pt x="426630" y="123693"/>
                </a:cubicBezTo>
                <a:cubicBezTo>
                  <a:pt x="425210" y="122038"/>
                  <a:pt x="423331" y="120596"/>
                  <a:pt x="420991" y="119366"/>
                </a:cubicBezTo>
                <a:cubicBezTo>
                  <a:pt x="418651" y="118137"/>
                  <a:pt x="416004" y="116983"/>
                  <a:pt x="413050" y="115907"/>
                </a:cubicBezTo>
                <a:cubicBezTo>
                  <a:pt x="410096" y="114830"/>
                  <a:pt x="407066" y="113639"/>
                  <a:pt x="403959" y="112332"/>
                </a:cubicBezTo>
                <a:cubicBezTo>
                  <a:pt x="400852" y="111026"/>
                  <a:pt x="397821" y="109527"/>
                  <a:pt x="394868" y="107837"/>
                </a:cubicBezTo>
                <a:cubicBezTo>
                  <a:pt x="391914" y="106144"/>
                  <a:pt x="389267" y="104068"/>
                  <a:pt x="386927" y="101608"/>
                </a:cubicBezTo>
                <a:cubicBezTo>
                  <a:pt x="384587" y="99148"/>
                  <a:pt x="382707" y="96190"/>
                  <a:pt x="381288" y="92733"/>
                </a:cubicBezTo>
                <a:cubicBezTo>
                  <a:pt x="379869" y="89273"/>
                  <a:pt x="379159" y="85122"/>
                  <a:pt x="379159" y="80279"/>
                </a:cubicBezTo>
                <a:cubicBezTo>
                  <a:pt x="379159" y="75357"/>
                  <a:pt x="380118" y="70840"/>
                  <a:pt x="382036" y="66728"/>
                </a:cubicBezTo>
                <a:cubicBezTo>
                  <a:pt x="383954" y="62617"/>
                  <a:pt x="386716" y="59101"/>
                  <a:pt x="390322" y="56180"/>
                </a:cubicBezTo>
                <a:cubicBezTo>
                  <a:pt x="393928" y="53258"/>
                  <a:pt x="398320" y="50990"/>
                  <a:pt x="403499" y="49376"/>
                </a:cubicBezTo>
                <a:cubicBezTo>
                  <a:pt x="408677" y="47760"/>
                  <a:pt x="414489" y="46953"/>
                  <a:pt x="420933" y="46953"/>
                </a:cubicBezTo>
                <a:cubicBezTo>
                  <a:pt x="424155" y="46953"/>
                  <a:pt x="427282" y="47183"/>
                  <a:pt x="430312" y="47643"/>
                </a:cubicBezTo>
                <a:cubicBezTo>
                  <a:pt x="433343" y="48103"/>
                  <a:pt x="436085" y="48679"/>
                  <a:pt x="438540" y="49369"/>
                </a:cubicBezTo>
                <a:cubicBezTo>
                  <a:pt x="440995" y="50060"/>
                  <a:pt x="443067" y="50808"/>
                  <a:pt x="444755" y="51613"/>
                </a:cubicBezTo>
                <a:cubicBezTo>
                  <a:pt x="446442" y="52419"/>
                  <a:pt x="447651" y="53109"/>
                  <a:pt x="448380" y="53685"/>
                </a:cubicBezTo>
                <a:cubicBezTo>
                  <a:pt x="449108" y="54260"/>
                  <a:pt x="449626" y="54835"/>
                  <a:pt x="449933" y="55411"/>
                </a:cubicBezTo>
                <a:cubicBezTo>
                  <a:pt x="450240" y="55986"/>
                  <a:pt x="450470" y="56677"/>
                  <a:pt x="450624" y="57482"/>
                </a:cubicBezTo>
                <a:cubicBezTo>
                  <a:pt x="450777" y="58288"/>
                  <a:pt x="450911" y="59285"/>
                  <a:pt x="451026" y="60474"/>
                </a:cubicBezTo>
                <a:cubicBezTo>
                  <a:pt x="451142" y="61664"/>
                  <a:pt x="451199" y="63140"/>
                  <a:pt x="451199" y="64905"/>
                </a:cubicBezTo>
                <a:cubicBezTo>
                  <a:pt x="451199" y="66976"/>
                  <a:pt x="451142" y="68664"/>
                  <a:pt x="451026" y="69968"/>
                </a:cubicBezTo>
                <a:cubicBezTo>
                  <a:pt x="450911" y="71273"/>
                  <a:pt x="450720" y="72308"/>
                  <a:pt x="450451" y="73076"/>
                </a:cubicBezTo>
                <a:cubicBezTo>
                  <a:pt x="450183" y="73843"/>
                  <a:pt x="449818" y="74361"/>
                  <a:pt x="449358" y="74629"/>
                </a:cubicBezTo>
                <a:cubicBezTo>
                  <a:pt x="448898" y="74898"/>
                  <a:pt x="448360" y="75032"/>
                  <a:pt x="447747" y="75032"/>
                </a:cubicBezTo>
                <a:cubicBezTo>
                  <a:pt x="447056" y="75032"/>
                  <a:pt x="445982" y="74629"/>
                  <a:pt x="444524" y="73824"/>
                </a:cubicBezTo>
                <a:cubicBezTo>
                  <a:pt x="443067" y="73018"/>
                  <a:pt x="441245" y="72155"/>
                  <a:pt x="439058" y="71234"/>
                </a:cubicBezTo>
                <a:cubicBezTo>
                  <a:pt x="436872" y="70314"/>
                  <a:pt x="434340" y="69451"/>
                  <a:pt x="431463" y="68645"/>
                </a:cubicBezTo>
                <a:cubicBezTo>
                  <a:pt x="428586" y="67839"/>
                  <a:pt x="425306" y="67437"/>
                  <a:pt x="421624" y="67437"/>
                </a:cubicBezTo>
                <a:cubicBezTo>
                  <a:pt x="419015" y="67437"/>
                  <a:pt x="416752" y="67708"/>
                  <a:pt x="414834" y="68249"/>
                </a:cubicBezTo>
                <a:cubicBezTo>
                  <a:pt x="412916" y="68789"/>
                  <a:pt x="411343" y="69560"/>
                  <a:pt x="410116" y="70562"/>
                </a:cubicBezTo>
                <a:cubicBezTo>
                  <a:pt x="408888" y="71564"/>
                  <a:pt x="407967" y="72740"/>
                  <a:pt x="407354" y="74090"/>
                </a:cubicBezTo>
                <a:cubicBezTo>
                  <a:pt x="406740" y="75440"/>
                  <a:pt x="406433" y="76886"/>
                  <a:pt x="406433" y="78430"/>
                </a:cubicBezTo>
                <a:cubicBezTo>
                  <a:pt x="406433" y="80814"/>
                  <a:pt x="407162" y="82813"/>
                  <a:pt x="408620" y="84429"/>
                </a:cubicBezTo>
                <a:cubicBezTo>
                  <a:pt x="410077" y="86042"/>
                  <a:pt x="411995" y="87464"/>
                  <a:pt x="414374" y="88694"/>
                </a:cubicBezTo>
                <a:cubicBezTo>
                  <a:pt x="416752" y="89924"/>
                  <a:pt x="419456" y="91077"/>
                  <a:pt x="422487" y="92154"/>
                </a:cubicBezTo>
                <a:cubicBezTo>
                  <a:pt x="425517" y="93230"/>
                  <a:pt x="428586" y="94403"/>
                  <a:pt x="431693" y="95671"/>
                </a:cubicBezTo>
                <a:cubicBezTo>
                  <a:pt x="434800" y="96939"/>
                  <a:pt x="437869" y="98418"/>
                  <a:pt x="440899" y="100109"/>
                </a:cubicBezTo>
                <a:cubicBezTo>
                  <a:pt x="443930" y="101799"/>
                  <a:pt x="446634" y="103875"/>
                  <a:pt x="449013" y="106337"/>
                </a:cubicBezTo>
                <a:cubicBezTo>
                  <a:pt x="451391" y="108797"/>
                  <a:pt x="453309" y="111738"/>
                  <a:pt x="454767" y="115159"/>
                </a:cubicBezTo>
                <a:cubicBezTo>
                  <a:pt x="456224" y="118578"/>
                  <a:pt x="456953" y="122632"/>
                  <a:pt x="456953" y="127321"/>
                </a:cubicBezTo>
                <a:close/>
                <a:moveTo>
                  <a:pt x="706565" y="156048"/>
                </a:moveTo>
                <a:cubicBezTo>
                  <a:pt x="706565" y="156815"/>
                  <a:pt x="706354" y="157506"/>
                  <a:pt x="705932" y="158120"/>
                </a:cubicBezTo>
                <a:cubicBezTo>
                  <a:pt x="705510" y="158733"/>
                  <a:pt x="704742" y="159232"/>
                  <a:pt x="703630" y="159616"/>
                </a:cubicBezTo>
                <a:cubicBezTo>
                  <a:pt x="702518" y="159999"/>
                  <a:pt x="701041" y="160306"/>
                  <a:pt x="699199" y="160536"/>
                </a:cubicBezTo>
                <a:cubicBezTo>
                  <a:pt x="697358" y="160766"/>
                  <a:pt x="695018" y="160881"/>
                  <a:pt x="692180" y="160881"/>
                </a:cubicBezTo>
                <a:cubicBezTo>
                  <a:pt x="689418" y="160881"/>
                  <a:pt x="687116" y="160766"/>
                  <a:pt x="685275" y="160536"/>
                </a:cubicBezTo>
                <a:cubicBezTo>
                  <a:pt x="683434" y="160306"/>
                  <a:pt x="681976" y="159999"/>
                  <a:pt x="680902" y="159616"/>
                </a:cubicBezTo>
                <a:cubicBezTo>
                  <a:pt x="679828" y="159232"/>
                  <a:pt x="679061" y="158734"/>
                  <a:pt x="678600" y="158123"/>
                </a:cubicBezTo>
                <a:cubicBezTo>
                  <a:pt x="678140" y="157509"/>
                  <a:pt x="677910" y="156819"/>
                  <a:pt x="677910" y="156052"/>
                </a:cubicBezTo>
                <a:lnTo>
                  <a:pt x="677910" y="34984"/>
                </a:lnTo>
                <a:lnTo>
                  <a:pt x="677680" y="34984"/>
                </a:lnTo>
                <a:lnTo>
                  <a:pt x="634525" y="155933"/>
                </a:lnTo>
                <a:cubicBezTo>
                  <a:pt x="634218" y="156930"/>
                  <a:pt x="633719" y="157755"/>
                  <a:pt x="633029" y="158407"/>
                </a:cubicBezTo>
                <a:cubicBezTo>
                  <a:pt x="632338" y="159059"/>
                  <a:pt x="631398" y="159577"/>
                  <a:pt x="630209" y="159961"/>
                </a:cubicBezTo>
                <a:cubicBezTo>
                  <a:pt x="629020" y="160344"/>
                  <a:pt x="627505" y="160594"/>
                  <a:pt x="625664" y="160709"/>
                </a:cubicBezTo>
                <a:cubicBezTo>
                  <a:pt x="623822" y="160824"/>
                  <a:pt x="621597" y="160881"/>
                  <a:pt x="618989" y="160881"/>
                </a:cubicBezTo>
                <a:cubicBezTo>
                  <a:pt x="616380" y="160881"/>
                  <a:pt x="614156" y="160786"/>
                  <a:pt x="612314" y="160594"/>
                </a:cubicBezTo>
                <a:cubicBezTo>
                  <a:pt x="610473" y="160402"/>
                  <a:pt x="608958" y="160095"/>
                  <a:pt x="607769" y="159673"/>
                </a:cubicBezTo>
                <a:cubicBezTo>
                  <a:pt x="606579" y="159251"/>
                  <a:pt x="605640" y="158733"/>
                  <a:pt x="604949" y="158120"/>
                </a:cubicBezTo>
                <a:cubicBezTo>
                  <a:pt x="604259" y="157506"/>
                  <a:pt x="603798" y="156777"/>
                  <a:pt x="603568" y="155933"/>
                </a:cubicBezTo>
                <a:lnTo>
                  <a:pt x="561909" y="34984"/>
                </a:lnTo>
                <a:lnTo>
                  <a:pt x="561679" y="34984"/>
                </a:lnTo>
                <a:lnTo>
                  <a:pt x="561679" y="156052"/>
                </a:lnTo>
                <a:cubicBezTo>
                  <a:pt x="561679" y="156819"/>
                  <a:pt x="561468" y="157509"/>
                  <a:pt x="561046" y="158123"/>
                </a:cubicBezTo>
                <a:cubicBezTo>
                  <a:pt x="560624" y="158734"/>
                  <a:pt x="559838" y="159232"/>
                  <a:pt x="558687" y="159616"/>
                </a:cubicBezTo>
                <a:cubicBezTo>
                  <a:pt x="557536" y="159999"/>
                  <a:pt x="556059" y="160306"/>
                  <a:pt x="554257" y="160536"/>
                </a:cubicBezTo>
                <a:cubicBezTo>
                  <a:pt x="552454" y="160766"/>
                  <a:pt x="550133" y="160881"/>
                  <a:pt x="547294" y="160881"/>
                </a:cubicBezTo>
                <a:cubicBezTo>
                  <a:pt x="544532" y="160881"/>
                  <a:pt x="542231" y="160766"/>
                  <a:pt x="540389" y="160536"/>
                </a:cubicBezTo>
                <a:cubicBezTo>
                  <a:pt x="538548" y="160306"/>
                  <a:pt x="537071" y="159999"/>
                  <a:pt x="535959" y="159616"/>
                </a:cubicBezTo>
                <a:cubicBezTo>
                  <a:pt x="534846" y="159232"/>
                  <a:pt x="534079" y="158733"/>
                  <a:pt x="533657" y="158120"/>
                </a:cubicBezTo>
                <a:cubicBezTo>
                  <a:pt x="533235" y="157506"/>
                  <a:pt x="533024" y="156815"/>
                  <a:pt x="533024" y="156048"/>
                </a:cubicBezTo>
                <a:lnTo>
                  <a:pt x="533024" y="23361"/>
                </a:lnTo>
                <a:cubicBezTo>
                  <a:pt x="533024" y="19448"/>
                  <a:pt x="534060" y="16456"/>
                  <a:pt x="536132" y="14385"/>
                </a:cubicBezTo>
                <a:cubicBezTo>
                  <a:pt x="538203" y="12314"/>
                  <a:pt x="540965" y="11278"/>
                  <a:pt x="544417" y="11278"/>
                </a:cubicBezTo>
                <a:lnTo>
                  <a:pt x="564211" y="11278"/>
                </a:lnTo>
                <a:cubicBezTo>
                  <a:pt x="567740" y="11278"/>
                  <a:pt x="570771" y="11566"/>
                  <a:pt x="573302" y="12141"/>
                </a:cubicBezTo>
                <a:cubicBezTo>
                  <a:pt x="575834" y="12716"/>
                  <a:pt x="578021" y="13675"/>
                  <a:pt x="579862" y="15018"/>
                </a:cubicBezTo>
                <a:cubicBezTo>
                  <a:pt x="581703" y="16360"/>
                  <a:pt x="583237" y="18125"/>
                  <a:pt x="584465" y="20312"/>
                </a:cubicBezTo>
                <a:cubicBezTo>
                  <a:pt x="585693" y="22498"/>
                  <a:pt x="586767" y="25202"/>
                  <a:pt x="587687" y="28425"/>
                </a:cubicBezTo>
                <a:lnTo>
                  <a:pt x="619910" y="117151"/>
                </a:lnTo>
                <a:lnTo>
                  <a:pt x="620370" y="117151"/>
                </a:lnTo>
                <a:lnTo>
                  <a:pt x="653743" y="28655"/>
                </a:lnTo>
                <a:cubicBezTo>
                  <a:pt x="654740" y="25433"/>
                  <a:pt x="655834" y="22709"/>
                  <a:pt x="657023" y="20484"/>
                </a:cubicBezTo>
                <a:cubicBezTo>
                  <a:pt x="658212" y="18259"/>
                  <a:pt x="659593" y="16456"/>
                  <a:pt x="661166" y="15075"/>
                </a:cubicBezTo>
                <a:cubicBezTo>
                  <a:pt x="662738" y="13694"/>
                  <a:pt x="664599" y="12716"/>
                  <a:pt x="666747" y="12141"/>
                </a:cubicBezTo>
                <a:cubicBezTo>
                  <a:pt x="668895" y="11566"/>
                  <a:pt x="671389" y="11278"/>
                  <a:pt x="674227" y="11278"/>
                </a:cubicBezTo>
                <a:lnTo>
                  <a:pt x="694596" y="11278"/>
                </a:lnTo>
                <a:cubicBezTo>
                  <a:pt x="696668" y="11278"/>
                  <a:pt x="698451" y="11546"/>
                  <a:pt x="699947" y="12083"/>
                </a:cubicBezTo>
                <a:cubicBezTo>
                  <a:pt x="701444" y="12620"/>
                  <a:pt x="702671" y="13407"/>
                  <a:pt x="703630" y="14443"/>
                </a:cubicBezTo>
                <a:cubicBezTo>
                  <a:pt x="704589" y="15478"/>
                  <a:pt x="705318" y="16744"/>
                  <a:pt x="705817" y="18240"/>
                </a:cubicBezTo>
                <a:cubicBezTo>
                  <a:pt x="706315" y="19736"/>
                  <a:pt x="706565" y="21443"/>
                  <a:pt x="706565" y="23361"/>
                </a:cubicBezTo>
                <a:lnTo>
                  <a:pt x="706565" y="156048"/>
                </a:lnTo>
                <a:close/>
                <a:moveTo>
                  <a:pt x="834124" y="156278"/>
                </a:moveTo>
                <a:cubicBezTo>
                  <a:pt x="834124" y="157045"/>
                  <a:pt x="833932" y="157717"/>
                  <a:pt x="833549" y="158292"/>
                </a:cubicBezTo>
                <a:cubicBezTo>
                  <a:pt x="833165" y="158868"/>
                  <a:pt x="832494" y="159347"/>
                  <a:pt x="831535" y="159731"/>
                </a:cubicBezTo>
                <a:cubicBezTo>
                  <a:pt x="830576" y="160114"/>
                  <a:pt x="829310" y="160402"/>
                  <a:pt x="827737" y="160594"/>
                </a:cubicBezTo>
                <a:cubicBezTo>
                  <a:pt x="826164" y="160786"/>
                  <a:pt x="824189" y="160881"/>
                  <a:pt x="821811" y="160881"/>
                </a:cubicBezTo>
                <a:cubicBezTo>
                  <a:pt x="819279" y="160881"/>
                  <a:pt x="817227" y="160786"/>
                  <a:pt x="815654" y="160594"/>
                </a:cubicBezTo>
                <a:cubicBezTo>
                  <a:pt x="814081" y="160402"/>
                  <a:pt x="812834" y="160114"/>
                  <a:pt x="811914" y="159731"/>
                </a:cubicBezTo>
                <a:cubicBezTo>
                  <a:pt x="810993" y="159347"/>
                  <a:pt x="810341" y="158868"/>
                  <a:pt x="809957" y="158292"/>
                </a:cubicBezTo>
                <a:cubicBezTo>
                  <a:pt x="809574" y="157717"/>
                  <a:pt x="809382" y="157045"/>
                  <a:pt x="809382" y="156278"/>
                </a:cubicBezTo>
                <a:lnTo>
                  <a:pt x="809382" y="144425"/>
                </a:lnTo>
                <a:cubicBezTo>
                  <a:pt x="803705" y="150601"/>
                  <a:pt x="797932" y="155233"/>
                  <a:pt x="792063" y="158321"/>
                </a:cubicBezTo>
                <a:cubicBezTo>
                  <a:pt x="786193" y="161409"/>
                  <a:pt x="780113" y="162953"/>
                  <a:pt x="773822" y="162953"/>
                </a:cubicBezTo>
                <a:cubicBezTo>
                  <a:pt x="766764" y="162953"/>
                  <a:pt x="760838" y="161801"/>
                  <a:pt x="756043" y="159497"/>
                </a:cubicBezTo>
                <a:cubicBezTo>
                  <a:pt x="751248" y="157193"/>
                  <a:pt x="747373" y="154045"/>
                  <a:pt x="744420" y="150053"/>
                </a:cubicBezTo>
                <a:cubicBezTo>
                  <a:pt x="741466" y="146059"/>
                  <a:pt x="739356" y="141432"/>
                  <a:pt x="738090" y="136172"/>
                </a:cubicBezTo>
                <a:cubicBezTo>
                  <a:pt x="736824" y="130909"/>
                  <a:pt x="736191" y="124362"/>
                  <a:pt x="736191" y="116529"/>
                </a:cubicBezTo>
                <a:lnTo>
                  <a:pt x="736191" y="53631"/>
                </a:lnTo>
                <a:cubicBezTo>
                  <a:pt x="736191" y="52864"/>
                  <a:pt x="736402" y="52192"/>
                  <a:pt x="736824" y="51617"/>
                </a:cubicBezTo>
                <a:cubicBezTo>
                  <a:pt x="737246" y="51039"/>
                  <a:pt x="738013" y="50558"/>
                  <a:pt x="739126" y="50175"/>
                </a:cubicBezTo>
                <a:cubicBezTo>
                  <a:pt x="740238" y="49791"/>
                  <a:pt x="741734" y="49503"/>
                  <a:pt x="743614" y="49312"/>
                </a:cubicBezTo>
                <a:cubicBezTo>
                  <a:pt x="745494" y="49120"/>
                  <a:pt x="747814" y="49024"/>
                  <a:pt x="750576" y="49024"/>
                </a:cubicBezTo>
                <a:cubicBezTo>
                  <a:pt x="753415" y="49024"/>
                  <a:pt x="755755" y="49120"/>
                  <a:pt x="757596" y="49312"/>
                </a:cubicBezTo>
                <a:cubicBezTo>
                  <a:pt x="759437" y="49503"/>
                  <a:pt x="760914" y="49791"/>
                  <a:pt x="762027" y="50175"/>
                </a:cubicBezTo>
                <a:cubicBezTo>
                  <a:pt x="763139" y="50558"/>
                  <a:pt x="763926" y="51038"/>
                  <a:pt x="764386" y="51613"/>
                </a:cubicBezTo>
                <a:cubicBezTo>
                  <a:pt x="764846" y="52189"/>
                  <a:pt x="765076" y="52860"/>
                  <a:pt x="765076" y="53627"/>
                </a:cubicBezTo>
                <a:lnTo>
                  <a:pt x="765076" y="111627"/>
                </a:lnTo>
                <a:cubicBezTo>
                  <a:pt x="765076" y="116998"/>
                  <a:pt x="765422" y="121102"/>
                  <a:pt x="766112" y="123941"/>
                </a:cubicBezTo>
                <a:cubicBezTo>
                  <a:pt x="766803" y="126779"/>
                  <a:pt x="767857" y="129215"/>
                  <a:pt x="769277" y="131248"/>
                </a:cubicBezTo>
                <a:cubicBezTo>
                  <a:pt x="770696" y="133281"/>
                  <a:pt x="772499" y="134854"/>
                  <a:pt x="774686" y="135967"/>
                </a:cubicBezTo>
                <a:cubicBezTo>
                  <a:pt x="776872" y="137079"/>
                  <a:pt x="779423" y="137635"/>
                  <a:pt x="782338" y="137635"/>
                </a:cubicBezTo>
                <a:cubicBezTo>
                  <a:pt x="786021" y="137635"/>
                  <a:pt x="789723" y="136293"/>
                  <a:pt x="793444" y="133608"/>
                </a:cubicBezTo>
                <a:cubicBezTo>
                  <a:pt x="797164" y="130922"/>
                  <a:pt x="801135" y="127010"/>
                  <a:pt x="805354" y="121869"/>
                </a:cubicBezTo>
                <a:lnTo>
                  <a:pt x="805354" y="53627"/>
                </a:lnTo>
                <a:cubicBezTo>
                  <a:pt x="805354" y="52860"/>
                  <a:pt x="805565" y="52189"/>
                  <a:pt x="805987" y="51613"/>
                </a:cubicBezTo>
                <a:cubicBezTo>
                  <a:pt x="806409" y="51038"/>
                  <a:pt x="807176" y="50558"/>
                  <a:pt x="808289" y="50175"/>
                </a:cubicBezTo>
                <a:cubicBezTo>
                  <a:pt x="809401" y="49791"/>
                  <a:pt x="810878" y="49503"/>
                  <a:pt x="812719" y="49312"/>
                </a:cubicBezTo>
                <a:cubicBezTo>
                  <a:pt x="814561" y="49120"/>
                  <a:pt x="816901" y="49024"/>
                  <a:pt x="819739" y="49024"/>
                </a:cubicBezTo>
                <a:cubicBezTo>
                  <a:pt x="822578" y="49024"/>
                  <a:pt x="824918" y="49120"/>
                  <a:pt x="826759" y="49312"/>
                </a:cubicBezTo>
                <a:cubicBezTo>
                  <a:pt x="828600" y="49503"/>
                  <a:pt x="830058" y="49791"/>
                  <a:pt x="831132" y="50175"/>
                </a:cubicBezTo>
                <a:cubicBezTo>
                  <a:pt x="832206" y="50558"/>
                  <a:pt x="832973" y="51038"/>
                  <a:pt x="833434" y="51613"/>
                </a:cubicBezTo>
                <a:cubicBezTo>
                  <a:pt x="833894" y="52189"/>
                  <a:pt x="834124" y="52860"/>
                  <a:pt x="834124" y="53627"/>
                </a:cubicBezTo>
                <a:lnTo>
                  <a:pt x="834124" y="156278"/>
                </a:lnTo>
                <a:close/>
                <a:moveTo>
                  <a:pt x="892046" y="156278"/>
                </a:moveTo>
                <a:cubicBezTo>
                  <a:pt x="892046" y="157045"/>
                  <a:pt x="891816" y="157717"/>
                  <a:pt x="891355" y="158292"/>
                </a:cubicBezTo>
                <a:cubicBezTo>
                  <a:pt x="890895" y="158868"/>
                  <a:pt x="890109" y="159347"/>
                  <a:pt x="888996" y="159731"/>
                </a:cubicBezTo>
                <a:cubicBezTo>
                  <a:pt x="887884" y="160114"/>
                  <a:pt x="886407" y="160402"/>
                  <a:pt x="884566" y="160594"/>
                </a:cubicBezTo>
                <a:cubicBezTo>
                  <a:pt x="882725" y="160786"/>
                  <a:pt x="880385" y="160881"/>
                  <a:pt x="877546" y="160881"/>
                </a:cubicBezTo>
                <a:cubicBezTo>
                  <a:pt x="874707" y="160881"/>
                  <a:pt x="872367" y="160786"/>
                  <a:pt x="870526" y="160594"/>
                </a:cubicBezTo>
                <a:cubicBezTo>
                  <a:pt x="868685" y="160402"/>
                  <a:pt x="867208" y="160114"/>
                  <a:pt x="866095" y="159731"/>
                </a:cubicBezTo>
                <a:cubicBezTo>
                  <a:pt x="864983" y="159347"/>
                  <a:pt x="864197" y="158868"/>
                  <a:pt x="863736" y="158292"/>
                </a:cubicBezTo>
                <a:cubicBezTo>
                  <a:pt x="863276" y="157717"/>
                  <a:pt x="863046" y="157045"/>
                  <a:pt x="863046" y="156278"/>
                </a:cubicBezTo>
                <a:lnTo>
                  <a:pt x="863046" y="4948"/>
                </a:lnTo>
                <a:cubicBezTo>
                  <a:pt x="863046" y="4181"/>
                  <a:pt x="863276" y="3491"/>
                  <a:pt x="863736" y="2877"/>
                </a:cubicBezTo>
                <a:cubicBezTo>
                  <a:pt x="864197" y="2263"/>
                  <a:pt x="864983" y="1745"/>
                  <a:pt x="866095" y="1323"/>
                </a:cubicBezTo>
                <a:cubicBezTo>
                  <a:pt x="867208" y="901"/>
                  <a:pt x="868685" y="575"/>
                  <a:pt x="870526" y="345"/>
                </a:cubicBezTo>
                <a:cubicBezTo>
                  <a:pt x="872367" y="115"/>
                  <a:pt x="874707" y="0"/>
                  <a:pt x="877546" y="0"/>
                </a:cubicBezTo>
                <a:cubicBezTo>
                  <a:pt x="880385" y="0"/>
                  <a:pt x="882725" y="115"/>
                  <a:pt x="884566" y="345"/>
                </a:cubicBezTo>
                <a:cubicBezTo>
                  <a:pt x="886407" y="575"/>
                  <a:pt x="887884" y="901"/>
                  <a:pt x="888996" y="1323"/>
                </a:cubicBezTo>
                <a:cubicBezTo>
                  <a:pt x="890109" y="1745"/>
                  <a:pt x="890895" y="2263"/>
                  <a:pt x="891355" y="2877"/>
                </a:cubicBezTo>
                <a:cubicBezTo>
                  <a:pt x="891816" y="3491"/>
                  <a:pt x="892046" y="4181"/>
                  <a:pt x="892046" y="4948"/>
                </a:cubicBezTo>
                <a:lnTo>
                  <a:pt x="892046" y="156278"/>
                </a:lnTo>
                <a:close/>
                <a:moveTo>
                  <a:pt x="981032" y="146072"/>
                </a:moveTo>
                <a:cubicBezTo>
                  <a:pt x="981032" y="149465"/>
                  <a:pt x="980821" y="152067"/>
                  <a:pt x="980399" y="153880"/>
                </a:cubicBezTo>
                <a:cubicBezTo>
                  <a:pt x="979977" y="155690"/>
                  <a:pt x="979421" y="156962"/>
                  <a:pt x="978730" y="157695"/>
                </a:cubicBezTo>
                <a:cubicBezTo>
                  <a:pt x="978040" y="158426"/>
                  <a:pt x="977023" y="159081"/>
                  <a:pt x="975681" y="159659"/>
                </a:cubicBezTo>
                <a:cubicBezTo>
                  <a:pt x="974338" y="160236"/>
                  <a:pt x="972765" y="160738"/>
                  <a:pt x="970962" y="161162"/>
                </a:cubicBezTo>
                <a:cubicBezTo>
                  <a:pt x="969159" y="161586"/>
                  <a:pt x="967203" y="161914"/>
                  <a:pt x="965093" y="162144"/>
                </a:cubicBezTo>
                <a:cubicBezTo>
                  <a:pt x="962983" y="162376"/>
                  <a:pt x="960854" y="162493"/>
                  <a:pt x="958706" y="162493"/>
                </a:cubicBezTo>
                <a:cubicBezTo>
                  <a:pt x="952952" y="162493"/>
                  <a:pt x="947966" y="161764"/>
                  <a:pt x="943746" y="160306"/>
                </a:cubicBezTo>
                <a:cubicBezTo>
                  <a:pt x="939526" y="158848"/>
                  <a:pt x="936036" y="156604"/>
                  <a:pt x="933274" y="153574"/>
                </a:cubicBezTo>
                <a:cubicBezTo>
                  <a:pt x="930512" y="150543"/>
                  <a:pt x="928479" y="146727"/>
                  <a:pt x="927174" y="142123"/>
                </a:cubicBezTo>
                <a:cubicBezTo>
                  <a:pt x="925870" y="137520"/>
                  <a:pt x="925218" y="132073"/>
                  <a:pt x="925218" y="125782"/>
                </a:cubicBezTo>
                <a:lnTo>
                  <a:pt x="925218" y="73191"/>
                </a:lnTo>
                <a:lnTo>
                  <a:pt x="912905" y="73191"/>
                </a:lnTo>
                <a:cubicBezTo>
                  <a:pt x="911447" y="73191"/>
                  <a:pt x="910334" y="72289"/>
                  <a:pt x="909567" y="70486"/>
                </a:cubicBezTo>
                <a:cubicBezTo>
                  <a:pt x="908800" y="68683"/>
                  <a:pt x="908416" y="65672"/>
                  <a:pt x="908416" y="61453"/>
                </a:cubicBezTo>
                <a:cubicBezTo>
                  <a:pt x="908416" y="59228"/>
                  <a:pt x="908512" y="57348"/>
                  <a:pt x="908704" y="55814"/>
                </a:cubicBezTo>
                <a:cubicBezTo>
                  <a:pt x="908896" y="54279"/>
                  <a:pt x="909184" y="53071"/>
                  <a:pt x="909567" y="52189"/>
                </a:cubicBezTo>
                <a:cubicBezTo>
                  <a:pt x="909951" y="51306"/>
                  <a:pt x="910430" y="50673"/>
                  <a:pt x="911006" y="50290"/>
                </a:cubicBezTo>
                <a:cubicBezTo>
                  <a:pt x="911581" y="49906"/>
                  <a:pt x="912252" y="49714"/>
                  <a:pt x="913020" y="49714"/>
                </a:cubicBezTo>
                <a:lnTo>
                  <a:pt x="925218" y="49714"/>
                </a:lnTo>
                <a:lnTo>
                  <a:pt x="925218" y="26720"/>
                </a:lnTo>
                <a:cubicBezTo>
                  <a:pt x="925218" y="25948"/>
                  <a:pt x="925429" y="25254"/>
                  <a:pt x="925851" y="24638"/>
                </a:cubicBezTo>
                <a:cubicBezTo>
                  <a:pt x="926273" y="24022"/>
                  <a:pt x="927040" y="23503"/>
                  <a:pt x="928153" y="23081"/>
                </a:cubicBezTo>
                <a:cubicBezTo>
                  <a:pt x="929265" y="22656"/>
                  <a:pt x="930761" y="22348"/>
                  <a:pt x="932641" y="22156"/>
                </a:cubicBezTo>
                <a:cubicBezTo>
                  <a:pt x="934520" y="21962"/>
                  <a:pt x="936841" y="21865"/>
                  <a:pt x="939603" y="21865"/>
                </a:cubicBezTo>
                <a:cubicBezTo>
                  <a:pt x="942442" y="21865"/>
                  <a:pt x="944801" y="21962"/>
                  <a:pt x="946680" y="22156"/>
                </a:cubicBezTo>
                <a:cubicBezTo>
                  <a:pt x="948560" y="22348"/>
                  <a:pt x="950037" y="22656"/>
                  <a:pt x="951111" y="23081"/>
                </a:cubicBezTo>
                <a:cubicBezTo>
                  <a:pt x="952185" y="23503"/>
                  <a:pt x="952952" y="24022"/>
                  <a:pt x="953413" y="24638"/>
                </a:cubicBezTo>
                <a:cubicBezTo>
                  <a:pt x="953873" y="25254"/>
                  <a:pt x="954103" y="25948"/>
                  <a:pt x="954103" y="26720"/>
                </a:cubicBezTo>
                <a:lnTo>
                  <a:pt x="954103" y="49714"/>
                </a:lnTo>
                <a:lnTo>
                  <a:pt x="976429" y="49714"/>
                </a:lnTo>
                <a:cubicBezTo>
                  <a:pt x="977196" y="49714"/>
                  <a:pt x="977867" y="49906"/>
                  <a:pt x="978442" y="50290"/>
                </a:cubicBezTo>
                <a:cubicBezTo>
                  <a:pt x="979018" y="50673"/>
                  <a:pt x="979497" y="51306"/>
                  <a:pt x="979881" y="52189"/>
                </a:cubicBezTo>
                <a:cubicBezTo>
                  <a:pt x="980265" y="53071"/>
                  <a:pt x="980552" y="54279"/>
                  <a:pt x="980744" y="55814"/>
                </a:cubicBezTo>
                <a:cubicBezTo>
                  <a:pt x="980936" y="57348"/>
                  <a:pt x="981032" y="59228"/>
                  <a:pt x="981032" y="61453"/>
                </a:cubicBezTo>
                <a:cubicBezTo>
                  <a:pt x="981032" y="65672"/>
                  <a:pt x="980648" y="68683"/>
                  <a:pt x="979881" y="70486"/>
                </a:cubicBezTo>
                <a:cubicBezTo>
                  <a:pt x="979114" y="72289"/>
                  <a:pt x="978001" y="73191"/>
                  <a:pt x="976544" y="73191"/>
                </a:cubicBezTo>
                <a:lnTo>
                  <a:pt x="954103" y="73191"/>
                </a:lnTo>
                <a:lnTo>
                  <a:pt x="954103" y="121323"/>
                </a:lnTo>
                <a:cubicBezTo>
                  <a:pt x="954103" y="126914"/>
                  <a:pt x="954985" y="131107"/>
                  <a:pt x="956750" y="133902"/>
                </a:cubicBezTo>
                <a:cubicBezTo>
                  <a:pt x="958515" y="136698"/>
                  <a:pt x="961660" y="138096"/>
                  <a:pt x="966186" y="138096"/>
                </a:cubicBezTo>
                <a:cubicBezTo>
                  <a:pt x="967721" y="138096"/>
                  <a:pt x="969102" y="137961"/>
                  <a:pt x="970329" y="137693"/>
                </a:cubicBezTo>
                <a:cubicBezTo>
                  <a:pt x="971557" y="137424"/>
                  <a:pt x="972650" y="137117"/>
                  <a:pt x="973609" y="136772"/>
                </a:cubicBezTo>
                <a:cubicBezTo>
                  <a:pt x="974568" y="136427"/>
                  <a:pt x="975374" y="136120"/>
                  <a:pt x="976026" y="135852"/>
                </a:cubicBezTo>
                <a:cubicBezTo>
                  <a:pt x="976678" y="135583"/>
                  <a:pt x="977272" y="135449"/>
                  <a:pt x="977810" y="135449"/>
                </a:cubicBezTo>
                <a:cubicBezTo>
                  <a:pt x="978270" y="135449"/>
                  <a:pt x="978711" y="135583"/>
                  <a:pt x="979133" y="135852"/>
                </a:cubicBezTo>
                <a:cubicBezTo>
                  <a:pt x="979555" y="136120"/>
                  <a:pt x="979881" y="136658"/>
                  <a:pt x="980111" y="137466"/>
                </a:cubicBezTo>
                <a:cubicBezTo>
                  <a:pt x="980341" y="138272"/>
                  <a:pt x="980552" y="139369"/>
                  <a:pt x="980744" y="140757"/>
                </a:cubicBezTo>
                <a:cubicBezTo>
                  <a:pt x="980936" y="142143"/>
                  <a:pt x="981032" y="143914"/>
                  <a:pt x="981032" y="146072"/>
                </a:cubicBezTo>
                <a:close/>
                <a:moveTo>
                  <a:pt x="1030062" y="156278"/>
                </a:moveTo>
                <a:cubicBezTo>
                  <a:pt x="1030062" y="157045"/>
                  <a:pt x="1029832" y="157717"/>
                  <a:pt x="1029372" y="158292"/>
                </a:cubicBezTo>
                <a:cubicBezTo>
                  <a:pt x="1028911" y="158868"/>
                  <a:pt x="1028125" y="159347"/>
                  <a:pt x="1027013" y="159731"/>
                </a:cubicBezTo>
                <a:cubicBezTo>
                  <a:pt x="1025900" y="160114"/>
                  <a:pt x="1024423" y="160402"/>
                  <a:pt x="1022582" y="160594"/>
                </a:cubicBezTo>
                <a:cubicBezTo>
                  <a:pt x="1020741" y="160786"/>
                  <a:pt x="1018401" y="160881"/>
                  <a:pt x="1015562" y="160881"/>
                </a:cubicBezTo>
                <a:cubicBezTo>
                  <a:pt x="1012723" y="160881"/>
                  <a:pt x="1010384" y="160786"/>
                  <a:pt x="1008542" y="160594"/>
                </a:cubicBezTo>
                <a:cubicBezTo>
                  <a:pt x="1006701" y="160402"/>
                  <a:pt x="1005224" y="160114"/>
                  <a:pt x="1004112" y="159731"/>
                </a:cubicBezTo>
                <a:cubicBezTo>
                  <a:pt x="1002999" y="159347"/>
                  <a:pt x="1002213" y="158868"/>
                  <a:pt x="1001753" y="158292"/>
                </a:cubicBezTo>
                <a:cubicBezTo>
                  <a:pt x="1001292" y="157717"/>
                  <a:pt x="1001062" y="157045"/>
                  <a:pt x="1001062" y="156278"/>
                </a:cubicBezTo>
                <a:lnTo>
                  <a:pt x="1001062" y="53857"/>
                </a:lnTo>
                <a:cubicBezTo>
                  <a:pt x="1001062" y="53090"/>
                  <a:pt x="1001292" y="52419"/>
                  <a:pt x="1001753" y="51843"/>
                </a:cubicBezTo>
                <a:cubicBezTo>
                  <a:pt x="1002213" y="51268"/>
                  <a:pt x="1002999" y="50769"/>
                  <a:pt x="1004112" y="50347"/>
                </a:cubicBezTo>
                <a:cubicBezTo>
                  <a:pt x="1005224" y="49925"/>
                  <a:pt x="1006701" y="49599"/>
                  <a:pt x="1008542" y="49369"/>
                </a:cubicBezTo>
                <a:cubicBezTo>
                  <a:pt x="1010384" y="49139"/>
                  <a:pt x="1012723" y="49024"/>
                  <a:pt x="1015562" y="49024"/>
                </a:cubicBezTo>
                <a:cubicBezTo>
                  <a:pt x="1018401" y="49024"/>
                  <a:pt x="1020741" y="49139"/>
                  <a:pt x="1022582" y="49369"/>
                </a:cubicBezTo>
                <a:cubicBezTo>
                  <a:pt x="1024423" y="49599"/>
                  <a:pt x="1025900" y="49925"/>
                  <a:pt x="1027013" y="50347"/>
                </a:cubicBezTo>
                <a:cubicBezTo>
                  <a:pt x="1028125" y="50769"/>
                  <a:pt x="1028911" y="51268"/>
                  <a:pt x="1029372" y="51843"/>
                </a:cubicBezTo>
                <a:cubicBezTo>
                  <a:pt x="1029832" y="52419"/>
                  <a:pt x="1030062" y="53090"/>
                  <a:pt x="1030062" y="53857"/>
                </a:cubicBezTo>
                <a:lnTo>
                  <a:pt x="1030062" y="156278"/>
                </a:lnTo>
                <a:moveTo>
                  <a:pt x="1032249" y="18873"/>
                </a:moveTo>
                <a:cubicBezTo>
                  <a:pt x="1032249" y="24704"/>
                  <a:pt x="1031060" y="28732"/>
                  <a:pt x="1028681" y="30956"/>
                </a:cubicBezTo>
                <a:cubicBezTo>
                  <a:pt x="1026303" y="33181"/>
                  <a:pt x="1021891" y="34294"/>
                  <a:pt x="1015447" y="34294"/>
                </a:cubicBezTo>
                <a:cubicBezTo>
                  <a:pt x="1008926" y="34294"/>
                  <a:pt x="1004534" y="33220"/>
                  <a:pt x="1002270" y="31072"/>
                </a:cubicBezTo>
                <a:cubicBezTo>
                  <a:pt x="1000007" y="28923"/>
                  <a:pt x="998876" y="25049"/>
                  <a:pt x="998876" y="19448"/>
                </a:cubicBezTo>
                <a:cubicBezTo>
                  <a:pt x="998876" y="13618"/>
                  <a:pt x="1000046" y="9571"/>
                  <a:pt x="1002385" y="7308"/>
                </a:cubicBezTo>
                <a:cubicBezTo>
                  <a:pt x="1004725" y="5044"/>
                  <a:pt x="1009156" y="3913"/>
                  <a:pt x="1015677" y="3913"/>
                </a:cubicBezTo>
                <a:cubicBezTo>
                  <a:pt x="1022122" y="3913"/>
                  <a:pt x="1026495" y="5006"/>
                  <a:pt x="1028796" y="7192"/>
                </a:cubicBezTo>
                <a:cubicBezTo>
                  <a:pt x="1031098" y="9379"/>
                  <a:pt x="1032249" y="13273"/>
                  <a:pt x="1032249" y="18873"/>
                </a:cubicBezTo>
                <a:close/>
                <a:moveTo>
                  <a:pt x="1161627" y="103453"/>
                </a:moveTo>
                <a:cubicBezTo>
                  <a:pt x="1161627" y="112602"/>
                  <a:pt x="1160649" y="120847"/>
                  <a:pt x="1158693" y="128188"/>
                </a:cubicBezTo>
                <a:cubicBezTo>
                  <a:pt x="1156736" y="135529"/>
                  <a:pt x="1153879" y="141775"/>
                  <a:pt x="1150119" y="146924"/>
                </a:cubicBezTo>
                <a:cubicBezTo>
                  <a:pt x="1146360" y="152074"/>
                  <a:pt x="1141680" y="156034"/>
                  <a:pt x="1136080" y="158803"/>
                </a:cubicBezTo>
                <a:cubicBezTo>
                  <a:pt x="1130479" y="161570"/>
                  <a:pt x="1124073" y="162953"/>
                  <a:pt x="1116861" y="162953"/>
                </a:cubicBezTo>
                <a:cubicBezTo>
                  <a:pt x="1113869" y="162953"/>
                  <a:pt x="1111127" y="162664"/>
                  <a:pt x="1108633" y="162086"/>
                </a:cubicBezTo>
                <a:cubicBezTo>
                  <a:pt x="1106140" y="161511"/>
                  <a:pt x="1103723" y="160627"/>
                  <a:pt x="1101383" y="159436"/>
                </a:cubicBezTo>
                <a:cubicBezTo>
                  <a:pt x="1099043" y="158244"/>
                  <a:pt x="1096722" y="156765"/>
                  <a:pt x="1094421" y="154998"/>
                </a:cubicBezTo>
                <a:cubicBezTo>
                  <a:pt x="1092119" y="153229"/>
                  <a:pt x="1089741" y="151152"/>
                  <a:pt x="1087286" y="148769"/>
                </a:cubicBezTo>
                <a:lnTo>
                  <a:pt x="1087286" y="197128"/>
                </a:lnTo>
                <a:cubicBezTo>
                  <a:pt x="1087286" y="197895"/>
                  <a:pt x="1087056" y="198586"/>
                  <a:pt x="1086595" y="199199"/>
                </a:cubicBezTo>
                <a:cubicBezTo>
                  <a:pt x="1086135" y="199816"/>
                  <a:pt x="1085349" y="200335"/>
                  <a:pt x="1084236" y="200757"/>
                </a:cubicBezTo>
                <a:cubicBezTo>
                  <a:pt x="1083124" y="201178"/>
                  <a:pt x="1081647" y="201505"/>
                  <a:pt x="1079806" y="201735"/>
                </a:cubicBezTo>
                <a:cubicBezTo>
                  <a:pt x="1077964" y="201965"/>
                  <a:pt x="1075624" y="202080"/>
                  <a:pt x="1072786" y="202080"/>
                </a:cubicBezTo>
                <a:cubicBezTo>
                  <a:pt x="1069947" y="202080"/>
                  <a:pt x="1067607" y="201965"/>
                  <a:pt x="1065766" y="201735"/>
                </a:cubicBezTo>
                <a:cubicBezTo>
                  <a:pt x="1063925" y="201505"/>
                  <a:pt x="1062448" y="201178"/>
                  <a:pt x="1061335" y="200757"/>
                </a:cubicBezTo>
                <a:cubicBezTo>
                  <a:pt x="1060223" y="200335"/>
                  <a:pt x="1059437" y="199816"/>
                  <a:pt x="1058976" y="199199"/>
                </a:cubicBezTo>
                <a:cubicBezTo>
                  <a:pt x="1058516" y="198586"/>
                  <a:pt x="1058286" y="197895"/>
                  <a:pt x="1058286" y="197128"/>
                </a:cubicBezTo>
                <a:lnTo>
                  <a:pt x="1058286" y="53631"/>
                </a:lnTo>
                <a:cubicBezTo>
                  <a:pt x="1058286" y="52864"/>
                  <a:pt x="1058478" y="52192"/>
                  <a:pt x="1058861" y="51617"/>
                </a:cubicBezTo>
                <a:cubicBezTo>
                  <a:pt x="1059245" y="51039"/>
                  <a:pt x="1059916" y="50558"/>
                  <a:pt x="1060875" y="50175"/>
                </a:cubicBezTo>
                <a:cubicBezTo>
                  <a:pt x="1061834" y="49791"/>
                  <a:pt x="1063100" y="49503"/>
                  <a:pt x="1064673" y="49312"/>
                </a:cubicBezTo>
                <a:cubicBezTo>
                  <a:pt x="1066245" y="49120"/>
                  <a:pt x="1068221" y="49024"/>
                  <a:pt x="1070599" y="49024"/>
                </a:cubicBezTo>
                <a:cubicBezTo>
                  <a:pt x="1072901" y="49024"/>
                  <a:pt x="1074838" y="49120"/>
                  <a:pt x="1076411" y="49312"/>
                </a:cubicBezTo>
                <a:cubicBezTo>
                  <a:pt x="1077984" y="49501"/>
                  <a:pt x="1079249" y="49788"/>
                  <a:pt x="1080208" y="50171"/>
                </a:cubicBezTo>
                <a:cubicBezTo>
                  <a:pt x="1081167" y="50552"/>
                  <a:pt x="1081839" y="51029"/>
                  <a:pt x="1082222" y="51602"/>
                </a:cubicBezTo>
                <a:cubicBezTo>
                  <a:pt x="1082606" y="52173"/>
                  <a:pt x="1082798" y="52841"/>
                  <a:pt x="1082798" y="53606"/>
                </a:cubicBezTo>
                <a:lnTo>
                  <a:pt x="1082798" y="65631"/>
                </a:lnTo>
                <a:cubicBezTo>
                  <a:pt x="1085790" y="62558"/>
                  <a:pt x="1088724" y="59849"/>
                  <a:pt x="1091601" y="57504"/>
                </a:cubicBezTo>
                <a:cubicBezTo>
                  <a:pt x="1094478" y="55159"/>
                  <a:pt x="1097413" y="53199"/>
                  <a:pt x="1100405" y="51624"/>
                </a:cubicBezTo>
                <a:cubicBezTo>
                  <a:pt x="1103397" y="50046"/>
                  <a:pt x="1106485" y="48874"/>
                  <a:pt x="1109669" y="48107"/>
                </a:cubicBezTo>
                <a:cubicBezTo>
                  <a:pt x="1112853" y="47337"/>
                  <a:pt x="1116248" y="46953"/>
                  <a:pt x="1119853" y="46953"/>
                </a:cubicBezTo>
                <a:cubicBezTo>
                  <a:pt x="1127372" y="46953"/>
                  <a:pt x="1133778" y="48433"/>
                  <a:pt x="1139072" y="51394"/>
                </a:cubicBezTo>
                <a:cubicBezTo>
                  <a:pt x="1144365" y="54352"/>
                  <a:pt x="1148681" y="58407"/>
                  <a:pt x="1152018" y="63556"/>
                </a:cubicBezTo>
                <a:cubicBezTo>
                  <a:pt x="1155356" y="68706"/>
                  <a:pt x="1157791" y="74702"/>
                  <a:pt x="1159326" y="81545"/>
                </a:cubicBezTo>
                <a:cubicBezTo>
                  <a:pt x="1160860" y="88387"/>
                  <a:pt x="1161627" y="95690"/>
                  <a:pt x="1161627" y="103453"/>
                </a:cubicBezTo>
                <a:moveTo>
                  <a:pt x="1131476" y="105586"/>
                </a:moveTo>
                <a:cubicBezTo>
                  <a:pt x="1131476" y="101205"/>
                  <a:pt x="1131150" y="96998"/>
                  <a:pt x="1130498" y="92963"/>
                </a:cubicBezTo>
                <a:cubicBezTo>
                  <a:pt x="1129846" y="88928"/>
                  <a:pt x="1128734" y="85335"/>
                  <a:pt x="1127161" y="82185"/>
                </a:cubicBezTo>
                <a:cubicBezTo>
                  <a:pt x="1125588" y="79035"/>
                  <a:pt x="1123517" y="76518"/>
                  <a:pt x="1120947" y="74636"/>
                </a:cubicBezTo>
                <a:cubicBezTo>
                  <a:pt x="1118377" y="72752"/>
                  <a:pt x="1115174" y="71810"/>
                  <a:pt x="1111338" y="71810"/>
                </a:cubicBezTo>
                <a:cubicBezTo>
                  <a:pt x="1109420" y="71810"/>
                  <a:pt x="1107521" y="72097"/>
                  <a:pt x="1105641" y="72673"/>
                </a:cubicBezTo>
                <a:cubicBezTo>
                  <a:pt x="1103761" y="73246"/>
                  <a:pt x="1101843" y="74183"/>
                  <a:pt x="1099887" y="75485"/>
                </a:cubicBezTo>
                <a:cubicBezTo>
                  <a:pt x="1097931" y="76787"/>
                  <a:pt x="1095917" y="78472"/>
                  <a:pt x="1093845" y="80541"/>
                </a:cubicBezTo>
                <a:cubicBezTo>
                  <a:pt x="1091774" y="82608"/>
                  <a:pt x="1089587" y="85172"/>
                  <a:pt x="1087286" y="88234"/>
                </a:cubicBezTo>
                <a:lnTo>
                  <a:pt x="1087286" y="122132"/>
                </a:lnTo>
                <a:cubicBezTo>
                  <a:pt x="1091352" y="127299"/>
                  <a:pt x="1095226" y="131289"/>
                  <a:pt x="1098909" y="134104"/>
                </a:cubicBezTo>
                <a:cubicBezTo>
                  <a:pt x="1102591" y="136918"/>
                  <a:pt x="1106427" y="138326"/>
                  <a:pt x="1110417" y="138326"/>
                </a:cubicBezTo>
                <a:cubicBezTo>
                  <a:pt x="1114176" y="138326"/>
                  <a:pt x="1117379" y="137366"/>
                  <a:pt x="1120026" y="135445"/>
                </a:cubicBezTo>
                <a:cubicBezTo>
                  <a:pt x="1122673" y="133522"/>
                  <a:pt x="1124840" y="131005"/>
                  <a:pt x="1126528" y="127893"/>
                </a:cubicBezTo>
                <a:cubicBezTo>
                  <a:pt x="1128216" y="124781"/>
                  <a:pt x="1129463" y="121265"/>
                  <a:pt x="1130268" y="117345"/>
                </a:cubicBezTo>
                <a:cubicBezTo>
                  <a:pt x="1131074" y="113425"/>
                  <a:pt x="1131476" y="109506"/>
                  <a:pt x="1131476" y="105586"/>
                </a:cubicBezTo>
                <a:close/>
                <a:moveTo>
                  <a:pt x="1213565" y="156278"/>
                </a:moveTo>
                <a:cubicBezTo>
                  <a:pt x="1213565" y="157045"/>
                  <a:pt x="1213335" y="157717"/>
                  <a:pt x="1212875" y="158292"/>
                </a:cubicBezTo>
                <a:cubicBezTo>
                  <a:pt x="1212414" y="158868"/>
                  <a:pt x="1211628" y="159347"/>
                  <a:pt x="1210515" y="159731"/>
                </a:cubicBezTo>
                <a:cubicBezTo>
                  <a:pt x="1209403" y="160114"/>
                  <a:pt x="1207926" y="160402"/>
                  <a:pt x="1206085" y="160594"/>
                </a:cubicBezTo>
                <a:cubicBezTo>
                  <a:pt x="1204244" y="160786"/>
                  <a:pt x="1201904" y="160881"/>
                  <a:pt x="1199065" y="160881"/>
                </a:cubicBezTo>
                <a:cubicBezTo>
                  <a:pt x="1196226" y="160881"/>
                  <a:pt x="1193886" y="160786"/>
                  <a:pt x="1192045" y="160594"/>
                </a:cubicBezTo>
                <a:cubicBezTo>
                  <a:pt x="1190204" y="160402"/>
                  <a:pt x="1188727" y="160114"/>
                  <a:pt x="1187615" y="159731"/>
                </a:cubicBezTo>
                <a:cubicBezTo>
                  <a:pt x="1186502" y="159347"/>
                  <a:pt x="1185716" y="158868"/>
                  <a:pt x="1185255" y="158292"/>
                </a:cubicBezTo>
                <a:cubicBezTo>
                  <a:pt x="1184795" y="157717"/>
                  <a:pt x="1184565" y="157045"/>
                  <a:pt x="1184565" y="156278"/>
                </a:cubicBezTo>
                <a:lnTo>
                  <a:pt x="1184565" y="4948"/>
                </a:lnTo>
                <a:cubicBezTo>
                  <a:pt x="1184565" y="4181"/>
                  <a:pt x="1184795" y="3491"/>
                  <a:pt x="1185255" y="2877"/>
                </a:cubicBezTo>
                <a:cubicBezTo>
                  <a:pt x="1185716" y="2263"/>
                  <a:pt x="1186502" y="1745"/>
                  <a:pt x="1187615" y="1323"/>
                </a:cubicBezTo>
                <a:cubicBezTo>
                  <a:pt x="1188727" y="901"/>
                  <a:pt x="1190204" y="575"/>
                  <a:pt x="1192045" y="345"/>
                </a:cubicBezTo>
                <a:cubicBezTo>
                  <a:pt x="1193886" y="115"/>
                  <a:pt x="1196226" y="0"/>
                  <a:pt x="1199065" y="0"/>
                </a:cubicBezTo>
                <a:cubicBezTo>
                  <a:pt x="1201904" y="0"/>
                  <a:pt x="1204244" y="115"/>
                  <a:pt x="1206085" y="345"/>
                </a:cubicBezTo>
                <a:cubicBezTo>
                  <a:pt x="1207926" y="575"/>
                  <a:pt x="1209403" y="901"/>
                  <a:pt x="1210515" y="1323"/>
                </a:cubicBezTo>
                <a:cubicBezTo>
                  <a:pt x="1211628" y="1745"/>
                  <a:pt x="1212414" y="2263"/>
                  <a:pt x="1212875" y="2877"/>
                </a:cubicBezTo>
                <a:cubicBezTo>
                  <a:pt x="1213335" y="3491"/>
                  <a:pt x="1213565" y="4181"/>
                  <a:pt x="1213565" y="4948"/>
                </a:cubicBezTo>
                <a:lnTo>
                  <a:pt x="1213565" y="156278"/>
                </a:lnTo>
                <a:close/>
                <a:moveTo>
                  <a:pt x="1270789" y="156278"/>
                </a:moveTo>
                <a:cubicBezTo>
                  <a:pt x="1270789" y="157045"/>
                  <a:pt x="1270559" y="157717"/>
                  <a:pt x="1270098" y="158292"/>
                </a:cubicBezTo>
                <a:cubicBezTo>
                  <a:pt x="1269638" y="158868"/>
                  <a:pt x="1268852" y="159347"/>
                  <a:pt x="1267739" y="159731"/>
                </a:cubicBezTo>
                <a:cubicBezTo>
                  <a:pt x="1266627" y="160114"/>
                  <a:pt x="1265150" y="160402"/>
                  <a:pt x="1263309" y="160594"/>
                </a:cubicBezTo>
                <a:cubicBezTo>
                  <a:pt x="1261467" y="160786"/>
                  <a:pt x="1259127" y="160881"/>
                  <a:pt x="1256289" y="160881"/>
                </a:cubicBezTo>
                <a:cubicBezTo>
                  <a:pt x="1253450" y="160881"/>
                  <a:pt x="1251110" y="160786"/>
                  <a:pt x="1249269" y="160594"/>
                </a:cubicBezTo>
                <a:cubicBezTo>
                  <a:pt x="1247428" y="160402"/>
                  <a:pt x="1245951" y="160114"/>
                  <a:pt x="1244838" y="159731"/>
                </a:cubicBezTo>
                <a:cubicBezTo>
                  <a:pt x="1243726" y="159347"/>
                  <a:pt x="1242940" y="158868"/>
                  <a:pt x="1242479" y="158292"/>
                </a:cubicBezTo>
                <a:cubicBezTo>
                  <a:pt x="1242019" y="157717"/>
                  <a:pt x="1241789" y="157045"/>
                  <a:pt x="1241789" y="156278"/>
                </a:cubicBezTo>
                <a:lnTo>
                  <a:pt x="1241789" y="53857"/>
                </a:lnTo>
                <a:cubicBezTo>
                  <a:pt x="1241789" y="53090"/>
                  <a:pt x="1242019" y="52419"/>
                  <a:pt x="1242479" y="51843"/>
                </a:cubicBezTo>
                <a:cubicBezTo>
                  <a:pt x="1242940" y="51268"/>
                  <a:pt x="1243726" y="50769"/>
                  <a:pt x="1244838" y="50347"/>
                </a:cubicBezTo>
                <a:cubicBezTo>
                  <a:pt x="1245951" y="49925"/>
                  <a:pt x="1247428" y="49599"/>
                  <a:pt x="1249269" y="49369"/>
                </a:cubicBezTo>
                <a:cubicBezTo>
                  <a:pt x="1251110" y="49139"/>
                  <a:pt x="1253450" y="49024"/>
                  <a:pt x="1256289" y="49024"/>
                </a:cubicBezTo>
                <a:cubicBezTo>
                  <a:pt x="1259127" y="49024"/>
                  <a:pt x="1261467" y="49139"/>
                  <a:pt x="1263309" y="49369"/>
                </a:cubicBezTo>
                <a:cubicBezTo>
                  <a:pt x="1265150" y="49599"/>
                  <a:pt x="1266627" y="49925"/>
                  <a:pt x="1267739" y="50347"/>
                </a:cubicBezTo>
                <a:cubicBezTo>
                  <a:pt x="1268852" y="50769"/>
                  <a:pt x="1269638" y="51268"/>
                  <a:pt x="1270098" y="51843"/>
                </a:cubicBezTo>
                <a:cubicBezTo>
                  <a:pt x="1270559" y="52419"/>
                  <a:pt x="1270789" y="53090"/>
                  <a:pt x="1270789" y="53857"/>
                </a:cubicBezTo>
                <a:lnTo>
                  <a:pt x="1270789" y="156278"/>
                </a:lnTo>
                <a:moveTo>
                  <a:pt x="1272975" y="18873"/>
                </a:moveTo>
                <a:cubicBezTo>
                  <a:pt x="1272975" y="24704"/>
                  <a:pt x="1271786" y="28732"/>
                  <a:pt x="1269408" y="30956"/>
                </a:cubicBezTo>
                <a:cubicBezTo>
                  <a:pt x="1267030" y="33181"/>
                  <a:pt x="1262618" y="34294"/>
                  <a:pt x="1256174" y="34294"/>
                </a:cubicBezTo>
                <a:cubicBezTo>
                  <a:pt x="1249653" y="34294"/>
                  <a:pt x="1245260" y="33220"/>
                  <a:pt x="1242997" y="31072"/>
                </a:cubicBezTo>
                <a:cubicBezTo>
                  <a:pt x="1240734" y="28923"/>
                  <a:pt x="1239602" y="25049"/>
                  <a:pt x="1239602" y="19448"/>
                </a:cubicBezTo>
                <a:cubicBezTo>
                  <a:pt x="1239602" y="13618"/>
                  <a:pt x="1240772" y="9571"/>
                  <a:pt x="1243112" y="7308"/>
                </a:cubicBezTo>
                <a:cubicBezTo>
                  <a:pt x="1245452" y="5044"/>
                  <a:pt x="1249883" y="3913"/>
                  <a:pt x="1256404" y="3913"/>
                </a:cubicBezTo>
                <a:cubicBezTo>
                  <a:pt x="1262848" y="3913"/>
                  <a:pt x="1267221" y="5006"/>
                  <a:pt x="1269523" y="7192"/>
                </a:cubicBezTo>
                <a:cubicBezTo>
                  <a:pt x="1271825" y="9379"/>
                  <a:pt x="1272975" y="13273"/>
                  <a:pt x="1272975" y="18873"/>
                </a:cubicBezTo>
                <a:close/>
                <a:moveTo>
                  <a:pt x="1376692" y="139937"/>
                </a:moveTo>
                <a:cubicBezTo>
                  <a:pt x="1376692" y="141932"/>
                  <a:pt x="1376634" y="143600"/>
                  <a:pt x="1376519" y="144943"/>
                </a:cubicBezTo>
                <a:cubicBezTo>
                  <a:pt x="1376404" y="146285"/>
                  <a:pt x="1376250" y="147417"/>
                  <a:pt x="1376059" y="148338"/>
                </a:cubicBezTo>
                <a:cubicBezTo>
                  <a:pt x="1375867" y="149258"/>
                  <a:pt x="1375637" y="150006"/>
                  <a:pt x="1375368" y="150582"/>
                </a:cubicBezTo>
                <a:cubicBezTo>
                  <a:pt x="1375100" y="151157"/>
                  <a:pt x="1374505" y="151886"/>
                  <a:pt x="1373584" y="152768"/>
                </a:cubicBezTo>
                <a:cubicBezTo>
                  <a:pt x="1372664" y="153651"/>
                  <a:pt x="1371091" y="154725"/>
                  <a:pt x="1368866" y="155991"/>
                </a:cubicBezTo>
                <a:cubicBezTo>
                  <a:pt x="1366641" y="157256"/>
                  <a:pt x="1364109" y="158388"/>
                  <a:pt x="1361271" y="159385"/>
                </a:cubicBezTo>
                <a:cubicBezTo>
                  <a:pt x="1358432" y="160383"/>
                  <a:pt x="1355344" y="161188"/>
                  <a:pt x="1352007" y="161802"/>
                </a:cubicBezTo>
                <a:cubicBezTo>
                  <a:pt x="1348670" y="162416"/>
                  <a:pt x="1345236" y="162723"/>
                  <a:pt x="1341707" y="162723"/>
                </a:cubicBezTo>
                <a:cubicBezTo>
                  <a:pt x="1333805" y="162723"/>
                  <a:pt x="1326804" y="161495"/>
                  <a:pt x="1320705" y="159040"/>
                </a:cubicBezTo>
                <a:cubicBezTo>
                  <a:pt x="1314606" y="156585"/>
                  <a:pt x="1309485" y="152960"/>
                  <a:pt x="1305342" y="148165"/>
                </a:cubicBezTo>
                <a:cubicBezTo>
                  <a:pt x="1301199" y="143370"/>
                  <a:pt x="1298073" y="137520"/>
                  <a:pt x="1295963" y="130615"/>
                </a:cubicBezTo>
                <a:cubicBezTo>
                  <a:pt x="1293853" y="123711"/>
                  <a:pt x="1292798" y="115809"/>
                  <a:pt x="1292798" y="106909"/>
                </a:cubicBezTo>
                <a:cubicBezTo>
                  <a:pt x="1292798" y="96629"/>
                  <a:pt x="1294083" y="87748"/>
                  <a:pt x="1296654" y="80268"/>
                </a:cubicBezTo>
                <a:cubicBezTo>
                  <a:pt x="1299224" y="72788"/>
                  <a:pt x="1302810" y="66593"/>
                  <a:pt x="1307414" y="61683"/>
                </a:cubicBezTo>
                <a:cubicBezTo>
                  <a:pt x="1312017" y="56773"/>
                  <a:pt x="1317464" y="53128"/>
                  <a:pt x="1323755" y="50750"/>
                </a:cubicBezTo>
                <a:cubicBezTo>
                  <a:pt x="1330046" y="48372"/>
                  <a:pt x="1336951" y="47183"/>
                  <a:pt x="1344469" y="47183"/>
                </a:cubicBezTo>
                <a:cubicBezTo>
                  <a:pt x="1347538" y="47183"/>
                  <a:pt x="1350549" y="47451"/>
                  <a:pt x="1353503" y="47988"/>
                </a:cubicBezTo>
                <a:cubicBezTo>
                  <a:pt x="1356457" y="48525"/>
                  <a:pt x="1359219" y="49254"/>
                  <a:pt x="1361789" y="50175"/>
                </a:cubicBezTo>
                <a:cubicBezTo>
                  <a:pt x="1364359" y="51095"/>
                  <a:pt x="1366660" y="52131"/>
                  <a:pt x="1368693" y="53282"/>
                </a:cubicBezTo>
                <a:cubicBezTo>
                  <a:pt x="1370727" y="54433"/>
                  <a:pt x="1372165" y="55430"/>
                  <a:pt x="1373009" y="56274"/>
                </a:cubicBezTo>
                <a:cubicBezTo>
                  <a:pt x="1373853" y="57118"/>
                  <a:pt x="1374447" y="57828"/>
                  <a:pt x="1374793" y="58403"/>
                </a:cubicBezTo>
                <a:cubicBezTo>
                  <a:pt x="1375138" y="58978"/>
                  <a:pt x="1375406" y="59726"/>
                  <a:pt x="1375598" y="60647"/>
                </a:cubicBezTo>
                <a:cubicBezTo>
                  <a:pt x="1375790" y="61568"/>
                  <a:pt x="1375944" y="62699"/>
                  <a:pt x="1376059" y="64042"/>
                </a:cubicBezTo>
                <a:cubicBezTo>
                  <a:pt x="1376174" y="65384"/>
                  <a:pt x="1376231" y="67015"/>
                  <a:pt x="1376231" y="68933"/>
                </a:cubicBezTo>
                <a:cubicBezTo>
                  <a:pt x="1376231" y="73382"/>
                  <a:pt x="1375848" y="76509"/>
                  <a:pt x="1375080" y="78312"/>
                </a:cubicBezTo>
                <a:cubicBezTo>
                  <a:pt x="1374313" y="80115"/>
                  <a:pt x="1373316" y="81016"/>
                  <a:pt x="1372088" y="81016"/>
                </a:cubicBezTo>
                <a:cubicBezTo>
                  <a:pt x="1370784" y="81016"/>
                  <a:pt x="1369403" y="80479"/>
                  <a:pt x="1367945" y="79405"/>
                </a:cubicBezTo>
                <a:cubicBezTo>
                  <a:pt x="1366488" y="78331"/>
                  <a:pt x="1364762" y="77142"/>
                  <a:pt x="1362767" y="75838"/>
                </a:cubicBezTo>
                <a:cubicBezTo>
                  <a:pt x="1360772" y="74533"/>
                  <a:pt x="1358394" y="73344"/>
                  <a:pt x="1355632" y="72270"/>
                </a:cubicBezTo>
                <a:cubicBezTo>
                  <a:pt x="1352870" y="71196"/>
                  <a:pt x="1349571" y="70659"/>
                  <a:pt x="1345735" y="70659"/>
                </a:cubicBezTo>
                <a:cubicBezTo>
                  <a:pt x="1338217" y="70659"/>
                  <a:pt x="1332463" y="73555"/>
                  <a:pt x="1328473" y="79347"/>
                </a:cubicBezTo>
                <a:cubicBezTo>
                  <a:pt x="1324484" y="85140"/>
                  <a:pt x="1322489" y="93637"/>
                  <a:pt x="1322489" y="104838"/>
                </a:cubicBezTo>
                <a:cubicBezTo>
                  <a:pt x="1322489" y="110361"/>
                  <a:pt x="1322988" y="115233"/>
                  <a:pt x="1323985" y="119453"/>
                </a:cubicBezTo>
                <a:cubicBezTo>
                  <a:pt x="1324982" y="123672"/>
                  <a:pt x="1326459" y="127201"/>
                  <a:pt x="1328416" y="130040"/>
                </a:cubicBezTo>
                <a:cubicBezTo>
                  <a:pt x="1330372" y="132879"/>
                  <a:pt x="1332827" y="135008"/>
                  <a:pt x="1335781" y="136427"/>
                </a:cubicBezTo>
                <a:cubicBezTo>
                  <a:pt x="1338734" y="137846"/>
                  <a:pt x="1342168" y="138556"/>
                  <a:pt x="1346080" y="138556"/>
                </a:cubicBezTo>
                <a:cubicBezTo>
                  <a:pt x="1350070" y="138556"/>
                  <a:pt x="1353503" y="137961"/>
                  <a:pt x="1356380" y="136772"/>
                </a:cubicBezTo>
                <a:cubicBezTo>
                  <a:pt x="1359257" y="135583"/>
                  <a:pt x="1361770" y="134260"/>
                  <a:pt x="1363918" y="132802"/>
                </a:cubicBezTo>
                <a:cubicBezTo>
                  <a:pt x="1366066" y="131344"/>
                  <a:pt x="1367869" y="130021"/>
                  <a:pt x="1369326" y="128832"/>
                </a:cubicBezTo>
                <a:cubicBezTo>
                  <a:pt x="1370784" y="127643"/>
                  <a:pt x="1372012" y="127048"/>
                  <a:pt x="1373009" y="127048"/>
                </a:cubicBezTo>
                <a:cubicBezTo>
                  <a:pt x="1373699" y="127048"/>
                  <a:pt x="1374275" y="127240"/>
                  <a:pt x="1374735" y="127623"/>
                </a:cubicBezTo>
                <a:cubicBezTo>
                  <a:pt x="1375195" y="128007"/>
                  <a:pt x="1375560" y="128717"/>
                  <a:pt x="1375828" y="129752"/>
                </a:cubicBezTo>
                <a:cubicBezTo>
                  <a:pt x="1376097" y="130788"/>
                  <a:pt x="1376308" y="132111"/>
                  <a:pt x="1376461" y="133723"/>
                </a:cubicBezTo>
                <a:cubicBezTo>
                  <a:pt x="1376615" y="135334"/>
                  <a:pt x="1376692" y="137405"/>
                  <a:pt x="1376692" y="139937"/>
                </a:cubicBezTo>
                <a:close/>
                <a:moveTo>
                  <a:pt x="1426245" y="156278"/>
                </a:moveTo>
                <a:cubicBezTo>
                  <a:pt x="1426245" y="157045"/>
                  <a:pt x="1426015" y="157717"/>
                  <a:pt x="1425555" y="158292"/>
                </a:cubicBezTo>
                <a:cubicBezTo>
                  <a:pt x="1425095" y="158868"/>
                  <a:pt x="1424308" y="159347"/>
                  <a:pt x="1423196" y="159731"/>
                </a:cubicBezTo>
                <a:cubicBezTo>
                  <a:pt x="1422083" y="160114"/>
                  <a:pt x="1420606" y="160402"/>
                  <a:pt x="1418765" y="160594"/>
                </a:cubicBezTo>
                <a:cubicBezTo>
                  <a:pt x="1416924" y="160786"/>
                  <a:pt x="1414584" y="160881"/>
                  <a:pt x="1411745" y="160881"/>
                </a:cubicBezTo>
                <a:cubicBezTo>
                  <a:pt x="1408907" y="160881"/>
                  <a:pt x="1406567" y="160786"/>
                  <a:pt x="1404725" y="160594"/>
                </a:cubicBezTo>
                <a:cubicBezTo>
                  <a:pt x="1402884" y="160402"/>
                  <a:pt x="1401407" y="160114"/>
                  <a:pt x="1400295" y="159731"/>
                </a:cubicBezTo>
                <a:cubicBezTo>
                  <a:pt x="1399182" y="159347"/>
                  <a:pt x="1398396" y="158868"/>
                  <a:pt x="1397936" y="158292"/>
                </a:cubicBezTo>
                <a:cubicBezTo>
                  <a:pt x="1397475" y="157717"/>
                  <a:pt x="1397245" y="157045"/>
                  <a:pt x="1397245" y="156278"/>
                </a:cubicBezTo>
                <a:lnTo>
                  <a:pt x="1397245" y="53857"/>
                </a:lnTo>
                <a:cubicBezTo>
                  <a:pt x="1397245" y="53090"/>
                  <a:pt x="1397475" y="52419"/>
                  <a:pt x="1397936" y="51843"/>
                </a:cubicBezTo>
                <a:cubicBezTo>
                  <a:pt x="1398396" y="51268"/>
                  <a:pt x="1399182" y="50769"/>
                  <a:pt x="1400295" y="50347"/>
                </a:cubicBezTo>
                <a:cubicBezTo>
                  <a:pt x="1401407" y="49925"/>
                  <a:pt x="1402884" y="49599"/>
                  <a:pt x="1404725" y="49369"/>
                </a:cubicBezTo>
                <a:cubicBezTo>
                  <a:pt x="1406567" y="49139"/>
                  <a:pt x="1408907" y="49024"/>
                  <a:pt x="1411745" y="49024"/>
                </a:cubicBezTo>
                <a:cubicBezTo>
                  <a:pt x="1414584" y="49024"/>
                  <a:pt x="1416924" y="49139"/>
                  <a:pt x="1418765" y="49369"/>
                </a:cubicBezTo>
                <a:cubicBezTo>
                  <a:pt x="1420606" y="49599"/>
                  <a:pt x="1422083" y="49925"/>
                  <a:pt x="1423196" y="50347"/>
                </a:cubicBezTo>
                <a:cubicBezTo>
                  <a:pt x="1424308" y="50769"/>
                  <a:pt x="1425095" y="51268"/>
                  <a:pt x="1425555" y="51843"/>
                </a:cubicBezTo>
                <a:cubicBezTo>
                  <a:pt x="1426015" y="52419"/>
                  <a:pt x="1426245" y="53090"/>
                  <a:pt x="1426245" y="53857"/>
                </a:cubicBezTo>
                <a:lnTo>
                  <a:pt x="1426245" y="156278"/>
                </a:lnTo>
                <a:moveTo>
                  <a:pt x="1428432" y="18873"/>
                </a:moveTo>
                <a:cubicBezTo>
                  <a:pt x="1428432" y="24704"/>
                  <a:pt x="1427243" y="28732"/>
                  <a:pt x="1424864" y="30956"/>
                </a:cubicBezTo>
                <a:cubicBezTo>
                  <a:pt x="1422486" y="33181"/>
                  <a:pt x="1418075" y="34294"/>
                  <a:pt x="1411630" y="34294"/>
                </a:cubicBezTo>
                <a:cubicBezTo>
                  <a:pt x="1405109" y="34294"/>
                  <a:pt x="1400717" y="33220"/>
                  <a:pt x="1398454" y="31072"/>
                </a:cubicBezTo>
                <a:cubicBezTo>
                  <a:pt x="1396190" y="28923"/>
                  <a:pt x="1395059" y="25049"/>
                  <a:pt x="1395059" y="19448"/>
                </a:cubicBezTo>
                <a:cubicBezTo>
                  <a:pt x="1395059" y="13618"/>
                  <a:pt x="1396229" y="9571"/>
                  <a:pt x="1398569" y="7308"/>
                </a:cubicBezTo>
                <a:cubicBezTo>
                  <a:pt x="1400909" y="5044"/>
                  <a:pt x="1405339" y="3913"/>
                  <a:pt x="1411860" y="3913"/>
                </a:cubicBezTo>
                <a:cubicBezTo>
                  <a:pt x="1418305" y="3913"/>
                  <a:pt x="1422678" y="5006"/>
                  <a:pt x="1424980" y="7192"/>
                </a:cubicBezTo>
                <a:cubicBezTo>
                  <a:pt x="1427281" y="9379"/>
                  <a:pt x="1428432" y="13273"/>
                  <a:pt x="1428432" y="18873"/>
                </a:cubicBezTo>
                <a:close/>
                <a:moveTo>
                  <a:pt x="1515232" y="146072"/>
                </a:moveTo>
                <a:cubicBezTo>
                  <a:pt x="1515232" y="149465"/>
                  <a:pt x="1515021" y="152067"/>
                  <a:pt x="1514599" y="153880"/>
                </a:cubicBezTo>
                <a:cubicBezTo>
                  <a:pt x="1514177" y="155690"/>
                  <a:pt x="1513621" y="156962"/>
                  <a:pt x="1512930" y="157695"/>
                </a:cubicBezTo>
                <a:cubicBezTo>
                  <a:pt x="1512240" y="158426"/>
                  <a:pt x="1511223" y="159081"/>
                  <a:pt x="1509880" y="159659"/>
                </a:cubicBezTo>
                <a:cubicBezTo>
                  <a:pt x="1508538" y="160236"/>
                  <a:pt x="1506965" y="160738"/>
                  <a:pt x="1505162" y="161162"/>
                </a:cubicBezTo>
                <a:cubicBezTo>
                  <a:pt x="1503359" y="161586"/>
                  <a:pt x="1501403" y="161914"/>
                  <a:pt x="1499293" y="162144"/>
                </a:cubicBezTo>
                <a:cubicBezTo>
                  <a:pt x="1497183" y="162376"/>
                  <a:pt x="1495054" y="162493"/>
                  <a:pt x="1492906" y="162493"/>
                </a:cubicBezTo>
                <a:cubicBezTo>
                  <a:pt x="1487152" y="162493"/>
                  <a:pt x="1482165" y="161764"/>
                  <a:pt x="1477946" y="160306"/>
                </a:cubicBezTo>
                <a:cubicBezTo>
                  <a:pt x="1473726" y="158848"/>
                  <a:pt x="1470236" y="156604"/>
                  <a:pt x="1467474" y="153574"/>
                </a:cubicBezTo>
                <a:cubicBezTo>
                  <a:pt x="1464712" y="150543"/>
                  <a:pt x="1462679" y="146727"/>
                  <a:pt x="1461374" y="142123"/>
                </a:cubicBezTo>
                <a:cubicBezTo>
                  <a:pt x="1460070" y="137520"/>
                  <a:pt x="1459418" y="132073"/>
                  <a:pt x="1459418" y="125782"/>
                </a:cubicBezTo>
                <a:lnTo>
                  <a:pt x="1459418" y="73191"/>
                </a:lnTo>
                <a:lnTo>
                  <a:pt x="1447104" y="73191"/>
                </a:lnTo>
                <a:cubicBezTo>
                  <a:pt x="1445647" y="73191"/>
                  <a:pt x="1444534" y="72289"/>
                  <a:pt x="1443767" y="70486"/>
                </a:cubicBezTo>
                <a:cubicBezTo>
                  <a:pt x="1443000" y="68683"/>
                  <a:pt x="1442616" y="65672"/>
                  <a:pt x="1442616" y="61453"/>
                </a:cubicBezTo>
                <a:cubicBezTo>
                  <a:pt x="1442616" y="59228"/>
                  <a:pt x="1442712" y="57348"/>
                  <a:pt x="1442904" y="55814"/>
                </a:cubicBezTo>
                <a:cubicBezTo>
                  <a:pt x="1443096" y="54279"/>
                  <a:pt x="1443384" y="53071"/>
                  <a:pt x="1443767" y="52189"/>
                </a:cubicBezTo>
                <a:cubicBezTo>
                  <a:pt x="1444151" y="51306"/>
                  <a:pt x="1444630" y="50673"/>
                  <a:pt x="1445206" y="50290"/>
                </a:cubicBezTo>
                <a:cubicBezTo>
                  <a:pt x="1445781" y="49906"/>
                  <a:pt x="1446452" y="49714"/>
                  <a:pt x="1447220" y="49714"/>
                </a:cubicBezTo>
                <a:lnTo>
                  <a:pt x="1459418" y="49714"/>
                </a:lnTo>
                <a:lnTo>
                  <a:pt x="1459418" y="26720"/>
                </a:lnTo>
                <a:cubicBezTo>
                  <a:pt x="1459418" y="25948"/>
                  <a:pt x="1459629" y="25254"/>
                  <a:pt x="1460051" y="24638"/>
                </a:cubicBezTo>
                <a:cubicBezTo>
                  <a:pt x="1460473" y="24022"/>
                  <a:pt x="1461240" y="23503"/>
                  <a:pt x="1462353" y="23081"/>
                </a:cubicBezTo>
                <a:cubicBezTo>
                  <a:pt x="1463465" y="22656"/>
                  <a:pt x="1464961" y="22348"/>
                  <a:pt x="1466841" y="22156"/>
                </a:cubicBezTo>
                <a:cubicBezTo>
                  <a:pt x="1468720" y="21962"/>
                  <a:pt x="1471041" y="21865"/>
                  <a:pt x="1473803" y="21865"/>
                </a:cubicBezTo>
                <a:cubicBezTo>
                  <a:pt x="1476642" y="21865"/>
                  <a:pt x="1479001" y="21962"/>
                  <a:pt x="1480880" y="22156"/>
                </a:cubicBezTo>
                <a:cubicBezTo>
                  <a:pt x="1482760" y="22348"/>
                  <a:pt x="1484237" y="22656"/>
                  <a:pt x="1485311" y="23081"/>
                </a:cubicBezTo>
                <a:cubicBezTo>
                  <a:pt x="1486385" y="23503"/>
                  <a:pt x="1487152" y="24022"/>
                  <a:pt x="1487613" y="24638"/>
                </a:cubicBezTo>
                <a:cubicBezTo>
                  <a:pt x="1488073" y="25254"/>
                  <a:pt x="1488303" y="25948"/>
                  <a:pt x="1488303" y="26720"/>
                </a:cubicBezTo>
                <a:lnTo>
                  <a:pt x="1488303" y="49714"/>
                </a:lnTo>
                <a:lnTo>
                  <a:pt x="1510628" y="49714"/>
                </a:lnTo>
                <a:cubicBezTo>
                  <a:pt x="1511396" y="49714"/>
                  <a:pt x="1512067" y="49906"/>
                  <a:pt x="1512642" y="50290"/>
                </a:cubicBezTo>
                <a:cubicBezTo>
                  <a:pt x="1513218" y="50673"/>
                  <a:pt x="1513697" y="51306"/>
                  <a:pt x="1514081" y="52189"/>
                </a:cubicBezTo>
                <a:cubicBezTo>
                  <a:pt x="1514464" y="53071"/>
                  <a:pt x="1514752" y="54279"/>
                  <a:pt x="1514944" y="55814"/>
                </a:cubicBezTo>
                <a:cubicBezTo>
                  <a:pt x="1515136" y="57348"/>
                  <a:pt x="1515232" y="59228"/>
                  <a:pt x="1515232" y="61453"/>
                </a:cubicBezTo>
                <a:cubicBezTo>
                  <a:pt x="1515232" y="65672"/>
                  <a:pt x="1514848" y="68683"/>
                  <a:pt x="1514081" y="70486"/>
                </a:cubicBezTo>
                <a:cubicBezTo>
                  <a:pt x="1513314" y="72289"/>
                  <a:pt x="1512201" y="73191"/>
                  <a:pt x="1510744" y="73191"/>
                </a:cubicBezTo>
                <a:lnTo>
                  <a:pt x="1488303" y="73191"/>
                </a:lnTo>
                <a:lnTo>
                  <a:pt x="1488303" y="121323"/>
                </a:lnTo>
                <a:cubicBezTo>
                  <a:pt x="1488303" y="126914"/>
                  <a:pt x="1489185" y="131107"/>
                  <a:pt x="1490950" y="133902"/>
                </a:cubicBezTo>
                <a:cubicBezTo>
                  <a:pt x="1492714" y="136698"/>
                  <a:pt x="1495860" y="138096"/>
                  <a:pt x="1500386" y="138096"/>
                </a:cubicBezTo>
                <a:cubicBezTo>
                  <a:pt x="1501921" y="138096"/>
                  <a:pt x="1503302" y="137961"/>
                  <a:pt x="1504529" y="137693"/>
                </a:cubicBezTo>
                <a:cubicBezTo>
                  <a:pt x="1505757" y="137424"/>
                  <a:pt x="1506850" y="137117"/>
                  <a:pt x="1507809" y="136772"/>
                </a:cubicBezTo>
                <a:cubicBezTo>
                  <a:pt x="1508768" y="136427"/>
                  <a:pt x="1509574" y="136120"/>
                  <a:pt x="1510226" y="135852"/>
                </a:cubicBezTo>
                <a:cubicBezTo>
                  <a:pt x="1510878" y="135583"/>
                  <a:pt x="1511472" y="135449"/>
                  <a:pt x="1512009" y="135449"/>
                </a:cubicBezTo>
                <a:cubicBezTo>
                  <a:pt x="1512470" y="135449"/>
                  <a:pt x="1512911" y="135583"/>
                  <a:pt x="1513333" y="135852"/>
                </a:cubicBezTo>
                <a:cubicBezTo>
                  <a:pt x="1513755" y="136120"/>
                  <a:pt x="1514081" y="136658"/>
                  <a:pt x="1514311" y="137466"/>
                </a:cubicBezTo>
                <a:cubicBezTo>
                  <a:pt x="1514541" y="138272"/>
                  <a:pt x="1514752" y="139369"/>
                  <a:pt x="1514944" y="140757"/>
                </a:cubicBezTo>
                <a:cubicBezTo>
                  <a:pt x="1515136" y="142143"/>
                  <a:pt x="1515232" y="143914"/>
                  <a:pt x="1515232" y="146072"/>
                </a:cubicBezTo>
                <a:close/>
                <a:moveTo>
                  <a:pt x="1594758" y="160191"/>
                </a:moveTo>
                <a:lnTo>
                  <a:pt x="1582329" y="196657"/>
                </a:lnTo>
                <a:cubicBezTo>
                  <a:pt x="1581639" y="198580"/>
                  <a:pt x="1579759" y="199964"/>
                  <a:pt x="1576690" y="200810"/>
                </a:cubicBezTo>
                <a:cubicBezTo>
                  <a:pt x="1573621" y="201657"/>
                  <a:pt x="1569133" y="202080"/>
                  <a:pt x="1563226" y="202080"/>
                </a:cubicBezTo>
                <a:cubicBezTo>
                  <a:pt x="1560157" y="202080"/>
                  <a:pt x="1557702" y="201944"/>
                  <a:pt x="1555861" y="201674"/>
                </a:cubicBezTo>
                <a:cubicBezTo>
                  <a:pt x="1554019" y="201405"/>
                  <a:pt x="1552638" y="200963"/>
                  <a:pt x="1551718" y="200347"/>
                </a:cubicBezTo>
                <a:cubicBezTo>
                  <a:pt x="1550797" y="199733"/>
                  <a:pt x="1550298" y="198964"/>
                  <a:pt x="1550222" y="198041"/>
                </a:cubicBezTo>
                <a:cubicBezTo>
                  <a:pt x="1550145" y="197118"/>
                  <a:pt x="1550375" y="196002"/>
                  <a:pt x="1550912" y="194693"/>
                </a:cubicBezTo>
                <a:lnTo>
                  <a:pt x="1564607" y="160191"/>
                </a:lnTo>
                <a:cubicBezTo>
                  <a:pt x="1563609" y="159731"/>
                  <a:pt x="1562708" y="159021"/>
                  <a:pt x="1561902" y="158062"/>
                </a:cubicBezTo>
                <a:cubicBezTo>
                  <a:pt x="1561097" y="157103"/>
                  <a:pt x="1560502" y="156086"/>
                  <a:pt x="1560119" y="155012"/>
                </a:cubicBezTo>
                <a:lnTo>
                  <a:pt x="1524789" y="60647"/>
                </a:lnTo>
                <a:cubicBezTo>
                  <a:pt x="1523792" y="57962"/>
                  <a:pt x="1523293" y="55910"/>
                  <a:pt x="1523293" y="54490"/>
                </a:cubicBezTo>
                <a:cubicBezTo>
                  <a:pt x="1523293" y="53071"/>
                  <a:pt x="1523753" y="51958"/>
                  <a:pt x="1524674" y="51153"/>
                </a:cubicBezTo>
                <a:cubicBezTo>
                  <a:pt x="1525595" y="50347"/>
                  <a:pt x="1527148" y="49791"/>
                  <a:pt x="1529335" y="49484"/>
                </a:cubicBezTo>
                <a:cubicBezTo>
                  <a:pt x="1531521" y="49177"/>
                  <a:pt x="1534417" y="49024"/>
                  <a:pt x="1538023" y="49024"/>
                </a:cubicBezTo>
                <a:cubicBezTo>
                  <a:pt x="1541322" y="49024"/>
                  <a:pt x="1543931" y="49081"/>
                  <a:pt x="1545849" y="49197"/>
                </a:cubicBezTo>
                <a:cubicBezTo>
                  <a:pt x="1547767" y="49312"/>
                  <a:pt x="1549263" y="49599"/>
                  <a:pt x="1550337" y="50060"/>
                </a:cubicBezTo>
                <a:cubicBezTo>
                  <a:pt x="1551411" y="50520"/>
                  <a:pt x="1552216" y="51230"/>
                  <a:pt x="1552754" y="52189"/>
                </a:cubicBezTo>
                <a:cubicBezTo>
                  <a:pt x="1553291" y="53148"/>
                  <a:pt x="1553828" y="54509"/>
                  <a:pt x="1554365" y="56274"/>
                </a:cubicBezTo>
                <a:lnTo>
                  <a:pt x="1578531" y="124977"/>
                </a:lnTo>
                <a:lnTo>
                  <a:pt x="1578877" y="124977"/>
                </a:lnTo>
                <a:lnTo>
                  <a:pt x="1600972" y="54893"/>
                </a:lnTo>
                <a:cubicBezTo>
                  <a:pt x="1601432" y="52898"/>
                  <a:pt x="1602027" y="51575"/>
                  <a:pt x="1602756" y="50923"/>
                </a:cubicBezTo>
                <a:cubicBezTo>
                  <a:pt x="1603484" y="50271"/>
                  <a:pt x="1604693" y="49791"/>
                  <a:pt x="1606381" y="49484"/>
                </a:cubicBezTo>
                <a:cubicBezTo>
                  <a:pt x="1608068" y="49177"/>
                  <a:pt x="1611022" y="49024"/>
                  <a:pt x="1615242" y="49024"/>
                </a:cubicBezTo>
                <a:cubicBezTo>
                  <a:pt x="1618541" y="49024"/>
                  <a:pt x="1621283" y="49177"/>
                  <a:pt x="1623470" y="49484"/>
                </a:cubicBezTo>
                <a:cubicBezTo>
                  <a:pt x="1625657" y="49791"/>
                  <a:pt x="1627268" y="50367"/>
                  <a:pt x="1628303" y="51210"/>
                </a:cubicBezTo>
                <a:cubicBezTo>
                  <a:pt x="1629339" y="52054"/>
                  <a:pt x="1629857" y="53186"/>
                  <a:pt x="1629857" y="54605"/>
                </a:cubicBezTo>
                <a:cubicBezTo>
                  <a:pt x="1629857" y="56025"/>
                  <a:pt x="1629550" y="57693"/>
                  <a:pt x="1628936" y="59611"/>
                </a:cubicBezTo>
                <a:lnTo>
                  <a:pt x="1594758" y="160191"/>
                </a:lnTo>
                <a:close/>
                <a:moveTo>
                  <a:pt x="1823285" y="148913"/>
                </a:moveTo>
                <a:cubicBezTo>
                  <a:pt x="1824206" y="151675"/>
                  <a:pt x="1824781" y="153862"/>
                  <a:pt x="1825011" y="155473"/>
                </a:cubicBezTo>
                <a:cubicBezTo>
                  <a:pt x="1825241" y="157084"/>
                  <a:pt x="1824934" y="158292"/>
                  <a:pt x="1824090" y="159098"/>
                </a:cubicBezTo>
                <a:cubicBezTo>
                  <a:pt x="1823247" y="159903"/>
                  <a:pt x="1821751" y="160402"/>
                  <a:pt x="1819602" y="160594"/>
                </a:cubicBezTo>
                <a:cubicBezTo>
                  <a:pt x="1817454" y="160786"/>
                  <a:pt x="1814500" y="160881"/>
                  <a:pt x="1810741" y="160881"/>
                </a:cubicBezTo>
                <a:cubicBezTo>
                  <a:pt x="1806829" y="160881"/>
                  <a:pt x="1803779" y="160824"/>
                  <a:pt x="1801592" y="160709"/>
                </a:cubicBezTo>
                <a:cubicBezTo>
                  <a:pt x="1799406" y="160594"/>
                  <a:pt x="1797737" y="160364"/>
                  <a:pt x="1796586" y="160018"/>
                </a:cubicBezTo>
                <a:cubicBezTo>
                  <a:pt x="1795436" y="159673"/>
                  <a:pt x="1794630" y="159194"/>
                  <a:pt x="1794170" y="158580"/>
                </a:cubicBezTo>
                <a:cubicBezTo>
                  <a:pt x="1793709" y="157966"/>
                  <a:pt x="1793326" y="157161"/>
                  <a:pt x="1793019" y="156163"/>
                </a:cubicBezTo>
                <a:lnTo>
                  <a:pt x="1783007" y="126127"/>
                </a:lnTo>
                <a:lnTo>
                  <a:pt x="1727078" y="126127"/>
                </a:lnTo>
                <a:lnTo>
                  <a:pt x="1717642" y="155358"/>
                </a:lnTo>
                <a:cubicBezTo>
                  <a:pt x="1717335" y="156432"/>
                  <a:pt x="1716932" y="157333"/>
                  <a:pt x="1716433" y="158062"/>
                </a:cubicBezTo>
                <a:cubicBezTo>
                  <a:pt x="1715935" y="158791"/>
                  <a:pt x="1715129" y="159366"/>
                  <a:pt x="1714017" y="159788"/>
                </a:cubicBezTo>
                <a:cubicBezTo>
                  <a:pt x="1712904" y="160210"/>
                  <a:pt x="1711332" y="160498"/>
                  <a:pt x="1709298" y="160651"/>
                </a:cubicBezTo>
                <a:cubicBezTo>
                  <a:pt x="1707265" y="160805"/>
                  <a:pt x="1704599" y="160881"/>
                  <a:pt x="1701300" y="160881"/>
                </a:cubicBezTo>
                <a:cubicBezTo>
                  <a:pt x="1697771" y="160881"/>
                  <a:pt x="1695009" y="160766"/>
                  <a:pt x="1693015" y="160536"/>
                </a:cubicBezTo>
                <a:cubicBezTo>
                  <a:pt x="1691020" y="160306"/>
                  <a:pt x="1689639" y="159750"/>
                  <a:pt x="1688872" y="158868"/>
                </a:cubicBezTo>
                <a:cubicBezTo>
                  <a:pt x="1688105" y="157985"/>
                  <a:pt x="1687836" y="156739"/>
                  <a:pt x="1688066" y="155127"/>
                </a:cubicBezTo>
                <a:cubicBezTo>
                  <a:pt x="1688296" y="153516"/>
                  <a:pt x="1688872" y="151368"/>
                  <a:pt x="1689792" y="148683"/>
                </a:cubicBezTo>
                <a:lnTo>
                  <a:pt x="1735709" y="16571"/>
                </a:lnTo>
                <a:cubicBezTo>
                  <a:pt x="1736170" y="15267"/>
                  <a:pt x="1736707" y="14212"/>
                  <a:pt x="1737320" y="13407"/>
                </a:cubicBezTo>
                <a:cubicBezTo>
                  <a:pt x="1737934" y="12601"/>
                  <a:pt x="1738912" y="11987"/>
                  <a:pt x="1740255" y="11566"/>
                </a:cubicBezTo>
                <a:cubicBezTo>
                  <a:pt x="1741597" y="11144"/>
                  <a:pt x="1743458" y="10875"/>
                  <a:pt x="1745836" y="10760"/>
                </a:cubicBezTo>
                <a:cubicBezTo>
                  <a:pt x="1748215" y="10645"/>
                  <a:pt x="1751360" y="10587"/>
                  <a:pt x="1755273" y="10587"/>
                </a:cubicBezTo>
                <a:cubicBezTo>
                  <a:pt x="1759799" y="10587"/>
                  <a:pt x="1763405" y="10645"/>
                  <a:pt x="1766090" y="10760"/>
                </a:cubicBezTo>
                <a:cubicBezTo>
                  <a:pt x="1768775" y="10875"/>
                  <a:pt x="1770866" y="11144"/>
                  <a:pt x="1772362" y="11566"/>
                </a:cubicBezTo>
                <a:cubicBezTo>
                  <a:pt x="1773858" y="11987"/>
                  <a:pt x="1774932" y="12620"/>
                  <a:pt x="1775584" y="13464"/>
                </a:cubicBezTo>
                <a:cubicBezTo>
                  <a:pt x="1776236" y="14308"/>
                  <a:pt x="1776793" y="15459"/>
                  <a:pt x="1777253" y="16917"/>
                </a:cubicBezTo>
                <a:lnTo>
                  <a:pt x="1823285" y="148913"/>
                </a:lnTo>
                <a:moveTo>
                  <a:pt x="1754928" y="39595"/>
                </a:moveTo>
                <a:lnTo>
                  <a:pt x="1754812" y="39595"/>
                </a:lnTo>
                <a:lnTo>
                  <a:pt x="1733753" y="102881"/>
                </a:lnTo>
                <a:lnTo>
                  <a:pt x="1775987" y="102881"/>
                </a:lnTo>
                <a:lnTo>
                  <a:pt x="1754928" y="39595"/>
                </a:lnTo>
                <a:close/>
                <a:moveTo>
                  <a:pt x="1945292" y="103568"/>
                </a:moveTo>
                <a:cubicBezTo>
                  <a:pt x="1945292" y="112717"/>
                  <a:pt x="1944295" y="120943"/>
                  <a:pt x="1942300" y="128246"/>
                </a:cubicBezTo>
                <a:cubicBezTo>
                  <a:pt x="1940305" y="135548"/>
                  <a:pt x="1937428" y="141775"/>
                  <a:pt x="1933669" y="146924"/>
                </a:cubicBezTo>
                <a:cubicBezTo>
                  <a:pt x="1929910" y="152074"/>
                  <a:pt x="1925287" y="156034"/>
                  <a:pt x="1919802" y="158803"/>
                </a:cubicBezTo>
                <a:cubicBezTo>
                  <a:pt x="1914316" y="161570"/>
                  <a:pt x="1908083" y="162953"/>
                  <a:pt x="1901101" y="162953"/>
                </a:cubicBezTo>
                <a:cubicBezTo>
                  <a:pt x="1897649" y="162953"/>
                  <a:pt x="1894427" y="162626"/>
                  <a:pt x="1891435" y="161971"/>
                </a:cubicBezTo>
                <a:cubicBezTo>
                  <a:pt x="1888443" y="161319"/>
                  <a:pt x="1885585" y="160263"/>
                  <a:pt x="1882861" y="158803"/>
                </a:cubicBezTo>
                <a:cubicBezTo>
                  <a:pt x="1880138" y="157340"/>
                  <a:pt x="1877452" y="155495"/>
                  <a:pt x="1874806" y="153268"/>
                </a:cubicBezTo>
                <a:cubicBezTo>
                  <a:pt x="1872159" y="151039"/>
                  <a:pt x="1869454" y="148347"/>
                  <a:pt x="1866692" y="145195"/>
                </a:cubicBezTo>
                <a:lnTo>
                  <a:pt x="1866692" y="156300"/>
                </a:lnTo>
                <a:cubicBezTo>
                  <a:pt x="1866692" y="157141"/>
                  <a:pt x="1866481" y="157849"/>
                  <a:pt x="1866060" y="158422"/>
                </a:cubicBezTo>
                <a:cubicBezTo>
                  <a:pt x="1865638" y="158992"/>
                  <a:pt x="1864947" y="159469"/>
                  <a:pt x="1863988" y="159853"/>
                </a:cubicBezTo>
                <a:cubicBezTo>
                  <a:pt x="1863029" y="160234"/>
                  <a:pt x="1861744" y="160500"/>
                  <a:pt x="1860133" y="160651"/>
                </a:cubicBezTo>
                <a:cubicBezTo>
                  <a:pt x="1858522" y="160805"/>
                  <a:pt x="1856565" y="160881"/>
                  <a:pt x="1854264" y="160881"/>
                </a:cubicBezTo>
                <a:cubicBezTo>
                  <a:pt x="1851886" y="160881"/>
                  <a:pt x="1849910" y="160805"/>
                  <a:pt x="1848337" y="160651"/>
                </a:cubicBezTo>
                <a:cubicBezTo>
                  <a:pt x="1846764" y="160498"/>
                  <a:pt x="1845499" y="160229"/>
                  <a:pt x="1844540" y="159846"/>
                </a:cubicBezTo>
                <a:cubicBezTo>
                  <a:pt x="1843581" y="159462"/>
                  <a:pt x="1842909" y="158983"/>
                  <a:pt x="1842526" y="158407"/>
                </a:cubicBezTo>
                <a:cubicBezTo>
                  <a:pt x="1842142" y="157832"/>
                  <a:pt x="1841950" y="157122"/>
                  <a:pt x="1841950" y="156278"/>
                </a:cubicBezTo>
                <a:lnTo>
                  <a:pt x="1841950" y="4948"/>
                </a:lnTo>
                <a:cubicBezTo>
                  <a:pt x="1841950" y="4181"/>
                  <a:pt x="1842180" y="3491"/>
                  <a:pt x="1842641" y="2877"/>
                </a:cubicBezTo>
                <a:cubicBezTo>
                  <a:pt x="1843101" y="2263"/>
                  <a:pt x="1843887" y="1745"/>
                  <a:pt x="1845000" y="1323"/>
                </a:cubicBezTo>
                <a:cubicBezTo>
                  <a:pt x="1846112" y="901"/>
                  <a:pt x="1847589" y="575"/>
                  <a:pt x="1849430" y="345"/>
                </a:cubicBezTo>
                <a:cubicBezTo>
                  <a:pt x="1851272" y="115"/>
                  <a:pt x="1853612" y="0"/>
                  <a:pt x="1856450" y="0"/>
                </a:cubicBezTo>
                <a:cubicBezTo>
                  <a:pt x="1859289" y="0"/>
                  <a:pt x="1861629" y="115"/>
                  <a:pt x="1863470" y="345"/>
                </a:cubicBezTo>
                <a:cubicBezTo>
                  <a:pt x="1865311" y="575"/>
                  <a:pt x="1866788" y="901"/>
                  <a:pt x="1867901" y="1323"/>
                </a:cubicBezTo>
                <a:cubicBezTo>
                  <a:pt x="1869013" y="1743"/>
                  <a:pt x="1869800" y="2260"/>
                  <a:pt x="1870260" y="2873"/>
                </a:cubicBezTo>
                <a:cubicBezTo>
                  <a:pt x="1870720" y="3487"/>
                  <a:pt x="1870950" y="4176"/>
                  <a:pt x="1870950" y="4941"/>
                </a:cubicBezTo>
                <a:lnTo>
                  <a:pt x="1870950" y="61596"/>
                </a:lnTo>
                <a:cubicBezTo>
                  <a:pt x="1873559" y="58983"/>
                  <a:pt x="1876167" y="56755"/>
                  <a:pt x="1878776" y="54911"/>
                </a:cubicBezTo>
                <a:cubicBezTo>
                  <a:pt x="1881384" y="53065"/>
                  <a:pt x="1883993" y="51546"/>
                  <a:pt x="1886601" y="50355"/>
                </a:cubicBezTo>
                <a:cubicBezTo>
                  <a:pt x="1889210" y="49163"/>
                  <a:pt x="1891895" y="48299"/>
                  <a:pt x="1894657" y="47762"/>
                </a:cubicBezTo>
                <a:cubicBezTo>
                  <a:pt x="1897419" y="47222"/>
                  <a:pt x="1900334" y="46953"/>
                  <a:pt x="1903403" y="46953"/>
                </a:cubicBezTo>
                <a:cubicBezTo>
                  <a:pt x="1910998" y="46953"/>
                  <a:pt x="1917443" y="48471"/>
                  <a:pt x="1922736" y="51509"/>
                </a:cubicBezTo>
                <a:cubicBezTo>
                  <a:pt x="1928030" y="54544"/>
                  <a:pt x="1932345" y="58638"/>
                  <a:pt x="1935683" y="63790"/>
                </a:cubicBezTo>
                <a:cubicBezTo>
                  <a:pt x="1939020" y="68940"/>
                  <a:pt x="1941456" y="74955"/>
                  <a:pt x="1942990" y="81836"/>
                </a:cubicBezTo>
                <a:cubicBezTo>
                  <a:pt x="1944525" y="88714"/>
                  <a:pt x="1945292" y="95958"/>
                  <a:pt x="1945292" y="103568"/>
                </a:cubicBezTo>
                <a:moveTo>
                  <a:pt x="1915256" y="105701"/>
                </a:moveTo>
                <a:cubicBezTo>
                  <a:pt x="1915256" y="101320"/>
                  <a:pt x="1914930" y="97094"/>
                  <a:pt x="1914278" y="93020"/>
                </a:cubicBezTo>
                <a:cubicBezTo>
                  <a:pt x="1913626" y="88947"/>
                  <a:pt x="1912494" y="85335"/>
                  <a:pt x="1910883" y="82185"/>
                </a:cubicBezTo>
                <a:cubicBezTo>
                  <a:pt x="1909272" y="79035"/>
                  <a:pt x="1907181" y="76518"/>
                  <a:pt x="1904611" y="74636"/>
                </a:cubicBezTo>
                <a:cubicBezTo>
                  <a:pt x="1902041" y="72752"/>
                  <a:pt x="1898800" y="71810"/>
                  <a:pt x="1894887" y="71810"/>
                </a:cubicBezTo>
                <a:cubicBezTo>
                  <a:pt x="1892969" y="71810"/>
                  <a:pt x="1891089" y="72078"/>
                  <a:pt x="1889248" y="72615"/>
                </a:cubicBezTo>
                <a:cubicBezTo>
                  <a:pt x="1887407" y="73150"/>
                  <a:pt x="1885508" y="74068"/>
                  <a:pt x="1883552" y="75370"/>
                </a:cubicBezTo>
                <a:cubicBezTo>
                  <a:pt x="1881595" y="76672"/>
                  <a:pt x="1879581" y="78357"/>
                  <a:pt x="1877510" y="80426"/>
                </a:cubicBezTo>
                <a:cubicBezTo>
                  <a:pt x="1875438" y="82493"/>
                  <a:pt x="1873252" y="85057"/>
                  <a:pt x="1870950" y="88119"/>
                </a:cubicBezTo>
                <a:lnTo>
                  <a:pt x="1870950" y="122251"/>
                </a:lnTo>
                <a:cubicBezTo>
                  <a:pt x="1875017" y="127494"/>
                  <a:pt x="1878910" y="131485"/>
                  <a:pt x="1882631" y="134222"/>
                </a:cubicBezTo>
                <a:cubicBezTo>
                  <a:pt x="1886352" y="136958"/>
                  <a:pt x="1890245" y="138326"/>
                  <a:pt x="1894312" y="138326"/>
                </a:cubicBezTo>
                <a:cubicBezTo>
                  <a:pt x="1898071" y="138326"/>
                  <a:pt x="1901255" y="137366"/>
                  <a:pt x="1903863" y="135445"/>
                </a:cubicBezTo>
                <a:cubicBezTo>
                  <a:pt x="1906472" y="133522"/>
                  <a:pt x="1908639" y="131024"/>
                  <a:pt x="1910365" y="127951"/>
                </a:cubicBezTo>
                <a:cubicBezTo>
                  <a:pt x="1912091" y="124877"/>
                  <a:pt x="1913338" y="121380"/>
                  <a:pt x="1914105" y="117460"/>
                </a:cubicBezTo>
                <a:cubicBezTo>
                  <a:pt x="1914872" y="113541"/>
                  <a:pt x="1915256" y="109621"/>
                  <a:pt x="1915256" y="105701"/>
                </a:cubicBezTo>
                <a:close/>
                <a:moveTo>
                  <a:pt x="2065658" y="156278"/>
                </a:moveTo>
                <a:cubicBezTo>
                  <a:pt x="2065658" y="157045"/>
                  <a:pt x="2065466" y="157717"/>
                  <a:pt x="2065082" y="158292"/>
                </a:cubicBezTo>
                <a:cubicBezTo>
                  <a:pt x="2064699" y="158868"/>
                  <a:pt x="2064028" y="159347"/>
                  <a:pt x="2063069" y="159731"/>
                </a:cubicBezTo>
                <a:cubicBezTo>
                  <a:pt x="2062110" y="160114"/>
                  <a:pt x="2060844" y="160402"/>
                  <a:pt x="2059271" y="160594"/>
                </a:cubicBezTo>
                <a:cubicBezTo>
                  <a:pt x="2057698" y="160786"/>
                  <a:pt x="2055723" y="160881"/>
                  <a:pt x="2053344" y="160881"/>
                </a:cubicBezTo>
                <a:cubicBezTo>
                  <a:pt x="2050813" y="160881"/>
                  <a:pt x="2048760" y="160786"/>
                  <a:pt x="2047188" y="160594"/>
                </a:cubicBezTo>
                <a:cubicBezTo>
                  <a:pt x="2045615" y="160402"/>
                  <a:pt x="2044368" y="160114"/>
                  <a:pt x="2043447" y="159731"/>
                </a:cubicBezTo>
                <a:cubicBezTo>
                  <a:pt x="2042527" y="159347"/>
                  <a:pt x="2041875" y="158868"/>
                  <a:pt x="2041491" y="158292"/>
                </a:cubicBezTo>
                <a:cubicBezTo>
                  <a:pt x="2041107" y="157717"/>
                  <a:pt x="2040916" y="157045"/>
                  <a:pt x="2040916" y="156278"/>
                </a:cubicBezTo>
                <a:lnTo>
                  <a:pt x="2040916" y="144425"/>
                </a:lnTo>
                <a:cubicBezTo>
                  <a:pt x="2035238" y="150601"/>
                  <a:pt x="2029465" y="155233"/>
                  <a:pt x="2023596" y="158321"/>
                </a:cubicBezTo>
                <a:cubicBezTo>
                  <a:pt x="2017727" y="161409"/>
                  <a:pt x="2011647" y="162953"/>
                  <a:pt x="2005356" y="162953"/>
                </a:cubicBezTo>
                <a:cubicBezTo>
                  <a:pt x="1998298" y="162953"/>
                  <a:pt x="1992371" y="161801"/>
                  <a:pt x="1987576" y="159497"/>
                </a:cubicBezTo>
                <a:cubicBezTo>
                  <a:pt x="1982781" y="157193"/>
                  <a:pt x="1978907" y="154045"/>
                  <a:pt x="1975953" y="150053"/>
                </a:cubicBezTo>
                <a:cubicBezTo>
                  <a:pt x="1972999" y="146059"/>
                  <a:pt x="1970890" y="141432"/>
                  <a:pt x="1969624" y="136172"/>
                </a:cubicBezTo>
                <a:cubicBezTo>
                  <a:pt x="1968358" y="130909"/>
                  <a:pt x="1967725" y="124362"/>
                  <a:pt x="1967725" y="116529"/>
                </a:cubicBezTo>
                <a:lnTo>
                  <a:pt x="1967725" y="53631"/>
                </a:lnTo>
                <a:cubicBezTo>
                  <a:pt x="1967725" y="52864"/>
                  <a:pt x="1967936" y="52192"/>
                  <a:pt x="1968358" y="51617"/>
                </a:cubicBezTo>
                <a:cubicBezTo>
                  <a:pt x="1968780" y="51039"/>
                  <a:pt x="1969547" y="50558"/>
                  <a:pt x="1970660" y="50175"/>
                </a:cubicBezTo>
                <a:cubicBezTo>
                  <a:pt x="1971772" y="49791"/>
                  <a:pt x="1973268" y="49503"/>
                  <a:pt x="1975148" y="49312"/>
                </a:cubicBezTo>
                <a:cubicBezTo>
                  <a:pt x="1977027" y="49120"/>
                  <a:pt x="1979348" y="49024"/>
                  <a:pt x="1982110" y="49024"/>
                </a:cubicBezTo>
                <a:cubicBezTo>
                  <a:pt x="1984949" y="49024"/>
                  <a:pt x="1987289" y="49120"/>
                  <a:pt x="1989130" y="49312"/>
                </a:cubicBezTo>
                <a:cubicBezTo>
                  <a:pt x="1990971" y="49503"/>
                  <a:pt x="1992448" y="49791"/>
                  <a:pt x="1993560" y="50175"/>
                </a:cubicBezTo>
                <a:cubicBezTo>
                  <a:pt x="1994673" y="50558"/>
                  <a:pt x="1995459" y="51038"/>
                  <a:pt x="1995920" y="51613"/>
                </a:cubicBezTo>
                <a:cubicBezTo>
                  <a:pt x="1996380" y="52189"/>
                  <a:pt x="1996610" y="52860"/>
                  <a:pt x="1996610" y="53627"/>
                </a:cubicBezTo>
                <a:lnTo>
                  <a:pt x="1996610" y="111627"/>
                </a:lnTo>
                <a:cubicBezTo>
                  <a:pt x="1996610" y="116998"/>
                  <a:pt x="1996955" y="121102"/>
                  <a:pt x="1997646" y="123941"/>
                </a:cubicBezTo>
                <a:cubicBezTo>
                  <a:pt x="1998336" y="126779"/>
                  <a:pt x="1999391" y="129215"/>
                  <a:pt x="2000810" y="131248"/>
                </a:cubicBezTo>
                <a:cubicBezTo>
                  <a:pt x="2002230" y="133281"/>
                  <a:pt x="2004033" y="134854"/>
                  <a:pt x="2006219" y="135967"/>
                </a:cubicBezTo>
                <a:cubicBezTo>
                  <a:pt x="2008406" y="137079"/>
                  <a:pt x="2010957" y="137635"/>
                  <a:pt x="2013872" y="137635"/>
                </a:cubicBezTo>
                <a:cubicBezTo>
                  <a:pt x="2017554" y="137635"/>
                  <a:pt x="2021256" y="136293"/>
                  <a:pt x="2024977" y="133608"/>
                </a:cubicBezTo>
                <a:cubicBezTo>
                  <a:pt x="2028698" y="130922"/>
                  <a:pt x="2032668" y="127010"/>
                  <a:pt x="2036888" y="121869"/>
                </a:cubicBezTo>
                <a:lnTo>
                  <a:pt x="2036888" y="53627"/>
                </a:lnTo>
                <a:cubicBezTo>
                  <a:pt x="2036888" y="52860"/>
                  <a:pt x="2037099" y="52189"/>
                  <a:pt x="2037521" y="51613"/>
                </a:cubicBezTo>
                <a:cubicBezTo>
                  <a:pt x="2037943" y="51038"/>
                  <a:pt x="2038710" y="50558"/>
                  <a:pt x="2039822" y="50175"/>
                </a:cubicBezTo>
                <a:cubicBezTo>
                  <a:pt x="2040935" y="49791"/>
                  <a:pt x="2042412" y="49503"/>
                  <a:pt x="2044253" y="49312"/>
                </a:cubicBezTo>
                <a:cubicBezTo>
                  <a:pt x="2046094" y="49120"/>
                  <a:pt x="2048434" y="49024"/>
                  <a:pt x="2051273" y="49024"/>
                </a:cubicBezTo>
                <a:cubicBezTo>
                  <a:pt x="2054111" y="49024"/>
                  <a:pt x="2056451" y="49120"/>
                  <a:pt x="2058293" y="49312"/>
                </a:cubicBezTo>
                <a:cubicBezTo>
                  <a:pt x="2060134" y="49503"/>
                  <a:pt x="2061592" y="49791"/>
                  <a:pt x="2062666" y="50175"/>
                </a:cubicBezTo>
                <a:cubicBezTo>
                  <a:pt x="2063740" y="50558"/>
                  <a:pt x="2064507" y="51038"/>
                  <a:pt x="2064967" y="51613"/>
                </a:cubicBezTo>
                <a:cubicBezTo>
                  <a:pt x="2065428" y="52189"/>
                  <a:pt x="2065658" y="52860"/>
                  <a:pt x="2065658" y="53627"/>
                </a:cubicBezTo>
                <a:lnTo>
                  <a:pt x="2065658" y="156278"/>
                </a:lnTo>
                <a:close/>
                <a:moveTo>
                  <a:pt x="2166920" y="127321"/>
                </a:moveTo>
                <a:cubicBezTo>
                  <a:pt x="2166920" y="133164"/>
                  <a:pt x="2165827" y="138315"/>
                  <a:pt x="2163640" y="142774"/>
                </a:cubicBezTo>
                <a:cubicBezTo>
                  <a:pt x="2161454" y="147231"/>
                  <a:pt x="2158366" y="150959"/>
                  <a:pt x="2154377" y="153959"/>
                </a:cubicBezTo>
                <a:cubicBezTo>
                  <a:pt x="2150387" y="156956"/>
                  <a:pt x="2145669" y="159203"/>
                  <a:pt x="2140222" y="160702"/>
                </a:cubicBezTo>
                <a:cubicBezTo>
                  <a:pt x="2134775" y="162202"/>
                  <a:pt x="2128867" y="162953"/>
                  <a:pt x="2122499" y="162953"/>
                </a:cubicBezTo>
                <a:cubicBezTo>
                  <a:pt x="2118663" y="162953"/>
                  <a:pt x="2115000" y="162662"/>
                  <a:pt x="2111509" y="162079"/>
                </a:cubicBezTo>
                <a:cubicBezTo>
                  <a:pt x="2108019" y="161496"/>
                  <a:pt x="2104892" y="160759"/>
                  <a:pt x="2102130" y="159867"/>
                </a:cubicBezTo>
                <a:cubicBezTo>
                  <a:pt x="2099368" y="158973"/>
                  <a:pt x="2097067" y="158061"/>
                  <a:pt x="2095226" y="157131"/>
                </a:cubicBezTo>
                <a:cubicBezTo>
                  <a:pt x="2093384" y="156198"/>
                  <a:pt x="2092042" y="155324"/>
                  <a:pt x="2091198" y="154509"/>
                </a:cubicBezTo>
                <a:cubicBezTo>
                  <a:pt x="2090354" y="153694"/>
                  <a:pt x="2089702" y="152418"/>
                  <a:pt x="2089241" y="150682"/>
                </a:cubicBezTo>
                <a:cubicBezTo>
                  <a:pt x="2088781" y="148947"/>
                  <a:pt x="2088551" y="146381"/>
                  <a:pt x="2088551" y="142987"/>
                </a:cubicBezTo>
                <a:cubicBezTo>
                  <a:pt x="2088551" y="140750"/>
                  <a:pt x="2088628" y="138956"/>
                  <a:pt x="2088781" y="137607"/>
                </a:cubicBezTo>
                <a:cubicBezTo>
                  <a:pt x="2088935" y="136257"/>
                  <a:pt x="2089165" y="135177"/>
                  <a:pt x="2089472" y="134366"/>
                </a:cubicBezTo>
                <a:cubicBezTo>
                  <a:pt x="2089778" y="133556"/>
                  <a:pt x="2090162" y="133017"/>
                  <a:pt x="2090622" y="132748"/>
                </a:cubicBezTo>
                <a:cubicBezTo>
                  <a:pt x="2091083" y="132477"/>
                  <a:pt x="2091658" y="132342"/>
                  <a:pt x="2092349" y="132342"/>
                </a:cubicBezTo>
                <a:cubicBezTo>
                  <a:pt x="2093192" y="132342"/>
                  <a:pt x="2094439" y="132827"/>
                  <a:pt x="2096089" y="133798"/>
                </a:cubicBezTo>
                <a:cubicBezTo>
                  <a:pt x="2097738" y="134769"/>
                  <a:pt x="2099790" y="135837"/>
                  <a:pt x="2102245" y="137002"/>
                </a:cubicBezTo>
                <a:cubicBezTo>
                  <a:pt x="2104700" y="138168"/>
                  <a:pt x="2107558" y="139255"/>
                  <a:pt x="2110819" y="140264"/>
                </a:cubicBezTo>
                <a:cubicBezTo>
                  <a:pt x="2114079" y="141274"/>
                  <a:pt x="2117781" y="141778"/>
                  <a:pt x="2121924" y="141778"/>
                </a:cubicBezTo>
                <a:cubicBezTo>
                  <a:pt x="2124533" y="141778"/>
                  <a:pt x="2126853" y="141511"/>
                  <a:pt x="2128886" y="140976"/>
                </a:cubicBezTo>
                <a:cubicBezTo>
                  <a:pt x="2130919" y="140442"/>
                  <a:pt x="2132684" y="139678"/>
                  <a:pt x="2134180" y="138685"/>
                </a:cubicBezTo>
                <a:cubicBezTo>
                  <a:pt x="2135676" y="137690"/>
                  <a:pt x="2136808" y="136429"/>
                  <a:pt x="2137575" y="134902"/>
                </a:cubicBezTo>
                <a:cubicBezTo>
                  <a:pt x="2138342" y="133375"/>
                  <a:pt x="2138726" y="131618"/>
                  <a:pt x="2138726" y="129630"/>
                </a:cubicBezTo>
                <a:cubicBezTo>
                  <a:pt x="2138726" y="127324"/>
                  <a:pt x="2138016" y="125345"/>
                  <a:pt x="2136597" y="123693"/>
                </a:cubicBezTo>
                <a:cubicBezTo>
                  <a:pt x="2135177" y="122038"/>
                  <a:pt x="2133298" y="120596"/>
                  <a:pt x="2130958" y="119366"/>
                </a:cubicBezTo>
                <a:cubicBezTo>
                  <a:pt x="2128618" y="118137"/>
                  <a:pt x="2125971" y="116983"/>
                  <a:pt x="2123017" y="115907"/>
                </a:cubicBezTo>
                <a:cubicBezTo>
                  <a:pt x="2120064" y="114830"/>
                  <a:pt x="2117033" y="113639"/>
                  <a:pt x="2113926" y="112332"/>
                </a:cubicBezTo>
                <a:cubicBezTo>
                  <a:pt x="2110819" y="111026"/>
                  <a:pt x="2107788" y="109527"/>
                  <a:pt x="2104835" y="107837"/>
                </a:cubicBezTo>
                <a:cubicBezTo>
                  <a:pt x="2101881" y="106144"/>
                  <a:pt x="2099234" y="104068"/>
                  <a:pt x="2096894" y="101608"/>
                </a:cubicBezTo>
                <a:cubicBezTo>
                  <a:pt x="2094554" y="99148"/>
                  <a:pt x="2092675" y="96190"/>
                  <a:pt x="2091255" y="92733"/>
                </a:cubicBezTo>
                <a:cubicBezTo>
                  <a:pt x="2089836" y="89273"/>
                  <a:pt x="2089126" y="85122"/>
                  <a:pt x="2089126" y="80279"/>
                </a:cubicBezTo>
                <a:cubicBezTo>
                  <a:pt x="2089126" y="75357"/>
                  <a:pt x="2090085" y="70840"/>
                  <a:pt x="2092003" y="66728"/>
                </a:cubicBezTo>
                <a:cubicBezTo>
                  <a:pt x="2093921" y="62617"/>
                  <a:pt x="2096683" y="59101"/>
                  <a:pt x="2100289" y="56180"/>
                </a:cubicBezTo>
                <a:cubicBezTo>
                  <a:pt x="2103895" y="53258"/>
                  <a:pt x="2108287" y="50990"/>
                  <a:pt x="2113466" y="49376"/>
                </a:cubicBezTo>
                <a:cubicBezTo>
                  <a:pt x="2118644" y="47760"/>
                  <a:pt x="2124456" y="46953"/>
                  <a:pt x="2130900" y="46953"/>
                </a:cubicBezTo>
                <a:cubicBezTo>
                  <a:pt x="2134123" y="46953"/>
                  <a:pt x="2137249" y="47183"/>
                  <a:pt x="2140279" y="47643"/>
                </a:cubicBezTo>
                <a:cubicBezTo>
                  <a:pt x="2143310" y="48103"/>
                  <a:pt x="2146052" y="48679"/>
                  <a:pt x="2148507" y="49369"/>
                </a:cubicBezTo>
                <a:cubicBezTo>
                  <a:pt x="2150963" y="50060"/>
                  <a:pt x="2153034" y="50808"/>
                  <a:pt x="2154722" y="51613"/>
                </a:cubicBezTo>
                <a:cubicBezTo>
                  <a:pt x="2156410" y="52419"/>
                  <a:pt x="2157618" y="53109"/>
                  <a:pt x="2158347" y="53685"/>
                </a:cubicBezTo>
                <a:cubicBezTo>
                  <a:pt x="2159076" y="54260"/>
                  <a:pt x="2159593" y="54835"/>
                  <a:pt x="2159900" y="55411"/>
                </a:cubicBezTo>
                <a:cubicBezTo>
                  <a:pt x="2160207" y="55986"/>
                  <a:pt x="2160437" y="56677"/>
                  <a:pt x="2160591" y="57482"/>
                </a:cubicBezTo>
                <a:cubicBezTo>
                  <a:pt x="2160744" y="58288"/>
                  <a:pt x="2160879" y="59285"/>
                  <a:pt x="2160994" y="60474"/>
                </a:cubicBezTo>
                <a:cubicBezTo>
                  <a:pt x="2161109" y="61664"/>
                  <a:pt x="2161166" y="63140"/>
                  <a:pt x="2161166" y="64905"/>
                </a:cubicBezTo>
                <a:cubicBezTo>
                  <a:pt x="2161166" y="66976"/>
                  <a:pt x="2161109" y="68664"/>
                  <a:pt x="2160994" y="69968"/>
                </a:cubicBezTo>
                <a:cubicBezTo>
                  <a:pt x="2160879" y="71273"/>
                  <a:pt x="2160687" y="72308"/>
                  <a:pt x="2160418" y="73076"/>
                </a:cubicBezTo>
                <a:cubicBezTo>
                  <a:pt x="2160150" y="73843"/>
                  <a:pt x="2159785" y="74361"/>
                  <a:pt x="2159325" y="74629"/>
                </a:cubicBezTo>
                <a:cubicBezTo>
                  <a:pt x="2158865" y="74898"/>
                  <a:pt x="2158328" y="75032"/>
                  <a:pt x="2157714" y="75032"/>
                </a:cubicBezTo>
                <a:cubicBezTo>
                  <a:pt x="2157023" y="75032"/>
                  <a:pt x="2155949" y="74629"/>
                  <a:pt x="2154492" y="73824"/>
                </a:cubicBezTo>
                <a:cubicBezTo>
                  <a:pt x="2153034" y="73018"/>
                  <a:pt x="2151212" y="72155"/>
                  <a:pt x="2149025" y="71234"/>
                </a:cubicBezTo>
                <a:cubicBezTo>
                  <a:pt x="2146839" y="70314"/>
                  <a:pt x="2144307" y="69451"/>
                  <a:pt x="2141430" y="68645"/>
                </a:cubicBezTo>
                <a:cubicBezTo>
                  <a:pt x="2138553" y="67839"/>
                  <a:pt x="2135273" y="67437"/>
                  <a:pt x="2131591" y="67437"/>
                </a:cubicBezTo>
                <a:cubicBezTo>
                  <a:pt x="2128982" y="67437"/>
                  <a:pt x="2126719" y="67708"/>
                  <a:pt x="2124801" y="68249"/>
                </a:cubicBezTo>
                <a:cubicBezTo>
                  <a:pt x="2122883" y="68789"/>
                  <a:pt x="2121310" y="69560"/>
                  <a:pt x="2120083" y="70562"/>
                </a:cubicBezTo>
                <a:cubicBezTo>
                  <a:pt x="2118855" y="71564"/>
                  <a:pt x="2117935" y="72740"/>
                  <a:pt x="2117321" y="74090"/>
                </a:cubicBezTo>
                <a:cubicBezTo>
                  <a:pt x="2116707" y="75440"/>
                  <a:pt x="2116400" y="76886"/>
                  <a:pt x="2116400" y="78430"/>
                </a:cubicBezTo>
                <a:cubicBezTo>
                  <a:pt x="2116400" y="80814"/>
                  <a:pt x="2117129" y="82813"/>
                  <a:pt x="2118587" y="84429"/>
                </a:cubicBezTo>
                <a:cubicBezTo>
                  <a:pt x="2120044" y="86042"/>
                  <a:pt x="2121962" y="87464"/>
                  <a:pt x="2124341" y="88694"/>
                </a:cubicBezTo>
                <a:cubicBezTo>
                  <a:pt x="2126719" y="89924"/>
                  <a:pt x="2129423" y="91077"/>
                  <a:pt x="2132454" y="92154"/>
                </a:cubicBezTo>
                <a:cubicBezTo>
                  <a:pt x="2135484" y="93230"/>
                  <a:pt x="2138553" y="94403"/>
                  <a:pt x="2141660" y="95671"/>
                </a:cubicBezTo>
                <a:cubicBezTo>
                  <a:pt x="2144767" y="96939"/>
                  <a:pt x="2147836" y="98418"/>
                  <a:pt x="2150867" y="100109"/>
                </a:cubicBezTo>
                <a:cubicBezTo>
                  <a:pt x="2153897" y="101799"/>
                  <a:pt x="2156601" y="103875"/>
                  <a:pt x="2158980" y="106337"/>
                </a:cubicBezTo>
                <a:cubicBezTo>
                  <a:pt x="2161358" y="108797"/>
                  <a:pt x="2163276" y="111738"/>
                  <a:pt x="2164734" y="115159"/>
                </a:cubicBezTo>
                <a:cubicBezTo>
                  <a:pt x="2166191" y="118578"/>
                  <a:pt x="2166920" y="122632"/>
                  <a:pt x="2166920" y="127321"/>
                </a:cubicBezTo>
                <a:close/>
                <a:moveTo>
                  <a:pt x="2283537" y="101943"/>
                </a:moveTo>
                <a:cubicBezTo>
                  <a:pt x="2283537" y="105479"/>
                  <a:pt x="2282751" y="108092"/>
                  <a:pt x="2281178" y="109782"/>
                </a:cubicBezTo>
                <a:cubicBezTo>
                  <a:pt x="2279605" y="111473"/>
                  <a:pt x="2277438" y="112318"/>
                  <a:pt x="2274676" y="112318"/>
                </a:cubicBezTo>
                <a:lnTo>
                  <a:pt x="2212188" y="112318"/>
                </a:lnTo>
                <a:cubicBezTo>
                  <a:pt x="2212188" y="116708"/>
                  <a:pt x="2212705" y="120693"/>
                  <a:pt x="2213741" y="124275"/>
                </a:cubicBezTo>
                <a:cubicBezTo>
                  <a:pt x="2214777" y="127857"/>
                  <a:pt x="2216426" y="130901"/>
                  <a:pt x="2218690" y="133406"/>
                </a:cubicBezTo>
                <a:cubicBezTo>
                  <a:pt x="2220953" y="135909"/>
                  <a:pt x="2223868" y="137815"/>
                  <a:pt x="2227436" y="139124"/>
                </a:cubicBezTo>
                <a:cubicBezTo>
                  <a:pt x="2231003" y="140433"/>
                  <a:pt x="2235280" y="141088"/>
                  <a:pt x="2240267" y="141088"/>
                </a:cubicBezTo>
                <a:cubicBezTo>
                  <a:pt x="2245331" y="141088"/>
                  <a:pt x="2249780" y="140717"/>
                  <a:pt x="2253616" y="139976"/>
                </a:cubicBezTo>
                <a:cubicBezTo>
                  <a:pt x="2257452" y="139236"/>
                  <a:pt x="2260770" y="138417"/>
                  <a:pt x="2263571" y="137520"/>
                </a:cubicBezTo>
                <a:cubicBezTo>
                  <a:pt x="2266371" y="136624"/>
                  <a:pt x="2268692" y="135805"/>
                  <a:pt x="2270533" y="135064"/>
                </a:cubicBezTo>
                <a:cubicBezTo>
                  <a:pt x="2272374" y="134323"/>
                  <a:pt x="2273870" y="133953"/>
                  <a:pt x="2275021" y="133953"/>
                </a:cubicBezTo>
                <a:cubicBezTo>
                  <a:pt x="2275712" y="133953"/>
                  <a:pt x="2276287" y="134088"/>
                  <a:pt x="2276747" y="134359"/>
                </a:cubicBezTo>
                <a:cubicBezTo>
                  <a:pt x="2277208" y="134628"/>
                  <a:pt x="2277591" y="135110"/>
                  <a:pt x="2277898" y="135805"/>
                </a:cubicBezTo>
                <a:cubicBezTo>
                  <a:pt x="2278205" y="136498"/>
                  <a:pt x="2278416" y="137481"/>
                  <a:pt x="2278531" y="138754"/>
                </a:cubicBezTo>
                <a:cubicBezTo>
                  <a:pt x="2278646" y="140027"/>
                  <a:pt x="2278704" y="141627"/>
                  <a:pt x="2278704" y="143555"/>
                </a:cubicBezTo>
                <a:cubicBezTo>
                  <a:pt x="2278704" y="145252"/>
                  <a:pt x="2278665" y="146699"/>
                  <a:pt x="2278589" y="147895"/>
                </a:cubicBezTo>
                <a:cubicBezTo>
                  <a:pt x="2278512" y="149089"/>
                  <a:pt x="2278397" y="150111"/>
                  <a:pt x="2278243" y="150959"/>
                </a:cubicBezTo>
                <a:cubicBezTo>
                  <a:pt x="2278090" y="151808"/>
                  <a:pt x="2277860" y="152523"/>
                  <a:pt x="2277553" y="153103"/>
                </a:cubicBezTo>
                <a:cubicBezTo>
                  <a:pt x="2277246" y="153681"/>
                  <a:pt x="2276843" y="154239"/>
                  <a:pt x="2276345" y="154779"/>
                </a:cubicBezTo>
                <a:cubicBezTo>
                  <a:pt x="2275846" y="155318"/>
                  <a:pt x="2274484" y="156048"/>
                  <a:pt x="2272259" y="156969"/>
                </a:cubicBezTo>
                <a:cubicBezTo>
                  <a:pt x="2270034" y="157889"/>
                  <a:pt x="2267196" y="158791"/>
                  <a:pt x="2263743" y="159673"/>
                </a:cubicBezTo>
                <a:cubicBezTo>
                  <a:pt x="2260291" y="160555"/>
                  <a:pt x="2256340" y="161323"/>
                  <a:pt x="2251890" y="161975"/>
                </a:cubicBezTo>
                <a:cubicBezTo>
                  <a:pt x="2247440" y="162627"/>
                  <a:pt x="2242684" y="162953"/>
                  <a:pt x="2237620" y="162953"/>
                </a:cubicBezTo>
                <a:cubicBezTo>
                  <a:pt x="2228491" y="162953"/>
                  <a:pt x="2220493" y="161800"/>
                  <a:pt x="2213626" y="159493"/>
                </a:cubicBezTo>
                <a:cubicBezTo>
                  <a:pt x="2206760" y="157187"/>
                  <a:pt x="2201025" y="153689"/>
                  <a:pt x="2196422" y="148999"/>
                </a:cubicBezTo>
                <a:cubicBezTo>
                  <a:pt x="2191819" y="144310"/>
                  <a:pt x="2188385" y="138392"/>
                  <a:pt x="2186122" y="131245"/>
                </a:cubicBezTo>
                <a:cubicBezTo>
                  <a:pt x="2183859" y="124095"/>
                  <a:pt x="2182727" y="115716"/>
                  <a:pt x="2182727" y="106107"/>
                </a:cubicBezTo>
                <a:cubicBezTo>
                  <a:pt x="2182727" y="96958"/>
                  <a:pt x="2183916" y="88713"/>
                  <a:pt x="2186295" y="81372"/>
                </a:cubicBezTo>
                <a:cubicBezTo>
                  <a:pt x="2188673" y="74031"/>
                  <a:pt x="2192125" y="67805"/>
                  <a:pt x="2196652" y="62693"/>
                </a:cubicBezTo>
                <a:cubicBezTo>
                  <a:pt x="2201178" y="57579"/>
                  <a:pt x="2206683" y="53677"/>
                  <a:pt x="2213166" y="50987"/>
                </a:cubicBezTo>
                <a:cubicBezTo>
                  <a:pt x="2219649" y="48298"/>
                  <a:pt x="2226956" y="46953"/>
                  <a:pt x="2235088" y="46953"/>
                </a:cubicBezTo>
                <a:cubicBezTo>
                  <a:pt x="2243681" y="46953"/>
                  <a:pt x="2251027" y="48221"/>
                  <a:pt x="2257126" y="50757"/>
                </a:cubicBezTo>
                <a:cubicBezTo>
                  <a:pt x="2263225" y="53294"/>
                  <a:pt x="2268231" y="56810"/>
                  <a:pt x="2272144" y="61305"/>
                </a:cubicBezTo>
                <a:cubicBezTo>
                  <a:pt x="2276057" y="65800"/>
                  <a:pt x="2278934" y="71123"/>
                  <a:pt x="2280775" y="77272"/>
                </a:cubicBezTo>
                <a:cubicBezTo>
                  <a:pt x="2282616" y="83420"/>
                  <a:pt x="2283537" y="90106"/>
                  <a:pt x="2283537" y="97332"/>
                </a:cubicBezTo>
                <a:lnTo>
                  <a:pt x="2283537" y="101943"/>
                </a:lnTo>
                <a:moveTo>
                  <a:pt x="2255458" y="93675"/>
                </a:moveTo>
                <a:cubicBezTo>
                  <a:pt x="2255688" y="85507"/>
                  <a:pt x="2254057" y="79092"/>
                  <a:pt x="2250567" y="74431"/>
                </a:cubicBezTo>
                <a:cubicBezTo>
                  <a:pt x="2247076" y="69768"/>
                  <a:pt x="2241686" y="67437"/>
                  <a:pt x="2234398" y="67437"/>
                </a:cubicBezTo>
                <a:cubicBezTo>
                  <a:pt x="2230715" y="67437"/>
                  <a:pt x="2227512" y="68131"/>
                  <a:pt x="2224789" y="69519"/>
                </a:cubicBezTo>
                <a:cubicBezTo>
                  <a:pt x="2222065" y="70905"/>
                  <a:pt x="2219802" y="72774"/>
                  <a:pt x="2217999" y="75125"/>
                </a:cubicBezTo>
                <a:cubicBezTo>
                  <a:pt x="2216196" y="77475"/>
                  <a:pt x="2214815" y="80249"/>
                  <a:pt x="2213856" y="83447"/>
                </a:cubicBezTo>
                <a:cubicBezTo>
                  <a:pt x="2212897" y="86643"/>
                  <a:pt x="2212341" y="90052"/>
                  <a:pt x="2212188" y="93675"/>
                </a:cubicBezTo>
                <a:lnTo>
                  <a:pt x="2255458" y="936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AliasMisidentificationAttack">
            <a:extLst xmlns:a="http://schemas.openxmlformats.org/drawingml/2006/main">
              <a:ext uri="{FF2B5EF4-FFF2-40B4-BE49-F238E27FC236}">
                <a16:creationId xmlns:a16="http://schemas.microsoft.com/office/drawing/2014/main" id="{99A24601-B962-43CE-A17D-9D63891E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695" y="4580492"/>
            <a:ext cx="2839567" cy="163873"/>
          </a:xfrm>
          <a:custGeom xmlns:a="http://schemas.openxmlformats.org/drawingml/2006/main">
            <a:pathLst>
              <a:path w="2839567" h="163873">
                <a:moveTo>
                  <a:pt x="135449" y="149834"/>
                </a:moveTo>
                <a:cubicBezTo>
                  <a:pt x="136369" y="152596"/>
                  <a:pt x="136945" y="154782"/>
                  <a:pt x="137175" y="156393"/>
                </a:cubicBezTo>
                <a:cubicBezTo>
                  <a:pt x="137405" y="158004"/>
                  <a:pt x="137098" y="159213"/>
                  <a:pt x="136254" y="160018"/>
                </a:cubicBezTo>
                <a:cubicBezTo>
                  <a:pt x="135410" y="160824"/>
                  <a:pt x="133914" y="161323"/>
                  <a:pt x="131766" y="161514"/>
                </a:cubicBezTo>
                <a:cubicBezTo>
                  <a:pt x="129618" y="161706"/>
                  <a:pt x="126664" y="161802"/>
                  <a:pt x="122905" y="161802"/>
                </a:cubicBezTo>
                <a:cubicBezTo>
                  <a:pt x="118992" y="161802"/>
                  <a:pt x="115943" y="161745"/>
                  <a:pt x="113756" y="161629"/>
                </a:cubicBezTo>
                <a:cubicBezTo>
                  <a:pt x="111570" y="161514"/>
                  <a:pt x="109901" y="161284"/>
                  <a:pt x="108750" y="160939"/>
                </a:cubicBezTo>
                <a:cubicBezTo>
                  <a:pt x="107600" y="160594"/>
                  <a:pt x="106794" y="160114"/>
                  <a:pt x="106334" y="159500"/>
                </a:cubicBezTo>
                <a:cubicBezTo>
                  <a:pt x="105873" y="158887"/>
                  <a:pt x="105490" y="158081"/>
                  <a:pt x="105183" y="157084"/>
                </a:cubicBezTo>
                <a:lnTo>
                  <a:pt x="95171" y="127048"/>
                </a:lnTo>
                <a:lnTo>
                  <a:pt x="39242" y="127048"/>
                </a:lnTo>
                <a:lnTo>
                  <a:pt x="29806" y="156278"/>
                </a:lnTo>
                <a:cubicBezTo>
                  <a:pt x="29499" y="157352"/>
                  <a:pt x="29096" y="158254"/>
                  <a:pt x="28597" y="158983"/>
                </a:cubicBezTo>
                <a:cubicBezTo>
                  <a:pt x="28099" y="159711"/>
                  <a:pt x="27293" y="160287"/>
                  <a:pt x="26181" y="160709"/>
                </a:cubicBezTo>
                <a:cubicBezTo>
                  <a:pt x="25068" y="161131"/>
                  <a:pt x="23495" y="161418"/>
                  <a:pt x="21462" y="161572"/>
                </a:cubicBezTo>
                <a:cubicBezTo>
                  <a:pt x="19429" y="161725"/>
                  <a:pt x="16763" y="161802"/>
                  <a:pt x="13464" y="161802"/>
                </a:cubicBezTo>
                <a:cubicBezTo>
                  <a:pt x="9935" y="161802"/>
                  <a:pt x="7173" y="161687"/>
                  <a:pt x="5179" y="161457"/>
                </a:cubicBezTo>
                <a:cubicBezTo>
                  <a:pt x="3184" y="161227"/>
                  <a:pt x="1803" y="160670"/>
                  <a:pt x="1036" y="159788"/>
                </a:cubicBezTo>
                <a:cubicBezTo>
                  <a:pt x="269" y="158906"/>
                  <a:pt x="0" y="157659"/>
                  <a:pt x="230" y="156048"/>
                </a:cubicBezTo>
                <a:cubicBezTo>
                  <a:pt x="460" y="154437"/>
                  <a:pt x="1036" y="152289"/>
                  <a:pt x="1956" y="149604"/>
                </a:cubicBezTo>
                <a:lnTo>
                  <a:pt x="47873" y="17492"/>
                </a:lnTo>
                <a:cubicBezTo>
                  <a:pt x="48333" y="16188"/>
                  <a:pt x="48871" y="15133"/>
                  <a:pt x="49484" y="14327"/>
                </a:cubicBezTo>
                <a:cubicBezTo>
                  <a:pt x="50098" y="13522"/>
                  <a:pt x="51076" y="12908"/>
                  <a:pt x="52419" y="12486"/>
                </a:cubicBezTo>
                <a:cubicBezTo>
                  <a:pt x="53761" y="12064"/>
                  <a:pt x="55622" y="11796"/>
                  <a:pt x="58000" y="11681"/>
                </a:cubicBezTo>
                <a:cubicBezTo>
                  <a:pt x="60378" y="11566"/>
                  <a:pt x="63524" y="11508"/>
                  <a:pt x="67437" y="11508"/>
                </a:cubicBezTo>
                <a:cubicBezTo>
                  <a:pt x="71963" y="11508"/>
                  <a:pt x="75569" y="11566"/>
                  <a:pt x="78254" y="11681"/>
                </a:cubicBezTo>
                <a:cubicBezTo>
                  <a:pt x="80939" y="11796"/>
                  <a:pt x="83030" y="12064"/>
                  <a:pt x="84526" y="12486"/>
                </a:cubicBezTo>
                <a:cubicBezTo>
                  <a:pt x="86022" y="12908"/>
                  <a:pt x="87096" y="13541"/>
                  <a:pt x="87748" y="14385"/>
                </a:cubicBezTo>
                <a:cubicBezTo>
                  <a:pt x="88400" y="15229"/>
                  <a:pt x="88957" y="16380"/>
                  <a:pt x="89417" y="17837"/>
                </a:cubicBezTo>
                <a:lnTo>
                  <a:pt x="135449" y="149834"/>
                </a:lnTo>
                <a:moveTo>
                  <a:pt x="67091" y="40515"/>
                </a:moveTo>
                <a:lnTo>
                  <a:pt x="66976" y="40515"/>
                </a:lnTo>
                <a:lnTo>
                  <a:pt x="45917" y="103802"/>
                </a:lnTo>
                <a:lnTo>
                  <a:pt x="88151" y="103802"/>
                </a:lnTo>
                <a:lnTo>
                  <a:pt x="67091" y="40515"/>
                </a:lnTo>
                <a:close/>
                <a:moveTo>
                  <a:pt x="183114" y="157199"/>
                </a:moveTo>
                <a:cubicBezTo>
                  <a:pt x="183114" y="157966"/>
                  <a:pt x="182884" y="158637"/>
                  <a:pt x="182424" y="159213"/>
                </a:cubicBezTo>
                <a:cubicBezTo>
                  <a:pt x="181964" y="159788"/>
                  <a:pt x="181177" y="160268"/>
                  <a:pt x="180065" y="160651"/>
                </a:cubicBezTo>
                <a:cubicBezTo>
                  <a:pt x="178952" y="161035"/>
                  <a:pt x="177475" y="161323"/>
                  <a:pt x="175634" y="161514"/>
                </a:cubicBezTo>
                <a:cubicBezTo>
                  <a:pt x="173793" y="161706"/>
                  <a:pt x="171453" y="161802"/>
                  <a:pt x="168614" y="161802"/>
                </a:cubicBezTo>
                <a:cubicBezTo>
                  <a:pt x="165776" y="161802"/>
                  <a:pt x="163436" y="161706"/>
                  <a:pt x="161594" y="161514"/>
                </a:cubicBezTo>
                <a:cubicBezTo>
                  <a:pt x="159753" y="161323"/>
                  <a:pt x="158276" y="161035"/>
                  <a:pt x="157164" y="160651"/>
                </a:cubicBezTo>
                <a:cubicBezTo>
                  <a:pt x="156051" y="160268"/>
                  <a:pt x="155265" y="159788"/>
                  <a:pt x="154805" y="159213"/>
                </a:cubicBezTo>
                <a:cubicBezTo>
                  <a:pt x="154344" y="158637"/>
                  <a:pt x="154114" y="157966"/>
                  <a:pt x="154114" y="157199"/>
                </a:cubicBezTo>
                <a:lnTo>
                  <a:pt x="154114" y="5869"/>
                </a:lnTo>
                <a:cubicBezTo>
                  <a:pt x="154114" y="5102"/>
                  <a:pt x="154344" y="4411"/>
                  <a:pt x="154805" y="3798"/>
                </a:cubicBezTo>
                <a:cubicBezTo>
                  <a:pt x="155265" y="3184"/>
                  <a:pt x="156051" y="2666"/>
                  <a:pt x="157164" y="2244"/>
                </a:cubicBezTo>
                <a:cubicBezTo>
                  <a:pt x="158276" y="1822"/>
                  <a:pt x="159753" y="1496"/>
                  <a:pt x="161594" y="1266"/>
                </a:cubicBezTo>
                <a:cubicBezTo>
                  <a:pt x="163436" y="1036"/>
                  <a:pt x="165776" y="921"/>
                  <a:pt x="168614" y="921"/>
                </a:cubicBezTo>
                <a:cubicBezTo>
                  <a:pt x="171453" y="921"/>
                  <a:pt x="173793" y="1036"/>
                  <a:pt x="175634" y="1266"/>
                </a:cubicBezTo>
                <a:cubicBezTo>
                  <a:pt x="177475" y="1496"/>
                  <a:pt x="178952" y="1822"/>
                  <a:pt x="180065" y="2244"/>
                </a:cubicBezTo>
                <a:cubicBezTo>
                  <a:pt x="181177" y="2666"/>
                  <a:pt x="181964" y="3184"/>
                  <a:pt x="182424" y="3798"/>
                </a:cubicBezTo>
                <a:cubicBezTo>
                  <a:pt x="182884" y="4411"/>
                  <a:pt x="183114" y="5102"/>
                  <a:pt x="183114" y="5869"/>
                </a:cubicBezTo>
                <a:lnTo>
                  <a:pt x="183114" y="157199"/>
                </a:lnTo>
                <a:close/>
                <a:moveTo>
                  <a:pt x="240409" y="157199"/>
                </a:moveTo>
                <a:cubicBezTo>
                  <a:pt x="240409" y="157966"/>
                  <a:pt x="240179" y="158637"/>
                  <a:pt x="239718" y="159213"/>
                </a:cubicBezTo>
                <a:cubicBezTo>
                  <a:pt x="239258" y="159788"/>
                  <a:pt x="238472" y="160268"/>
                  <a:pt x="237359" y="160651"/>
                </a:cubicBezTo>
                <a:cubicBezTo>
                  <a:pt x="236247" y="161035"/>
                  <a:pt x="234770" y="161323"/>
                  <a:pt x="232929" y="161514"/>
                </a:cubicBezTo>
                <a:cubicBezTo>
                  <a:pt x="231087" y="161706"/>
                  <a:pt x="228748" y="161802"/>
                  <a:pt x="225909" y="161802"/>
                </a:cubicBezTo>
                <a:cubicBezTo>
                  <a:pt x="223070" y="161802"/>
                  <a:pt x="220730" y="161706"/>
                  <a:pt x="218889" y="161514"/>
                </a:cubicBezTo>
                <a:cubicBezTo>
                  <a:pt x="217048" y="161323"/>
                  <a:pt x="215571" y="161035"/>
                  <a:pt x="214458" y="160651"/>
                </a:cubicBezTo>
                <a:cubicBezTo>
                  <a:pt x="213346" y="160268"/>
                  <a:pt x="212560" y="159788"/>
                  <a:pt x="212099" y="159213"/>
                </a:cubicBezTo>
                <a:cubicBezTo>
                  <a:pt x="211639" y="158637"/>
                  <a:pt x="211409" y="157966"/>
                  <a:pt x="211409" y="157199"/>
                </a:cubicBezTo>
                <a:lnTo>
                  <a:pt x="211409" y="54778"/>
                </a:lnTo>
                <a:cubicBezTo>
                  <a:pt x="211409" y="54011"/>
                  <a:pt x="211639" y="53339"/>
                  <a:pt x="212099" y="52764"/>
                </a:cubicBezTo>
                <a:cubicBezTo>
                  <a:pt x="212560" y="52189"/>
                  <a:pt x="213346" y="51690"/>
                  <a:pt x="214458" y="51268"/>
                </a:cubicBezTo>
                <a:cubicBezTo>
                  <a:pt x="215571" y="50846"/>
                  <a:pt x="217048" y="50520"/>
                  <a:pt x="218889" y="50290"/>
                </a:cubicBezTo>
                <a:cubicBezTo>
                  <a:pt x="220730" y="50060"/>
                  <a:pt x="223070" y="49945"/>
                  <a:pt x="225909" y="49945"/>
                </a:cubicBezTo>
                <a:cubicBezTo>
                  <a:pt x="228748" y="49945"/>
                  <a:pt x="231087" y="50060"/>
                  <a:pt x="232929" y="50290"/>
                </a:cubicBezTo>
                <a:cubicBezTo>
                  <a:pt x="234770" y="50520"/>
                  <a:pt x="236247" y="50846"/>
                  <a:pt x="237359" y="51268"/>
                </a:cubicBezTo>
                <a:cubicBezTo>
                  <a:pt x="238472" y="51690"/>
                  <a:pt x="239258" y="52189"/>
                  <a:pt x="239718" y="52764"/>
                </a:cubicBezTo>
                <a:cubicBezTo>
                  <a:pt x="240179" y="53339"/>
                  <a:pt x="240409" y="54011"/>
                  <a:pt x="240409" y="54778"/>
                </a:cubicBezTo>
                <a:lnTo>
                  <a:pt x="240409" y="157199"/>
                </a:lnTo>
                <a:moveTo>
                  <a:pt x="242595" y="19794"/>
                </a:moveTo>
                <a:cubicBezTo>
                  <a:pt x="242595" y="25624"/>
                  <a:pt x="241406" y="29652"/>
                  <a:pt x="239028" y="31877"/>
                </a:cubicBezTo>
                <a:cubicBezTo>
                  <a:pt x="236650" y="34102"/>
                  <a:pt x="232238" y="35214"/>
                  <a:pt x="225794" y="35214"/>
                </a:cubicBezTo>
                <a:cubicBezTo>
                  <a:pt x="219273" y="35214"/>
                  <a:pt x="214880" y="34140"/>
                  <a:pt x="212617" y="31992"/>
                </a:cubicBezTo>
                <a:cubicBezTo>
                  <a:pt x="210354" y="29844"/>
                  <a:pt x="209222" y="25970"/>
                  <a:pt x="209222" y="20369"/>
                </a:cubicBezTo>
                <a:cubicBezTo>
                  <a:pt x="209222" y="14538"/>
                  <a:pt x="210392" y="10491"/>
                  <a:pt x="212732" y="8228"/>
                </a:cubicBezTo>
                <a:cubicBezTo>
                  <a:pt x="215072" y="5965"/>
                  <a:pt x="219503" y="4833"/>
                  <a:pt x="226024" y="4833"/>
                </a:cubicBezTo>
                <a:cubicBezTo>
                  <a:pt x="232468" y="4833"/>
                  <a:pt x="236841" y="5927"/>
                  <a:pt x="239143" y="8113"/>
                </a:cubicBezTo>
                <a:cubicBezTo>
                  <a:pt x="241445" y="10300"/>
                  <a:pt x="242595" y="14193"/>
                  <a:pt x="242595" y="19794"/>
                </a:cubicBezTo>
                <a:close/>
                <a:moveTo>
                  <a:pt x="356164" y="157541"/>
                </a:moveTo>
                <a:cubicBezTo>
                  <a:pt x="356164" y="158615"/>
                  <a:pt x="355780" y="159460"/>
                  <a:pt x="355013" y="160076"/>
                </a:cubicBezTo>
                <a:cubicBezTo>
                  <a:pt x="354246" y="160690"/>
                  <a:pt x="353038" y="161131"/>
                  <a:pt x="351388" y="161399"/>
                </a:cubicBezTo>
                <a:cubicBezTo>
                  <a:pt x="349739" y="161668"/>
                  <a:pt x="347303" y="161802"/>
                  <a:pt x="344081" y="161802"/>
                </a:cubicBezTo>
                <a:cubicBezTo>
                  <a:pt x="340628" y="161802"/>
                  <a:pt x="338116" y="161668"/>
                  <a:pt x="336543" y="161399"/>
                </a:cubicBezTo>
                <a:cubicBezTo>
                  <a:pt x="334970" y="161131"/>
                  <a:pt x="333858" y="160690"/>
                  <a:pt x="333206" y="160076"/>
                </a:cubicBezTo>
                <a:cubicBezTo>
                  <a:pt x="332553" y="159462"/>
                  <a:pt x="332227" y="158618"/>
                  <a:pt x="332227" y="157544"/>
                </a:cubicBezTo>
                <a:lnTo>
                  <a:pt x="332227" y="149373"/>
                </a:lnTo>
                <a:cubicBezTo>
                  <a:pt x="328008" y="153900"/>
                  <a:pt x="323194" y="157448"/>
                  <a:pt x="317785" y="160018"/>
                </a:cubicBezTo>
                <a:cubicBezTo>
                  <a:pt x="312376" y="162588"/>
                  <a:pt x="306373" y="163873"/>
                  <a:pt x="299775" y="163873"/>
                </a:cubicBezTo>
                <a:cubicBezTo>
                  <a:pt x="294328" y="163873"/>
                  <a:pt x="289322" y="163161"/>
                  <a:pt x="284757" y="161737"/>
                </a:cubicBezTo>
                <a:cubicBezTo>
                  <a:pt x="280192" y="160313"/>
                  <a:pt x="276241" y="158196"/>
                  <a:pt x="272904" y="155386"/>
                </a:cubicBezTo>
                <a:cubicBezTo>
                  <a:pt x="269567" y="152577"/>
                  <a:pt x="266977" y="149094"/>
                  <a:pt x="265136" y="144939"/>
                </a:cubicBezTo>
                <a:cubicBezTo>
                  <a:pt x="263295" y="140782"/>
                  <a:pt x="262374" y="135932"/>
                  <a:pt x="262374" y="130389"/>
                </a:cubicBezTo>
                <a:cubicBezTo>
                  <a:pt x="262374" y="124383"/>
                  <a:pt x="263544" y="119167"/>
                  <a:pt x="265884" y="114742"/>
                </a:cubicBezTo>
                <a:cubicBezTo>
                  <a:pt x="268224" y="110316"/>
                  <a:pt x="271715" y="106660"/>
                  <a:pt x="276356" y="103773"/>
                </a:cubicBezTo>
                <a:cubicBezTo>
                  <a:pt x="280998" y="100887"/>
                  <a:pt x="286771" y="98750"/>
                  <a:pt x="293676" y="97365"/>
                </a:cubicBezTo>
                <a:cubicBezTo>
                  <a:pt x="300580" y="95979"/>
                  <a:pt x="308598" y="95286"/>
                  <a:pt x="317727" y="95286"/>
                </a:cubicBezTo>
                <a:lnTo>
                  <a:pt x="327739" y="95286"/>
                </a:lnTo>
                <a:lnTo>
                  <a:pt x="327739" y="89100"/>
                </a:lnTo>
                <a:cubicBezTo>
                  <a:pt x="327739" y="85893"/>
                  <a:pt x="327413" y="83086"/>
                  <a:pt x="326761" y="80682"/>
                </a:cubicBezTo>
                <a:cubicBezTo>
                  <a:pt x="326109" y="78275"/>
                  <a:pt x="325035" y="76269"/>
                  <a:pt x="323539" y="74665"/>
                </a:cubicBezTo>
                <a:cubicBezTo>
                  <a:pt x="322043" y="73061"/>
                  <a:pt x="320048" y="71878"/>
                  <a:pt x="317555" y="71116"/>
                </a:cubicBezTo>
                <a:cubicBezTo>
                  <a:pt x="315061" y="70351"/>
                  <a:pt x="311973" y="69968"/>
                  <a:pt x="308291" y="69968"/>
                </a:cubicBezTo>
                <a:cubicBezTo>
                  <a:pt x="303457" y="69968"/>
                  <a:pt x="299142" y="70506"/>
                  <a:pt x="295344" y="71580"/>
                </a:cubicBezTo>
                <a:cubicBezTo>
                  <a:pt x="291547" y="72654"/>
                  <a:pt x="288190" y="73843"/>
                  <a:pt x="285275" y="75147"/>
                </a:cubicBezTo>
                <a:cubicBezTo>
                  <a:pt x="282360" y="76451"/>
                  <a:pt x="279924" y="77640"/>
                  <a:pt x="277967" y="78715"/>
                </a:cubicBezTo>
                <a:cubicBezTo>
                  <a:pt x="276011" y="79789"/>
                  <a:pt x="274419" y="80326"/>
                  <a:pt x="273192" y="80326"/>
                </a:cubicBezTo>
                <a:cubicBezTo>
                  <a:pt x="272348" y="80326"/>
                  <a:pt x="271600" y="80056"/>
                  <a:pt x="270947" y="79516"/>
                </a:cubicBezTo>
                <a:cubicBezTo>
                  <a:pt x="270295" y="78977"/>
                  <a:pt x="269758" y="78206"/>
                  <a:pt x="269336" y="77204"/>
                </a:cubicBezTo>
                <a:cubicBezTo>
                  <a:pt x="268914" y="76202"/>
                  <a:pt x="268588" y="74968"/>
                  <a:pt x="268358" y="73504"/>
                </a:cubicBezTo>
                <a:cubicBezTo>
                  <a:pt x="268128" y="72036"/>
                  <a:pt x="268013" y="70417"/>
                  <a:pt x="268013" y="68645"/>
                </a:cubicBezTo>
                <a:cubicBezTo>
                  <a:pt x="268013" y="66255"/>
                  <a:pt x="268205" y="64366"/>
                  <a:pt x="268588" y="62977"/>
                </a:cubicBezTo>
                <a:cubicBezTo>
                  <a:pt x="268972" y="61589"/>
                  <a:pt x="269701" y="60337"/>
                  <a:pt x="270775" y="59219"/>
                </a:cubicBezTo>
                <a:cubicBezTo>
                  <a:pt x="271849" y="58100"/>
                  <a:pt x="273729" y="56869"/>
                  <a:pt x="276414" y="55526"/>
                </a:cubicBezTo>
                <a:cubicBezTo>
                  <a:pt x="279099" y="54183"/>
                  <a:pt x="282244" y="52937"/>
                  <a:pt x="285850" y="51786"/>
                </a:cubicBezTo>
                <a:cubicBezTo>
                  <a:pt x="289456" y="50635"/>
                  <a:pt x="293388" y="49695"/>
                  <a:pt x="297646" y="48966"/>
                </a:cubicBezTo>
                <a:cubicBezTo>
                  <a:pt x="301904" y="48238"/>
                  <a:pt x="306296" y="47873"/>
                  <a:pt x="310823" y="47873"/>
                </a:cubicBezTo>
                <a:cubicBezTo>
                  <a:pt x="318878" y="47873"/>
                  <a:pt x="325764" y="48661"/>
                  <a:pt x="331479" y="50236"/>
                </a:cubicBezTo>
                <a:cubicBezTo>
                  <a:pt x="337195" y="51809"/>
                  <a:pt x="341894" y="54228"/>
                  <a:pt x="345577" y="57493"/>
                </a:cubicBezTo>
                <a:cubicBezTo>
                  <a:pt x="349259" y="60756"/>
                  <a:pt x="351944" y="64960"/>
                  <a:pt x="353632" y="70105"/>
                </a:cubicBezTo>
                <a:cubicBezTo>
                  <a:pt x="355320" y="75250"/>
                  <a:pt x="356164" y="81355"/>
                  <a:pt x="356164" y="88421"/>
                </a:cubicBezTo>
                <a:lnTo>
                  <a:pt x="356164" y="157541"/>
                </a:lnTo>
                <a:moveTo>
                  <a:pt x="327739" y="113469"/>
                </a:moveTo>
                <a:lnTo>
                  <a:pt x="316692" y="113469"/>
                </a:lnTo>
                <a:cubicBezTo>
                  <a:pt x="312012" y="113469"/>
                  <a:pt x="308022" y="113816"/>
                  <a:pt x="304723" y="114511"/>
                </a:cubicBezTo>
                <a:cubicBezTo>
                  <a:pt x="301424" y="115207"/>
                  <a:pt x="298739" y="116251"/>
                  <a:pt x="296668" y="117644"/>
                </a:cubicBezTo>
                <a:cubicBezTo>
                  <a:pt x="294596" y="119034"/>
                  <a:pt x="293081" y="120716"/>
                  <a:pt x="292122" y="122689"/>
                </a:cubicBezTo>
                <a:cubicBezTo>
                  <a:pt x="291163" y="124660"/>
                  <a:pt x="290684" y="126921"/>
                  <a:pt x="290684" y="129472"/>
                </a:cubicBezTo>
                <a:cubicBezTo>
                  <a:pt x="290684" y="133802"/>
                  <a:pt x="292045" y="137204"/>
                  <a:pt x="294769" y="139678"/>
                </a:cubicBezTo>
                <a:cubicBezTo>
                  <a:pt x="297493" y="142152"/>
                  <a:pt x="301271" y="143389"/>
                  <a:pt x="306104" y="143389"/>
                </a:cubicBezTo>
                <a:cubicBezTo>
                  <a:pt x="310170" y="143389"/>
                  <a:pt x="313911" y="142346"/>
                  <a:pt x="317325" y="140261"/>
                </a:cubicBezTo>
                <a:cubicBezTo>
                  <a:pt x="320739" y="138172"/>
                  <a:pt x="324210" y="135118"/>
                  <a:pt x="327739" y="131097"/>
                </a:cubicBezTo>
                <a:lnTo>
                  <a:pt x="327739" y="113469"/>
                </a:lnTo>
                <a:close/>
                <a:moveTo>
                  <a:pt x="456953" y="128242"/>
                </a:moveTo>
                <a:cubicBezTo>
                  <a:pt x="456953" y="134085"/>
                  <a:pt x="455860" y="139236"/>
                  <a:pt x="453673" y="143695"/>
                </a:cubicBezTo>
                <a:cubicBezTo>
                  <a:pt x="451487" y="148152"/>
                  <a:pt x="448399" y="151880"/>
                  <a:pt x="444409" y="154879"/>
                </a:cubicBezTo>
                <a:cubicBezTo>
                  <a:pt x="440420" y="157876"/>
                  <a:pt x="435702" y="160124"/>
                  <a:pt x="430255" y="161622"/>
                </a:cubicBezTo>
                <a:cubicBezTo>
                  <a:pt x="424808" y="163123"/>
                  <a:pt x="418900" y="163873"/>
                  <a:pt x="412532" y="163873"/>
                </a:cubicBezTo>
                <a:cubicBezTo>
                  <a:pt x="408696" y="163873"/>
                  <a:pt x="405033" y="163582"/>
                  <a:pt x="401542" y="163000"/>
                </a:cubicBezTo>
                <a:cubicBezTo>
                  <a:pt x="398051" y="162417"/>
                  <a:pt x="394925" y="161680"/>
                  <a:pt x="392163" y="160788"/>
                </a:cubicBezTo>
                <a:cubicBezTo>
                  <a:pt x="389401" y="159894"/>
                  <a:pt x="387100" y="158981"/>
                  <a:pt x="385258" y="158051"/>
                </a:cubicBezTo>
                <a:cubicBezTo>
                  <a:pt x="383417" y="157119"/>
                  <a:pt x="382075" y="156245"/>
                  <a:pt x="381231" y="155430"/>
                </a:cubicBezTo>
                <a:cubicBezTo>
                  <a:pt x="380387" y="154614"/>
                  <a:pt x="379735" y="153339"/>
                  <a:pt x="379274" y="151603"/>
                </a:cubicBezTo>
                <a:cubicBezTo>
                  <a:pt x="378814" y="149867"/>
                  <a:pt x="378584" y="147302"/>
                  <a:pt x="378584" y="143907"/>
                </a:cubicBezTo>
                <a:cubicBezTo>
                  <a:pt x="378584" y="141670"/>
                  <a:pt x="378661" y="139877"/>
                  <a:pt x="378814" y="138527"/>
                </a:cubicBezTo>
                <a:cubicBezTo>
                  <a:pt x="378967" y="137177"/>
                  <a:pt x="379198" y="136097"/>
                  <a:pt x="379504" y="135287"/>
                </a:cubicBezTo>
                <a:cubicBezTo>
                  <a:pt x="379811" y="134477"/>
                  <a:pt x="380195" y="133937"/>
                  <a:pt x="380655" y="133669"/>
                </a:cubicBezTo>
                <a:cubicBezTo>
                  <a:pt x="381116" y="133398"/>
                  <a:pt x="381691" y="133262"/>
                  <a:pt x="382381" y="133262"/>
                </a:cubicBezTo>
                <a:cubicBezTo>
                  <a:pt x="383225" y="133262"/>
                  <a:pt x="384472" y="133748"/>
                  <a:pt x="386122" y="134719"/>
                </a:cubicBezTo>
                <a:cubicBezTo>
                  <a:pt x="387771" y="135690"/>
                  <a:pt x="389823" y="136758"/>
                  <a:pt x="392278" y="137923"/>
                </a:cubicBezTo>
                <a:cubicBezTo>
                  <a:pt x="394733" y="139088"/>
                  <a:pt x="397591" y="140175"/>
                  <a:pt x="400852" y="141185"/>
                </a:cubicBezTo>
                <a:cubicBezTo>
                  <a:pt x="404112" y="142194"/>
                  <a:pt x="407814" y="142699"/>
                  <a:pt x="411957" y="142699"/>
                </a:cubicBezTo>
                <a:cubicBezTo>
                  <a:pt x="414565" y="142699"/>
                  <a:pt x="416886" y="142432"/>
                  <a:pt x="418919" y="141897"/>
                </a:cubicBezTo>
                <a:cubicBezTo>
                  <a:pt x="420952" y="141362"/>
                  <a:pt x="422717" y="140599"/>
                  <a:pt x="424213" y="139606"/>
                </a:cubicBezTo>
                <a:cubicBezTo>
                  <a:pt x="425709" y="138611"/>
                  <a:pt x="426841" y="137350"/>
                  <a:pt x="427608" y="135823"/>
                </a:cubicBezTo>
                <a:cubicBezTo>
                  <a:pt x="428375" y="134296"/>
                  <a:pt x="428759" y="132538"/>
                  <a:pt x="428759" y="130551"/>
                </a:cubicBezTo>
                <a:cubicBezTo>
                  <a:pt x="428759" y="128244"/>
                  <a:pt x="428049" y="126265"/>
                  <a:pt x="426630" y="124613"/>
                </a:cubicBezTo>
                <a:cubicBezTo>
                  <a:pt x="425210" y="122959"/>
                  <a:pt x="423331" y="121517"/>
                  <a:pt x="420991" y="120287"/>
                </a:cubicBezTo>
                <a:cubicBezTo>
                  <a:pt x="418651" y="119057"/>
                  <a:pt x="416004" y="117904"/>
                  <a:pt x="413050" y="116827"/>
                </a:cubicBezTo>
                <a:cubicBezTo>
                  <a:pt x="410096" y="115751"/>
                  <a:pt x="407066" y="114559"/>
                  <a:pt x="403959" y="113253"/>
                </a:cubicBezTo>
                <a:cubicBezTo>
                  <a:pt x="400852" y="111946"/>
                  <a:pt x="397821" y="110448"/>
                  <a:pt x="394868" y="108758"/>
                </a:cubicBezTo>
                <a:cubicBezTo>
                  <a:pt x="391914" y="107065"/>
                  <a:pt x="389267" y="104989"/>
                  <a:pt x="386927" y="102529"/>
                </a:cubicBezTo>
                <a:cubicBezTo>
                  <a:pt x="384587" y="100069"/>
                  <a:pt x="382708" y="97110"/>
                  <a:pt x="381288" y="93653"/>
                </a:cubicBezTo>
                <a:cubicBezTo>
                  <a:pt x="379869" y="90194"/>
                  <a:pt x="379159" y="86042"/>
                  <a:pt x="379159" y="81200"/>
                </a:cubicBezTo>
                <a:cubicBezTo>
                  <a:pt x="379159" y="76277"/>
                  <a:pt x="380118" y="71761"/>
                  <a:pt x="382036" y="67649"/>
                </a:cubicBezTo>
                <a:cubicBezTo>
                  <a:pt x="383954" y="63537"/>
                  <a:pt x="386716" y="60021"/>
                  <a:pt x="390322" y="57101"/>
                </a:cubicBezTo>
                <a:cubicBezTo>
                  <a:pt x="393928" y="54179"/>
                  <a:pt x="398320" y="51911"/>
                  <a:pt x="403499" y="50297"/>
                </a:cubicBezTo>
                <a:cubicBezTo>
                  <a:pt x="408677" y="48681"/>
                  <a:pt x="414489" y="47873"/>
                  <a:pt x="420933" y="47873"/>
                </a:cubicBezTo>
                <a:cubicBezTo>
                  <a:pt x="424155" y="47873"/>
                  <a:pt x="427282" y="48103"/>
                  <a:pt x="430312" y="48564"/>
                </a:cubicBezTo>
                <a:cubicBezTo>
                  <a:pt x="433343" y="49024"/>
                  <a:pt x="436085" y="49599"/>
                  <a:pt x="438540" y="50290"/>
                </a:cubicBezTo>
                <a:cubicBezTo>
                  <a:pt x="440995" y="50980"/>
                  <a:pt x="443067" y="51728"/>
                  <a:pt x="444755" y="52534"/>
                </a:cubicBezTo>
                <a:cubicBezTo>
                  <a:pt x="446443" y="53339"/>
                  <a:pt x="447651" y="54030"/>
                  <a:pt x="448380" y="54605"/>
                </a:cubicBezTo>
                <a:cubicBezTo>
                  <a:pt x="449109" y="55181"/>
                  <a:pt x="449626" y="55756"/>
                  <a:pt x="449933" y="56332"/>
                </a:cubicBezTo>
                <a:cubicBezTo>
                  <a:pt x="450240" y="56907"/>
                  <a:pt x="450470" y="57597"/>
                  <a:pt x="450624" y="58403"/>
                </a:cubicBezTo>
                <a:cubicBezTo>
                  <a:pt x="450777" y="59209"/>
                  <a:pt x="450911" y="60206"/>
                  <a:pt x="451027" y="61395"/>
                </a:cubicBezTo>
                <a:cubicBezTo>
                  <a:pt x="451142" y="62584"/>
                  <a:pt x="451199" y="64061"/>
                  <a:pt x="451199" y="65826"/>
                </a:cubicBezTo>
                <a:cubicBezTo>
                  <a:pt x="451199" y="67897"/>
                  <a:pt x="451142" y="69585"/>
                  <a:pt x="451027" y="70889"/>
                </a:cubicBezTo>
                <a:cubicBezTo>
                  <a:pt x="450911" y="72193"/>
                  <a:pt x="450720" y="73229"/>
                  <a:pt x="450451" y="73996"/>
                </a:cubicBezTo>
                <a:cubicBezTo>
                  <a:pt x="450183" y="74763"/>
                  <a:pt x="449818" y="75281"/>
                  <a:pt x="449358" y="75550"/>
                </a:cubicBezTo>
                <a:cubicBezTo>
                  <a:pt x="448898" y="75818"/>
                  <a:pt x="448360" y="75953"/>
                  <a:pt x="447747" y="75953"/>
                </a:cubicBezTo>
                <a:cubicBezTo>
                  <a:pt x="447056" y="75953"/>
                  <a:pt x="445982" y="75550"/>
                  <a:pt x="444525" y="74744"/>
                </a:cubicBezTo>
                <a:cubicBezTo>
                  <a:pt x="443067" y="73939"/>
                  <a:pt x="441245" y="73076"/>
                  <a:pt x="439058" y="72155"/>
                </a:cubicBezTo>
                <a:cubicBezTo>
                  <a:pt x="436872" y="71234"/>
                  <a:pt x="434340" y="70371"/>
                  <a:pt x="431463" y="69566"/>
                </a:cubicBezTo>
                <a:cubicBezTo>
                  <a:pt x="428586" y="68760"/>
                  <a:pt x="425306" y="68357"/>
                  <a:pt x="421624" y="68357"/>
                </a:cubicBezTo>
                <a:cubicBezTo>
                  <a:pt x="419015" y="68357"/>
                  <a:pt x="416752" y="68628"/>
                  <a:pt x="414834" y="69170"/>
                </a:cubicBezTo>
                <a:cubicBezTo>
                  <a:pt x="412916" y="69710"/>
                  <a:pt x="411343" y="70480"/>
                  <a:pt x="410116" y="71482"/>
                </a:cubicBezTo>
                <a:cubicBezTo>
                  <a:pt x="408888" y="72485"/>
                  <a:pt x="407968" y="73661"/>
                  <a:pt x="407354" y="75010"/>
                </a:cubicBezTo>
                <a:cubicBezTo>
                  <a:pt x="406740" y="76360"/>
                  <a:pt x="406433" y="77807"/>
                  <a:pt x="406433" y="79351"/>
                </a:cubicBezTo>
                <a:cubicBezTo>
                  <a:pt x="406433" y="81734"/>
                  <a:pt x="407162" y="83734"/>
                  <a:pt x="408620" y="85350"/>
                </a:cubicBezTo>
                <a:cubicBezTo>
                  <a:pt x="410077" y="86963"/>
                  <a:pt x="411995" y="88385"/>
                  <a:pt x="414374" y="89615"/>
                </a:cubicBezTo>
                <a:cubicBezTo>
                  <a:pt x="416752" y="90845"/>
                  <a:pt x="419456" y="91998"/>
                  <a:pt x="422487" y="93074"/>
                </a:cubicBezTo>
                <a:cubicBezTo>
                  <a:pt x="425517" y="94151"/>
                  <a:pt x="428586" y="95323"/>
                  <a:pt x="431693" y="96591"/>
                </a:cubicBezTo>
                <a:cubicBezTo>
                  <a:pt x="434800" y="97860"/>
                  <a:pt x="437869" y="99339"/>
                  <a:pt x="440899" y="101029"/>
                </a:cubicBezTo>
                <a:cubicBezTo>
                  <a:pt x="443930" y="102719"/>
                  <a:pt x="446634" y="104796"/>
                  <a:pt x="449013" y="107258"/>
                </a:cubicBezTo>
                <a:cubicBezTo>
                  <a:pt x="451391" y="109718"/>
                  <a:pt x="453309" y="112658"/>
                  <a:pt x="454767" y="116079"/>
                </a:cubicBezTo>
                <a:cubicBezTo>
                  <a:pt x="456224" y="119498"/>
                  <a:pt x="456953" y="123552"/>
                  <a:pt x="456953" y="128242"/>
                </a:cubicBezTo>
                <a:close/>
                <a:moveTo>
                  <a:pt x="706564" y="156969"/>
                </a:moveTo>
                <a:cubicBezTo>
                  <a:pt x="706564" y="157736"/>
                  <a:pt x="706353" y="158426"/>
                  <a:pt x="705931" y="159040"/>
                </a:cubicBezTo>
                <a:cubicBezTo>
                  <a:pt x="705509" y="159654"/>
                  <a:pt x="704742" y="160153"/>
                  <a:pt x="703630" y="160536"/>
                </a:cubicBezTo>
                <a:cubicBezTo>
                  <a:pt x="702517" y="160920"/>
                  <a:pt x="701041" y="161227"/>
                  <a:pt x="699199" y="161457"/>
                </a:cubicBezTo>
                <a:cubicBezTo>
                  <a:pt x="697358" y="161687"/>
                  <a:pt x="695018" y="161802"/>
                  <a:pt x="692179" y="161802"/>
                </a:cubicBezTo>
                <a:cubicBezTo>
                  <a:pt x="689417" y="161802"/>
                  <a:pt x="687116" y="161687"/>
                  <a:pt x="685275" y="161457"/>
                </a:cubicBezTo>
                <a:cubicBezTo>
                  <a:pt x="683433" y="161227"/>
                  <a:pt x="681976" y="160920"/>
                  <a:pt x="680902" y="160536"/>
                </a:cubicBezTo>
                <a:cubicBezTo>
                  <a:pt x="679827" y="160153"/>
                  <a:pt x="679060" y="159655"/>
                  <a:pt x="678600" y="159044"/>
                </a:cubicBezTo>
                <a:cubicBezTo>
                  <a:pt x="678140" y="158430"/>
                  <a:pt x="677909" y="157740"/>
                  <a:pt x="677909" y="156972"/>
                </a:cubicBezTo>
                <a:lnTo>
                  <a:pt x="677909" y="35905"/>
                </a:lnTo>
                <a:lnTo>
                  <a:pt x="677679" y="35905"/>
                </a:lnTo>
                <a:lnTo>
                  <a:pt x="634524" y="156854"/>
                </a:lnTo>
                <a:cubicBezTo>
                  <a:pt x="634218" y="157851"/>
                  <a:pt x="633719" y="158676"/>
                  <a:pt x="633028" y="159328"/>
                </a:cubicBezTo>
                <a:cubicBezTo>
                  <a:pt x="632338" y="159980"/>
                  <a:pt x="631398" y="160498"/>
                  <a:pt x="630209" y="160881"/>
                </a:cubicBezTo>
                <a:cubicBezTo>
                  <a:pt x="629020" y="161265"/>
                  <a:pt x="627505" y="161514"/>
                  <a:pt x="625663" y="161629"/>
                </a:cubicBezTo>
                <a:cubicBezTo>
                  <a:pt x="623822" y="161745"/>
                  <a:pt x="621597" y="161802"/>
                  <a:pt x="618989" y="161802"/>
                </a:cubicBezTo>
                <a:cubicBezTo>
                  <a:pt x="616380" y="161802"/>
                  <a:pt x="614155" y="161706"/>
                  <a:pt x="612314" y="161514"/>
                </a:cubicBezTo>
                <a:cubicBezTo>
                  <a:pt x="610473" y="161323"/>
                  <a:pt x="608958" y="161016"/>
                  <a:pt x="607768" y="160594"/>
                </a:cubicBezTo>
                <a:cubicBezTo>
                  <a:pt x="606579" y="160172"/>
                  <a:pt x="605639" y="159654"/>
                  <a:pt x="604949" y="159040"/>
                </a:cubicBezTo>
                <a:cubicBezTo>
                  <a:pt x="604258" y="158426"/>
                  <a:pt x="603798" y="157698"/>
                  <a:pt x="603568" y="156854"/>
                </a:cubicBezTo>
                <a:lnTo>
                  <a:pt x="561909" y="35905"/>
                </a:lnTo>
                <a:lnTo>
                  <a:pt x="561679" y="35905"/>
                </a:lnTo>
                <a:lnTo>
                  <a:pt x="561679" y="156972"/>
                </a:lnTo>
                <a:cubicBezTo>
                  <a:pt x="561679" y="157740"/>
                  <a:pt x="561468" y="158430"/>
                  <a:pt x="561046" y="159044"/>
                </a:cubicBezTo>
                <a:cubicBezTo>
                  <a:pt x="560624" y="159655"/>
                  <a:pt x="559838" y="160153"/>
                  <a:pt x="558687" y="160536"/>
                </a:cubicBezTo>
                <a:cubicBezTo>
                  <a:pt x="557536" y="160920"/>
                  <a:pt x="556059" y="161227"/>
                  <a:pt x="554256" y="161457"/>
                </a:cubicBezTo>
                <a:cubicBezTo>
                  <a:pt x="552453" y="161687"/>
                  <a:pt x="550133" y="161802"/>
                  <a:pt x="547294" y="161802"/>
                </a:cubicBezTo>
                <a:cubicBezTo>
                  <a:pt x="544532" y="161802"/>
                  <a:pt x="542231" y="161687"/>
                  <a:pt x="540389" y="161457"/>
                </a:cubicBezTo>
                <a:cubicBezTo>
                  <a:pt x="538548" y="161227"/>
                  <a:pt x="537071" y="160920"/>
                  <a:pt x="535959" y="160536"/>
                </a:cubicBezTo>
                <a:cubicBezTo>
                  <a:pt x="534846" y="160153"/>
                  <a:pt x="534079" y="159654"/>
                  <a:pt x="533657" y="159040"/>
                </a:cubicBezTo>
                <a:cubicBezTo>
                  <a:pt x="533235" y="158426"/>
                  <a:pt x="533024" y="157736"/>
                  <a:pt x="533024" y="156969"/>
                </a:cubicBezTo>
                <a:lnTo>
                  <a:pt x="533024" y="24282"/>
                </a:lnTo>
                <a:cubicBezTo>
                  <a:pt x="533024" y="20369"/>
                  <a:pt x="534060" y="17377"/>
                  <a:pt x="536131" y="15306"/>
                </a:cubicBezTo>
                <a:cubicBezTo>
                  <a:pt x="538203" y="13234"/>
                  <a:pt x="540965" y="12198"/>
                  <a:pt x="544417" y="12198"/>
                </a:cubicBezTo>
                <a:lnTo>
                  <a:pt x="564211" y="12198"/>
                </a:lnTo>
                <a:cubicBezTo>
                  <a:pt x="567740" y="12198"/>
                  <a:pt x="570770" y="12486"/>
                  <a:pt x="573302" y="13062"/>
                </a:cubicBezTo>
                <a:cubicBezTo>
                  <a:pt x="575834" y="13637"/>
                  <a:pt x="578020" y="14596"/>
                  <a:pt x="579862" y="15939"/>
                </a:cubicBezTo>
                <a:cubicBezTo>
                  <a:pt x="581703" y="17281"/>
                  <a:pt x="583237" y="19046"/>
                  <a:pt x="584465" y="21232"/>
                </a:cubicBezTo>
                <a:cubicBezTo>
                  <a:pt x="585692" y="23419"/>
                  <a:pt x="586766" y="26123"/>
                  <a:pt x="587687" y="29345"/>
                </a:cubicBezTo>
                <a:lnTo>
                  <a:pt x="619909" y="118072"/>
                </a:lnTo>
                <a:lnTo>
                  <a:pt x="620370" y="118072"/>
                </a:lnTo>
                <a:lnTo>
                  <a:pt x="653743" y="29575"/>
                </a:lnTo>
                <a:cubicBezTo>
                  <a:pt x="654740" y="26353"/>
                  <a:pt x="655833" y="23630"/>
                  <a:pt x="657023" y="21405"/>
                </a:cubicBezTo>
                <a:cubicBezTo>
                  <a:pt x="658212" y="19180"/>
                  <a:pt x="659593" y="17377"/>
                  <a:pt x="661165" y="15996"/>
                </a:cubicBezTo>
                <a:cubicBezTo>
                  <a:pt x="662738" y="14615"/>
                  <a:pt x="664599" y="13637"/>
                  <a:pt x="666747" y="13062"/>
                </a:cubicBezTo>
                <a:cubicBezTo>
                  <a:pt x="668895" y="12486"/>
                  <a:pt x="671388" y="12198"/>
                  <a:pt x="674227" y="12198"/>
                </a:cubicBezTo>
                <a:lnTo>
                  <a:pt x="694596" y="12198"/>
                </a:lnTo>
                <a:cubicBezTo>
                  <a:pt x="696667" y="12198"/>
                  <a:pt x="698451" y="12467"/>
                  <a:pt x="699947" y="13004"/>
                </a:cubicBezTo>
                <a:cubicBezTo>
                  <a:pt x="701443" y="13541"/>
                  <a:pt x="702671" y="14327"/>
                  <a:pt x="703630" y="15363"/>
                </a:cubicBezTo>
                <a:cubicBezTo>
                  <a:pt x="704589" y="16399"/>
                  <a:pt x="705318" y="17665"/>
                  <a:pt x="705816" y="19161"/>
                </a:cubicBezTo>
                <a:cubicBezTo>
                  <a:pt x="706315" y="20657"/>
                  <a:pt x="706564" y="22364"/>
                  <a:pt x="706564" y="24282"/>
                </a:cubicBezTo>
                <a:lnTo>
                  <a:pt x="706564" y="156969"/>
                </a:lnTo>
                <a:close/>
                <a:moveTo>
                  <a:pt x="765767" y="157199"/>
                </a:moveTo>
                <a:cubicBezTo>
                  <a:pt x="765767" y="157966"/>
                  <a:pt x="765537" y="158637"/>
                  <a:pt x="765076" y="159213"/>
                </a:cubicBezTo>
                <a:cubicBezTo>
                  <a:pt x="764616" y="159788"/>
                  <a:pt x="763830" y="160268"/>
                  <a:pt x="762717" y="160651"/>
                </a:cubicBezTo>
                <a:cubicBezTo>
                  <a:pt x="761605" y="161035"/>
                  <a:pt x="760128" y="161323"/>
                  <a:pt x="758287" y="161514"/>
                </a:cubicBezTo>
                <a:cubicBezTo>
                  <a:pt x="756445" y="161706"/>
                  <a:pt x="754105" y="161802"/>
                  <a:pt x="751267" y="161802"/>
                </a:cubicBezTo>
                <a:cubicBezTo>
                  <a:pt x="748428" y="161802"/>
                  <a:pt x="746088" y="161706"/>
                  <a:pt x="744247" y="161514"/>
                </a:cubicBezTo>
                <a:cubicBezTo>
                  <a:pt x="742406" y="161323"/>
                  <a:pt x="740929" y="161035"/>
                  <a:pt x="739816" y="160651"/>
                </a:cubicBezTo>
                <a:cubicBezTo>
                  <a:pt x="738704" y="160268"/>
                  <a:pt x="737918" y="159788"/>
                  <a:pt x="737457" y="159213"/>
                </a:cubicBezTo>
                <a:cubicBezTo>
                  <a:pt x="736997" y="158637"/>
                  <a:pt x="736767" y="157966"/>
                  <a:pt x="736767" y="157199"/>
                </a:cubicBezTo>
                <a:lnTo>
                  <a:pt x="736767" y="54778"/>
                </a:lnTo>
                <a:cubicBezTo>
                  <a:pt x="736767" y="54011"/>
                  <a:pt x="736997" y="53339"/>
                  <a:pt x="737457" y="52764"/>
                </a:cubicBezTo>
                <a:cubicBezTo>
                  <a:pt x="737918" y="52189"/>
                  <a:pt x="738704" y="51690"/>
                  <a:pt x="739816" y="51268"/>
                </a:cubicBezTo>
                <a:cubicBezTo>
                  <a:pt x="740929" y="50846"/>
                  <a:pt x="742406" y="50520"/>
                  <a:pt x="744247" y="50290"/>
                </a:cubicBezTo>
                <a:cubicBezTo>
                  <a:pt x="746088" y="50060"/>
                  <a:pt x="748428" y="49945"/>
                  <a:pt x="751267" y="49945"/>
                </a:cubicBezTo>
                <a:cubicBezTo>
                  <a:pt x="754105" y="49945"/>
                  <a:pt x="756445" y="50060"/>
                  <a:pt x="758287" y="50290"/>
                </a:cubicBezTo>
                <a:cubicBezTo>
                  <a:pt x="760128" y="50520"/>
                  <a:pt x="761605" y="50846"/>
                  <a:pt x="762717" y="51268"/>
                </a:cubicBezTo>
                <a:cubicBezTo>
                  <a:pt x="763830" y="51690"/>
                  <a:pt x="764616" y="52189"/>
                  <a:pt x="765076" y="52764"/>
                </a:cubicBezTo>
                <a:cubicBezTo>
                  <a:pt x="765537" y="53339"/>
                  <a:pt x="765767" y="54011"/>
                  <a:pt x="765767" y="54778"/>
                </a:cubicBezTo>
                <a:lnTo>
                  <a:pt x="765767" y="157199"/>
                </a:lnTo>
                <a:moveTo>
                  <a:pt x="767953" y="19794"/>
                </a:moveTo>
                <a:cubicBezTo>
                  <a:pt x="767953" y="25624"/>
                  <a:pt x="766764" y="29652"/>
                  <a:pt x="764386" y="31877"/>
                </a:cubicBezTo>
                <a:cubicBezTo>
                  <a:pt x="762008" y="34102"/>
                  <a:pt x="757596" y="35214"/>
                  <a:pt x="751152" y="35214"/>
                </a:cubicBezTo>
                <a:cubicBezTo>
                  <a:pt x="744631" y="35214"/>
                  <a:pt x="740238" y="34140"/>
                  <a:pt x="737975" y="31992"/>
                </a:cubicBezTo>
                <a:cubicBezTo>
                  <a:pt x="735712" y="29844"/>
                  <a:pt x="734580" y="25970"/>
                  <a:pt x="734580" y="20369"/>
                </a:cubicBezTo>
                <a:cubicBezTo>
                  <a:pt x="734580" y="14538"/>
                  <a:pt x="735750" y="10491"/>
                  <a:pt x="738090" y="8228"/>
                </a:cubicBezTo>
                <a:cubicBezTo>
                  <a:pt x="740430" y="5965"/>
                  <a:pt x="744861" y="4833"/>
                  <a:pt x="751382" y="4833"/>
                </a:cubicBezTo>
                <a:cubicBezTo>
                  <a:pt x="757826" y="4833"/>
                  <a:pt x="762199" y="5927"/>
                  <a:pt x="764501" y="8113"/>
                </a:cubicBezTo>
                <a:cubicBezTo>
                  <a:pt x="766803" y="10300"/>
                  <a:pt x="767953" y="14193"/>
                  <a:pt x="767953" y="19794"/>
                </a:cubicBezTo>
                <a:close/>
                <a:moveTo>
                  <a:pt x="866261" y="128242"/>
                </a:moveTo>
                <a:cubicBezTo>
                  <a:pt x="866261" y="134085"/>
                  <a:pt x="865168" y="139236"/>
                  <a:pt x="862981" y="143695"/>
                </a:cubicBezTo>
                <a:cubicBezTo>
                  <a:pt x="860794" y="148152"/>
                  <a:pt x="857707" y="151880"/>
                  <a:pt x="853717" y="154879"/>
                </a:cubicBezTo>
                <a:cubicBezTo>
                  <a:pt x="849728" y="157876"/>
                  <a:pt x="845009" y="160124"/>
                  <a:pt x="839562" y="161622"/>
                </a:cubicBezTo>
                <a:cubicBezTo>
                  <a:pt x="834115" y="163123"/>
                  <a:pt x="828208" y="163873"/>
                  <a:pt x="821840" y="163873"/>
                </a:cubicBezTo>
                <a:cubicBezTo>
                  <a:pt x="818004" y="163873"/>
                  <a:pt x="814341" y="163582"/>
                  <a:pt x="810850" y="163000"/>
                </a:cubicBezTo>
                <a:cubicBezTo>
                  <a:pt x="807359" y="162417"/>
                  <a:pt x="804233" y="161680"/>
                  <a:pt x="801471" y="160788"/>
                </a:cubicBezTo>
                <a:cubicBezTo>
                  <a:pt x="798709" y="159894"/>
                  <a:pt x="796407" y="158981"/>
                  <a:pt x="794566" y="158051"/>
                </a:cubicBezTo>
                <a:cubicBezTo>
                  <a:pt x="792725" y="157119"/>
                  <a:pt x="791382" y="156245"/>
                  <a:pt x="790538" y="155430"/>
                </a:cubicBezTo>
                <a:cubicBezTo>
                  <a:pt x="789694" y="154614"/>
                  <a:pt x="789042" y="153339"/>
                  <a:pt x="788582" y="151603"/>
                </a:cubicBezTo>
                <a:cubicBezTo>
                  <a:pt x="788122" y="149867"/>
                  <a:pt x="787892" y="147302"/>
                  <a:pt x="787892" y="143907"/>
                </a:cubicBezTo>
                <a:cubicBezTo>
                  <a:pt x="787892" y="141670"/>
                  <a:pt x="787968" y="139877"/>
                  <a:pt x="788122" y="138527"/>
                </a:cubicBezTo>
                <a:cubicBezTo>
                  <a:pt x="788275" y="137177"/>
                  <a:pt x="788505" y="136097"/>
                  <a:pt x="788812" y="135287"/>
                </a:cubicBezTo>
                <a:cubicBezTo>
                  <a:pt x="789119" y="134477"/>
                  <a:pt x="789503" y="133937"/>
                  <a:pt x="789963" y="133669"/>
                </a:cubicBezTo>
                <a:cubicBezTo>
                  <a:pt x="790423" y="133398"/>
                  <a:pt x="790999" y="133262"/>
                  <a:pt x="791689" y="133262"/>
                </a:cubicBezTo>
                <a:cubicBezTo>
                  <a:pt x="792533" y="133262"/>
                  <a:pt x="793780" y="133748"/>
                  <a:pt x="795429" y="134719"/>
                </a:cubicBezTo>
                <a:cubicBezTo>
                  <a:pt x="797079" y="135690"/>
                  <a:pt x="799131" y="136758"/>
                  <a:pt x="801586" y="137923"/>
                </a:cubicBezTo>
                <a:cubicBezTo>
                  <a:pt x="804041" y="139088"/>
                  <a:pt x="806899" y="140175"/>
                  <a:pt x="810159" y="141185"/>
                </a:cubicBezTo>
                <a:cubicBezTo>
                  <a:pt x="813420" y="142194"/>
                  <a:pt x="817122" y="142699"/>
                  <a:pt x="821265" y="142699"/>
                </a:cubicBezTo>
                <a:cubicBezTo>
                  <a:pt x="823873" y="142699"/>
                  <a:pt x="826194" y="142432"/>
                  <a:pt x="828227" y="141897"/>
                </a:cubicBezTo>
                <a:cubicBezTo>
                  <a:pt x="830260" y="141362"/>
                  <a:pt x="832025" y="140599"/>
                  <a:pt x="833521" y="139606"/>
                </a:cubicBezTo>
                <a:cubicBezTo>
                  <a:pt x="835017" y="138611"/>
                  <a:pt x="836148" y="137350"/>
                  <a:pt x="836915" y="135823"/>
                </a:cubicBezTo>
                <a:cubicBezTo>
                  <a:pt x="837683" y="134296"/>
                  <a:pt x="838066" y="132538"/>
                  <a:pt x="838066" y="130551"/>
                </a:cubicBezTo>
                <a:cubicBezTo>
                  <a:pt x="838066" y="128244"/>
                  <a:pt x="837357" y="126265"/>
                  <a:pt x="835937" y="124613"/>
                </a:cubicBezTo>
                <a:cubicBezTo>
                  <a:pt x="834518" y="122959"/>
                  <a:pt x="832638" y="121517"/>
                  <a:pt x="830298" y="120287"/>
                </a:cubicBezTo>
                <a:cubicBezTo>
                  <a:pt x="827958" y="119057"/>
                  <a:pt x="825312" y="117904"/>
                  <a:pt x="822358" y="116827"/>
                </a:cubicBezTo>
                <a:cubicBezTo>
                  <a:pt x="819404" y="115751"/>
                  <a:pt x="816374" y="114559"/>
                  <a:pt x="813267" y="113253"/>
                </a:cubicBezTo>
                <a:cubicBezTo>
                  <a:pt x="810159" y="111946"/>
                  <a:pt x="807129" y="110448"/>
                  <a:pt x="804175" y="108758"/>
                </a:cubicBezTo>
                <a:cubicBezTo>
                  <a:pt x="801222" y="107065"/>
                  <a:pt x="798575" y="104989"/>
                  <a:pt x="796235" y="102529"/>
                </a:cubicBezTo>
                <a:cubicBezTo>
                  <a:pt x="793895" y="100069"/>
                  <a:pt x="792015" y="97110"/>
                  <a:pt x="790596" y="93653"/>
                </a:cubicBezTo>
                <a:cubicBezTo>
                  <a:pt x="789177" y="90194"/>
                  <a:pt x="788467" y="86042"/>
                  <a:pt x="788467" y="81200"/>
                </a:cubicBezTo>
                <a:cubicBezTo>
                  <a:pt x="788467" y="76277"/>
                  <a:pt x="789426" y="71761"/>
                  <a:pt x="791344" y="67649"/>
                </a:cubicBezTo>
                <a:cubicBezTo>
                  <a:pt x="793262" y="63537"/>
                  <a:pt x="796024" y="60021"/>
                  <a:pt x="799630" y="57101"/>
                </a:cubicBezTo>
                <a:cubicBezTo>
                  <a:pt x="803235" y="54179"/>
                  <a:pt x="807628" y="51911"/>
                  <a:pt x="812806" y="50297"/>
                </a:cubicBezTo>
                <a:cubicBezTo>
                  <a:pt x="817985" y="48681"/>
                  <a:pt x="823796" y="47873"/>
                  <a:pt x="830241" y="47873"/>
                </a:cubicBezTo>
                <a:cubicBezTo>
                  <a:pt x="833463" y="47873"/>
                  <a:pt x="836589" y="48103"/>
                  <a:pt x="839620" y="48564"/>
                </a:cubicBezTo>
                <a:cubicBezTo>
                  <a:pt x="842650" y="49024"/>
                  <a:pt x="845393" y="49599"/>
                  <a:pt x="847848" y="50290"/>
                </a:cubicBezTo>
                <a:cubicBezTo>
                  <a:pt x="850303" y="50980"/>
                  <a:pt x="852374" y="51728"/>
                  <a:pt x="854062" y="52534"/>
                </a:cubicBezTo>
                <a:cubicBezTo>
                  <a:pt x="855750" y="53339"/>
                  <a:pt x="856959" y="54030"/>
                  <a:pt x="857687" y="54605"/>
                </a:cubicBezTo>
                <a:cubicBezTo>
                  <a:pt x="858416" y="55181"/>
                  <a:pt x="858934" y="55756"/>
                  <a:pt x="859241" y="56332"/>
                </a:cubicBezTo>
                <a:cubicBezTo>
                  <a:pt x="859548" y="56907"/>
                  <a:pt x="859778" y="57597"/>
                  <a:pt x="859931" y="58403"/>
                </a:cubicBezTo>
                <a:cubicBezTo>
                  <a:pt x="860085" y="59209"/>
                  <a:pt x="860219" y="60206"/>
                  <a:pt x="860334" y="61395"/>
                </a:cubicBezTo>
                <a:cubicBezTo>
                  <a:pt x="860449" y="62584"/>
                  <a:pt x="860507" y="64061"/>
                  <a:pt x="860507" y="65826"/>
                </a:cubicBezTo>
                <a:cubicBezTo>
                  <a:pt x="860507" y="67897"/>
                  <a:pt x="860449" y="69585"/>
                  <a:pt x="860334" y="70889"/>
                </a:cubicBezTo>
                <a:cubicBezTo>
                  <a:pt x="860219" y="72193"/>
                  <a:pt x="860027" y="73229"/>
                  <a:pt x="859759" y="73996"/>
                </a:cubicBezTo>
                <a:cubicBezTo>
                  <a:pt x="859490" y="74763"/>
                  <a:pt x="859126" y="75281"/>
                  <a:pt x="858666" y="75550"/>
                </a:cubicBezTo>
                <a:cubicBezTo>
                  <a:pt x="858205" y="75818"/>
                  <a:pt x="857668" y="75953"/>
                  <a:pt x="857054" y="75953"/>
                </a:cubicBezTo>
                <a:cubicBezTo>
                  <a:pt x="856364" y="75953"/>
                  <a:pt x="855290" y="75550"/>
                  <a:pt x="853832" y="74744"/>
                </a:cubicBezTo>
                <a:cubicBezTo>
                  <a:pt x="852374" y="73939"/>
                  <a:pt x="850552" y="73076"/>
                  <a:pt x="848366" y="72155"/>
                </a:cubicBezTo>
                <a:cubicBezTo>
                  <a:pt x="846179" y="71234"/>
                  <a:pt x="843648" y="70371"/>
                  <a:pt x="840771" y="69566"/>
                </a:cubicBezTo>
                <a:cubicBezTo>
                  <a:pt x="837894" y="68760"/>
                  <a:pt x="834614" y="68357"/>
                  <a:pt x="830931" y="68357"/>
                </a:cubicBezTo>
                <a:cubicBezTo>
                  <a:pt x="828323" y="68357"/>
                  <a:pt x="826060" y="68628"/>
                  <a:pt x="824142" y="69170"/>
                </a:cubicBezTo>
                <a:cubicBezTo>
                  <a:pt x="822224" y="69710"/>
                  <a:pt x="820651" y="70480"/>
                  <a:pt x="819423" y="71482"/>
                </a:cubicBezTo>
                <a:cubicBezTo>
                  <a:pt x="818196" y="72485"/>
                  <a:pt x="817275" y="73661"/>
                  <a:pt x="816661" y="75010"/>
                </a:cubicBezTo>
                <a:cubicBezTo>
                  <a:pt x="816048" y="76360"/>
                  <a:pt x="815741" y="77807"/>
                  <a:pt x="815741" y="79351"/>
                </a:cubicBezTo>
                <a:cubicBezTo>
                  <a:pt x="815741" y="81734"/>
                  <a:pt x="816470" y="83734"/>
                  <a:pt x="817927" y="85350"/>
                </a:cubicBezTo>
                <a:cubicBezTo>
                  <a:pt x="819385" y="86963"/>
                  <a:pt x="821303" y="88385"/>
                  <a:pt x="823681" y="89615"/>
                </a:cubicBezTo>
                <a:cubicBezTo>
                  <a:pt x="826060" y="90845"/>
                  <a:pt x="828764" y="91998"/>
                  <a:pt x="831794" y="93074"/>
                </a:cubicBezTo>
                <a:cubicBezTo>
                  <a:pt x="834825" y="94151"/>
                  <a:pt x="837894" y="95323"/>
                  <a:pt x="841001" y="96591"/>
                </a:cubicBezTo>
                <a:cubicBezTo>
                  <a:pt x="844108" y="97860"/>
                  <a:pt x="847177" y="99339"/>
                  <a:pt x="850207" y="101029"/>
                </a:cubicBezTo>
                <a:cubicBezTo>
                  <a:pt x="853238" y="102719"/>
                  <a:pt x="855942" y="104796"/>
                  <a:pt x="858320" y="107258"/>
                </a:cubicBezTo>
                <a:cubicBezTo>
                  <a:pt x="860699" y="109718"/>
                  <a:pt x="862617" y="112658"/>
                  <a:pt x="864074" y="116079"/>
                </a:cubicBezTo>
                <a:cubicBezTo>
                  <a:pt x="865532" y="119498"/>
                  <a:pt x="866261" y="123552"/>
                  <a:pt x="866261" y="128242"/>
                </a:cubicBezTo>
                <a:close/>
                <a:moveTo>
                  <a:pt x="916981" y="157199"/>
                </a:moveTo>
                <a:cubicBezTo>
                  <a:pt x="916981" y="157966"/>
                  <a:pt x="916751" y="158637"/>
                  <a:pt x="916291" y="159213"/>
                </a:cubicBezTo>
                <a:cubicBezTo>
                  <a:pt x="915830" y="159788"/>
                  <a:pt x="915044" y="160268"/>
                  <a:pt x="913932" y="160651"/>
                </a:cubicBezTo>
                <a:cubicBezTo>
                  <a:pt x="912819" y="161035"/>
                  <a:pt x="911342" y="161323"/>
                  <a:pt x="909501" y="161514"/>
                </a:cubicBezTo>
                <a:cubicBezTo>
                  <a:pt x="907660" y="161706"/>
                  <a:pt x="905320" y="161802"/>
                  <a:pt x="902481" y="161802"/>
                </a:cubicBezTo>
                <a:cubicBezTo>
                  <a:pt x="899643" y="161802"/>
                  <a:pt x="897303" y="161706"/>
                  <a:pt x="895461" y="161514"/>
                </a:cubicBezTo>
                <a:cubicBezTo>
                  <a:pt x="893620" y="161323"/>
                  <a:pt x="892143" y="161035"/>
                  <a:pt x="891031" y="160651"/>
                </a:cubicBezTo>
                <a:cubicBezTo>
                  <a:pt x="889918" y="160268"/>
                  <a:pt x="889132" y="159788"/>
                  <a:pt x="888672" y="159213"/>
                </a:cubicBezTo>
                <a:cubicBezTo>
                  <a:pt x="888211" y="158637"/>
                  <a:pt x="887981" y="157966"/>
                  <a:pt x="887981" y="157199"/>
                </a:cubicBezTo>
                <a:lnTo>
                  <a:pt x="887981" y="54778"/>
                </a:lnTo>
                <a:cubicBezTo>
                  <a:pt x="887981" y="54011"/>
                  <a:pt x="888211" y="53339"/>
                  <a:pt x="888672" y="52764"/>
                </a:cubicBezTo>
                <a:cubicBezTo>
                  <a:pt x="889132" y="52189"/>
                  <a:pt x="889918" y="51690"/>
                  <a:pt x="891031" y="51268"/>
                </a:cubicBezTo>
                <a:cubicBezTo>
                  <a:pt x="892143" y="50846"/>
                  <a:pt x="893620" y="50520"/>
                  <a:pt x="895461" y="50290"/>
                </a:cubicBezTo>
                <a:cubicBezTo>
                  <a:pt x="897303" y="50060"/>
                  <a:pt x="899643" y="49945"/>
                  <a:pt x="902481" y="49945"/>
                </a:cubicBezTo>
                <a:cubicBezTo>
                  <a:pt x="905320" y="49945"/>
                  <a:pt x="907660" y="50060"/>
                  <a:pt x="909501" y="50290"/>
                </a:cubicBezTo>
                <a:cubicBezTo>
                  <a:pt x="911342" y="50520"/>
                  <a:pt x="912819" y="50846"/>
                  <a:pt x="913932" y="51268"/>
                </a:cubicBezTo>
                <a:cubicBezTo>
                  <a:pt x="915044" y="51690"/>
                  <a:pt x="915830" y="52189"/>
                  <a:pt x="916291" y="52764"/>
                </a:cubicBezTo>
                <a:cubicBezTo>
                  <a:pt x="916751" y="53339"/>
                  <a:pt x="916981" y="54011"/>
                  <a:pt x="916981" y="54778"/>
                </a:cubicBezTo>
                <a:lnTo>
                  <a:pt x="916981" y="157199"/>
                </a:lnTo>
                <a:moveTo>
                  <a:pt x="919168" y="19794"/>
                </a:moveTo>
                <a:cubicBezTo>
                  <a:pt x="919168" y="25624"/>
                  <a:pt x="917979" y="29652"/>
                  <a:pt x="915600" y="31877"/>
                </a:cubicBezTo>
                <a:cubicBezTo>
                  <a:pt x="913222" y="34102"/>
                  <a:pt x="908811" y="35214"/>
                  <a:pt x="902366" y="35214"/>
                </a:cubicBezTo>
                <a:cubicBezTo>
                  <a:pt x="895845" y="35214"/>
                  <a:pt x="891453" y="34140"/>
                  <a:pt x="889189" y="31992"/>
                </a:cubicBezTo>
                <a:cubicBezTo>
                  <a:pt x="886926" y="29844"/>
                  <a:pt x="885795" y="25970"/>
                  <a:pt x="885795" y="20369"/>
                </a:cubicBezTo>
                <a:cubicBezTo>
                  <a:pt x="885795" y="14538"/>
                  <a:pt x="886965" y="10491"/>
                  <a:pt x="889305" y="8228"/>
                </a:cubicBezTo>
                <a:cubicBezTo>
                  <a:pt x="891644" y="5965"/>
                  <a:pt x="896075" y="4833"/>
                  <a:pt x="902596" y="4833"/>
                </a:cubicBezTo>
                <a:cubicBezTo>
                  <a:pt x="909041" y="4833"/>
                  <a:pt x="913414" y="5927"/>
                  <a:pt x="915715" y="8113"/>
                </a:cubicBezTo>
                <a:cubicBezTo>
                  <a:pt x="918017" y="10300"/>
                  <a:pt x="919168" y="14193"/>
                  <a:pt x="919168" y="19794"/>
                </a:cubicBezTo>
                <a:close/>
                <a:moveTo>
                  <a:pt x="1042562" y="157195"/>
                </a:moveTo>
                <a:cubicBezTo>
                  <a:pt x="1042562" y="158039"/>
                  <a:pt x="1042371" y="158750"/>
                  <a:pt x="1041987" y="159328"/>
                </a:cubicBezTo>
                <a:cubicBezTo>
                  <a:pt x="1041603" y="159903"/>
                  <a:pt x="1040951" y="160383"/>
                  <a:pt x="1040031" y="160766"/>
                </a:cubicBezTo>
                <a:cubicBezTo>
                  <a:pt x="1039110" y="161150"/>
                  <a:pt x="1037863" y="161418"/>
                  <a:pt x="1036291" y="161572"/>
                </a:cubicBezTo>
                <a:cubicBezTo>
                  <a:pt x="1034718" y="161725"/>
                  <a:pt x="1032781" y="161802"/>
                  <a:pt x="1030479" y="161802"/>
                </a:cubicBezTo>
                <a:cubicBezTo>
                  <a:pt x="1028024" y="161802"/>
                  <a:pt x="1026029" y="161725"/>
                  <a:pt x="1024495" y="161572"/>
                </a:cubicBezTo>
                <a:cubicBezTo>
                  <a:pt x="1022961" y="161421"/>
                  <a:pt x="1021714" y="161155"/>
                  <a:pt x="1020755" y="160774"/>
                </a:cubicBezTo>
                <a:cubicBezTo>
                  <a:pt x="1019796" y="160390"/>
                  <a:pt x="1019105" y="159913"/>
                  <a:pt x="1018683" y="159342"/>
                </a:cubicBezTo>
                <a:cubicBezTo>
                  <a:pt x="1018261" y="158769"/>
                  <a:pt x="1018051" y="158062"/>
                  <a:pt x="1018051" y="157220"/>
                </a:cubicBezTo>
                <a:lnTo>
                  <a:pt x="1018051" y="145885"/>
                </a:lnTo>
                <a:cubicBezTo>
                  <a:pt x="1012757" y="151574"/>
                  <a:pt x="1007214" y="155995"/>
                  <a:pt x="1001421" y="159148"/>
                </a:cubicBezTo>
                <a:cubicBezTo>
                  <a:pt x="995629" y="162298"/>
                  <a:pt x="989204" y="163873"/>
                  <a:pt x="982146" y="163873"/>
                </a:cubicBezTo>
                <a:cubicBezTo>
                  <a:pt x="974320" y="163873"/>
                  <a:pt x="967703" y="162356"/>
                  <a:pt x="962294" y="159321"/>
                </a:cubicBezTo>
                <a:cubicBezTo>
                  <a:pt x="956886" y="156283"/>
                  <a:pt x="952474" y="152189"/>
                  <a:pt x="949060" y="147039"/>
                </a:cubicBezTo>
                <a:cubicBezTo>
                  <a:pt x="945646" y="141887"/>
                  <a:pt x="943172" y="135872"/>
                  <a:pt x="941638" y="128994"/>
                </a:cubicBezTo>
                <a:cubicBezTo>
                  <a:pt x="940103" y="122113"/>
                  <a:pt x="939336" y="114868"/>
                  <a:pt x="939336" y="107258"/>
                </a:cubicBezTo>
                <a:cubicBezTo>
                  <a:pt x="939336" y="98109"/>
                  <a:pt x="940314" y="89883"/>
                  <a:pt x="942271" y="82580"/>
                </a:cubicBezTo>
                <a:cubicBezTo>
                  <a:pt x="944227" y="75278"/>
                  <a:pt x="947085" y="69051"/>
                  <a:pt x="950844" y="63902"/>
                </a:cubicBezTo>
                <a:cubicBezTo>
                  <a:pt x="954603" y="58752"/>
                  <a:pt x="959283" y="54794"/>
                  <a:pt x="964884" y="52027"/>
                </a:cubicBezTo>
                <a:cubicBezTo>
                  <a:pt x="970484" y="49258"/>
                  <a:pt x="976929" y="47873"/>
                  <a:pt x="984217" y="47873"/>
                </a:cubicBezTo>
                <a:cubicBezTo>
                  <a:pt x="989971" y="47873"/>
                  <a:pt x="995188" y="49046"/>
                  <a:pt x="999868" y="51390"/>
                </a:cubicBezTo>
                <a:cubicBezTo>
                  <a:pt x="1004548" y="53735"/>
                  <a:pt x="1009189" y="57175"/>
                  <a:pt x="1013793" y="61711"/>
                </a:cubicBezTo>
                <a:lnTo>
                  <a:pt x="1013793" y="6103"/>
                </a:lnTo>
                <a:cubicBezTo>
                  <a:pt x="1013793" y="5333"/>
                  <a:pt x="1014004" y="4642"/>
                  <a:pt x="1014425" y="4028"/>
                </a:cubicBezTo>
                <a:cubicBezTo>
                  <a:pt x="1014847" y="3414"/>
                  <a:pt x="1015615" y="2896"/>
                  <a:pt x="1016727" y="2474"/>
                </a:cubicBezTo>
                <a:cubicBezTo>
                  <a:pt x="1017840" y="2052"/>
                  <a:pt x="1019316" y="1726"/>
                  <a:pt x="1021158" y="1496"/>
                </a:cubicBezTo>
                <a:cubicBezTo>
                  <a:pt x="1022999" y="1266"/>
                  <a:pt x="1025339" y="1151"/>
                  <a:pt x="1028178" y="1151"/>
                </a:cubicBezTo>
                <a:cubicBezTo>
                  <a:pt x="1031016" y="1151"/>
                  <a:pt x="1033356" y="1266"/>
                  <a:pt x="1035197" y="1496"/>
                </a:cubicBezTo>
                <a:cubicBezTo>
                  <a:pt x="1037039" y="1726"/>
                  <a:pt x="1038496" y="2052"/>
                  <a:pt x="1039570" y="2474"/>
                </a:cubicBezTo>
                <a:cubicBezTo>
                  <a:pt x="1040644" y="2896"/>
                  <a:pt x="1041412" y="3415"/>
                  <a:pt x="1041872" y="4031"/>
                </a:cubicBezTo>
                <a:cubicBezTo>
                  <a:pt x="1042332" y="4645"/>
                  <a:pt x="1042562" y="5336"/>
                  <a:pt x="1042562" y="6103"/>
                </a:cubicBezTo>
                <a:lnTo>
                  <a:pt x="1042562" y="157195"/>
                </a:lnTo>
                <a:moveTo>
                  <a:pt x="1013793" y="88575"/>
                </a:moveTo>
                <a:cubicBezTo>
                  <a:pt x="1009650" y="83370"/>
                  <a:pt x="1005679" y="79391"/>
                  <a:pt x="1001882" y="76636"/>
                </a:cubicBezTo>
                <a:cubicBezTo>
                  <a:pt x="998084" y="73879"/>
                  <a:pt x="994114" y="72500"/>
                  <a:pt x="989971" y="72500"/>
                </a:cubicBezTo>
                <a:cubicBezTo>
                  <a:pt x="986212" y="72500"/>
                  <a:pt x="982970" y="73440"/>
                  <a:pt x="980247" y="75320"/>
                </a:cubicBezTo>
                <a:cubicBezTo>
                  <a:pt x="977523" y="77199"/>
                  <a:pt x="975337" y="79712"/>
                  <a:pt x="973687" y="82857"/>
                </a:cubicBezTo>
                <a:cubicBezTo>
                  <a:pt x="972038" y="86003"/>
                  <a:pt x="970810" y="89513"/>
                  <a:pt x="970005" y="93387"/>
                </a:cubicBezTo>
                <a:cubicBezTo>
                  <a:pt x="969199" y="97262"/>
                  <a:pt x="968796" y="101232"/>
                  <a:pt x="968796" y="105298"/>
                </a:cubicBezTo>
                <a:cubicBezTo>
                  <a:pt x="968796" y="109594"/>
                  <a:pt x="969142" y="113775"/>
                  <a:pt x="969832" y="117842"/>
                </a:cubicBezTo>
                <a:cubicBezTo>
                  <a:pt x="970523" y="121908"/>
                  <a:pt x="971654" y="125533"/>
                  <a:pt x="973227" y="128717"/>
                </a:cubicBezTo>
                <a:cubicBezTo>
                  <a:pt x="974800" y="131901"/>
                  <a:pt x="976890" y="134451"/>
                  <a:pt x="979499" y="136369"/>
                </a:cubicBezTo>
                <a:cubicBezTo>
                  <a:pt x="982107" y="138287"/>
                  <a:pt x="985406" y="139246"/>
                  <a:pt x="989396" y="139246"/>
                </a:cubicBezTo>
                <a:cubicBezTo>
                  <a:pt x="991390" y="139246"/>
                  <a:pt x="993328" y="138960"/>
                  <a:pt x="995207" y="138387"/>
                </a:cubicBezTo>
                <a:cubicBezTo>
                  <a:pt x="997087" y="137812"/>
                  <a:pt x="999005" y="136873"/>
                  <a:pt x="1000961" y="135571"/>
                </a:cubicBezTo>
                <a:cubicBezTo>
                  <a:pt x="1002918" y="134269"/>
                  <a:pt x="1004931" y="132566"/>
                  <a:pt x="1007003" y="130461"/>
                </a:cubicBezTo>
                <a:cubicBezTo>
                  <a:pt x="1009074" y="128353"/>
                  <a:pt x="1011338" y="125769"/>
                  <a:pt x="1013793" y="122707"/>
                </a:cubicBezTo>
                <a:lnTo>
                  <a:pt x="1013793" y="88575"/>
                </a:lnTo>
                <a:close/>
                <a:moveTo>
                  <a:pt x="1166310" y="102863"/>
                </a:moveTo>
                <a:cubicBezTo>
                  <a:pt x="1166310" y="106400"/>
                  <a:pt x="1165523" y="109013"/>
                  <a:pt x="1163951" y="110703"/>
                </a:cubicBezTo>
                <a:cubicBezTo>
                  <a:pt x="1162378" y="112393"/>
                  <a:pt x="1160210" y="113238"/>
                  <a:pt x="1157449" y="113238"/>
                </a:cubicBezTo>
                <a:lnTo>
                  <a:pt x="1094960" y="113238"/>
                </a:lnTo>
                <a:cubicBezTo>
                  <a:pt x="1094960" y="117628"/>
                  <a:pt x="1095478" y="121614"/>
                  <a:pt x="1096514" y="125196"/>
                </a:cubicBezTo>
                <a:cubicBezTo>
                  <a:pt x="1097550" y="128778"/>
                  <a:pt x="1099199" y="131821"/>
                  <a:pt x="1101462" y="134327"/>
                </a:cubicBezTo>
                <a:cubicBezTo>
                  <a:pt x="1103726" y="136830"/>
                  <a:pt x="1106641" y="138736"/>
                  <a:pt x="1110208" y="140045"/>
                </a:cubicBezTo>
                <a:cubicBezTo>
                  <a:pt x="1113776" y="141354"/>
                  <a:pt x="1118053" y="142008"/>
                  <a:pt x="1123040" y="142008"/>
                </a:cubicBezTo>
                <a:cubicBezTo>
                  <a:pt x="1128103" y="142008"/>
                  <a:pt x="1132553" y="141638"/>
                  <a:pt x="1136389" y="140897"/>
                </a:cubicBezTo>
                <a:cubicBezTo>
                  <a:pt x="1140225" y="140156"/>
                  <a:pt x="1143543" y="139338"/>
                  <a:pt x="1146343" y="138441"/>
                </a:cubicBezTo>
                <a:cubicBezTo>
                  <a:pt x="1149144" y="137544"/>
                  <a:pt x="1151464" y="136725"/>
                  <a:pt x="1153306" y="135985"/>
                </a:cubicBezTo>
                <a:cubicBezTo>
                  <a:pt x="1155147" y="135244"/>
                  <a:pt x="1156643" y="134873"/>
                  <a:pt x="1157794" y="134873"/>
                </a:cubicBezTo>
                <a:cubicBezTo>
                  <a:pt x="1158484" y="134873"/>
                  <a:pt x="1159060" y="135009"/>
                  <a:pt x="1159520" y="135280"/>
                </a:cubicBezTo>
                <a:cubicBezTo>
                  <a:pt x="1159980" y="135548"/>
                  <a:pt x="1160364" y="136030"/>
                  <a:pt x="1160671" y="136725"/>
                </a:cubicBezTo>
                <a:cubicBezTo>
                  <a:pt x="1160978" y="137418"/>
                  <a:pt x="1161189" y="138401"/>
                  <a:pt x="1161304" y="139674"/>
                </a:cubicBezTo>
                <a:cubicBezTo>
                  <a:pt x="1161419" y="140947"/>
                  <a:pt x="1161476" y="142548"/>
                  <a:pt x="1161476" y="144475"/>
                </a:cubicBezTo>
                <a:cubicBezTo>
                  <a:pt x="1161476" y="146173"/>
                  <a:pt x="1161438" y="147620"/>
                  <a:pt x="1161361" y="148816"/>
                </a:cubicBezTo>
                <a:cubicBezTo>
                  <a:pt x="1161285" y="150010"/>
                  <a:pt x="1161169" y="151031"/>
                  <a:pt x="1161016" y="151880"/>
                </a:cubicBezTo>
                <a:cubicBezTo>
                  <a:pt x="1160863" y="152729"/>
                  <a:pt x="1160632" y="153443"/>
                  <a:pt x="1160326" y="154023"/>
                </a:cubicBezTo>
                <a:cubicBezTo>
                  <a:pt x="1160019" y="154601"/>
                  <a:pt x="1159616" y="155160"/>
                  <a:pt x="1159117" y="155699"/>
                </a:cubicBezTo>
                <a:cubicBezTo>
                  <a:pt x="1158619" y="156239"/>
                  <a:pt x="1157257" y="156969"/>
                  <a:pt x="1155032" y="157889"/>
                </a:cubicBezTo>
                <a:cubicBezTo>
                  <a:pt x="1152807" y="158810"/>
                  <a:pt x="1149968" y="159711"/>
                  <a:pt x="1146516" y="160594"/>
                </a:cubicBezTo>
                <a:cubicBezTo>
                  <a:pt x="1143064" y="161476"/>
                  <a:pt x="1139113" y="162243"/>
                  <a:pt x="1134663" y="162895"/>
                </a:cubicBezTo>
                <a:cubicBezTo>
                  <a:pt x="1130213" y="163547"/>
                  <a:pt x="1125456" y="163873"/>
                  <a:pt x="1120393" y="163873"/>
                </a:cubicBezTo>
                <a:cubicBezTo>
                  <a:pt x="1111263" y="163873"/>
                  <a:pt x="1103265" y="162720"/>
                  <a:pt x="1096399" y="160414"/>
                </a:cubicBezTo>
                <a:cubicBezTo>
                  <a:pt x="1089532" y="158108"/>
                  <a:pt x="1083798" y="154610"/>
                  <a:pt x="1079194" y="149920"/>
                </a:cubicBezTo>
                <a:cubicBezTo>
                  <a:pt x="1074591" y="145231"/>
                  <a:pt x="1071158" y="139312"/>
                  <a:pt x="1068895" y="132165"/>
                </a:cubicBezTo>
                <a:cubicBezTo>
                  <a:pt x="1066632" y="125016"/>
                  <a:pt x="1065500" y="116637"/>
                  <a:pt x="1065500" y="107028"/>
                </a:cubicBezTo>
                <a:cubicBezTo>
                  <a:pt x="1065500" y="97879"/>
                  <a:pt x="1066689" y="89634"/>
                  <a:pt x="1069067" y="82293"/>
                </a:cubicBezTo>
                <a:cubicBezTo>
                  <a:pt x="1071446" y="74952"/>
                  <a:pt x="1074898" y="68725"/>
                  <a:pt x="1079425" y="63614"/>
                </a:cubicBezTo>
                <a:cubicBezTo>
                  <a:pt x="1083951" y="58500"/>
                  <a:pt x="1089456" y="54598"/>
                  <a:pt x="1095938" y="51908"/>
                </a:cubicBezTo>
                <a:cubicBezTo>
                  <a:pt x="1102421" y="49218"/>
                  <a:pt x="1109729" y="47873"/>
                  <a:pt x="1117861" y="47873"/>
                </a:cubicBezTo>
                <a:cubicBezTo>
                  <a:pt x="1126454" y="47873"/>
                  <a:pt x="1133800" y="49141"/>
                  <a:pt x="1139899" y="51678"/>
                </a:cubicBezTo>
                <a:cubicBezTo>
                  <a:pt x="1145998" y="54215"/>
                  <a:pt x="1151004" y="57730"/>
                  <a:pt x="1154917" y="62226"/>
                </a:cubicBezTo>
                <a:cubicBezTo>
                  <a:pt x="1158830" y="66721"/>
                  <a:pt x="1161707" y="72043"/>
                  <a:pt x="1163548" y="78193"/>
                </a:cubicBezTo>
                <a:cubicBezTo>
                  <a:pt x="1165389" y="84340"/>
                  <a:pt x="1166310" y="91027"/>
                  <a:pt x="1166310" y="98253"/>
                </a:cubicBezTo>
                <a:lnTo>
                  <a:pt x="1166310" y="102863"/>
                </a:lnTo>
                <a:moveTo>
                  <a:pt x="1138230" y="94596"/>
                </a:moveTo>
                <a:cubicBezTo>
                  <a:pt x="1138460" y="86427"/>
                  <a:pt x="1136830" y="80013"/>
                  <a:pt x="1133339" y="75352"/>
                </a:cubicBezTo>
                <a:cubicBezTo>
                  <a:pt x="1129849" y="70689"/>
                  <a:pt x="1124459" y="68357"/>
                  <a:pt x="1117171" y="68357"/>
                </a:cubicBezTo>
                <a:cubicBezTo>
                  <a:pt x="1113488" y="68357"/>
                  <a:pt x="1110285" y="69051"/>
                  <a:pt x="1107562" y="70440"/>
                </a:cubicBezTo>
                <a:cubicBezTo>
                  <a:pt x="1104838" y="71825"/>
                  <a:pt x="1102575" y="73694"/>
                  <a:pt x="1100772" y="76046"/>
                </a:cubicBezTo>
                <a:cubicBezTo>
                  <a:pt x="1098969" y="78396"/>
                  <a:pt x="1097588" y="81170"/>
                  <a:pt x="1096629" y="84368"/>
                </a:cubicBezTo>
                <a:cubicBezTo>
                  <a:pt x="1095670" y="87564"/>
                  <a:pt x="1095114" y="90973"/>
                  <a:pt x="1094960" y="94596"/>
                </a:cubicBezTo>
                <a:lnTo>
                  <a:pt x="1138230" y="94596"/>
                </a:lnTo>
                <a:close/>
                <a:moveTo>
                  <a:pt x="1288505" y="157195"/>
                </a:moveTo>
                <a:cubicBezTo>
                  <a:pt x="1288505" y="157962"/>
                  <a:pt x="1288275" y="158635"/>
                  <a:pt x="1287814" y="159213"/>
                </a:cubicBezTo>
                <a:cubicBezTo>
                  <a:pt x="1287354" y="159788"/>
                  <a:pt x="1286587" y="160268"/>
                  <a:pt x="1285513" y="160651"/>
                </a:cubicBezTo>
                <a:cubicBezTo>
                  <a:pt x="1284439" y="161035"/>
                  <a:pt x="1282962" y="161323"/>
                  <a:pt x="1281082" y="161514"/>
                </a:cubicBezTo>
                <a:cubicBezTo>
                  <a:pt x="1279203" y="161706"/>
                  <a:pt x="1276882" y="161802"/>
                  <a:pt x="1274120" y="161802"/>
                </a:cubicBezTo>
                <a:cubicBezTo>
                  <a:pt x="1271281" y="161802"/>
                  <a:pt x="1268922" y="161706"/>
                  <a:pt x="1267042" y="161514"/>
                </a:cubicBezTo>
                <a:cubicBezTo>
                  <a:pt x="1265163" y="161323"/>
                  <a:pt x="1263686" y="161035"/>
                  <a:pt x="1262612" y="160651"/>
                </a:cubicBezTo>
                <a:cubicBezTo>
                  <a:pt x="1261538" y="160268"/>
                  <a:pt x="1260771" y="159788"/>
                  <a:pt x="1260310" y="159213"/>
                </a:cubicBezTo>
                <a:cubicBezTo>
                  <a:pt x="1259850" y="158637"/>
                  <a:pt x="1259620" y="157966"/>
                  <a:pt x="1259620" y="157199"/>
                </a:cubicBezTo>
                <a:lnTo>
                  <a:pt x="1259620" y="98623"/>
                </a:lnTo>
                <a:cubicBezTo>
                  <a:pt x="1259620" y="93637"/>
                  <a:pt x="1259255" y="89724"/>
                  <a:pt x="1258527" y="86885"/>
                </a:cubicBezTo>
                <a:cubicBezTo>
                  <a:pt x="1257798" y="84047"/>
                  <a:pt x="1256743" y="81611"/>
                  <a:pt x="1255362" y="79578"/>
                </a:cubicBezTo>
                <a:cubicBezTo>
                  <a:pt x="1253981" y="77545"/>
                  <a:pt x="1252197" y="75972"/>
                  <a:pt x="1250011" y="74859"/>
                </a:cubicBezTo>
                <a:cubicBezTo>
                  <a:pt x="1247824" y="73747"/>
                  <a:pt x="1245273" y="73191"/>
                  <a:pt x="1242358" y="73191"/>
                </a:cubicBezTo>
                <a:cubicBezTo>
                  <a:pt x="1238675" y="73191"/>
                  <a:pt x="1234954" y="74533"/>
                  <a:pt x="1231195" y="77218"/>
                </a:cubicBezTo>
                <a:cubicBezTo>
                  <a:pt x="1227436" y="79904"/>
                  <a:pt x="1223523" y="83816"/>
                  <a:pt x="1219457" y="88957"/>
                </a:cubicBezTo>
                <a:lnTo>
                  <a:pt x="1219457" y="157199"/>
                </a:lnTo>
                <a:cubicBezTo>
                  <a:pt x="1219457" y="157966"/>
                  <a:pt x="1219227" y="158637"/>
                  <a:pt x="1218767" y="159213"/>
                </a:cubicBezTo>
                <a:cubicBezTo>
                  <a:pt x="1218306" y="159788"/>
                  <a:pt x="1217520" y="160268"/>
                  <a:pt x="1216407" y="160651"/>
                </a:cubicBezTo>
                <a:cubicBezTo>
                  <a:pt x="1215295" y="161035"/>
                  <a:pt x="1213818" y="161323"/>
                  <a:pt x="1211977" y="161514"/>
                </a:cubicBezTo>
                <a:cubicBezTo>
                  <a:pt x="1210136" y="161706"/>
                  <a:pt x="1207796" y="161802"/>
                  <a:pt x="1204957" y="161802"/>
                </a:cubicBezTo>
                <a:cubicBezTo>
                  <a:pt x="1202118" y="161802"/>
                  <a:pt x="1199778" y="161706"/>
                  <a:pt x="1197937" y="161514"/>
                </a:cubicBezTo>
                <a:cubicBezTo>
                  <a:pt x="1196096" y="161323"/>
                  <a:pt x="1194619" y="161035"/>
                  <a:pt x="1193507" y="160651"/>
                </a:cubicBezTo>
                <a:cubicBezTo>
                  <a:pt x="1192394" y="160268"/>
                  <a:pt x="1191608" y="159788"/>
                  <a:pt x="1191147" y="159213"/>
                </a:cubicBezTo>
                <a:cubicBezTo>
                  <a:pt x="1190687" y="158637"/>
                  <a:pt x="1190457" y="157966"/>
                  <a:pt x="1190457" y="157199"/>
                </a:cubicBezTo>
                <a:lnTo>
                  <a:pt x="1190457" y="54548"/>
                </a:lnTo>
                <a:cubicBezTo>
                  <a:pt x="1190457" y="53781"/>
                  <a:pt x="1190649" y="53109"/>
                  <a:pt x="1191032" y="52534"/>
                </a:cubicBezTo>
                <a:cubicBezTo>
                  <a:pt x="1191416" y="51958"/>
                  <a:pt x="1192106" y="51479"/>
                  <a:pt x="1193104" y="51095"/>
                </a:cubicBezTo>
                <a:cubicBezTo>
                  <a:pt x="1194101" y="50712"/>
                  <a:pt x="1195386" y="50424"/>
                  <a:pt x="1196959" y="50232"/>
                </a:cubicBezTo>
                <a:cubicBezTo>
                  <a:pt x="1198532" y="50040"/>
                  <a:pt x="1200507" y="49945"/>
                  <a:pt x="1202886" y="49945"/>
                </a:cubicBezTo>
                <a:cubicBezTo>
                  <a:pt x="1205341" y="49945"/>
                  <a:pt x="1207374" y="50040"/>
                  <a:pt x="1208985" y="50232"/>
                </a:cubicBezTo>
                <a:cubicBezTo>
                  <a:pt x="1210596" y="50424"/>
                  <a:pt x="1211843" y="50712"/>
                  <a:pt x="1212725" y="51095"/>
                </a:cubicBezTo>
                <a:cubicBezTo>
                  <a:pt x="1213607" y="51479"/>
                  <a:pt x="1214240" y="51958"/>
                  <a:pt x="1214624" y="52534"/>
                </a:cubicBezTo>
                <a:cubicBezTo>
                  <a:pt x="1215007" y="53109"/>
                  <a:pt x="1215199" y="53781"/>
                  <a:pt x="1215199" y="54548"/>
                </a:cubicBezTo>
                <a:lnTo>
                  <a:pt x="1215199" y="66401"/>
                </a:lnTo>
                <a:cubicBezTo>
                  <a:pt x="1220876" y="60225"/>
                  <a:pt x="1226649" y="55593"/>
                  <a:pt x="1232519" y="52505"/>
                </a:cubicBezTo>
                <a:cubicBezTo>
                  <a:pt x="1238388" y="49417"/>
                  <a:pt x="1244506" y="47873"/>
                  <a:pt x="1250874" y="47873"/>
                </a:cubicBezTo>
                <a:cubicBezTo>
                  <a:pt x="1257855" y="47873"/>
                  <a:pt x="1263743" y="49025"/>
                  <a:pt x="1268538" y="51329"/>
                </a:cubicBezTo>
                <a:cubicBezTo>
                  <a:pt x="1273333" y="53633"/>
                  <a:pt x="1277208" y="56763"/>
                  <a:pt x="1280162" y="60719"/>
                </a:cubicBezTo>
                <a:cubicBezTo>
                  <a:pt x="1283115" y="64672"/>
                  <a:pt x="1285244" y="69300"/>
                  <a:pt x="1286548" y="74600"/>
                </a:cubicBezTo>
                <a:cubicBezTo>
                  <a:pt x="1287853" y="79899"/>
                  <a:pt x="1288505" y="86273"/>
                  <a:pt x="1288505" y="93722"/>
                </a:cubicBezTo>
                <a:lnTo>
                  <a:pt x="1288505" y="157195"/>
                </a:lnTo>
                <a:close/>
                <a:moveTo>
                  <a:pt x="1375141" y="146993"/>
                </a:moveTo>
                <a:cubicBezTo>
                  <a:pt x="1375141" y="150385"/>
                  <a:pt x="1374930" y="152988"/>
                  <a:pt x="1374508" y="154800"/>
                </a:cubicBezTo>
                <a:cubicBezTo>
                  <a:pt x="1374086" y="156610"/>
                  <a:pt x="1373530" y="157882"/>
                  <a:pt x="1372840" y="158616"/>
                </a:cubicBezTo>
                <a:cubicBezTo>
                  <a:pt x="1372149" y="159347"/>
                  <a:pt x="1371133" y="160002"/>
                  <a:pt x="1369790" y="160579"/>
                </a:cubicBezTo>
                <a:cubicBezTo>
                  <a:pt x="1368448" y="161157"/>
                  <a:pt x="1366875" y="161658"/>
                  <a:pt x="1365072" y="162083"/>
                </a:cubicBezTo>
                <a:cubicBezTo>
                  <a:pt x="1363269" y="162507"/>
                  <a:pt x="1361313" y="162834"/>
                  <a:pt x="1359203" y="163064"/>
                </a:cubicBezTo>
                <a:cubicBezTo>
                  <a:pt x="1357093" y="163297"/>
                  <a:pt x="1354964" y="163413"/>
                  <a:pt x="1352816" y="163413"/>
                </a:cubicBezTo>
                <a:cubicBezTo>
                  <a:pt x="1347062" y="163413"/>
                  <a:pt x="1342075" y="162684"/>
                  <a:pt x="1337856" y="161227"/>
                </a:cubicBezTo>
                <a:cubicBezTo>
                  <a:pt x="1333636" y="159769"/>
                  <a:pt x="1330145" y="157525"/>
                  <a:pt x="1327383" y="154495"/>
                </a:cubicBezTo>
                <a:cubicBezTo>
                  <a:pt x="1324621" y="151464"/>
                  <a:pt x="1322588" y="147647"/>
                  <a:pt x="1321284" y="143044"/>
                </a:cubicBezTo>
                <a:cubicBezTo>
                  <a:pt x="1319980" y="138441"/>
                  <a:pt x="1319328" y="132994"/>
                  <a:pt x="1319328" y="126703"/>
                </a:cubicBezTo>
                <a:lnTo>
                  <a:pt x="1319328" y="74111"/>
                </a:lnTo>
                <a:lnTo>
                  <a:pt x="1307014" y="74111"/>
                </a:lnTo>
                <a:cubicBezTo>
                  <a:pt x="1305556" y="74111"/>
                  <a:pt x="1304444" y="73210"/>
                  <a:pt x="1303677" y="71407"/>
                </a:cubicBezTo>
                <a:cubicBezTo>
                  <a:pt x="1302910" y="69604"/>
                  <a:pt x="1302526" y="66593"/>
                  <a:pt x="1302526" y="62373"/>
                </a:cubicBezTo>
                <a:cubicBezTo>
                  <a:pt x="1302526" y="60148"/>
                  <a:pt x="1302622" y="58269"/>
                  <a:pt x="1302814" y="56734"/>
                </a:cubicBezTo>
                <a:cubicBezTo>
                  <a:pt x="1303006" y="55200"/>
                  <a:pt x="1303293" y="53992"/>
                  <a:pt x="1303677" y="53109"/>
                </a:cubicBezTo>
                <a:cubicBezTo>
                  <a:pt x="1304060" y="52227"/>
                  <a:pt x="1304540" y="51594"/>
                  <a:pt x="1305115" y="51210"/>
                </a:cubicBezTo>
                <a:cubicBezTo>
                  <a:pt x="1305691" y="50827"/>
                  <a:pt x="1306362" y="50635"/>
                  <a:pt x="1307129" y="50635"/>
                </a:cubicBezTo>
                <a:lnTo>
                  <a:pt x="1319328" y="50635"/>
                </a:lnTo>
                <a:lnTo>
                  <a:pt x="1319328" y="27641"/>
                </a:lnTo>
                <a:cubicBezTo>
                  <a:pt x="1319328" y="26869"/>
                  <a:pt x="1319539" y="26175"/>
                  <a:pt x="1319961" y="25558"/>
                </a:cubicBezTo>
                <a:cubicBezTo>
                  <a:pt x="1320383" y="24942"/>
                  <a:pt x="1321150" y="24423"/>
                  <a:pt x="1322262" y="24001"/>
                </a:cubicBezTo>
                <a:cubicBezTo>
                  <a:pt x="1323375" y="23577"/>
                  <a:pt x="1324871" y="23269"/>
                  <a:pt x="1326750" y="23077"/>
                </a:cubicBezTo>
                <a:cubicBezTo>
                  <a:pt x="1328630" y="22883"/>
                  <a:pt x="1330951" y="22786"/>
                  <a:pt x="1333713" y="22786"/>
                </a:cubicBezTo>
                <a:cubicBezTo>
                  <a:pt x="1336551" y="22786"/>
                  <a:pt x="1338910" y="22883"/>
                  <a:pt x="1340790" y="23077"/>
                </a:cubicBezTo>
                <a:cubicBezTo>
                  <a:pt x="1342670" y="23269"/>
                  <a:pt x="1344147" y="23577"/>
                  <a:pt x="1345221" y="24001"/>
                </a:cubicBezTo>
                <a:cubicBezTo>
                  <a:pt x="1346295" y="24423"/>
                  <a:pt x="1347062" y="24942"/>
                  <a:pt x="1347522" y="25558"/>
                </a:cubicBezTo>
                <a:cubicBezTo>
                  <a:pt x="1347983" y="26175"/>
                  <a:pt x="1348213" y="26869"/>
                  <a:pt x="1348213" y="27641"/>
                </a:cubicBezTo>
                <a:lnTo>
                  <a:pt x="1348213" y="50635"/>
                </a:lnTo>
                <a:lnTo>
                  <a:pt x="1370538" y="50635"/>
                </a:lnTo>
                <a:cubicBezTo>
                  <a:pt x="1371305" y="50635"/>
                  <a:pt x="1371977" y="50827"/>
                  <a:pt x="1372552" y="51210"/>
                </a:cubicBezTo>
                <a:cubicBezTo>
                  <a:pt x="1373127" y="51594"/>
                  <a:pt x="1373607" y="52227"/>
                  <a:pt x="1373991" y="53109"/>
                </a:cubicBezTo>
                <a:cubicBezTo>
                  <a:pt x="1374374" y="53992"/>
                  <a:pt x="1374662" y="55200"/>
                  <a:pt x="1374854" y="56734"/>
                </a:cubicBezTo>
                <a:cubicBezTo>
                  <a:pt x="1375045" y="58269"/>
                  <a:pt x="1375141" y="60148"/>
                  <a:pt x="1375141" y="62373"/>
                </a:cubicBezTo>
                <a:cubicBezTo>
                  <a:pt x="1375141" y="66593"/>
                  <a:pt x="1374758" y="69604"/>
                  <a:pt x="1373991" y="71407"/>
                </a:cubicBezTo>
                <a:cubicBezTo>
                  <a:pt x="1373223" y="73210"/>
                  <a:pt x="1372111" y="74111"/>
                  <a:pt x="1370653" y="74111"/>
                </a:cubicBezTo>
                <a:lnTo>
                  <a:pt x="1348213" y="74111"/>
                </a:lnTo>
                <a:lnTo>
                  <a:pt x="1348213" y="122243"/>
                </a:lnTo>
                <a:cubicBezTo>
                  <a:pt x="1348213" y="127834"/>
                  <a:pt x="1349095" y="132028"/>
                  <a:pt x="1350860" y="134823"/>
                </a:cubicBezTo>
                <a:cubicBezTo>
                  <a:pt x="1352624" y="137619"/>
                  <a:pt x="1355770" y="139016"/>
                  <a:pt x="1360296" y="139016"/>
                </a:cubicBezTo>
                <a:cubicBezTo>
                  <a:pt x="1361830" y="139016"/>
                  <a:pt x="1363211" y="138882"/>
                  <a:pt x="1364439" y="138614"/>
                </a:cubicBezTo>
                <a:cubicBezTo>
                  <a:pt x="1365666" y="138345"/>
                  <a:pt x="1366760" y="138038"/>
                  <a:pt x="1367719" y="137693"/>
                </a:cubicBezTo>
                <a:cubicBezTo>
                  <a:pt x="1368678" y="137348"/>
                  <a:pt x="1369483" y="137041"/>
                  <a:pt x="1370135" y="136772"/>
                </a:cubicBezTo>
                <a:cubicBezTo>
                  <a:pt x="1370787" y="136504"/>
                  <a:pt x="1371382" y="136369"/>
                  <a:pt x="1371919" y="136369"/>
                </a:cubicBezTo>
                <a:cubicBezTo>
                  <a:pt x="1372379" y="136369"/>
                  <a:pt x="1372821" y="136504"/>
                  <a:pt x="1373243" y="136772"/>
                </a:cubicBezTo>
                <a:cubicBezTo>
                  <a:pt x="1373664" y="137041"/>
                  <a:pt x="1373991" y="137579"/>
                  <a:pt x="1374221" y="138387"/>
                </a:cubicBezTo>
                <a:cubicBezTo>
                  <a:pt x="1374451" y="139192"/>
                  <a:pt x="1374662" y="140289"/>
                  <a:pt x="1374854" y="141678"/>
                </a:cubicBezTo>
                <a:cubicBezTo>
                  <a:pt x="1375045" y="143063"/>
                  <a:pt x="1375141" y="144835"/>
                  <a:pt x="1375141" y="146993"/>
                </a:cubicBezTo>
                <a:close/>
                <a:moveTo>
                  <a:pt x="1424172" y="157199"/>
                </a:moveTo>
                <a:cubicBezTo>
                  <a:pt x="1424172" y="157966"/>
                  <a:pt x="1423942" y="158637"/>
                  <a:pt x="1423481" y="159213"/>
                </a:cubicBezTo>
                <a:cubicBezTo>
                  <a:pt x="1423021" y="159788"/>
                  <a:pt x="1422235" y="160268"/>
                  <a:pt x="1421122" y="160651"/>
                </a:cubicBezTo>
                <a:cubicBezTo>
                  <a:pt x="1420010" y="161035"/>
                  <a:pt x="1418533" y="161323"/>
                  <a:pt x="1416692" y="161514"/>
                </a:cubicBezTo>
                <a:cubicBezTo>
                  <a:pt x="1414850" y="161706"/>
                  <a:pt x="1412510" y="161802"/>
                  <a:pt x="1409672" y="161802"/>
                </a:cubicBezTo>
                <a:cubicBezTo>
                  <a:pt x="1406833" y="161802"/>
                  <a:pt x="1404493" y="161706"/>
                  <a:pt x="1402652" y="161514"/>
                </a:cubicBezTo>
                <a:cubicBezTo>
                  <a:pt x="1400811" y="161323"/>
                  <a:pt x="1399334" y="161035"/>
                  <a:pt x="1398221" y="160651"/>
                </a:cubicBezTo>
                <a:cubicBezTo>
                  <a:pt x="1397109" y="160268"/>
                  <a:pt x="1396322" y="159788"/>
                  <a:pt x="1395862" y="159213"/>
                </a:cubicBezTo>
                <a:cubicBezTo>
                  <a:pt x="1395402" y="158637"/>
                  <a:pt x="1395172" y="157966"/>
                  <a:pt x="1395172" y="157199"/>
                </a:cubicBezTo>
                <a:lnTo>
                  <a:pt x="1395172" y="54778"/>
                </a:lnTo>
                <a:cubicBezTo>
                  <a:pt x="1395172" y="54011"/>
                  <a:pt x="1395402" y="53339"/>
                  <a:pt x="1395862" y="52764"/>
                </a:cubicBezTo>
                <a:cubicBezTo>
                  <a:pt x="1396322" y="52189"/>
                  <a:pt x="1397109" y="51690"/>
                  <a:pt x="1398221" y="51268"/>
                </a:cubicBezTo>
                <a:cubicBezTo>
                  <a:pt x="1399334" y="50846"/>
                  <a:pt x="1400811" y="50520"/>
                  <a:pt x="1402652" y="50290"/>
                </a:cubicBezTo>
                <a:cubicBezTo>
                  <a:pt x="1404493" y="50060"/>
                  <a:pt x="1406833" y="49945"/>
                  <a:pt x="1409672" y="49945"/>
                </a:cubicBezTo>
                <a:cubicBezTo>
                  <a:pt x="1412510" y="49945"/>
                  <a:pt x="1414850" y="50060"/>
                  <a:pt x="1416692" y="50290"/>
                </a:cubicBezTo>
                <a:cubicBezTo>
                  <a:pt x="1418533" y="50520"/>
                  <a:pt x="1420010" y="50846"/>
                  <a:pt x="1421122" y="51268"/>
                </a:cubicBezTo>
                <a:cubicBezTo>
                  <a:pt x="1422235" y="51690"/>
                  <a:pt x="1423021" y="52189"/>
                  <a:pt x="1423481" y="52764"/>
                </a:cubicBezTo>
                <a:cubicBezTo>
                  <a:pt x="1423942" y="53339"/>
                  <a:pt x="1424172" y="54011"/>
                  <a:pt x="1424172" y="54778"/>
                </a:cubicBezTo>
                <a:lnTo>
                  <a:pt x="1424172" y="157199"/>
                </a:lnTo>
                <a:moveTo>
                  <a:pt x="1426358" y="19794"/>
                </a:moveTo>
                <a:cubicBezTo>
                  <a:pt x="1426358" y="25624"/>
                  <a:pt x="1425169" y="29652"/>
                  <a:pt x="1422791" y="31877"/>
                </a:cubicBezTo>
                <a:cubicBezTo>
                  <a:pt x="1420412" y="34102"/>
                  <a:pt x="1416001" y="35214"/>
                  <a:pt x="1409557" y="35214"/>
                </a:cubicBezTo>
                <a:cubicBezTo>
                  <a:pt x="1403035" y="35214"/>
                  <a:pt x="1398643" y="34140"/>
                  <a:pt x="1396380" y="31992"/>
                </a:cubicBezTo>
                <a:cubicBezTo>
                  <a:pt x="1394117" y="29844"/>
                  <a:pt x="1392985" y="25970"/>
                  <a:pt x="1392985" y="20369"/>
                </a:cubicBezTo>
                <a:cubicBezTo>
                  <a:pt x="1392985" y="14538"/>
                  <a:pt x="1394155" y="10491"/>
                  <a:pt x="1396495" y="8228"/>
                </a:cubicBezTo>
                <a:cubicBezTo>
                  <a:pt x="1398835" y="5965"/>
                  <a:pt x="1403266" y="4833"/>
                  <a:pt x="1409787" y="4833"/>
                </a:cubicBezTo>
                <a:cubicBezTo>
                  <a:pt x="1416231" y="4833"/>
                  <a:pt x="1420604" y="5927"/>
                  <a:pt x="1422906" y="8113"/>
                </a:cubicBezTo>
                <a:cubicBezTo>
                  <a:pt x="1425207" y="10300"/>
                  <a:pt x="1426358" y="14193"/>
                  <a:pt x="1426358" y="19794"/>
                </a:cubicBezTo>
                <a:close/>
                <a:moveTo>
                  <a:pt x="1514308" y="15421"/>
                </a:moveTo>
                <a:cubicBezTo>
                  <a:pt x="1514308" y="17646"/>
                  <a:pt x="1514232" y="19429"/>
                  <a:pt x="1514078" y="20772"/>
                </a:cubicBezTo>
                <a:cubicBezTo>
                  <a:pt x="1513925" y="22114"/>
                  <a:pt x="1513694" y="23150"/>
                  <a:pt x="1513388" y="23879"/>
                </a:cubicBezTo>
                <a:cubicBezTo>
                  <a:pt x="1513081" y="24608"/>
                  <a:pt x="1512735" y="25107"/>
                  <a:pt x="1512352" y="25375"/>
                </a:cubicBezTo>
                <a:cubicBezTo>
                  <a:pt x="1511968" y="25644"/>
                  <a:pt x="1511546" y="25778"/>
                  <a:pt x="1511086" y="25778"/>
                </a:cubicBezTo>
                <a:cubicBezTo>
                  <a:pt x="1510549" y="25778"/>
                  <a:pt x="1509954" y="25644"/>
                  <a:pt x="1509302" y="25375"/>
                </a:cubicBezTo>
                <a:cubicBezTo>
                  <a:pt x="1508650" y="25107"/>
                  <a:pt x="1507845" y="24819"/>
                  <a:pt x="1506886" y="24512"/>
                </a:cubicBezTo>
                <a:cubicBezTo>
                  <a:pt x="1505927" y="24205"/>
                  <a:pt x="1504795" y="23917"/>
                  <a:pt x="1503491" y="23649"/>
                </a:cubicBezTo>
                <a:cubicBezTo>
                  <a:pt x="1502187" y="23380"/>
                  <a:pt x="1500652" y="23246"/>
                  <a:pt x="1498888" y="23246"/>
                </a:cubicBezTo>
                <a:cubicBezTo>
                  <a:pt x="1496816" y="23246"/>
                  <a:pt x="1495032" y="23572"/>
                  <a:pt x="1493536" y="24224"/>
                </a:cubicBezTo>
                <a:cubicBezTo>
                  <a:pt x="1492040" y="24876"/>
                  <a:pt x="1490794" y="25912"/>
                  <a:pt x="1489796" y="27331"/>
                </a:cubicBezTo>
                <a:cubicBezTo>
                  <a:pt x="1488799" y="28751"/>
                  <a:pt x="1488070" y="30592"/>
                  <a:pt x="1487610" y="32855"/>
                </a:cubicBezTo>
                <a:cubicBezTo>
                  <a:pt x="1487149" y="35118"/>
                  <a:pt x="1486919" y="37900"/>
                  <a:pt x="1486919" y="41199"/>
                </a:cubicBezTo>
                <a:lnTo>
                  <a:pt x="1486919" y="50635"/>
                </a:lnTo>
                <a:lnTo>
                  <a:pt x="1505677" y="50635"/>
                </a:lnTo>
                <a:cubicBezTo>
                  <a:pt x="1506368" y="50635"/>
                  <a:pt x="1507001" y="50827"/>
                  <a:pt x="1507576" y="51210"/>
                </a:cubicBezTo>
                <a:cubicBezTo>
                  <a:pt x="1508151" y="51594"/>
                  <a:pt x="1508631" y="52227"/>
                  <a:pt x="1509015" y="53109"/>
                </a:cubicBezTo>
                <a:cubicBezTo>
                  <a:pt x="1509398" y="53992"/>
                  <a:pt x="1509686" y="55200"/>
                  <a:pt x="1509878" y="56734"/>
                </a:cubicBezTo>
                <a:cubicBezTo>
                  <a:pt x="1510069" y="58269"/>
                  <a:pt x="1510165" y="60148"/>
                  <a:pt x="1510165" y="62373"/>
                </a:cubicBezTo>
                <a:cubicBezTo>
                  <a:pt x="1510165" y="66593"/>
                  <a:pt x="1509782" y="69604"/>
                  <a:pt x="1509015" y="71407"/>
                </a:cubicBezTo>
                <a:cubicBezTo>
                  <a:pt x="1508247" y="73210"/>
                  <a:pt x="1507135" y="74111"/>
                  <a:pt x="1505677" y="74111"/>
                </a:cubicBezTo>
                <a:lnTo>
                  <a:pt x="1486919" y="74111"/>
                </a:lnTo>
                <a:lnTo>
                  <a:pt x="1486919" y="157199"/>
                </a:lnTo>
                <a:cubicBezTo>
                  <a:pt x="1486919" y="157966"/>
                  <a:pt x="1486689" y="158637"/>
                  <a:pt x="1486229" y="159213"/>
                </a:cubicBezTo>
                <a:cubicBezTo>
                  <a:pt x="1485768" y="159788"/>
                  <a:pt x="1485001" y="160268"/>
                  <a:pt x="1483927" y="160651"/>
                </a:cubicBezTo>
                <a:cubicBezTo>
                  <a:pt x="1482853" y="161035"/>
                  <a:pt x="1481357" y="161323"/>
                  <a:pt x="1479439" y="161514"/>
                </a:cubicBezTo>
                <a:cubicBezTo>
                  <a:pt x="1477521" y="161706"/>
                  <a:pt x="1475181" y="161802"/>
                  <a:pt x="1472419" y="161802"/>
                </a:cubicBezTo>
                <a:cubicBezTo>
                  <a:pt x="1469657" y="161802"/>
                  <a:pt x="1467337" y="161706"/>
                  <a:pt x="1465457" y="161514"/>
                </a:cubicBezTo>
                <a:cubicBezTo>
                  <a:pt x="1463577" y="161323"/>
                  <a:pt x="1462081" y="161035"/>
                  <a:pt x="1460969" y="160651"/>
                </a:cubicBezTo>
                <a:cubicBezTo>
                  <a:pt x="1459856" y="160268"/>
                  <a:pt x="1459089" y="159788"/>
                  <a:pt x="1458667" y="159213"/>
                </a:cubicBezTo>
                <a:cubicBezTo>
                  <a:pt x="1458245" y="158637"/>
                  <a:pt x="1458034" y="157966"/>
                  <a:pt x="1458034" y="157199"/>
                </a:cubicBezTo>
                <a:lnTo>
                  <a:pt x="1458034" y="74111"/>
                </a:lnTo>
                <a:lnTo>
                  <a:pt x="1445145" y="74111"/>
                </a:lnTo>
                <a:cubicBezTo>
                  <a:pt x="1443688" y="74111"/>
                  <a:pt x="1442594" y="73210"/>
                  <a:pt x="1441866" y="71407"/>
                </a:cubicBezTo>
                <a:cubicBezTo>
                  <a:pt x="1441137" y="69604"/>
                  <a:pt x="1440772" y="66593"/>
                  <a:pt x="1440772" y="62373"/>
                </a:cubicBezTo>
                <a:cubicBezTo>
                  <a:pt x="1440772" y="60148"/>
                  <a:pt x="1440868" y="58269"/>
                  <a:pt x="1441060" y="56734"/>
                </a:cubicBezTo>
                <a:cubicBezTo>
                  <a:pt x="1441252" y="55200"/>
                  <a:pt x="1441520" y="53992"/>
                  <a:pt x="1441866" y="53109"/>
                </a:cubicBezTo>
                <a:cubicBezTo>
                  <a:pt x="1442211" y="52227"/>
                  <a:pt x="1442671" y="51594"/>
                  <a:pt x="1443247" y="51210"/>
                </a:cubicBezTo>
                <a:cubicBezTo>
                  <a:pt x="1443822" y="50827"/>
                  <a:pt x="1444493" y="50635"/>
                  <a:pt x="1445260" y="50635"/>
                </a:cubicBezTo>
                <a:lnTo>
                  <a:pt x="1458034" y="50635"/>
                </a:lnTo>
                <a:lnTo>
                  <a:pt x="1458034" y="42004"/>
                </a:lnTo>
                <a:cubicBezTo>
                  <a:pt x="1458034" y="35023"/>
                  <a:pt x="1458725" y="28904"/>
                  <a:pt x="1460106" y="23649"/>
                </a:cubicBezTo>
                <a:cubicBezTo>
                  <a:pt x="1461487" y="18394"/>
                  <a:pt x="1463654" y="14021"/>
                  <a:pt x="1466608" y="10530"/>
                </a:cubicBezTo>
                <a:cubicBezTo>
                  <a:pt x="1469561" y="7039"/>
                  <a:pt x="1473321" y="4411"/>
                  <a:pt x="1477886" y="2647"/>
                </a:cubicBezTo>
                <a:cubicBezTo>
                  <a:pt x="1482450" y="882"/>
                  <a:pt x="1487840" y="0"/>
                  <a:pt x="1494054" y="0"/>
                </a:cubicBezTo>
                <a:cubicBezTo>
                  <a:pt x="1497046" y="0"/>
                  <a:pt x="1499885" y="249"/>
                  <a:pt x="1502570" y="748"/>
                </a:cubicBezTo>
                <a:cubicBezTo>
                  <a:pt x="1505255" y="1247"/>
                  <a:pt x="1507365" y="1784"/>
                  <a:pt x="1508899" y="2359"/>
                </a:cubicBezTo>
                <a:cubicBezTo>
                  <a:pt x="1510434" y="2935"/>
                  <a:pt x="1511470" y="3472"/>
                  <a:pt x="1512007" y="3970"/>
                </a:cubicBezTo>
                <a:cubicBezTo>
                  <a:pt x="1512544" y="4469"/>
                  <a:pt x="1512985" y="5198"/>
                  <a:pt x="1513330" y="6157"/>
                </a:cubicBezTo>
                <a:cubicBezTo>
                  <a:pt x="1513675" y="7116"/>
                  <a:pt x="1513925" y="8343"/>
                  <a:pt x="1514078" y="9839"/>
                </a:cubicBezTo>
                <a:cubicBezTo>
                  <a:pt x="1514232" y="11335"/>
                  <a:pt x="1514308" y="13196"/>
                  <a:pt x="1514308" y="15421"/>
                </a:cubicBezTo>
                <a:close/>
                <a:moveTo>
                  <a:pt x="1556295" y="157199"/>
                </a:moveTo>
                <a:cubicBezTo>
                  <a:pt x="1556295" y="157966"/>
                  <a:pt x="1556065" y="158637"/>
                  <a:pt x="1555605" y="159213"/>
                </a:cubicBezTo>
                <a:cubicBezTo>
                  <a:pt x="1555145" y="159788"/>
                  <a:pt x="1554358" y="160268"/>
                  <a:pt x="1553246" y="160651"/>
                </a:cubicBezTo>
                <a:cubicBezTo>
                  <a:pt x="1552133" y="161035"/>
                  <a:pt x="1550656" y="161323"/>
                  <a:pt x="1548815" y="161514"/>
                </a:cubicBezTo>
                <a:cubicBezTo>
                  <a:pt x="1546974" y="161706"/>
                  <a:pt x="1544634" y="161802"/>
                  <a:pt x="1541795" y="161802"/>
                </a:cubicBezTo>
                <a:cubicBezTo>
                  <a:pt x="1538957" y="161802"/>
                  <a:pt x="1536617" y="161706"/>
                  <a:pt x="1534775" y="161514"/>
                </a:cubicBezTo>
                <a:cubicBezTo>
                  <a:pt x="1532934" y="161323"/>
                  <a:pt x="1531457" y="161035"/>
                  <a:pt x="1530345" y="160651"/>
                </a:cubicBezTo>
                <a:cubicBezTo>
                  <a:pt x="1529232" y="160268"/>
                  <a:pt x="1528446" y="159788"/>
                  <a:pt x="1527986" y="159213"/>
                </a:cubicBezTo>
                <a:cubicBezTo>
                  <a:pt x="1527525" y="158637"/>
                  <a:pt x="1527295" y="157966"/>
                  <a:pt x="1527295" y="157199"/>
                </a:cubicBezTo>
                <a:lnTo>
                  <a:pt x="1527295" y="54778"/>
                </a:lnTo>
                <a:cubicBezTo>
                  <a:pt x="1527295" y="54011"/>
                  <a:pt x="1527525" y="53339"/>
                  <a:pt x="1527986" y="52764"/>
                </a:cubicBezTo>
                <a:cubicBezTo>
                  <a:pt x="1528446" y="52189"/>
                  <a:pt x="1529232" y="51690"/>
                  <a:pt x="1530345" y="51268"/>
                </a:cubicBezTo>
                <a:cubicBezTo>
                  <a:pt x="1531457" y="50846"/>
                  <a:pt x="1532934" y="50520"/>
                  <a:pt x="1534775" y="50290"/>
                </a:cubicBezTo>
                <a:cubicBezTo>
                  <a:pt x="1536617" y="50060"/>
                  <a:pt x="1538957" y="49945"/>
                  <a:pt x="1541795" y="49945"/>
                </a:cubicBezTo>
                <a:cubicBezTo>
                  <a:pt x="1544634" y="49945"/>
                  <a:pt x="1546974" y="50060"/>
                  <a:pt x="1548815" y="50290"/>
                </a:cubicBezTo>
                <a:cubicBezTo>
                  <a:pt x="1550656" y="50520"/>
                  <a:pt x="1552133" y="50846"/>
                  <a:pt x="1553246" y="51268"/>
                </a:cubicBezTo>
                <a:cubicBezTo>
                  <a:pt x="1554358" y="51690"/>
                  <a:pt x="1555145" y="52189"/>
                  <a:pt x="1555605" y="52764"/>
                </a:cubicBezTo>
                <a:cubicBezTo>
                  <a:pt x="1556065" y="53339"/>
                  <a:pt x="1556295" y="54011"/>
                  <a:pt x="1556295" y="54778"/>
                </a:cubicBezTo>
                <a:lnTo>
                  <a:pt x="1556295" y="157199"/>
                </a:lnTo>
                <a:moveTo>
                  <a:pt x="1558482" y="19794"/>
                </a:moveTo>
                <a:cubicBezTo>
                  <a:pt x="1558482" y="25624"/>
                  <a:pt x="1557293" y="29652"/>
                  <a:pt x="1554914" y="31877"/>
                </a:cubicBezTo>
                <a:cubicBezTo>
                  <a:pt x="1552536" y="34102"/>
                  <a:pt x="1548125" y="35214"/>
                  <a:pt x="1541680" y="35214"/>
                </a:cubicBezTo>
                <a:cubicBezTo>
                  <a:pt x="1535159" y="35214"/>
                  <a:pt x="1530767" y="34140"/>
                  <a:pt x="1528504" y="31992"/>
                </a:cubicBezTo>
                <a:cubicBezTo>
                  <a:pt x="1526240" y="29844"/>
                  <a:pt x="1525109" y="25970"/>
                  <a:pt x="1525109" y="20369"/>
                </a:cubicBezTo>
                <a:cubicBezTo>
                  <a:pt x="1525109" y="14538"/>
                  <a:pt x="1526279" y="10491"/>
                  <a:pt x="1528619" y="8228"/>
                </a:cubicBezTo>
                <a:cubicBezTo>
                  <a:pt x="1530959" y="5965"/>
                  <a:pt x="1535389" y="4833"/>
                  <a:pt x="1541910" y="4833"/>
                </a:cubicBezTo>
                <a:cubicBezTo>
                  <a:pt x="1548355" y="4833"/>
                  <a:pt x="1552728" y="5927"/>
                  <a:pt x="1555030" y="8113"/>
                </a:cubicBezTo>
                <a:cubicBezTo>
                  <a:pt x="1557331" y="10300"/>
                  <a:pt x="1558482" y="14193"/>
                  <a:pt x="1558482" y="19794"/>
                </a:cubicBezTo>
                <a:close/>
                <a:moveTo>
                  <a:pt x="1662198" y="140858"/>
                </a:moveTo>
                <a:cubicBezTo>
                  <a:pt x="1662198" y="142852"/>
                  <a:pt x="1662141" y="144521"/>
                  <a:pt x="1662025" y="145864"/>
                </a:cubicBezTo>
                <a:cubicBezTo>
                  <a:pt x="1661910" y="147206"/>
                  <a:pt x="1661757" y="148338"/>
                  <a:pt x="1661565" y="149258"/>
                </a:cubicBezTo>
                <a:cubicBezTo>
                  <a:pt x="1661373" y="150179"/>
                  <a:pt x="1661143" y="150927"/>
                  <a:pt x="1660875" y="151502"/>
                </a:cubicBezTo>
                <a:cubicBezTo>
                  <a:pt x="1660606" y="152078"/>
                  <a:pt x="1660012" y="152807"/>
                  <a:pt x="1659091" y="153689"/>
                </a:cubicBezTo>
                <a:cubicBezTo>
                  <a:pt x="1658170" y="154571"/>
                  <a:pt x="1656598" y="155645"/>
                  <a:pt x="1654373" y="156911"/>
                </a:cubicBezTo>
                <a:cubicBezTo>
                  <a:pt x="1652148" y="158177"/>
                  <a:pt x="1649616" y="159309"/>
                  <a:pt x="1646777" y="160306"/>
                </a:cubicBezTo>
                <a:cubicBezTo>
                  <a:pt x="1643939" y="161303"/>
                  <a:pt x="1640851" y="162109"/>
                  <a:pt x="1637514" y="162723"/>
                </a:cubicBezTo>
                <a:cubicBezTo>
                  <a:pt x="1634176" y="163336"/>
                  <a:pt x="1630743" y="163643"/>
                  <a:pt x="1627214" y="163643"/>
                </a:cubicBezTo>
                <a:cubicBezTo>
                  <a:pt x="1619312" y="163643"/>
                  <a:pt x="1612311" y="162416"/>
                  <a:pt x="1606212" y="159961"/>
                </a:cubicBezTo>
                <a:cubicBezTo>
                  <a:pt x="1600113" y="157506"/>
                  <a:pt x="1594992" y="153881"/>
                  <a:pt x="1590849" y="149086"/>
                </a:cubicBezTo>
                <a:cubicBezTo>
                  <a:pt x="1586706" y="144291"/>
                  <a:pt x="1583579" y="138441"/>
                  <a:pt x="1581470" y="131536"/>
                </a:cubicBezTo>
                <a:cubicBezTo>
                  <a:pt x="1579360" y="124631"/>
                  <a:pt x="1578305" y="116729"/>
                  <a:pt x="1578305" y="107830"/>
                </a:cubicBezTo>
                <a:cubicBezTo>
                  <a:pt x="1578305" y="97549"/>
                  <a:pt x="1579590" y="88669"/>
                  <a:pt x="1582160" y="81189"/>
                </a:cubicBezTo>
                <a:cubicBezTo>
                  <a:pt x="1584730" y="73709"/>
                  <a:pt x="1588317" y="67513"/>
                  <a:pt x="1592920" y="62603"/>
                </a:cubicBezTo>
                <a:cubicBezTo>
                  <a:pt x="1597523" y="57693"/>
                  <a:pt x="1602970" y="54049"/>
                  <a:pt x="1609261" y="51671"/>
                </a:cubicBezTo>
                <a:cubicBezTo>
                  <a:pt x="1615552" y="49292"/>
                  <a:pt x="1622457" y="48103"/>
                  <a:pt x="1629976" y="48103"/>
                </a:cubicBezTo>
                <a:cubicBezTo>
                  <a:pt x="1633045" y="48103"/>
                  <a:pt x="1636056" y="48372"/>
                  <a:pt x="1639010" y="48909"/>
                </a:cubicBezTo>
                <a:cubicBezTo>
                  <a:pt x="1641963" y="49446"/>
                  <a:pt x="1644725" y="50175"/>
                  <a:pt x="1647295" y="51095"/>
                </a:cubicBezTo>
                <a:cubicBezTo>
                  <a:pt x="1649865" y="52016"/>
                  <a:pt x="1652167" y="53052"/>
                  <a:pt x="1654200" y="54203"/>
                </a:cubicBezTo>
                <a:cubicBezTo>
                  <a:pt x="1656233" y="55353"/>
                  <a:pt x="1657672" y="56351"/>
                  <a:pt x="1658516" y="57195"/>
                </a:cubicBezTo>
                <a:cubicBezTo>
                  <a:pt x="1659359" y="58039"/>
                  <a:pt x="1659954" y="58748"/>
                  <a:pt x="1660299" y="59324"/>
                </a:cubicBezTo>
                <a:cubicBezTo>
                  <a:pt x="1660645" y="59899"/>
                  <a:pt x="1660913" y="60647"/>
                  <a:pt x="1661105" y="61568"/>
                </a:cubicBezTo>
                <a:cubicBezTo>
                  <a:pt x="1661297" y="62488"/>
                  <a:pt x="1661450" y="63620"/>
                  <a:pt x="1661565" y="64962"/>
                </a:cubicBezTo>
                <a:cubicBezTo>
                  <a:pt x="1661680" y="66305"/>
                  <a:pt x="1661738" y="67935"/>
                  <a:pt x="1661738" y="69853"/>
                </a:cubicBezTo>
                <a:cubicBezTo>
                  <a:pt x="1661738" y="74303"/>
                  <a:pt x="1661354" y="77429"/>
                  <a:pt x="1660587" y="79232"/>
                </a:cubicBezTo>
                <a:cubicBezTo>
                  <a:pt x="1659820" y="81035"/>
                  <a:pt x="1658822" y="81937"/>
                  <a:pt x="1657595" y="81937"/>
                </a:cubicBezTo>
                <a:cubicBezTo>
                  <a:pt x="1656291" y="81937"/>
                  <a:pt x="1654910" y="81400"/>
                  <a:pt x="1653452" y="80326"/>
                </a:cubicBezTo>
                <a:cubicBezTo>
                  <a:pt x="1651994" y="79252"/>
                  <a:pt x="1650268" y="78062"/>
                  <a:pt x="1648273" y="76758"/>
                </a:cubicBezTo>
                <a:cubicBezTo>
                  <a:pt x="1646279" y="75454"/>
                  <a:pt x="1643900" y="74265"/>
                  <a:pt x="1641139" y="73191"/>
                </a:cubicBezTo>
                <a:cubicBezTo>
                  <a:pt x="1638377" y="72117"/>
                  <a:pt x="1635078" y="71580"/>
                  <a:pt x="1631242" y="71580"/>
                </a:cubicBezTo>
                <a:cubicBezTo>
                  <a:pt x="1623723" y="71580"/>
                  <a:pt x="1617969" y="74476"/>
                  <a:pt x="1613980" y="80268"/>
                </a:cubicBezTo>
                <a:cubicBezTo>
                  <a:pt x="1609990" y="86060"/>
                  <a:pt x="1607996" y="94557"/>
                  <a:pt x="1607996" y="105758"/>
                </a:cubicBezTo>
                <a:cubicBezTo>
                  <a:pt x="1607996" y="111282"/>
                  <a:pt x="1608494" y="116154"/>
                  <a:pt x="1609492" y="120373"/>
                </a:cubicBezTo>
                <a:cubicBezTo>
                  <a:pt x="1610489" y="124593"/>
                  <a:pt x="1611966" y="128122"/>
                  <a:pt x="1613922" y="130961"/>
                </a:cubicBezTo>
                <a:cubicBezTo>
                  <a:pt x="1615879" y="133799"/>
                  <a:pt x="1618334" y="135928"/>
                  <a:pt x="1621287" y="137348"/>
                </a:cubicBezTo>
                <a:cubicBezTo>
                  <a:pt x="1624241" y="138767"/>
                  <a:pt x="1627674" y="139477"/>
                  <a:pt x="1631587" y="139477"/>
                </a:cubicBezTo>
                <a:cubicBezTo>
                  <a:pt x="1635576" y="139477"/>
                  <a:pt x="1639010" y="138882"/>
                  <a:pt x="1641887" y="137693"/>
                </a:cubicBezTo>
                <a:cubicBezTo>
                  <a:pt x="1644764" y="136504"/>
                  <a:pt x="1647276" y="135180"/>
                  <a:pt x="1649424" y="133723"/>
                </a:cubicBezTo>
                <a:cubicBezTo>
                  <a:pt x="1651572" y="132265"/>
                  <a:pt x="1653375" y="130942"/>
                  <a:pt x="1654833" y="129752"/>
                </a:cubicBezTo>
                <a:cubicBezTo>
                  <a:pt x="1656291" y="128563"/>
                  <a:pt x="1657518" y="127969"/>
                  <a:pt x="1658516" y="127969"/>
                </a:cubicBezTo>
                <a:cubicBezTo>
                  <a:pt x="1659206" y="127969"/>
                  <a:pt x="1659781" y="128160"/>
                  <a:pt x="1660242" y="128544"/>
                </a:cubicBezTo>
                <a:cubicBezTo>
                  <a:pt x="1660702" y="128928"/>
                  <a:pt x="1661066" y="129637"/>
                  <a:pt x="1661335" y="130673"/>
                </a:cubicBezTo>
                <a:cubicBezTo>
                  <a:pt x="1661604" y="131709"/>
                  <a:pt x="1661815" y="133032"/>
                  <a:pt x="1661968" y="134643"/>
                </a:cubicBezTo>
                <a:cubicBezTo>
                  <a:pt x="1662121" y="136254"/>
                  <a:pt x="1662198" y="138326"/>
                  <a:pt x="1662198" y="140858"/>
                </a:cubicBezTo>
                <a:close/>
                <a:moveTo>
                  <a:pt x="1769034" y="157541"/>
                </a:moveTo>
                <a:cubicBezTo>
                  <a:pt x="1769034" y="158615"/>
                  <a:pt x="1768650" y="159460"/>
                  <a:pt x="1767883" y="160076"/>
                </a:cubicBezTo>
                <a:cubicBezTo>
                  <a:pt x="1767116" y="160690"/>
                  <a:pt x="1765908" y="161131"/>
                  <a:pt x="1764258" y="161399"/>
                </a:cubicBezTo>
                <a:cubicBezTo>
                  <a:pt x="1762609" y="161668"/>
                  <a:pt x="1760173" y="161802"/>
                  <a:pt x="1756951" y="161802"/>
                </a:cubicBezTo>
                <a:cubicBezTo>
                  <a:pt x="1753498" y="161802"/>
                  <a:pt x="1750986" y="161668"/>
                  <a:pt x="1749413" y="161399"/>
                </a:cubicBezTo>
                <a:cubicBezTo>
                  <a:pt x="1747840" y="161131"/>
                  <a:pt x="1746728" y="160690"/>
                  <a:pt x="1746076" y="160076"/>
                </a:cubicBezTo>
                <a:cubicBezTo>
                  <a:pt x="1745423" y="159462"/>
                  <a:pt x="1745097" y="158618"/>
                  <a:pt x="1745097" y="157544"/>
                </a:cubicBezTo>
                <a:lnTo>
                  <a:pt x="1745097" y="149373"/>
                </a:lnTo>
                <a:cubicBezTo>
                  <a:pt x="1740878" y="153900"/>
                  <a:pt x="1736064" y="157448"/>
                  <a:pt x="1730655" y="160018"/>
                </a:cubicBezTo>
                <a:cubicBezTo>
                  <a:pt x="1725246" y="162588"/>
                  <a:pt x="1719243" y="163873"/>
                  <a:pt x="1712645" y="163873"/>
                </a:cubicBezTo>
                <a:cubicBezTo>
                  <a:pt x="1707198" y="163873"/>
                  <a:pt x="1702192" y="163161"/>
                  <a:pt x="1697627" y="161737"/>
                </a:cubicBezTo>
                <a:cubicBezTo>
                  <a:pt x="1693062" y="160313"/>
                  <a:pt x="1689111" y="158196"/>
                  <a:pt x="1685774" y="155386"/>
                </a:cubicBezTo>
                <a:cubicBezTo>
                  <a:pt x="1682437" y="152577"/>
                  <a:pt x="1679847" y="149094"/>
                  <a:pt x="1678006" y="144939"/>
                </a:cubicBezTo>
                <a:cubicBezTo>
                  <a:pt x="1676165" y="140782"/>
                  <a:pt x="1675244" y="135932"/>
                  <a:pt x="1675244" y="130389"/>
                </a:cubicBezTo>
                <a:cubicBezTo>
                  <a:pt x="1675244" y="124383"/>
                  <a:pt x="1676414" y="119167"/>
                  <a:pt x="1678754" y="114742"/>
                </a:cubicBezTo>
                <a:cubicBezTo>
                  <a:pt x="1681094" y="110316"/>
                  <a:pt x="1684585" y="106660"/>
                  <a:pt x="1689226" y="103773"/>
                </a:cubicBezTo>
                <a:cubicBezTo>
                  <a:pt x="1693868" y="100887"/>
                  <a:pt x="1699641" y="98750"/>
                  <a:pt x="1706546" y="97365"/>
                </a:cubicBezTo>
                <a:cubicBezTo>
                  <a:pt x="1713451" y="95979"/>
                  <a:pt x="1721468" y="95286"/>
                  <a:pt x="1730597" y="95286"/>
                </a:cubicBezTo>
                <a:lnTo>
                  <a:pt x="1740609" y="95286"/>
                </a:lnTo>
                <a:lnTo>
                  <a:pt x="1740609" y="89100"/>
                </a:lnTo>
                <a:cubicBezTo>
                  <a:pt x="1740609" y="85893"/>
                  <a:pt x="1740283" y="83086"/>
                  <a:pt x="1739631" y="80682"/>
                </a:cubicBezTo>
                <a:cubicBezTo>
                  <a:pt x="1738979" y="78275"/>
                  <a:pt x="1737905" y="76269"/>
                  <a:pt x="1736409" y="74665"/>
                </a:cubicBezTo>
                <a:cubicBezTo>
                  <a:pt x="1734913" y="73061"/>
                  <a:pt x="1732918" y="71878"/>
                  <a:pt x="1730425" y="71116"/>
                </a:cubicBezTo>
                <a:cubicBezTo>
                  <a:pt x="1727931" y="70351"/>
                  <a:pt x="1724843" y="69968"/>
                  <a:pt x="1721161" y="69968"/>
                </a:cubicBezTo>
                <a:cubicBezTo>
                  <a:pt x="1716328" y="69968"/>
                  <a:pt x="1712012" y="70506"/>
                  <a:pt x="1708214" y="71580"/>
                </a:cubicBezTo>
                <a:cubicBezTo>
                  <a:pt x="1704417" y="72654"/>
                  <a:pt x="1701060" y="73843"/>
                  <a:pt x="1698145" y="75147"/>
                </a:cubicBezTo>
                <a:cubicBezTo>
                  <a:pt x="1695230" y="76451"/>
                  <a:pt x="1692794" y="77640"/>
                  <a:pt x="1690837" y="78715"/>
                </a:cubicBezTo>
                <a:cubicBezTo>
                  <a:pt x="1688881" y="79789"/>
                  <a:pt x="1687289" y="80326"/>
                  <a:pt x="1686062" y="80326"/>
                </a:cubicBezTo>
                <a:cubicBezTo>
                  <a:pt x="1685218" y="80326"/>
                  <a:pt x="1684470" y="80056"/>
                  <a:pt x="1683817" y="79516"/>
                </a:cubicBezTo>
                <a:cubicBezTo>
                  <a:pt x="1683165" y="78977"/>
                  <a:pt x="1682628" y="78206"/>
                  <a:pt x="1682206" y="77204"/>
                </a:cubicBezTo>
                <a:cubicBezTo>
                  <a:pt x="1681784" y="76202"/>
                  <a:pt x="1681458" y="74968"/>
                  <a:pt x="1681228" y="73504"/>
                </a:cubicBezTo>
                <a:cubicBezTo>
                  <a:pt x="1680998" y="72036"/>
                  <a:pt x="1680883" y="70417"/>
                  <a:pt x="1680883" y="68645"/>
                </a:cubicBezTo>
                <a:cubicBezTo>
                  <a:pt x="1680883" y="66255"/>
                  <a:pt x="1681075" y="64366"/>
                  <a:pt x="1681458" y="62977"/>
                </a:cubicBezTo>
                <a:cubicBezTo>
                  <a:pt x="1681842" y="61589"/>
                  <a:pt x="1682571" y="60337"/>
                  <a:pt x="1683645" y="59219"/>
                </a:cubicBezTo>
                <a:cubicBezTo>
                  <a:pt x="1684719" y="58100"/>
                  <a:pt x="1686599" y="56869"/>
                  <a:pt x="1689284" y="55526"/>
                </a:cubicBezTo>
                <a:cubicBezTo>
                  <a:pt x="1691969" y="54183"/>
                  <a:pt x="1695114" y="52937"/>
                  <a:pt x="1698720" y="51786"/>
                </a:cubicBezTo>
                <a:cubicBezTo>
                  <a:pt x="1702326" y="50635"/>
                  <a:pt x="1706258" y="49695"/>
                  <a:pt x="1710516" y="48966"/>
                </a:cubicBezTo>
                <a:cubicBezTo>
                  <a:pt x="1714774" y="48238"/>
                  <a:pt x="1719166" y="47873"/>
                  <a:pt x="1723693" y="47873"/>
                </a:cubicBezTo>
                <a:cubicBezTo>
                  <a:pt x="1731748" y="47873"/>
                  <a:pt x="1738634" y="48661"/>
                  <a:pt x="1744349" y="50236"/>
                </a:cubicBezTo>
                <a:cubicBezTo>
                  <a:pt x="1750065" y="51809"/>
                  <a:pt x="1754764" y="54228"/>
                  <a:pt x="1758447" y="57493"/>
                </a:cubicBezTo>
                <a:cubicBezTo>
                  <a:pt x="1762129" y="60756"/>
                  <a:pt x="1764814" y="64960"/>
                  <a:pt x="1766502" y="70105"/>
                </a:cubicBezTo>
                <a:cubicBezTo>
                  <a:pt x="1768190" y="75250"/>
                  <a:pt x="1769034" y="81355"/>
                  <a:pt x="1769034" y="88421"/>
                </a:cubicBezTo>
                <a:lnTo>
                  <a:pt x="1769034" y="157541"/>
                </a:lnTo>
                <a:moveTo>
                  <a:pt x="1740609" y="113469"/>
                </a:moveTo>
                <a:lnTo>
                  <a:pt x="1729562" y="113469"/>
                </a:lnTo>
                <a:cubicBezTo>
                  <a:pt x="1724882" y="113469"/>
                  <a:pt x="1720892" y="113816"/>
                  <a:pt x="1717593" y="114511"/>
                </a:cubicBezTo>
                <a:cubicBezTo>
                  <a:pt x="1714294" y="115207"/>
                  <a:pt x="1711609" y="116251"/>
                  <a:pt x="1709538" y="117644"/>
                </a:cubicBezTo>
                <a:cubicBezTo>
                  <a:pt x="1707466" y="119034"/>
                  <a:pt x="1705951" y="120716"/>
                  <a:pt x="1704992" y="122689"/>
                </a:cubicBezTo>
                <a:cubicBezTo>
                  <a:pt x="1704033" y="124660"/>
                  <a:pt x="1703554" y="126921"/>
                  <a:pt x="1703554" y="129472"/>
                </a:cubicBezTo>
                <a:cubicBezTo>
                  <a:pt x="1703554" y="133802"/>
                  <a:pt x="1704915" y="137204"/>
                  <a:pt x="1707639" y="139678"/>
                </a:cubicBezTo>
                <a:cubicBezTo>
                  <a:pt x="1710363" y="142152"/>
                  <a:pt x="1714141" y="143389"/>
                  <a:pt x="1718974" y="143389"/>
                </a:cubicBezTo>
                <a:cubicBezTo>
                  <a:pt x="1723040" y="143389"/>
                  <a:pt x="1726781" y="142346"/>
                  <a:pt x="1730195" y="140261"/>
                </a:cubicBezTo>
                <a:cubicBezTo>
                  <a:pt x="1733609" y="138172"/>
                  <a:pt x="1737080" y="135118"/>
                  <a:pt x="1740609" y="131097"/>
                </a:cubicBezTo>
                <a:lnTo>
                  <a:pt x="1740609" y="113469"/>
                </a:lnTo>
                <a:close/>
                <a:moveTo>
                  <a:pt x="1856123" y="146993"/>
                </a:moveTo>
                <a:cubicBezTo>
                  <a:pt x="1856123" y="150385"/>
                  <a:pt x="1855912" y="152988"/>
                  <a:pt x="1855491" y="154800"/>
                </a:cubicBezTo>
                <a:cubicBezTo>
                  <a:pt x="1855069" y="156610"/>
                  <a:pt x="1854512" y="157882"/>
                  <a:pt x="1853822" y="158616"/>
                </a:cubicBezTo>
                <a:cubicBezTo>
                  <a:pt x="1853131" y="159347"/>
                  <a:pt x="1852115" y="160002"/>
                  <a:pt x="1850772" y="160579"/>
                </a:cubicBezTo>
                <a:cubicBezTo>
                  <a:pt x="1849430" y="161157"/>
                  <a:pt x="1847857" y="161658"/>
                  <a:pt x="1846054" y="162083"/>
                </a:cubicBezTo>
                <a:cubicBezTo>
                  <a:pt x="1844251" y="162507"/>
                  <a:pt x="1842295" y="162834"/>
                  <a:pt x="1840185" y="163064"/>
                </a:cubicBezTo>
                <a:cubicBezTo>
                  <a:pt x="1838075" y="163297"/>
                  <a:pt x="1835946" y="163413"/>
                  <a:pt x="1833798" y="163413"/>
                </a:cubicBezTo>
                <a:cubicBezTo>
                  <a:pt x="1828044" y="163413"/>
                  <a:pt x="1823057" y="162684"/>
                  <a:pt x="1818838" y="161227"/>
                </a:cubicBezTo>
                <a:cubicBezTo>
                  <a:pt x="1814618" y="159769"/>
                  <a:pt x="1811127" y="157525"/>
                  <a:pt x="1808365" y="154495"/>
                </a:cubicBezTo>
                <a:cubicBezTo>
                  <a:pt x="1805603" y="151464"/>
                  <a:pt x="1803570" y="147647"/>
                  <a:pt x="1802266" y="143044"/>
                </a:cubicBezTo>
                <a:cubicBezTo>
                  <a:pt x="1800962" y="138441"/>
                  <a:pt x="1800310" y="132994"/>
                  <a:pt x="1800310" y="126703"/>
                </a:cubicBezTo>
                <a:lnTo>
                  <a:pt x="1800310" y="74111"/>
                </a:lnTo>
                <a:lnTo>
                  <a:pt x="1787996" y="74111"/>
                </a:lnTo>
                <a:cubicBezTo>
                  <a:pt x="1786539" y="74111"/>
                  <a:pt x="1785426" y="73210"/>
                  <a:pt x="1784659" y="71407"/>
                </a:cubicBezTo>
                <a:cubicBezTo>
                  <a:pt x="1783892" y="69604"/>
                  <a:pt x="1783508" y="66593"/>
                  <a:pt x="1783508" y="62373"/>
                </a:cubicBezTo>
                <a:cubicBezTo>
                  <a:pt x="1783508" y="60148"/>
                  <a:pt x="1783604" y="58269"/>
                  <a:pt x="1783796" y="56734"/>
                </a:cubicBezTo>
                <a:cubicBezTo>
                  <a:pt x="1783988" y="55200"/>
                  <a:pt x="1784275" y="53992"/>
                  <a:pt x="1784659" y="53109"/>
                </a:cubicBezTo>
                <a:cubicBezTo>
                  <a:pt x="1785043" y="52227"/>
                  <a:pt x="1785522" y="51594"/>
                  <a:pt x="1786097" y="51210"/>
                </a:cubicBezTo>
                <a:cubicBezTo>
                  <a:pt x="1786673" y="50827"/>
                  <a:pt x="1787344" y="50635"/>
                  <a:pt x="1788111" y="50635"/>
                </a:cubicBezTo>
                <a:lnTo>
                  <a:pt x="1800310" y="50635"/>
                </a:lnTo>
                <a:lnTo>
                  <a:pt x="1800310" y="27641"/>
                </a:lnTo>
                <a:cubicBezTo>
                  <a:pt x="1800310" y="26869"/>
                  <a:pt x="1800521" y="26175"/>
                  <a:pt x="1800943" y="25558"/>
                </a:cubicBezTo>
                <a:cubicBezTo>
                  <a:pt x="1801365" y="24942"/>
                  <a:pt x="1802132" y="24423"/>
                  <a:pt x="1803244" y="24001"/>
                </a:cubicBezTo>
                <a:cubicBezTo>
                  <a:pt x="1804357" y="23577"/>
                  <a:pt x="1805853" y="23269"/>
                  <a:pt x="1807732" y="23077"/>
                </a:cubicBezTo>
                <a:cubicBezTo>
                  <a:pt x="1809612" y="22883"/>
                  <a:pt x="1811933" y="22786"/>
                  <a:pt x="1814695" y="22786"/>
                </a:cubicBezTo>
                <a:cubicBezTo>
                  <a:pt x="1817533" y="22786"/>
                  <a:pt x="1819893" y="22883"/>
                  <a:pt x="1821772" y="23077"/>
                </a:cubicBezTo>
                <a:cubicBezTo>
                  <a:pt x="1823652" y="23269"/>
                  <a:pt x="1825129" y="23577"/>
                  <a:pt x="1826203" y="24001"/>
                </a:cubicBezTo>
                <a:cubicBezTo>
                  <a:pt x="1827277" y="24423"/>
                  <a:pt x="1828044" y="24942"/>
                  <a:pt x="1828504" y="25558"/>
                </a:cubicBezTo>
                <a:cubicBezTo>
                  <a:pt x="1828965" y="26175"/>
                  <a:pt x="1829195" y="26869"/>
                  <a:pt x="1829195" y="27641"/>
                </a:cubicBezTo>
                <a:lnTo>
                  <a:pt x="1829195" y="50635"/>
                </a:lnTo>
                <a:lnTo>
                  <a:pt x="1851520" y="50635"/>
                </a:lnTo>
                <a:cubicBezTo>
                  <a:pt x="1852287" y="50635"/>
                  <a:pt x="1852959" y="50827"/>
                  <a:pt x="1853534" y="51210"/>
                </a:cubicBezTo>
                <a:cubicBezTo>
                  <a:pt x="1854110" y="51594"/>
                  <a:pt x="1854589" y="52227"/>
                  <a:pt x="1854973" y="53109"/>
                </a:cubicBezTo>
                <a:cubicBezTo>
                  <a:pt x="1855356" y="53992"/>
                  <a:pt x="1855644" y="55200"/>
                  <a:pt x="1855836" y="56734"/>
                </a:cubicBezTo>
                <a:cubicBezTo>
                  <a:pt x="1856028" y="58269"/>
                  <a:pt x="1856123" y="60148"/>
                  <a:pt x="1856123" y="62373"/>
                </a:cubicBezTo>
                <a:cubicBezTo>
                  <a:pt x="1856123" y="66593"/>
                  <a:pt x="1855740" y="69604"/>
                  <a:pt x="1854973" y="71407"/>
                </a:cubicBezTo>
                <a:cubicBezTo>
                  <a:pt x="1854205" y="73210"/>
                  <a:pt x="1853093" y="74111"/>
                  <a:pt x="1851635" y="74111"/>
                </a:cubicBezTo>
                <a:lnTo>
                  <a:pt x="1829195" y="74111"/>
                </a:lnTo>
                <a:lnTo>
                  <a:pt x="1829195" y="122243"/>
                </a:lnTo>
                <a:cubicBezTo>
                  <a:pt x="1829195" y="127834"/>
                  <a:pt x="1830077" y="132028"/>
                  <a:pt x="1831842" y="134823"/>
                </a:cubicBezTo>
                <a:cubicBezTo>
                  <a:pt x="1833606" y="137619"/>
                  <a:pt x="1836752" y="139016"/>
                  <a:pt x="1841278" y="139016"/>
                </a:cubicBezTo>
                <a:cubicBezTo>
                  <a:pt x="1842813" y="139016"/>
                  <a:pt x="1844194" y="138882"/>
                  <a:pt x="1845421" y="138614"/>
                </a:cubicBezTo>
                <a:cubicBezTo>
                  <a:pt x="1846649" y="138345"/>
                  <a:pt x="1847742" y="138038"/>
                  <a:pt x="1848701" y="137693"/>
                </a:cubicBezTo>
                <a:cubicBezTo>
                  <a:pt x="1849660" y="137348"/>
                  <a:pt x="1850465" y="137041"/>
                  <a:pt x="1851117" y="136772"/>
                </a:cubicBezTo>
                <a:cubicBezTo>
                  <a:pt x="1851770" y="136504"/>
                  <a:pt x="1852364" y="136369"/>
                  <a:pt x="1852901" y="136369"/>
                </a:cubicBezTo>
                <a:cubicBezTo>
                  <a:pt x="1853362" y="136369"/>
                  <a:pt x="1853803" y="136504"/>
                  <a:pt x="1854225" y="136772"/>
                </a:cubicBezTo>
                <a:cubicBezTo>
                  <a:pt x="1854647" y="137041"/>
                  <a:pt x="1854973" y="137579"/>
                  <a:pt x="1855203" y="138387"/>
                </a:cubicBezTo>
                <a:cubicBezTo>
                  <a:pt x="1855433" y="139192"/>
                  <a:pt x="1855644" y="140289"/>
                  <a:pt x="1855836" y="141678"/>
                </a:cubicBezTo>
                <a:cubicBezTo>
                  <a:pt x="1856028" y="143063"/>
                  <a:pt x="1856123" y="144835"/>
                  <a:pt x="1856123" y="146993"/>
                </a:cubicBezTo>
                <a:close/>
                <a:moveTo>
                  <a:pt x="1905154" y="157199"/>
                </a:moveTo>
                <a:cubicBezTo>
                  <a:pt x="1905154" y="157966"/>
                  <a:pt x="1904924" y="158637"/>
                  <a:pt x="1904464" y="159213"/>
                </a:cubicBezTo>
                <a:cubicBezTo>
                  <a:pt x="1904003" y="159788"/>
                  <a:pt x="1903217" y="160268"/>
                  <a:pt x="1902105" y="160651"/>
                </a:cubicBezTo>
                <a:cubicBezTo>
                  <a:pt x="1900992" y="161035"/>
                  <a:pt x="1899515" y="161323"/>
                  <a:pt x="1897674" y="161514"/>
                </a:cubicBezTo>
                <a:cubicBezTo>
                  <a:pt x="1895833" y="161706"/>
                  <a:pt x="1893493" y="161802"/>
                  <a:pt x="1890654" y="161802"/>
                </a:cubicBezTo>
                <a:cubicBezTo>
                  <a:pt x="1887815" y="161802"/>
                  <a:pt x="1885475" y="161706"/>
                  <a:pt x="1883634" y="161514"/>
                </a:cubicBezTo>
                <a:cubicBezTo>
                  <a:pt x="1881793" y="161323"/>
                  <a:pt x="1880316" y="161035"/>
                  <a:pt x="1879204" y="160651"/>
                </a:cubicBezTo>
                <a:cubicBezTo>
                  <a:pt x="1878091" y="160268"/>
                  <a:pt x="1877305" y="159788"/>
                  <a:pt x="1876845" y="159213"/>
                </a:cubicBezTo>
                <a:cubicBezTo>
                  <a:pt x="1876384" y="158637"/>
                  <a:pt x="1876154" y="157966"/>
                  <a:pt x="1876154" y="157199"/>
                </a:cubicBezTo>
                <a:lnTo>
                  <a:pt x="1876154" y="54778"/>
                </a:lnTo>
                <a:cubicBezTo>
                  <a:pt x="1876154" y="54011"/>
                  <a:pt x="1876384" y="53339"/>
                  <a:pt x="1876845" y="52764"/>
                </a:cubicBezTo>
                <a:cubicBezTo>
                  <a:pt x="1877305" y="52189"/>
                  <a:pt x="1878091" y="51690"/>
                  <a:pt x="1879204" y="51268"/>
                </a:cubicBezTo>
                <a:cubicBezTo>
                  <a:pt x="1880316" y="50846"/>
                  <a:pt x="1881793" y="50520"/>
                  <a:pt x="1883634" y="50290"/>
                </a:cubicBezTo>
                <a:cubicBezTo>
                  <a:pt x="1885475" y="50060"/>
                  <a:pt x="1887815" y="49945"/>
                  <a:pt x="1890654" y="49945"/>
                </a:cubicBezTo>
                <a:cubicBezTo>
                  <a:pt x="1893493" y="49945"/>
                  <a:pt x="1895833" y="50060"/>
                  <a:pt x="1897674" y="50290"/>
                </a:cubicBezTo>
                <a:cubicBezTo>
                  <a:pt x="1899515" y="50520"/>
                  <a:pt x="1900992" y="50846"/>
                  <a:pt x="1902105" y="51268"/>
                </a:cubicBezTo>
                <a:cubicBezTo>
                  <a:pt x="1903217" y="51690"/>
                  <a:pt x="1904003" y="52189"/>
                  <a:pt x="1904464" y="52764"/>
                </a:cubicBezTo>
                <a:cubicBezTo>
                  <a:pt x="1904924" y="53339"/>
                  <a:pt x="1905154" y="54011"/>
                  <a:pt x="1905154" y="54778"/>
                </a:cubicBezTo>
                <a:lnTo>
                  <a:pt x="1905154" y="157199"/>
                </a:lnTo>
                <a:moveTo>
                  <a:pt x="1907341" y="19794"/>
                </a:moveTo>
                <a:cubicBezTo>
                  <a:pt x="1907341" y="25624"/>
                  <a:pt x="1906151" y="29652"/>
                  <a:pt x="1903773" y="31877"/>
                </a:cubicBezTo>
                <a:cubicBezTo>
                  <a:pt x="1901395" y="34102"/>
                  <a:pt x="1896983" y="35214"/>
                  <a:pt x="1890539" y="35214"/>
                </a:cubicBezTo>
                <a:cubicBezTo>
                  <a:pt x="1884018" y="35214"/>
                  <a:pt x="1879626" y="34140"/>
                  <a:pt x="1877362" y="31992"/>
                </a:cubicBezTo>
                <a:cubicBezTo>
                  <a:pt x="1875099" y="29844"/>
                  <a:pt x="1873968" y="25970"/>
                  <a:pt x="1873968" y="20369"/>
                </a:cubicBezTo>
                <a:cubicBezTo>
                  <a:pt x="1873968" y="14538"/>
                  <a:pt x="1875138" y="10491"/>
                  <a:pt x="1877477" y="8228"/>
                </a:cubicBezTo>
                <a:cubicBezTo>
                  <a:pt x="1879817" y="5965"/>
                  <a:pt x="1884248" y="4833"/>
                  <a:pt x="1890769" y="4833"/>
                </a:cubicBezTo>
                <a:cubicBezTo>
                  <a:pt x="1897214" y="4833"/>
                  <a:pt x="1901587" y="5927"/>
                  <a:pt x="1903888" y="8113"/>
                </a:cubicBezTo>
                <a:cubicBezTo>
                  <a:pt x="1906190" y="10300"/>
                  <a:pt x="1907341" y="14193"/>
                  <a:pt x="1907341" y="19794"/>
                </a:cubicBezTo>
                <a:close/>
                <a:moveTo>
                  <a:pt x="2037180" y="104834"/>
                </a:moveTo>
                <a:cubicBezTo>
                  <a:pt x="2037180" y="113599"/>
                  <a:pt x="2036029" y="121595"/>
                  <a:pt x="2033727" y="128821"/>
                </a:cubicBezTo>
                <a:cubicBezTo>
                  <a:pt x="2031426" y="136047"/>
                  <a:pt x="2027935" y="142273"/>
                  <a:pt x="2023255" y="147500"/>
                </a:cubicBezTo>
                <a:cubicBezTo>
                  <a:pt x="2018575" y="152726"/>
                  <a:pt x="2012706" y="156763"/>
                  <a:pt x="2005648" y="159608"/>
                </a:cubicBezTo>
                <a:cubicBezTo>
                  <a:pt x="1998590" y="162452"/>
                  <a:pt x="1990342" y="163873"/>
                  <a:pt x="1980906" y="163873"/>
                </a:cubicBezTo>
                <a:cubicBezTo>
                  <a:pt x="1971776" y="163873"/>
                  <a:pt x="1963836" y="162605"/>
                  <a:pt x="1957084" y="160069"/>
                </a:cubicBezTo>
                <a:cubicBezTo>
                  <a:pt x="1950333" y="157532"/>
                  <a:pt x="1944732" y="153842"/>
                  <a:pt x="1940283" y="148999"/>
                </a:cubicBezTo>
                <a:cubicBezTo>
                  <a:pt x="1935833" y="144157"/>
                  <a:pt x="1932534" y="138199"/>
                  <a:pt x="1930386" y="131126"/>
                </a:cubicBezTo>
                <a:cubicBezTo>
                  <a:pt x="1928238" y="124054"/>
                  <a:pt x="1927163" y="115982"/>
                  <a:pt x="1927163" y="106913"/>
                </a:cubicBezTo>
                <a:cubicBezTo>
                  <a:pt x="1927163" y="98147"/>
                  <a:pt x="1928333" y="90133"/>
                  <a:pt x="1930673" y="82868"/>
                </a:cubicBezTo>
                <a:cubicBezTo>
                  <a:pt x="1933013" y="75604"/>
                  <a:pt x="1936523" y="69377"/>
                  <a:pt x="1941203" y="64189"/>
                </a:cubicBezTo>
                <a:cubicBezTo>
                  <a:pt x="1945883" y="59001"/>
                  <a:pt x="1951733" y="54985"/>
                  <a:pt x="1958753" y="52142"/>
                </a:cubicBezTo>
                <a:cubicBezTo>
                  <a:pt x="1965773" y="49296"/>
                  <a:pt x="1974001" y="47873"/>
                  <a:pt x="1983437" y="47873"/>
                </a:cubicBezTo>
                <a:cubicBezTo>
                  <a:pt x="1992644" y="47873"/>
                  <a:pt x="2000623" y="49122"/>
                  <a:pt x="2007374" y="51620"/>
                </a:cubicBezTo>
                <a:cubicBezTo>
                  <a:pt x="2014125" y="54119"/>
                  <a:pt x="2019707" y="57789"/>
                  <a:pt x="2024118" y="62632"/>
                </a:cubicBezTo>
                <a:cubicBezTo>
                  <a:pt x="2028529" y="67475"/>
                  <a:pt x="2031809" y="73433"/>
                  <a:pt x="2033957" y="80505"/>
                </a:cubicBezTo>
                <a:cubicBezTo>
                  <a:pt x="2036106" y="87578"/>
                  <a:pt x="2037180" y="95688"/>
                  <a:pt x="2037180" y="104834"/>
                </a:cubicBezTo>
                <a:moveTo>
                  <a:pt x="2007374" y="105988"/>
                </a:moveTo>
                <a:cubicBezTo>
                  <a:pt x="2007374" y="100925"/>
                  <a:pt x="2006971" y="96264"/>
                  <a:pt x="2006166" y="92006"/>
                </a:cubicBezTo>
                <a:cubicBezTo>
                  <a:pt x="2005360" y="87748"/>
                  <a:pt x="2003998" y="84047"/>
                  <a:pt x="2002080" y="80901"/>
                </a:cubicBezTo>
                <a:cubicBezTo>
                  <a:pt x="2000162" y="77756"/>
                  <a:pt x="1997611" y="75300"/>
                  <a:pt x="1994428" y="73536"/>
                </a:cubicBezTo>
                <a:cubicBezTo>
                  <a:pt x="1991244" y="71771"/>
                  <a:pt x="1987235" y="70889"/>
                  <a:pt x="1982402" y="70889"/>
                </a:cubicBezTo>
                <a:cubicBezTo>
                  <a:pt x="1978105" y="70889"/>
                  <a:pt x="1974346" y="71675"/>
                  <a:pt x="1971124" y="73248"/>
                </a:cubicBezTo>
                <a:cubicBezTo>
                  <a:pt x="1967902" y="74821"/>
                  <a:pt x="1965255" y="77123"/>
                  <a:pt x="1963183" y="80153"/>
                </a:cubicBezTo>
                <a:cubicBezTo>
                  <a:pt x="1961112" y="83183"/>
                  <a:pt x="1959558" y="86828"/>
                  <a:pt x="1958523" y="91086"/>
                </a:cubicBezTo>
                <a:cubicBezTo>
                  <a:pt x="1957487" y="95344"/>
                  <a:pt x="1956969" y="100196"/>
                  <a:pt x="1956969" y="105643"/>
                </a:cubicBezTo>
                <a:cubicBezTo>
                  <a:pt x="1956969" y="110707"/>
                  <a:pt x="1957391" y="115367"/>
                  <a:pt x="1958235" y="119625"/>
                </a:cubicBezTo>
                <a:cubicBezTo>
                  <a:pt x="1959079" y="123883"/>
                  <a:pt x="1960441" y="127585"/>
                  <a:pt x="1962320" y="130731"/>
                </a:cubicBezTo>
                <a:cubicBezTo>
                  <a:pt x="1964200" y="133876"/>
                  <a:pt x="1966751" y="136312"/>
                  <a:pt x="1969973" y="138038"/>
                </a:cubicBezTo>
                <a:cubicBezTo>
                  <a:pt x="1973195" y="139764"/>
                  <a:pt x="1977185" y="140627"/>
                  <a:pt x="1981941" y="140627"/>
                </a:cubicBezTo>
                <a:cubicBezTo>
                  <a:pt x="1986314" y="140627"/>
                  <a:pt x="1990112" y="139841"/>
                  <a:pt x="1993334" y="138268"/>
                </a:cubicBezTo>
                <a:cubicBezTo>
                  <a:pt x="1996557" y="136696"/>
                  <a:pt x="1999203" y="134413"/>
                  <a:pt x="2001275" y="131421"/>
                </a:cubicBezTo>
                <a:cubicBezTo>
                  <a:pt x="2003346" y="128429"/>
                  <a:pt x="2004881" y="124804"/>
                  <a:pt x="2005878" y="120546"/>
                </a:cubicBezTo>
                <a:cubicBezTo>
                  <a:pt x="2006875" y="116288"/>
                  <a:pt x="2007374" y="111436"/>
                  <a:pt x="2007374" y="105988"/>
                </a:cubicBezTo>
                <a:close/>
                <a:moveTo>
                  <a:pt x="2157705" y="157195"/>
                </a:moveTo>
                <a:cubicBezTo>
                  <a:pt x="2157705" y="157962"/>
                  <a:pt x="2157475" y="158635"/>
                  <a:pt x="2157014" y="159213"/>
                </a:cubicBezTo>
                <a:cubicBezTo>
                  <a:pt x="2156554" y="159788"/>
                  <a:pt x="2155787" y="160268"/>
                  <a:pt x="2154713" y="160651"/>
                </a:cubicBezTo>
                <a:cubicBezTo>
                  <a:pt x="2153639" y="161035"/>
                  <a:pt x="2152162" y="161323"/>
                  <a:pt x="2150282" y="161514"/>
                </a:cubicBezTo>
                <a:cubicBezTo>
                  <a:pt x="2148403" y="161706"/>
                  <a:pt x="2146082" y="161802"/>
                  <a:pt x="2143320" y="161802"/>
                </a:cubicBezTo>
                <a:cubicBezTo>
                  <a:pt x="2140481" y="161802"/>
                  <a:pt x="2138122" y="161706"/>
                  <a:pt x="2136243" y="161514"/>
                </a:cubicBezTo>
                <a:cubicBezTo>
                  <a:pt x="2134363" y="161323"/>
                  <a:pt x="2132886" y="161035"/>
                  <a:pt x="2131812" y="160651"/>
                </a:cubicBezTo>
                <a:cubicBezTo>
                  <a:pt x="2130738" y="160268"/>
                  <a:pt x="2129971" y="159788"/>
                  <a:pt x="2129510" y="159213"/>
                </a:cubicBezTo>
                <a:cubicBezTo>
                  <a:pt x="2129050" y="158637"/>
                  <a:pt x="2128820" y="157966"/>
                  <a:pt x="2128820" y="157199"/>
                </a:cubicBezTo>
                <a:lnTo>
                  <a:pt x="2128820" y="98623"/>
                </a:lnTo>
                <a:cubicBezTo>
                  <a:pt x="2128820" y="93637"/>
                  <a:pt x="2128455" y="89724"/>
                  <a:pt x="2127727" y="86885"/>
                </a:cubicBezTo>
                <a:cubicBezTo>
                  <a:pt x="2126998" y="84047"/>
                  <a:pt x="2125943" y="81611"/>
                  <a:pt x="2124562" y="79578"/>
                </a:cubicBezTo>
                <a:cubicBezTo>
                  <a:pt x="2123181" y="77545"/>
                  <a:pt x="2121397" y="75972"/>
                  <a:pt x="2119211" y="74859"/>
                </a:cubicBezTo>
                <a:cubicBezTo>
                  <a:pt x="2117024" y="73747"/>
                  <a:pt x="2114473" y="73191"/>
                  <a:pt x="2111558" y="73191"/>
                </a:cubicBezTo>
                <a:cubicBezTo>
                  <a:pt x="2107875" y="73191"/>
                  <a:pt x="2104154" y="74533"/>
                  <a:pt x="2100395" y="77218"/>
                </a:cubicBezTo>
                <a:cubicBezTo>
                  <a:pt x="2096636" y="79904"/>
                  <a:pt x="2092723" y="83816"/>
                  <a:pt x="2088657" y="88957"/>
                </a:cubicBezTo>
                <a:lnTo>
                  <a:pt x="2088657" y="157199"/>
                </a:lnTo>
                <a:cubicBezTo>
                  <a:pt x="2088657" y="157966"/>
                  <a:pt x="2088427" y="158637"/>
                  <a:pt x="2087967" y="159213"/>
                </a:cubicBezTo>
                <a:cubicBezTo>
                  <a:pt x="2087506" y="159788"/>
                  <a:pt x="2086720" y="160268"/>
                  <a:pt x="2085607" y="160651"/>
                </a:cubicBezTo>
                <a:cubicBezTo>
                  <a:pt x="2084495" y="161035"/>
                  <a:pt x="2083018" y="161323"/>
                  <a:pt x="2081177" y="161514"/>
                </a:cubicBezTo>
                <a:cubicBezTo>
                  <a:pt x="2079336" y="161706"/>
                  <a:pt x="2076996" y="161802"/>
                  <a:pt x="2074157" y="161802"/>
                </a:cubicBezTo>
                <a:cubicBezTo>
                  <a:pt x="2071318" y="161802"/>
                  <a:pt x="2068978" y="161706"/>
                  <a:pt x="2067137" y="161514"/>
                </a:cubicBezTo>
                <a:cubicBezTo>
                  <a:pt x="2065296" y="161323"/>
                  <a:pt x="2063819" y="161035"/>
                  <a:pt x="2062707" y="160651"/>
                </a:cubicBezTo>
                <a:cubicBezTo>
                  <a:pt x="2061594" y="160268"/>
                  <a:pt x="2060808" y="159788"/>
                  <a:pt x="2060347" y="159213"/>
                </a:cubicBezTo>
                <a:cubicBezTo>
                  <a:pt x="2059887" y="158637"/>
                  <a:pt x="2059657" y="157966"/>
                  <a:pt x="2059657" y="157199"/>
                </a:cubicBezTo>
                <a:lnTo>
                  <a:pt x="2059657" y="54548"/>
                </a:lnTo>
                <a:cubicBezTo>
                  <a:pt x="2059657" y="53781"/>
                  <a:pt x="2059849" y="53109"/>
                  <a:pt x="2060232" y="52534"/>
                </a:cubicBezTo>
                <a:cubicBezTo>
                  <a:pt x="2060616" y="51958"/>
                  <a:pt x="2061306" y="51479"/>
                  <a:pt x="2062304" y="51095"/>
                </a:cubicBezTo>
                <a:cubicBezTo>
                  <a:pt x="2063301" y="50712"/>
                  <a:pt x="2064586" y="50424"/>
                  <a:pt x="2066159" y="50232"/>
                </a:cubicBezTo>
                <a:cubicBezTo>
                  <a:pt x="2067732" y="50040"/>
                  <a:pt x="2069707" y="49945"/>
                  <a:pt x="2072086" y="49945"/>
                </a:cubicBezTo>
                <a:cubicBezTo>
                  <a:pt x="2074541" y="49945"/>
                  <a:pt x="2076574" y="50040"/>
                  <a:pt x="2078185" y="50232"/>
                </a:cubicBezTo>
                <a:cubicBezTo>
                  <a:pt x="2079796" y="50424"/>
                  <a:pt x="2081043" y="50712"/>
                  <a:pt x="2081925" y="51095"/>
                </a:cubicBezTo>
                <a:cubicBezTo>
                  <a:pt x="2082807" y="51479"/>
                  <a:pt x="2083440" y="51958"/>
                  <a:pt x="2083824" y="52534"/>
                </a:cubicBezTo>
                <a:cubicBezTo>
                  <a:pt x="2084207" y="53109"/>
                  <a:pt x="2084399" y="53781"/>
                  <a:pt x="2084399" y="54548"/>
                </a:cubicBezTo>
                <a:lnTo>
                  <a:pt x="2084399" y="66401"/>
                </a:lnTo>
                <a:cubicBezTo>
                  <a:pt x="2090076" y="60225"/>
                  <a:pt x="2095850" y="55593"/>
                  <a:pt x="2101719" y="52505"/>
                </a:cubicBezTo>
                <a:cubicBezTo>
                  <a:pt x="2107588" y="49417"/>
                  <a:pt x="2113706" y="47873"/>
                  <a:pt x="2120074" y="47873"/>
                </a:cubicBezTo>
                <a:cubicBezTo>
                  <a:pt x="2127055" y="47873"/>
                  <a:pt x="2132944" y="49025"/>
                  <a:pt x="2137739" y="51329"/>
                </a:cubicBezTo>
                <a:cubicBezTo>
                  <a:pt x="2142534" y="53633"/>
                  <a:pt x="2146408" y="56763"/>
                  <a:pt x="2149362" y="60719"/>
                </a:cubicBezTo>
                <a:cubicBezTo>
                  <a:pt x="2152315" y="64672"/>
                  <a:pt x="2154444" y="69300"/>
                  <a:pt x="2155749" y="74600"/>
                </a:cubicBezTo>
                <a:cubicBezTo>
                  <a:pt x="2157053" y="79899"/>
                  <a:pt x="2157705" y="86273"/>
                  <a:pt x="2157705" y="93722"/>
                </a:cubicBezTo>
                <a:lnTo>
                  <a:pt x="2157705" y="157195"/>
                </a:lnTo>
                <a:close/>
                <a:moveTo>
                  <a:pt x="2362101" y="149834"/>
                </a:moveTo>
                <a:cubicBezTo>
                  <a:pt x="2363021" y="152596"/>
                  <a:pt x="2363597" y="154782"/>
                  <a:pt x="2363827" y="156393"/>
                </a:cubicBezTo>
                <a:cubicBezTo>
                  <a:pt x="2364057" y="158004"/>
                  <a:pt x="2363750" y="159213"/>
                  <a:pt x="2362906" y="160018"/>
                </a:cubicBezTo>
                <a:cubicBezTo>
                  <a:pt x="2362062" y="160824"/>
                  <a:pt x="2360566" y="161323"/>
                  <a:pt x="2358418" y="161514"/>
                </a:cubicBezTo>
                <a:cubicBezTo>
                  <a:pt x="2356270" y="161706"/>
                  <a:pt x="2353316" y="161802"/>
                  <a:pt x="2349557" y="161802"/>
                </a:cubicBezTo>
                <a:cubicBezTo>
                  <a:pt x="2345644" y="161802"/>
                  <a:pt x="2342595" y="161745"/>
                  <a:pt x="2340408" y="161629"/>
                </a:cubicBezTo>
                <a:cubicBezTo>
                  <a:pt x="2338222" y="161514"/>
                  <a:pt x="2336553" y="161284"/>
                  <a:pt x="2335402" y="160939"/>
                </a:cubicBezTo>
                <a:cubicBezTo>
                  <a:pt x="2334252" y="160594"/>
                  <a:pt x="2333446" y="160114"/>
                  <a:pt x="2332986" y="159500"/>
                </a:cubicBezTo>
                <a:cubicBezTo>
                  <a:pt x="2332525" y="158887"/>
                  <a:pt x="2332142" y="158081"/>
                  <a:pt x="2331835" y="157084"/>
                </a:cubicBezTo>
                <a:lnTo>
                  <a:pt x="2321823" y="127048"/>
                </a:lnTo>
                <a:lnTo>
                  <a:pt x="2265894" y="127048"/>
                </a:lnTo>
                <a:lnTo>
                  <a:pt x="2256458" y="156278"/>
                </a:lnTo>
                <a:cubicBezTo>
                  <a:pt x="2256151" y="157352"/>
                  <a:pt x="2255748" y="158254"/>
                  <a:pt x="2255249" y="158983"/>
                </a:cubicBezTo>
                <a:cubicBezTo>
                  <a:pt x="2254751" y="159711"/>
                  <a:pt x="2253945" y="160287"/>
                  <a:pt x="2252833" y="160709"/>
                </a:cubicBezTo>
                <a:cubicBezTo>
                  <a:pt x="2251720" y="161131"/>
                  <a:pt x="2250147" y="161418"/>
                  <a:pt x="2248114" y="161572"/>
                </a:cubicBezTo>
                <a:cubicBezTo>
                  <a:pt x="2246081" y="161725"/>
                  <a:pt x="2243415" y="161802"/>
                  <a:pt x="2240116" y="161802"/>
                </a:cubicBezTo>
                <a:cubicBezTo>
                  <a:pt x="2236587" y="161802"/>
                  <a:pt x="2233825" y="161687"/>
                  <a:pt x="2231831" y="161457"/>
                </a:cubicBezTo>
                <a:cubicBezTo>
                  <a:pt x="2229836" y="161227"/>
                  <a:pt x="2228455" y="160670"/>
                  <a:pt x="2227688" y="159788"/>
                </a:cubicBezTo>
                <a:cubicBezTo>
                  <a:pt x="2226921" y="158906"/>
                  <a:pt x="2226652" y="157659"/>
                  <a:pt x="2226882" y="156048"/>
                </a:cubicBezTo>
                <a:cubicBezTo>
                  <a:pt x="2227112" y="154437"/>
                  <a:pt x="2227688" y="152289"/>
                  <a:pt x="2228608" y="149604"/>
                </a:cubicBezTo>
                <a:lnTo>
                  <a:pt x="2274525" y="17492"/>
                </a:lnTo>
                <a:cubicBezTo>
                  <a:pt x="2274986" y="16188"/>
                  <a:pt x="2275523" y="15133"/>
                  <a:pt x="2276136" y="14327"/>
                </a:cubicBezTo>
                <a:cubicBezTo>
                  <a:pt x="2276750" y="13522"/>
                  <a:pt x="2277728" y="12908"/>
                  <a:pt x="2279071" y="12486"/>
                </a:cubicBezTo>
                <a:cubicBezTo>
                  <a:pt x="2280413" y="12064"/>
                  <a:pt x="2282274" y="11796"/>
                  <a:pt x="2284652" y="11681"/>
                </a:cubicBezTo>
                <a:cubicBezTo>
                  <a:pt x="2287031" y="11566"/>
                  <a:pt x="2290176" y="11508"/>
                  <a:pt x="2294089" y="11508"/>
                </a:cubicBezTo>
                <a:cubicBezTo>
                  <a:pt x="2298615" y="11508"/>
                  <a:pt x="2302221" y="11566"/>
                  <a:pt x="2304906" y="11681"/>
                </a:cubicBezTo>
                <a:cubicBezTo>
                  <a:pt x="2307591" y="11796"/>
                  <a:pt x="2309682" y="12064"/>
                  <a:pt x="2311178" y="12486"/>
                </a:cubicBezTo>
                <a:cubicBezTo>
                  <a:pt x="2312674" y="12908"/>
                  <a:pt x="2313748" y="13541"/>
                  <a:pt x="2314400" y="14385"/>
                </a:cubicBezTo>
                <a:cubicBezTo>
                  <a:pt x="2315052" y="15229"/>
                  <a:pt x="2315609" y="16380"/>
                  <a:pt x="2316069" y="17837"/>
                </a:cubicBezTo>
                <a:lnTo>
                  <a:pt x="2362101" y="149834"/>
                </a:lnTo>
                <a:moveTo>
                  <a:pt x="2293744" y="40515"/>
                </a:moveTo>
                <a:lnTo>
                  <a:pt x="2293628" y="40515"/>
                </a:lnTo>
                <a:lnTo>
                  <a:pt x="2272569" y="103802"/>
                </a:lnTo>
                <a:lnTo>
                  <a:pt x="2314803" y="103802"/>
                </a:lnTo>
                <a:lnTo>
                  <a:pt x="2293744" y="40515"/>
                </a:lnTo>
                <a:close/>
                <a:moveTo>
                  <a:pt x="2434293" y="146993"/>
                </a:moveTo>
                <a:cubicBezTo>
                  <a:pt x="2434293" y="150385"/>
                  <a:pt x="2434082" y="152988"/>
                  <a:pt x="2433660" y="154800"/>
                </a:cubicBezTo>
                <a:cubicBezTo>
                  <a:pt x="2433238" y="156610"/>
                  <a:pt x="2432682" y="157882"/>
                  <a:pt x="2431991" y="158616"/>
                </a:cubicBezTo>
                <a:cubicBezTo>
                  <a:pt x="2431301" y="159347"/>
                  <a:pt x="2430284" y="160002"/>
                  <a:pt x="2428942" y="160579"/>
                </a:cubicBezTo>
                <a:cubicBezTo>
                  <a:pt x="2427599" y="161157"/>
                  <a:pt x="2426026" y="161658"/>
                  <a:pt x="2424223" y="162083"/>
                </a:cubicBezTo>
                <a:cubicBezTo>
                  <a:pt x="2422420" y="162507"/>
                  <a:pt x="2420464" y="162834"/>
                  <a:pt x="2418354" y="163064"/>
                </a:cubicBezTo>
                <a:cubicBezTo>
                  <a:pt x="2416245" y="163297"/>
                  <a:pt x="2414116" y="163413"/>
                  <a:pt x="2411967" y="163413"/>
                </a:cubicBezTo>
                <a:cubicBezTo>
                  <a:pt x="2406213" y="163413"/>
                  <a:pt x="2401227" y="162684"/>
                  <a:pt x="2397007" y="161227"/>
                </a:cubicBezTo>
                <a:cubicBezTo>
                  <a:pt x="2392787" y="159769"/>
                  <a:pt x="2389297" y="157525"/>
                  <a:pt x="2386535" y="154495"/>
                </a:cubicBezTo>
                <a:cubicBezTo>
                  <a:pt x="2383773" y="151464"/>
                  <a:pt x="2381740" y="147647"/>
                  <a:pt x="2380436" y="143044"/>
                </a:cubicBezTo>
                <a:cubicBezTo>
                  <a:pt x="2379131" y="138441"/>
                  <a:pt x="2378479" y="132994"/>
                  <a:pt x="2378479" y="126703"/>
                </a:cubicBezTo>
                <a:lnTo>
                  <a:pt x="2378479" y="74111"/>
                </a:lnTo>
                <a:lnTo>
                  <a:pt x="2366166" y="74111"/>
                </a:lnTo>
                <a:cubicBezTo>
                  <a:pt x="2364708" y="74111"/>
                  <a:pt x="2363596" y="73210"/>
                  <a:pt x="2362828" y="71407"/>
                </a:cubicBezTo>
                <a:cubicBezTo>
                  <a:pt x="2362061" y="69604"/>
                  <a:pt x="2361678" y="66593"/>
                  <a:pt x="2361678" y="62373"/>
                </a:cubicBezTo>
                <a:cubicBezTo>
                  <a:pt x="2361678" y="60148"/>
                  <a:pt x="2361773" y="58269"/>
                  <a:pt x="2361965" y="56734"/>
                </a:cubicBezTo>
                <a:cubicBezTo>
                  <a:pt x="2362157" y="55200"/>
                  <a:pt x="2362445" y="53992"/>
                  <a:pt x="2362828" y="53109"/>
                </a:cubicBezTo>
                <a:cubicBezTo>
                  <a:pt x="2363212" y="52227"/>
                  <a:pt x="2363691" y="51594"/>
                  <a:pt x="2364267" y="51210"/>
                </a:cubicBezTo>
                <a:cubicBezTo>
                  <a:pt x="2364842" y="50827"/>
                  <a:pt x="2365514" y="50635"/>
                  <a:pt x="2366281" y="50635"/>
                </a:cubicBezTo>
                <a:lnTo>
                  <a:pt x="2378479" y="50635"/>
                </a:lnTo>
                <a:lnTo>
                  <a:pt x="2378479" y="27641"/>
                </a:lnTo>
                <a:cubicBezTo>
                  <a:pt x="2378479" y="26869"/>
                  <a:pt x="2378690" y="26175"/>
                  <a:pt x="2379112" y="25558"/>
                </a:cubicBezTo>
                <a:cubicBezTo>
                  <a:pt x="2379534" y="24942"/>
                  <a:pt x="2380301" y="24423"/>
                  <a:pt x="2381414" y="24001"/>
                </a:cubicBezTo>
                <a:cubicBezTo>
                  <a:pt x="2382526" y="23577"/>
                  <a:pt x="2384022" y="23269"/>
                  <a:pt x="2385902" y="23077"/>
                </a:cubicBezTo>
                <a:cubicBezTo>
                  <a:pt x="2387781" y="22883"/>
                  <a:pt x="2390102" y="22786"/>
                  <a:pt x="2392864" y="22786"/>
                </a:cubicBezTo>
                <a:cubicBezTo>
                  <a:pt x="2395703" y="22786"/>
                  <a:pt x="2398062" y="22883"/>
                  <a:pt x="2399942" y="23077"/>
                </a:cubicBezTo>
                <a:cubicBezTo>
                  <a:pt x="2401821" y="23269"/>
                  <a:pt x="2403298" y="23577"/>
                  <a:pt x="2404372" y="24001"/>
                </a:cubicBezTo>
                <a:cubicBezTo>
                  <a:pt x="2405446" y="24423"/>
                  <a:pt x="2406213" y="24942"/>
                  <a:pt x="2406674" y="25558"/>
                </a:cubicBezTo>
                <a:cubicBezTo>
                  <a:pt x="2407134" y="26175"/>
                  <a:pt x="2407364" y="26869"/>
                  <a:pt x="2407364" y="27641"/>
                </a:cubicBezTo>
                <a:lnTo>
                  <a:pt x="2407364" y="50635"/>
                </a:lnTo>
                <a:lnTo>
                  <a:pt x="2429690" y="50635"/>
                </a:lnTo>
                <a:cubicBezTo>
                  <a:pt x="2430457" y="50635"/>
                  <a:pt x="2431128" y="50827"/>
                  <a:pt x="2431704" y="51210"/>
                </a:cubicBezTo>
                <a:cubicBezTo>
                  <a:pt x="2432279" y="51594"/>
                  <a:pt x="2432758" y="52227"/>
                  <a:pt x="2433142" y="53109"/>
                </a:cubicBezTo>
                <a:cubicBezTo>
                  <a:pt x="2433526" y="53992"/>
                  <a:pt x="2433813" y="55200"/>
                  <a:pt x="2434005" y="56734"/>
                </a:cubicBezTo>
                <a:cubicBezTo>
                  <a:pt x="2434197" y="58269"/>
                  <a:pt x="2434293" y="60148"/>
                  <a:pt x="2434293" y="62373"/>
                </a:cubicBezTo>
                <a:cubicBezTo>
                  <a:pt x="2434293" y="66593"/>
                  <a:pt x="2433909" y="69604"/>
                  <a:pt x="2433142" y="71407"/>
                </a:cubicBezTo>
                <a:cubicBezTo>
                  <a:pt x="2432375" y="73210"/>
                  <a:pt x="2431262" y="74111"/>
                  <a:pt x="2429805" y="74111"/>
                </a:cubicBezTo>
                <a:lnTo>
                  <a:pt x="2407364" y="74111"/>
                </a:lnTo>
                <a:lnTo>
                  <a:pt x="2407364" y="122243"/>
                </a:lnTo>
                <a:cubicBezTo>
                  <a:pt x="2407364" y="127834"/>
                  <a:pt x="2408246" y="132028"/>
                  <a:pt x="2410011" y="134823"/>
                </a:cubicBezTo>
                <a:cubicBezTo>
                  <a:pt x="2411776" y="137619"/>
                  <a:pt x="2414921" y="139016"/>
                  <a:pt x="2419448" y="139016"/>
                </a:cubicBezTo>
                <a:cubicBezTo>
                  <a:pt x="2420982" y="139016"/>
                  <a:pt x="2422363" y="138882"/>
                  <a:pt x="2423590" y="138614"/>
                </a:cubicBezTo>
                <a:cubicBezTo>
                  <a:pt x="2424818" y="138345"/>
                  <a:pt x="2425911" y="138038"/>
                  <a:pt x="2426870" y="137693"/>
                </a:cubicBezTo>
                <a:cubicBezTo>
                  <a:pt x="2427829" y="137348"/>
                  <a:pt x="2428635" y="137041"/>
                  <a:pt x="2429287" y="136772"/>
                </a:cubicBezTo>
                <a:cubicBezTo>
                  <a:pt x="2429939" y="136504"/>
                  <a:pt x="2430534" y="136369"/>
                  <a:pt x="2431071" y="136369"/>
                </a:cubicBezTo>
                <a:cubicBezTo>
                  <a:pt x="2431531" y="136369"/>
                  <a:pt x="2431972" y="136504"/>
                  <a:pt x="2432394" y="136772"/>
                </a:cubicBezTo>
                <a:cubicBezTo>
                  <a:pt x="2432816" y="137041"/>
                  <a:pt x="2433142" y="137579"/>
                  <a:pt x="2433372" y="138387"/>
                </a:cubicBezTo>
                <a:cubicBezTo>
                  <a:pt x="2433602" y="139192"/>
                  <a:pt x="2433813" y="140289"/>
                  <a:pt x="2434005" y="141678"/>
                </a:cubicBezTo>
                <a:cubicBezTo>
                  <a:pt x="2434197" y="143063"/>
                  <a:pt x="2434293" y="144835"/>
                  <a:pt x="2434293" y="146993"/>
                </a:cubicBezTo>
                <a:close/>
                <a:moveTo>
                  <a:pt x="2512163" y="146993"/>
                </a:moveTo>
                <a:cubicBezTo>
                  <a:pt x="2512163" y="150385"/>
                  <a:pt x="2511952" y="152988"/>
                  <a:pt x="2511530" y="154800"/>
                </a:cubicBezTo>
                <a:cubicBezTo>
                  <a:pt x="2511108" y="156610"/>
                  <a:pt x="2510551" y="157882"/>
                  <a:pt x="2509861" y="158616"/>
                </a:cubicBezTo>
                <a:cubicBezTo>
                  <a:pt x="2509171" y="159347"/>
                  <a:pt x="2508154" y="160002"/>
                  <a:pt x="2506811" y="160579"/>
                </a:cubicBezTo>
                <a:cubicBezTo>
                  <a:pt x="2505469" y="161157"/>
                  <a:pt x="2503896" y="161658"/>
                  <a:pt x="2502093" y="162083"/>
                </a:cubicBezTo>
                <a:cubicBezTo>
                  <a:pt x="2500290" y="162507"/>
                  <a:pt x="2498334" y="162834"/>
                  <a:pt x="2496224" y="163064"/>
                </a:cubicBezTo>
                <a:cubicBezTo>
                  <a:pt x="2494114" y="163297"/>
                  <a:pt x="2491985" y="163413"/>
                  <a:pt x="2489837" y="163413"/>
                </a:cubicBezTo>
                <a:cubicBezTo>
                  <a:pt x="2484083" y="163413"/>
                  <a:pt x="2479096" y="162684"/>
                  <a:pt x="2474877" y="161227"/>
                </a:cubicBezTo>
                <a:cubicBezTo>
                  <a:pt x="2470657" y="159769"/>
                  <a:pt x="2467166" y="157525"/>
                  <a:pt x="2464405" y="154495"/>
                </a:cubicBezTo>
                <a:cubicBezTo>
                  <a:pt x="2461643" y="151464"/>
                  <a:pt x="2459610" y="147647"/>
                  <a:pt x="2458305" y="143044"/>
                </a:cubicBezTo>
                <a:cubicBezTo>
                  <a:pt x="2457001" y="138441"/>
                  <a:pt x="2456349" y="132994"/>
                  <a:pt x="2456349" y="126703"/>
                </a:cubicBezTo>
                <a:lnTo>
                  <a:pt x="2456349" y="74111"/>
                </a:lnTo>
                <a:lnTo>
                  <a:pt x="2444035" y="74111"/>
                </a:lnTo>
                <a:cubicBezTo>
                  <a:pt x="2442578" y="74111"/>
                  <a:pt x="2441465" y="73210"/>
                  <a:pt x="2440698" y="71407"/>
                </a:cubicBezTo>
                <a:cubicBezTo>
                  <a:pt x="2439931" y="69604"/>
                  <a:pt x="2439547" y="66593"/>
                  <a:pt x="2439547" y="62373"/>
                </a:cubicBezTo>
                <a:cubicBezTo>
                  <a:pt x="2439547" y="60148"/>
                  <a:pt x="2439643" y="58269"/>
                  <a:pt x="2439835" y="56734"/>
                </a:cubicBezTo>
                <a:cubicBezTo>
                  <a:pt x="2440027" y="55200"/>
                  <a:pt x="2440314" y="53992"/>
                  <a:pt x="2440698" y="53109"/>
                </a:cubicBezTo>
                <a:cubicBezTo>
                  <a:pt x="2441082" y="52227"/>
                  <a:pt x="2441561" y="51594"/>
                  <a:pt x="2442137" y="51210"/>
                </a:cubicBezTo>
                <a:cubicBezTo>
                  <a:pt x="2442712" y="50827"/>
                  <a:pt x="2443383" y="50635"/>
                  <a:pt x="2444150" y="50635"/>
                </a:cubicBezTo>
                <a:lnTo>
                  <a:pt x="2456349" y="50635"/>
                </a:lnTo>
                <a:lnTo>
                  <a:pt x="2456349" y="27641"/>
                </a:lnTo>
                <a:cubicBezTo>
                  <a:pt x="2456349" y="26869"/>
                  <a:pt x="2456560" y="26175"/>
                  <a:pt x="2456982" y="25558"/>
                </a:cubicBezTo>
                <a:cubicBezTo>
                  <a:pt x="2457404" y="24942"/>
                  <a:pt x="2458171" y="24423"/>
                  <a:pt x="2459283" y="24001"/>
                </a:cubicBezTo>
                <a:cubicBezTo>
                  <a:pt x="2460396" y="23577"/>
                  <a:pt x="2461892" y="23269"/>
                  <a:pt x="2463772" y="23077"/>
                </a:cubicBezTo>
                <a:cubicBezTo>
                  <a:pt x="2465651" y="22883"/>
                  <a:pt x="2467972" y="22786"/>
                  <a:pt x="2470734" y="22786"/>
                </a:cubicBezTo>
                <a:cubicBezTo>
                  <a:pt x="2473573" y="22786"/>
                  <a:pt x="2475932" y="22883"/>
                  <a:pt x="2477811" y="23077"/>
                </a:cubicBezTo>
                <a:cubicBezTo>
                  <a:pt x="2479691" y="23269"/>
                  <a:pt x="2481168" y="23577"/>
                  <a:pt x="2482242" y="24001"/>
                </a:cubicBezTo>
                <a:cubicBezTo>
                  <a:pt x="2483316" y="24423"/>
                  <a:pt x="2484083" y="24942"/>
                  <a:pt x="2484543" y="25558"/>
                </a:cubicBezTo>
                <a:cubicBezTo>
                  <a:pt x="2485004" y="26175"/>
                  <a:pt x="2485234" y="26869"/>
                  <a:pt x="2485234" y="27641"/>
                </a:cubicBezTo>
                <a:lnTo>
                  <a:pt x="2485234" y="50635"/>
                </a:lnTo>
                <a:lnTo>
                  <a:pt x="2507559" y="50635"/>
                </a:lnTo>
                <a:cubicBezTo>
                  <a:pt x="2508327" y="50635"/>
                  <a:pt x="2508998" y="50827"/>
                  <a:pt x="2509573" y="51210"/>
                </a:cubicBezTo>
                <a:cubicBezTo>
                  <a:pt x="2510149" y="51594"/>
                  <a:pt x="2510628" y="52227"/>
                  <a:pt x="2511012" y="53109"/>
                </a:cubicBezTo>
                <a:cubicBezTo>
                  <a:pt x="2511395" y="53992"/>
                  <a:pt x="2511683" y="55200"/>
                  <a:pt x="2511875" y="56734"/>
                </a:cubicBezTo>
                <a:cubicBezTo>
                  <a:pt x="2512067" y="58269"/>
                  <a:pt x="2512163" y="60148"/>
                  <a:pt x="2512163" y="62373"/>
                </a:cubicBezTo>
                <a:cubicBezTo>
                  <a:pt x="2512163" y="66593"/>
                  <a:pt x="2511779" y="69604"/>
                  <a:pt x="2511012" y="71407"/>
                </a:cubicBezTo>
                <a:cubicBezTo>
                  <a:pt x="2510245" y="73210"/>
                  <a:pt x="2509132" y="74111"/>
                  <a:pt x="2507674" y="74111"/>
                </a:cubicBezTo>
                <a:lnTo>
                  <a:pt x="2485234" y="74111"/>
                </a:lnTo>
                <a:lnTo>
                  <a:pt x="2485234" y="122243"/>
                </a:lnTo>
                <a:cubicBezTo>
                  <a:pt x="2485234" y="127834"/>
                  <a:pt x="2486116" y="132028"/>
                  <a:pt x="2487881" y="134823"/>
                </a:cubicBezTo>
                <a:cubicBezTo>
                  <a:pt x="2489645" y="137619"/>
                  <a:pt x="2492791" y="139016"/>
                  <a:pt x="2497317" y="139016"/>
                </a:cubicBezTo>
                <a:cubicBezTo>
                  <a:pt x="2498852" y="139016"/>
                  <a:pt x="2500233" y="138882"/>
                  <a:pt x="2501460" y="138614"/>
                </a:cubicBezTo>
                <a:cubicBezTo>
                  <a:pt x="2502688" y="138345"/>
                  <a:pt x="2503781" y="138038"/>
                  <a:pt x="2504740" y="137693"/>
                </a:cubicBezTo>
                <a:cubicBezTo>
                  <a:pt x="2505699" y="137348"/>
                  <a:pt x="2506505" y="137041"/>
                  <a:pt x="2507157" y="136772"/>
                </a:cubicBezTo>
                <a:cubicBezTo>
                  <a:pt x="2507809" y="136504"/>
                  <a:pt x="2508403" y="136369"/>
                  <a:pt x="2508940" y="136369"/>
                </a:cubicBezTo>
                <a:cubicBezTo>
                  <a:pt x="2509401" y="136369"/>
                  <a:pt x="2509842" y="136504"/>
                  <a:pt x="2510264" y="136772"/>
                </a:cubicBezTo>
                <a:cubicBezTo>
                  <a:pt x="2510686" y="137041"/>
                  <a:pt x="2511012" y="137579"/>
                  <a:pt x="2511242" y="138387"/>
                </a:cubicBezTo>
                <a:cubicBezTo>
                  <a:pt x="2511472" y="139192"/>
                  <a:pt x="2511683" y="140289"/>
                  <a:pt x="2511875" y="141678"/>
                </a:cubicBezTo>
                <a:cubicBezTo>
                  <a:pt x="2512067" y="143063"/>
                  <a:pt x="2512163" y="144835"/>
                  <a:pt x="2512163" y="146993"/>
                </a:cubicBezTo>
                <a:close/>
                <a:moveTo>
                  <a:pt x="2617202" y="157541"/>
                </a:moveTo>
                <a:cubicBezTo>
                  <a:pt x="2617202" y="158615"/>
                  <a:pt x="2616819" y="159460"/>
                  <a:pt x="2616052" y="160076"/>
                </a:cubicBezTo>
                <a:cubicBezTo>
                  <a:pt x="2615284" y="160690"/>
                  <a:pt x="2614076" y="161131"/>
                  <a:pt x="2612426" y="161399"/>
                </a:cubicBezTo>
                <a:cubicBezTo>
                  <a:pt x="2610777" y="161668"/>
                  <a:pt x="2608341" y="161802"/>
                  <a:pt x="2605119" y="161802"/>
                </a:cubicBezTo>
                <a:cubicBezTo>
                  <a:pt x="2601667" y="161802"/>
                  <a:pt x="2599154" y="161668"/>
                  <a:pt x="2597581" y="161399"/>
                </a:cubicBezTo>
                <a:cubicBezTo>
                  <a:pt x="2596008" y="161131"/>
                  <a:pt x="2594896" y="160690"/>
                  <a:pt x="2594244" y="160076"/>
                </a:cubicBezTo>
                <a:cubicBezTo>
                  <a:pt x="2593592" y="159462"/>
                  <a:pt x="2593266" y="158618"/>
                  <a:pt x="2593266" y="157544"/>
                </a:cubicBezTo>
                <a:lnTo>
                  <a:pt x="2593266" y="149373"/>
                </a:lnTo>
                <a:cubicBezTo>
                  <a:pt x="2589046" y="153900"/>
                  <a:pt x="2584232" y="157448"/>
                  <a:pt x="2578823" y="160018"/>
                </a:cubicBezTo>
                <a:cubicBezTo>
                  <a:pt x="2573414" y="162588"/>
                  <a:pt x="2567411" y="163873"/>
                  <a:pt x="2560813" y="163873"/>
                </a:cubicBezTo>
                <a:cubicBezTo>
                  <a:pt x="2555366" y="163873"/>
                  <a:pt x="2550360" y="163161"/>
                  <a:pt x="2545795" y="161737"/>
                </a:cubicBezTo>
                <a:cubicBezTo>
                  <a:pt x="2541231" y="160313"/>
                  <a:pt x="2537279" y="158196"/>
                  <a:pt x="2533942" y="155386"/>
                </a:cubicBezTo>
                <a:cubicBezTo>
                  <a:pt x="2530605" y="152577"/>
                  <a:pt x="2528016" y="149094"/>
                  <a:pt x="2526174" y="144939"/>
                </a:cubicBezTo>
                <a:cubicBezTo>
                  <a:pt x="2524333" y="140782"/>
                  <a:pt x="2523412" y="135932"/>
                  <a:pt x="2523412" y="130389"/>
                </a:cubicBezTo>
                <a:cubicBezTo>
                  <a:pt x="2523412" y="124383"/>
                  <a:pt x="2524582" y="119167"/>
                  <a:pt x="2526922" y="114742"/>
                </a:cubicBezTo>
                <a:cubicBezTo>
                  <a:pt x="2529262" y="110316"/>
                  <a:pt x="2532753" y="106660"/>
                  <a:pt x="2537395" y="103773"/>
                </a:cubicBezTo>
                <a:cubicBezTo>
                  <a:pt x="2542036" y="100887"/>
                  <a:pt x="2547809" y="98750"/>
                  <a:pt x="2554714" y="97365"/>
                </a:cubicBezTo>
                <a:cubicBezTo>
                  <a:pt x="2561619" y="95979"/>
                  <a:pt x="2569636" y="95286"/>
                  <a:pt x="2578766" y="95286"/>
                </a:cubicBezTo>
                <a:lnTo>
                  <a:pt x="2588778" y="95286"/>
                </a:lnTo>
                <a:lnTo>
                  <a:pt x="2588778" y="89100"/>
                </a:lnTo>
                <a:cubicBezTo>
                  <a:pt x="2588778" y="85893"/>
                  <a:pt x="2588452" y="83086"/>
                  <a:pt x="2587799" y="80682"/>
                </a:cubicBezTo>
                <a:cubicBezTo>
                  <a:pt x="2587147" y="78275"/>
                  <a:pt x="2586073" y="76269"/>
                  <a:pt x="2584577" y="74665"/>
                </a:cubicBezTo>
                <a:cubicBezTo>
                  <a:pt x="2583081" y="73061"/>
                  <a:pt x="2581086" y="71878"/>
                  <a:pt x="2578593" y="71116"/>
                </a:cubicBezTo>
                <a:cubicBezTo>
                  <a:pt x="2576100" y="70351"/>
                  <a:pt x="2573012" y="69968"/>
                  <a:pt x="2569329" y="69968"/>
                </a:cubicBezTo>
                <a:cubicBezTo>
                  <a:pt x="2564496" y="69968"/>
                  <a:pt x="2560180" y="70506"/>
                  <a:pt x="2556383" y="71580"/>
                </a:cubicBezTo>
                <a:cubicBezTo>
                  <a:pt x="2552585" y="72654"/>
                  <a:pt x="2549229" y="73843"/>
                  <a:pt x="2546313" y="75147"/>
                </a:cubicBezTo>
                <a:cubicBezTo>
                  <a:pt x="2543398" y="76451"/>
                  <a:pt x="2540962" y="77640"/>
                  <a:pt x="2539006" y="78715"/>
                </a:cubicBezTo>
                <a:cubicBezTo>
                  <a:pt x="2537049" y="79789"/>
                  <a:pt x="2535457" y="80326"/>
                  <a:pt x="2534230" y="80326"/>
                </a:cubicBezTo>
                <a:cubicBezTo>
                  <a:pt x="2533386" y="80326"/>
                  <a:pt x="2532638" y="80056"/>
                  <a:pt x="2531986" y="79516"/>
                </a:cubicBezTo>
                <a:cubicBezTo>
                  <a:pt x="2531334" y="78977"/>
                  <a:pt x="2530797" y="78206"/>
                  <a:pt x="2530375" y="77204"/>
                </a:cubicBezTo>
                <a:cubicBezTo>
                  <a:pt x="2529953" y="76202"/>
                  <a:pt x="2529627" y="74968"/>
                  <a:pt x="2529396" y="73504"/>
                </a:cubicBezTo>
                <a:cubicBezTo>
                  <a:pt x="2529166" y="72036"/>
                  <a:pt x="2529051" y="70417"/>
                  <a:pt x="2529051" y="68645"/>
                </a:cubicBezTo>
                <a:cubicBezTo>
                  <a:pt x="2529051" y="66255"/>
                  <a:pt x="2529243" y="64366"/>
                  <a:pt x="2529627" y="62977"/>
                </a:cubicBezTo>
                <a:cubicBezTo>
                  <a:pt x="2530010" y="61589"/>
                  <a:pt x="2530739" y="60337"/>
                  <a:pt x="2531813" y="59219"/>
                </a:cubicBezTo>
                <a:cubicBezTo>
                  <a:pt x="2532887" y="58100"/>
                  <a:pt x="2534767" y="56869"/>
                  <a:pt x="2537452" y="55526"/>
                </a:cubicBezTo>
                <a:cubicBezTo>
                  <a:pt x="2540137" y="54183"/>
                  <a:pt x="2543283" y="52937"/>
                  <a:pt x="2546889" y="51786"/>
                </a:cubicBezTo>
                <a:cubicBezTo>
                  <a:pt x="2550494" y="50635"/>
                  <a:pt x="2554426" y="49695"/>
                  <a:pt x="2558684" y="48966"/>
                </a:cubicBezTo>
                <a:cubicBezTo>
                  <a:pt x="2562942" y="48238"/>
                  <a:pt x="2567334" y="47873"/>
                  <a:pt x="2571861" y="47873"/>
                </a:cubicBezTo>
                <a:cubicBezTo>
                  <a:pt x="2579916" y="47873"/>
                  <a:pt x="2586802" y="48661"/>
                  <a:pt x="2592518" y="50236"/>
                </a:cubicBezTo>
                <a:cubicBezTo>
                  <a:pt x="2598233" y="51809"/>
                  <a:pt x="2602932" y="54228"/>
                  <a:pt x="2606615" y="57493"/>
                </a:cubicBezTo>
                <a:cubicBezTo>
                  <a:pt x="2610298" y="60756"/>
                  <a:pt x="2612983" y="64960"/>
                  <a:pt x="2614671" y="70105"/>
                </a:cubicBezTo>
                <a:cubicBezTo>
                  <a:pt x="2616358" y="75250"/>
                  <a:pt x="2617202" y="81355"/>
                  <a:pt x="2617202" y="88421"/>
                </a:cubicBezTo>
                <a:lnTo>
                  <a:pt x="2617202" y="157541"/>
                </a:lnTo>
                <a:moveTo>
                  <a:pt x="2588778" y="113469"/>
                </a:moveTo>
                <a:lnTo>
                  <a:pt x="2577730" y="113469"/>
                </a:lnTo>
                <a:cubicBezTo>
                  <a:pt x="2573050" y="113469"/>
                  <a:pt x="2569061" y="113816"/>
                  <a:pt x="2565762" y="114511"/>
                </a:cubicBezTo>
                <a:cubicBezTo>
                  <a:pt x="2562463" y="115207"/>
                  <a:pt x="2559778" y="116251"/>
                  <a:pt x="2557706" y="117644"/>
                </a:cubicBezTo>
                <a:cubicBezTo>
                  <a:pt x="2555635" y="119034"/>
                  <a:pt x="2554119" y="120716"/>
                  <a:pt x="2553160" y="122689"/>
                </a:cubicBezTo>
                <a:cubicBezTo>
                  <a:pt x="2552201" y="124660"/>
                  <a:pt x="2551722" y="126921"/>
                  <a:pt x="2551722" y="129472"/>
                </a:cubicBezTo>
                <a:cubicBezTo>
                  <a:pt x="2551722" y="133802"/>
                  <a:pt x="2553084" y="137204"/>
                  <a:pt x="2555807" y="139678"/>
                </a:cubicBezTo>
                <a:cubicBezTo>
                  <a:pt x="2558531" y="142152"/>
                  <a:pt x="2562309" y="143389"/>
                  <a:pt x="2567143" y="143389"/>
                </a:cubicBezTo>
                <a:cubicBezTo>
                  <a:pt x="2571209" y="143389"/>
                  <a:pt x="2574949" y="142346"/>
                  <a:pt x="2578363" y="140261"/>
                </a:cubicBezTo>
                <a:cubicBezTo>
                  <a:pt x="2581777" y="138172"/>
                  <a:pt x="2585249" y="135118"/>
                  <a:pt x="2588778" y="131097"/>
                </a:cubicBezTo>
                <a:lnTo>
                  <a:pt x="2588778" y="113469"/>
                </a:lnTo>
                <a:close/>
                <a:moveTo>
                  <a:pt x="2723471" y="140858"/>
                </a:moveTo>
                <a:cubicBezTo>
                  <a:pt x="2723471" y="142852"/>
                  <a:pt x="2723413" y="144521"/>
                  <a:pt x="2723298" y="145864"/>
                </a:cubicBezTo>
                <a:cubicBezTo>
                  <a:pt x="2723183" y="147206"/>
                  <a:pt x="2723030" y="148338"/>
                  <a:pt x="2722838" y="149258"/>
                </a:cubicBezTo>
                <a:cubicBezTo>
                  <a:pt x="2722646" y="150179"/>
                  <a:pt x="2722416" y="150927"/>
                  <a:pt x="2722148" y="151502"/>
                </a:cubicBezTo>
                <a:cubicBezTo>
                  <a:pt x="2721879" y="152078"/>
                  <a:pt x="2721285" y="152807"/>
                  <a:pt x="2720364" y="153689"/>
                </a:cubicBezTo>
                <a:cubicBezTo>
                  <a:pt x="2719443" y="154571"/>
                  <a:pt x="2717870" y="155645"/>
                  <a:pt x="2715646" y="156911"/>
                </a:cubicBezTo>
                <a:cubicBezTo>
                  <a:pt x="2713421" y="158177"/>
                  <a:pt x="2710889" y="159309"/>
                  <a:pt x="2708050" y="160306"/>
                </a:cubicBezTo>
                <a:cubicBezTo>
                  <a:pt x="2705212" y="161303"/>
                  <a:pt x="2702124" y="162109"/>
                  <a:pt x="2698786" y="162723"/>
                </a:cubicBezTo>
                <a:cubicBezTo>
                  <a:pt x="2695449" y="163336"/>
                  <a:pt x="2692016" y="163643"/>
                  <a:pt x="2688487" y="163643"/>
                </a:cubicBezTo>
                <a:cubicBezTo>
                  <a:pt x="2680585" y="163643"/>
                  <a:pt x="2673584" y="162416"/>
                  <a:pt x="2667485" y="159961"/>
                </a:cubicBezTo>
                <a:cubicBezTo>
                  <a:pt x="2661386" y="157506"/>
                  <a:pt x="2656264" y="153881"/>
                  <a:pt x="2652122" y="149086"/>
                </a:cubicBezTo>
                <a:cubicBezTo>
                  <a:pt x="2647979" y="144291"/>
                  <a:pt x="2644852" y="138441"/>
                  <a:pt x="2642743" y="131536"/>
                </a:cubicBezTo>
                <a:cubicBezTo>
                  <a:pt x="2640633" y="124631"/>
                  <a:pt x="2639578" y="116729"/>
                  <a:pt x="2639578" y="107830"/>
                </a:cubicBezTo>
                <a:cubicBezTo>
                  <a:pt x="2639578" y="97549"/>
                  <a:pt x="2640863" y="88669"/>
                  <a:pt x="2643433" y="81189"/>
                </a:cubicBezTo>
                <a:cubicBezTo>
                  <a:pt x="2646003" y="73709"/>
                  <a:pt x="2649590" y="67513"/>
                  <a:pt x="2654193" y="62603"/>
                </a:cubicBezTo>
                <a:cubicBezTo>
                  <a:pt x="2658796" y="57693"/>
                  <a:pt x="2664243" y="54049"/>
                  <a:pt x="2670534" y="51671"/>
                </a:cubicBezTo>
                <a:cubicBezTo>
                  <a:pt x="2676825" y="49292"/>
                  <a:pt x="2683730" y="48103"/>
                  <a:pt x="2691249" y="48103"/>
                </a:cubicBezTo>
                <a:cubicBezTo>
                  <a:pt x="2694318" y="48103"/>
                  <a:pt x="2697329" y="48372"/>
                  <a:pt x="2700282" y="48909"/>
                </a:cubicBezTo>
                <a:cubicBezTo>
                  <a:pt x="2703236" y="49446"/>
                  <a:pt x="2705998" y="50175"/>
                  <a:pt x="2708568" y="51095"/>
                </a:cubicBezTo>
                <a:cubicBezTo>
                  <a:pt x="2711138" y="52016"/>
                  <a:pt x="2713440" y="53052"/>
                  <a:pt x="2715473" y="54203"/>
                </a:cubicBezTo>
                <a:cubicBezTo>
                  <a:pt x="2717506" y="55353"/>
                  <a:pt x="2718945" y="56351"/>
                  <a:pt x="2719788" y="57195"/>
                </a:cubicBezTo>
                <a:cubicBezTo>
                  <a:pt x="2720632" y="58039"/>
                  <a:pt x="2721227" y="58748"/>
                  <a:pt x="2721572" y="59324"/>
                </a:cubicBezTo>
                <a:cubicBezTo>
                  <a:pt x="2721917" y="59899"/>
                  <a:pt x="2722186" y="60647"/>
                  <a:pt x="2722378" y="61568"/>
                </a:cubicBezTo>
                <a:cubicBezTo>
                  <a:pt x="2722570" y="62488"/>
                  <a:pt x="2722723" y="63620"/>
                  <a:pt x="2722838" y="64962"/>
                </a:cubicBezTo>
                <a:cubicBezTo>
                  <a:pt x="2722953" y="66305"/>
                  <a:pt x="2723011" y="67935"/>
                  <a:pt x="2723011" y="69853"/>
                </a:cubicBezTo>
                <a:cubicBezTo>
                  <a:pt x="2723011" y="74303"/>
                  <a:pt x="2722627" y="77429"/>
                  <a:pt x="2721860" y="79232"/>
                </a:cubicBezTo>
                <a:cubicBezTo>
                  <a:pt x="2721093" y="81035"/>
                  <a:pt x="2720095" y="81937"/>
                  <a:pt x="2718868" y="81937"/>
                </a:cubicBezTo>
                <a:cubicBezTo>
                  <a:pt x="2717564" y="81937"/>
                  <a:pt x="2716183" y="81400"/>
                  <a:pt x="2714725" y="80326"/>
                </a:cubicBezTo>
                <a:cubicBezTo>
                  <a:pt x="2713267" y="79252"/>
                  <a:pt x="2711541" y="78062"/>
                  <a:pt x="2709546" y="76758"/>
                </a:cubicBezTo>
                <a:cubicBezTo>
                  <a:pt x="2707552" y="75454"/>
                  <a:pt x="2705173" y="74265"/>
                  <a:pt x="2702411" y="73191"/>
                </a:cubicBezTo>
                <a:cubicBezTo>
                  <a:pt x="2699650" y="72117"/>
                  <a:pt x="2696351" y="71580"/>
                  <a:pt x="2692515" y="71580"/>
                </a:cubicBezTo>
                <a:cubicBezTo>
                  <a:pt x="2684996" y="71580"/>
                  <a:pt x="2679242" y="74476"/>
                  <a:pt x="2675253" y="80268"/>
                </a:cubicBezTo>
                <a:cubicBezTo>
                  <a:pt x="2671263" y="86060"/>
                  <a:pt x="2669268" y="94557"/>
                  <a:pt x="2669268" y="105758"/>
                </a:cubicBezTo>
                <a:cubicBezTo>
                  <a:pt x="2669268" y="111282"/>
                  <a:pt x="2669767" y="116154"/>
                  <a:pt x="2670765" y="120373"/>
                </a:cubicBezTo>
                <a:cubicBezTo>
                  <a:pt x="2671762" y="124593"/>
                  <a:pt x="2673239" y="128122"/>
                  <a:pt x="2675195" y="130961"/>
                </a:cubicBezTo>
                <a:cubicBezTo>
                  <a:pt x="2677151" y="133799"/>
                  <a:pt x="2679606" y="135928"/>
                  <a:pt x="2682560" y="137348"/>
                </a:cubicBezTo>
                <a:cubicBezTo>
                  <a:pt x="2685514" y="138767"/>
                  <a:pt x="2688947" y="139477"/>
                  <a:pt x="2692860" y="139477"/>
                </a:cubicBezTo>
                <a:cubicBezTo>
                  <a:pt x="2696849" y="139477"/>
                  <a:pt x="2700282" y="138882"/>
                  <a:pt x="2703159" y="137693"/>
                </a:cubicBezTo>
                <a:cubicBezTo>
                  <a:pt x="2706036" y="136504"/>
                  <a:pt x="2708549" y="135180"/>
                  <a:pt x="2710697" y="133723"/>
                </a:cubicBezTo>
                <a:cubicBezTo>
                  <a:pt x="2712845" y="132265"/>
                  <a:pt x="2714648" y="130942"/>
                  <a:pt x="2716106" y="129752"/>
                </a:cubicBezTo>
                <a:cubicBezTo>
                  <a:pt x="2717564" y="128563"/>
                  <a:pt x="2718791" y="127969"/>
                  <a:pt x="2719788" y="127969"/>
                </a:cubicBezTo>
                <a:cubicBezTo>
                  <a:pt x="2720479" y="127969"/>
                  <a:pt x="2721054" y="128160"/>
                  <a:pt x="2721515" y="128544"/>
                </a:cubicBezTo>
                <a:cubicBezTo>
                  <a:pt x="2721975" y="128928"/>
                  <a:pt x="2722339" y="129637"/>
                  <a:pt x="2722608" y="130673"/>
                </a:cubicBezTo>
                <a:cubicBezTo>
                  <a:pt x="2722876" y="131709"/>
                  <a:pt x="2723087" y="133032"/>
                  <a:pt x="2723241" y="134643"/>
                </a:cubicBezTo>
                <a:cubicBezTo>
                  <a:pt x="2723394" y="136254"/>
                  <a:pt x="2723471" y="138326"/>
                  <a:pt x="2723471" y="140858"/>
                </a:cubicBezTo>
                <a:close/>
                <a:moveTo>
                  <a:pt x="2839567" y="157314"/>
                </a:moveTo>
                <a:cubicBezTo>
                  <a:pt x="2839567" y="158081"/>
                  <a:pt x="2839356" y="158752"/>
                  <a:pt x="2838934" y="159328"/>
                </a:cubicBezTo>
                <a:cubicBezTo>
                  <a:pt x="2838512" y="159903"/>
                  <a:pt x="2837745" y="160364"/>
                  <a:pt x="2836633" y="160709"/>
                </a:cubicBezTo>
                <a:cubicBezTo>
                  <a:pt x="2835520" y="161054"/>
                  <a:pt x="2834005" y="161323"/>
                  <a:pt x="2832087" y="161514"/>
                </a:cubicBezTo>
                <a:cubicBezTo>
                  <a:pt x="2830169" y="161706"/>
                  <a:pt x="2827676" y="161802"/>
                  <a:pt x="2824607" y="161802"/>
                </a:cubicBezTo>
                <a:cubicBezTo>
                  <a:pt x="2821461" y="161802"/>
                  <a:pt x="2818911" y="161725"/>
                  <a:pt x="2816954" y="161572"/>
                </a:cubicBezTo>
                <a:cubicBezTo>
                  <a:pt x="2814998" y="161418"/>
                  <a:pt x="2813387" y="161169"/>
                  <a:pt x="2812121" y="160824"/>
                </a:cubicBezTo>
                <a:cubicBezTo>
                  <a:pt x="2810855" y="160479"/>
                  <a:pt x="2809877" y="159999"/>
                  <a:pt x="2809186" y="159385"/>
                </a:cubicBezTo>
                <a:cubicBezTo>
                  <a:pt x="2808496" y="158772"/>
                  <a:pt x="2807882" y="157966"/>
                  <a:pt x="2807345" y="156969"/>
                </a:cubicBezTo>
                <a:lnTo>
                  <a:pt x="2773166" y="102881"/>
                </a:lnTo>
                <a:lnTo>
                  <a:pt x="2773166" y="157199"/>
                </a:lnTo>
                <a:cubicBezTo>
                  <a:pt x="2773166" y="157966"/>
                  <a:pt x="2772936" y="158637"/>
                  <a:pt x="2772476" y="159213"/>
                </a:cubicBezTo>
                <a:cubicBezTo>
                  <a:pt x="2772016" y="159788"/>
                  <a:pt x="2771229" y="160268"/>
                  <a:pt x="2770117" y="160651"/>
                </a:cubicBezTo>
                <a:cubicBezTo>
                  <a:pt x="2769004" y="161035"/>
                  <a:pt x="2767527" y="161323"/>
                  <a:pt x="2765686" y="161514"/>
                </a:cubicBezTo>
                <a:cubicBezTo>
                  <a:pt x="2763845" y="161706"/>
                  <a:pt x="2761505" y="161802"/>
                  <a:pt x="2758666" y="161802"/>
                </a:cubicBezTo>
                <a:cubicBezTo>
                  <a:pt x="2755828" y="161802"/>
                  <a:pt x="2753488" y="161706"/>
                  <a:pt x="2751646" y="161514"/>
                </a:cubicBezTo>
                <a:cubicBezTo>
                  <a:pt x="2749805" y="161323"/>
                  <a:pt x="2748328" y="161035"/>
                  <a:pt x="2747216" y="160651"/>
                </a:cubicBezTo>
                <a:cubicBezTo>
                  <a:pt x="2746103" y="160268"/>
                  <a:pt x="2745317" y="159788"/>
                  <a:pt x="2744857" y="159213"/>
                </a:cubicBezTo>
                <a:cubicBezTo>
                  <a:pt x="2744396" y="158637"/>
                  <a:pt x="2744166" y="157966"/>
                  <a:pt x="2744166" y="157199"/>
                </a:cubicBezTo>
                <a:lnTo>
                  <a:pt x="2744166" y="5869"/>
                </a:lnTo>
                <a:cubicBezTo>
                  <a:pt x="2744166" y="5102"/>
                  <a:pt x="2744396" y="4411"/>
                  <a:pt x="2744857" y="3798"/>
                </a:cubicBezTo>
                <a:cubicBezTo>
                  <a:pt x="2745317" y="3184"/>
                  <a:pt x="2746103" y="2666"/>
                  <a:pt x="2747216" y="2244"/>
                </a:cubicBezTo>
                <a:cubicBezTo>
                  <a:pt x="2748328" y="1822"/>
                  <a:pt x="2749805" y="1496"/>
                  <a:pt x="2751646" y="1266"/>
                </a:cubicBezTo>
                <a:cubicBezTo>
                  <a:pt x="2753488" y="1036"/>
                  <a:pt x="2755828" y="921"/>
                  <a:pt x="2758666" y="921"/>
                </a:cubicBezTo>
                <a:cubicBezTo>
                  <a:pt x="2761505" y="921"/>
                  <a:pt x="2763845" y="1036"/>
                  <a:pt x="2765686" y="1266"/>
                </a:cubicBezTo>
                <a:cubicBezTo>
                  <a:pt x="2767527" y="1496"/>
                  <a:pt x="2769004" y="1822"/>
                  <a:pt x="2770117" y="2244"/>
                </a:cubicBezTo>
                <a:cubicBezTo>
                  <a:pt x="2771229" y="2666"/>
                  <a:pt x="2772016" y="3184"/>
                  <a:pt x="2772476" y="3798"/>
                </a:cubicBezTo>
                <a:cubicBezTo>
                  <a:pt x="2772936" y="4411"/>
                  <a:pt x="2773166" y="5102"/>
                  <a:pt x="2773166" y="5869"/>
                </a:cubicBezTo>
                <a:lnTo>
                  <a:pt x="2773166" y="95976"/>
                </a:lnTo>
                <a:lnTo>
                  <a:pt x="2803547" y="55123"/>
                </a:lnTo>
                <a:cubicBezTo>
                  <a:pt x="2804161" y="54203"/>
                  <a:pt x="2804852" y="53397"/>
                  <a:pt x="2805619" y="52707"/>
                </a:cubicBezTo>
                <a:cubicBezTo>
                  <a:pt x="2806386" y="52016"/>
                  <a:pt x="2807403" y="51479"/>
                  <a:pt x="2808668" y="51095"/>
                </a:cubicBezTo>
                <a:cubicBezTo>
                  <a:pt x="2809934" y="50712"/>
                  <a:pt x="2811507" y="50424"/>
                  <a:pt x="2813387" y="50232"/>
                </a:cubicBezTo>
                <a:cubicBezTo>
                  <a:pt x="2815266" y="50040"/>
                  <a:pt x="2817664" y="49945"/>
                  <a:pt x="2820579" y="49945"/>
                </a:cubicBezTo>
                <a:cubicBezTo>
                  <a:pt x="2823418" y="49945"/>
                  <a:pt x="2825815" y="50040"/>
                  <a:pt x="2827772" y="50232"/>
                </a:cubicBezTo>
                <a:cubicBezTo>
                  <a:pt x="2829728" y="50424"/>
                  <a:pt x="2831301" y="50712"/>
                  <a:pt x="2832490" y="51095"/>
                </a:cubicBezTo>
                <a:cubicBezTo>
                  <a:pt x="2833679" y="51479"/>
                  <a:pt x="2834504" y="51958"/>
                  <a:pt x="2834964" y="52534"/>
                </a:cubicBezTo>
                <a:cubicBezTo>
                  <a:pt x="2835424" y="53109"/>
                  <a:pt x="2835655" y="53819"/>
                  <a:pt x="2835655" y="54663"/>
                </a:cubicBezTo>
                <a:cubicBezTo>
                  <a:pt x="2835655" y="55814"/>
                  <a:pt x="2835367" y="57041"/>
                  <a:pt x="2834792" y="58345"/>
                </a:cubicBezTo>
                <a:cubicBezTo>
                  <a:pt x="2834216" y="59650"/>
                  <a:pt x="2833353" y="61031"/>
                  <a:pt x="2832202" y="62488"/>
                </a:cubicBezTo>
                <a:lnTo>
                  <a:pt x="2802166" y="96552"/>
                </a:lnTo>
                <a:lnTo>
                  <a:pt x="2836920" y="150294"/>
                </a:lnTo>
                <a:cubicBezTo>
                  <a:pt x="2837841" y="151828"/>
                  <a:pt x="2838512" y="153152"/>
                  <a:pt x="2838934" y="154264"/>
                </a:cubicBezTo>
                <a:cubicBezTo>
                  <a:pt x="2839356" y="155377"/>
                  <a:pt x="2839567" y="156393"/>
                  <a:pt x="2839567" y="1573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alice@a.com">
            <a:extLst xmlns:a="http://schemas.openxmlformats.org/drawingml/2006/main">
              <a:ext uri="{FF2B5EF4-FFF2-40B4-BE49-F238E27FC236}">
                <a16:creationId xmlns:a16="http://schemas.microsoft.com/office/drawing/2014/main" id="{14D8CC0D-EC4A-4754-82B1-1C27950C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78" y="1214838"/>
            <a:ext cx="956582" cy="149571"/>
          </a:xfrm>
          <a:custGeom xmlns:a="http://schemas.openxmlformats.org/drawingml/2006/main">
            <a:pathLst>
              <a:path w="956582" h="149571">
                <a:moveTo>
                  <a:pt x="67480" y="125099"/>
                </a:moveTo>
                <a:cubicBezTo>
                  <a:pt x="67480" y="125830"/>
                  <a:pt x="67237" y="126378"/>
                  <a:pt x="66750" y="126743"/>
                </a:cubicBezTo>
                <a:cubicBezTo>
                  <a:pt x="66263" y="127108"/>
                  <a:pt x="65593" y="127382"/>
                  <a:pt x="64741" y="127565"/>
                </a:cubicBezTo>
                <a:cubicBezTo>
                  <a:pt x="63889" y="127747"/>
                  <a:pt x="62641" y="127839"/>
                  <a:pt x="60997" y="127839"/>
                </a:cubicBezTo>
                <a:cubicBezTo>
                  <a:pt x="59414" y="127839"/>
                  <a:pt x="58151" y="127747"/>
                  <a:pt x="57208" y="127565"/>
                </a:cubicBezTo>
                <a:cubicBezTo>
                  <a:pt x="56264" y="127382"/>
                  <a:pt x="55579" y="127108"/>
                  <a:pt x="55153" y="126743"/>
                </a:cubicBezTo>
                <a:cubicBezTo>
                  <a:pt x="54727" y="126378"/>
                  <a:pt x="54514" y="125830"/>
                  <a:pt x="54514" y="125099"/>
                </a:cubicBezTo>
                <a:lnTo>
                  <a:pt x="54514" y="116881"/>
                </a:lnTo>
                <a:cubicBezTo>
                  <a:pt x="50922" y="120716"/>
                  <a:pt x="46920" y="123714"/>
                  <a:pt x="42506" y="125875"/>
                </a:cubicBezTo>
                <a:cubicBezTo>
                  <a:pt x="38093" y="128036"/>
                  <a:pt x="33421" y="129117"/>
                  <a:pt x="28490" y="129117"/>
                </a:cubicBezTo>
                <a:cubicBezTo>
                  <a:pt x="24168" y="129117"/>
                  <a:pt x="20256" y="128552"/>
                  <a:pt x="16756" y="127422"/>
                </a:cubicBezTo>
                <a:cubicBezTo>
                  <a:pt x="13256" y="126292"/>
                  <a:pt x="10273" y="124658"/>
                  <a:pt x="7807" y="122520"/>
                </a:cubicBezTo>
                <a:cubicBezTo>
                  <a:pt x="5342" y="120381"/>
                  <a:pt x="3424" y="117755"/>
                  <a:pt x="2055" y="114641"/>
                </a:cubicBezTo>
                <a:cubicBezTo>
                  <a:pt x="685" y="111525"/>
                  <a:pt x="0" y="107981"/>
                  <a:pt x="0" y="104009"/>
                </a:cubicBezTo>
                <a:cubicBezTo>
                  <a:pt x="0" y="99367"/>
                  <a:pt x="944" y="95336"/>
                  <a:pt x="2831" y="91915"/>
                </a:cubicBezTo>
                <a:cubicBezTo>
                  <a:pt x="4718" y="88493"/>
                  <a:pt x="7427" y="85652"/>
                  <a:pt x="10958" y="83392"/>
                </a:cubicBezTo>
                <a:cubicBezTo>
                  <a:pt x="14488" y="81132"/>
                  <a:pt x="18811" y="79437"/>
                  <a:pt x="23924" y="78307"/>
                </a:cubicBezTo>
                <a:cubicBezTo>
                  <a:pt x="29038" y="77177"/>
                  <a:pt x="34790" y="76612"/>
                  <a:pt x="41182" y="76612"/>
                </a:cubicBezTo>
                <a:lnTo>
                  <a:pt x="52505" y="76612"/>
                </a:lnTo>
                <a:lnTo>
                  <a:pt x="52505" y="70243"/>
                </a:lnTo>
                <a:cubicBezTo>
                  <a:pt x="52505" y="67089"/>
                  <a:pt x="52170" y="64299"/>
                  <a:pt x="51501" y="61873"/>
                </a:cubicBezTo>
                <a:cubicBezTo>
                  <a:pt x="50831" y="59446"/>
                  <a:pt x="49750" y="57428"/>
                  <a:pt x="48259" y="55821"/>
                </a:cubicBezTo>
                <a:cubicBezTo>
                  <a:pt x="46768" y="54213"/>
                  <a:pt x="44835" y="53001"/>
                  <a:pt x="42461" y="52183"/>
                </a:cubicBezTo>
                <a:cubicBezTo>
                  <a:pt x="40087" y="51363"/>
                  <a:pt x="37164" y="50953"/>
                  <a:pt x="33695" y="50953"/>
                </a:cubicBezTo>
                <a:cubicBezTo>
                  <a:pt x="29981" y="50953"/>
                  <a:pt x="26648" y="51389"/>
                  <a:pt x="23696" y="52263"/>
                </a:cubicBezTo>
                <a:cubicBezTo>
                  <a:pt x="20743" y="53136"/>
                  <a:pt x="18156" y="54099"/>
                  <a:pt x="15934" y="55153"/>
                </a:cubicBezTo>
                <a:cubicBezTo>
                  <a:pt x="13712" y="56207"/>
                  <a:pt x="11856" y="57171"/>
                  <a:pt x="10364" y="58044"/>
                </a:cubicBezTo>
                <a:cubicBezTo>
                  <a:pt x="8873" y="58917"/>
                  <a:pt x="7762" y="59354"/>
                  <a:pt x="7031" y="59354"/>
                </a:cubicBezTo>
                <a:cubicBezTo>
                  <a:pt x="6544" y="59354"/>
                  <a:pt x="6118" y="59232"/>
                  <a:pt x="5753" y="58988"/>
                </a:cubicBezTo>
                <a:cubicBezTo>
                  <a:pt x="5387" y="58745"/>
                  <a:pt x="5068" y="58380"/>
                  <a:pt x="4794" y="57893"/>
                </a:cubicBezTo>
                <a:cubicBezTo>
                  <a:pt x="4520" y="57406"/>
                  <a:pt x="4322" y="56782"/>
                  <a:pt x="4200" y="56021"/>
                </a:cubicBezTo>
                <a:cubicBezTo>
                  <a:pt x="4079" y="55260"/>
                  <a:pt x="4018" y="54423"/>
                  <a:pt x="4018" y="53510"/>
                </a:cubicBezTo>
                <a:cubicBezTo>
                  <a:pt x="4018" y="51988"/>
                  <a:pt x="4124" y="50785"/>
                  <a:pt x="4337" y="49903"/>
                </a:cubicBezTo>
                <a:cubicBezTo>
                  <a:pt x="4550" y="49020"/>
                  <a:pt x="5068" y="48183"/>
                  <a:pt x="5890" y="47392"/>
                </a:cubicBezTo>
                <a:cubicBezTo>
                  <a:pt x="6712" y="46600"/>
                  <a:pt x="8127" y="45678"/>
                  <a:pt x="10136" y="44626"/>
                </a:cubicBezTo>
                <a:cubicBezTo>
                  <a:pt x="12145" y="43573"/>
                  <a:pt x="14458" y="42610"/>
                  <a:pt x="17076" y="41739"/>
                </a:cubicBezTo>
                <a:cubicBezTo>
                  <a:pt x="19693" y="40867"/>
                  <a:pt x="22554" y="40146"/>
                  <a:pt x="25659" y="39576"/>
                </a:cubicBezTo>
                <a:cubicBezTo>
                  <a:pt x="28764" y="39003"/>
                  <a:pt x="31899" y="38717"/>
                  <a:pt x="35064" y="38717"/>
                </a:cubicBezTo>
                <a:cubicBezTo>
                  <a:pt x="40969" y="38717"/>
                  <a:pt x="45991" y="39386"/>
                  <a:pt x="50131" y="40726"/>
                </a:cubicBezTo>
                <a:cubicBezTo>
                  <a:pt x="54271" y="42065"/>
                  <a:pt x="57619" y="44028"/>
                  <a:pt x="60175" y="46615"/>
                </a:cubicBezTo>
                <a:cubicBezTo>
                  <a:pt x="62732" y="49203"/>
                  <a:pt x="64589" y="52414"/>
                  <a:pt x="65746" y="56249"/>
                </a:cubicBezTo>
                <a:cubicBezTo>
                  <a:pt x="66902" y="60084"/>
                  <a:pt x="67480" y="64558"/>
                  <a:pt x="67480" y="69672"/>
                </a:cubicBezTo>
                <a:lnTo>
                  <a:pt x="67480" y="125099"/>
                </a:lnTo>
                <a:moveTo>
                  <a:pt x="52505" y="87478"/>
                </a:moveTo>
                <a:lnTo>
                  <a:pt x="39630" y="87478"/>
                </a:lnTo>
                <a:cubicBezTo>
                  <a:pt x="35490" y="87478"/>
                  <a:pt x="31899" y="87831"/>
                  <a:pt x="28855" y="88537"/>
                </a:cubicBezTo>
                <a:cubicBezTo>
                  <a:pt x="25811" y="89241"/>
                  <a:pt x="23285" y="90281"/>
                  <a:pt x="21276" y="91659"/>
                </a:cubicBezTo>
                <a:cubicBezTo>
                  <a:pt x="19267" y="93036"/>
                  <a:pt x="17791" y="94690"/>
                  <a:pt x="16847" y="96621"/>
                </a:cubicBezTo>
                <a:cubicBezTo>
                  <a:pt x="15904" y="98550"/>
                  <a:pt x="15432" y="100770"/>
                  <a:pt x="15432" y="103281"/>
                </a:cubicBezTo>
                <a:cubicBezTo>
                  <a:pt x="15432" y="107569"/>
                  <a:pt x="16786" y="110984"/>
                  <a:pt x="19495" y="113525"/>
                </a:cubicBezTo>
                <a:cubicBezTo>
                  <a:pt x="22204" y="116067"/>
                  <a:pt x="25994" y="117338"/>
                  <a:pt x="30864" y="117338"/>
                </a:cubicBezTo>
                <a:cubicBezTo>
                  <a:pt x="34821" y="117338"/>
                  <a:pt x="38489" y="116327"/>
                  <a:pt x="41867" y="114307"/>
                </a:cubicBezTo>
                <a:cubicBezTo>
                  <a:pt x="45246" y="112285"/>
                  <a:pt x="48792" y="109192"/>
                  <a:pt x="52505" y="105027"/>
                </a:cubicBezTo>
                <a:lnTo>
                  <a:pt x="52505" y="87478"/>
                </a:lnTo>
                <a:close/>
                <a:moveTo>
                  <a:pt x="110158" y="125005"/>
                </a:moveTo>
                <a:cubicBezTo>
                  <a:pt x="110158" y="125492"/>
                  <a:pt x="110036" y="125904"/>
                  <a:pt x="109793" y="126241"/>
                </a:cubicBezTo>
                <a:cubicBezTo>
                  <a:pt x="109549" y="126575"/>
                  <a:pt x="109154" y="126865"/>
                  <a:pt x="108606" y="127108"/>
                </a:cubicBezTo>
                <a:cubicBezTo>
                  <a:pt x="108058" y="127352"/>
                  <a:pt x="107297" y="127534"/>
                  <a:pt x="106323" y="127656"/>
                </a:cubicBezTo>
                <a:cubicBezTo>
                  <a:pt x="105349" y="127778"/>
                  <a:pt x="104101" y="127839"/>
                  <a:pt x="102579" y="127839"/>
                </a:cubicBezTo>
                <a:cubicBezTo>
                  <a:pt x="101118" y="127839"/>
                  <a:pt x="99901" y="127778"/>
                  <a:pt x="98927" y="127656"/>
                </a:cubicBezTo>
                <a:cubicBezTo>
                  <a:pt x="97953" y="127534"/>
                  <a:pt x="97177" y="127352"/>
                  <a:pt x="96598" y="127108"/>
                </a:cubicBezTo>
                <a:cubicBezTo>
                  <a:pt x="96020" y="126865"/>
                  <a:pt x="95624" y="126575"/>
                  <a:pt x="95411" y="126241"/>
                </a:cubicBezTo>
                <a:cubicBezTo>
                  <a:pt x="95198" y="125904"/>
                  <a:pt x="95092" y="125492"/>
                  <a:pt x="95092" y="125005"/>
                </a:cubicBezTo>
                <a:lnTo>
                  <a:pt x="95092" y="2925"/>
                </a:lnTo>
                <a:cubicBezTo>
                  <a:pt x="95092" y="2438"/>
                  <a:pt x="95198" y="2012"/>
                  <a:pt x="95411" y="1646"/>
                </a:cubicBezTo>
                <a:cubicBezTo>
                  <a:pt x="95624" y="1279"/>
                  <a:pt x="96020" y="974"/>
                  <a:pt x="96598" y="731"/>
                </a:cubicBezTo>
                <a:cubicBezTo>
                  <a:pt x="97177" y="487"/>
                  <a:pt x="97953" y="304"/>
                  <a:pt x="98927" y="183"/>
                </a:cubicBezTo>
                <a:cubicBezTo>
                  <a:pt x="99901" y="61"/>
                  <a:pt x="101118" y="0"/>
                  <a:pt x="102579" y="0"/>
                </a:cubicBezTo>
                <a:cubicBezTo>
                  <a:pt x="104101" y="0"/>
                  <a:pt x="105349" y="61"/>
                  <a:pt x="106323" y="183"/>
                </a:cubicBezTo>
                <a:cubicBezTo>
                  <a:pt x="107297" y="304"/>
                  <a:pt x="108058" y="487"/>
                  <a:pt x="108606" y="731"/>
                </a:cubicBezTo>
                <a:cubicBezTo>
                  <a:pt x="109154" y="974"/>
                  <a:pt x="109549" y="1279"/>
                  <a:pt x="109793" y="1646"/>
                </a:cubicBezTo>
                <a:cubicBezTo>
                  <a:pt x="110036" y="2012"/>
                  <a:pt x="110158" y="2438"/>
                  <a:pt x="110158" y="2925"/>
                </a:cubicBezTo>
                <a:lnTo>
                  <a:pt x="110158" y="125005"/>
                </a:lnTo>
                <a:close/>
                <a:moveTo>
                  <a:pt x="152740" y="125008"/>
                </a:moveTo>
                <a:cubicBezTo>
                  <a:pt x="152740" y="125495"/>
                  <a:pt x="152619" y="125906"/>
                  <a:pt x="152375" y="126241"/>
                </a:cubicBezTo>
                <a:cubicBezTo>
                  <a:pt x="152132" y="126575"/>
                  <a:pt x="151736" y="126865"/>
                  <a:pt x="151188" y="127108"/>
                </a:cubicBezTo>
                <a:cubicBezTo>
                  <a:pt x="150640" y="127352"/>
                  <a:pt x="149879" y="127534"/>
                  <a:pt x="148905" y="127656"/>
                </a:cubicBezTo>
                <a:cubicBezTo>
                  <a:pt x="147931" y="127778"/>
                  <a:pt x="146683" y="127839"/>
                  <a:pt x="145161" y="127839"/>
                </a:cubicBezTo>
                <a:cubicBezTo>
                  <a:pt x="143700" y="127839"/>
                  <a:pt x="142483" y="127778"/>
                  <a:pt x="141509" y="127656"/>
                </a:cubicBezTo>
                <a:cubicBezTo>
                  <a:pt x="140535" y="127534"/>
                  <a:pt x="139759" y="127352"/>
                  <a:pt x="139180" y="127108"/>
                </a:cubicBezTo>
                <a:cubicBezTo>
                  <a:pt x="138602" y="126865"/>
                  <a:pt x="138206" y="126575"/>
                  <a:pt x="137993" y="126241"/>
                </a:cubicBezTo>
                <a:cubicBezTo>
                  <a:pt x="137780" y="125906"/>
                  <a:pt x="137674" y="125495"/>
                  <a:pt x="137674" y="125008"/>
                </a:cubicBezTo>
                <a:lnTo>
                  <a:pt x="137674" y="42826"/>
                </a:lnTo>
                <a:cubicBezTo>
                  <a:pt x="137674" y="42400"/>
                  <a:pt x="137780" y="42004"/>
                  <a:pt x="137993" y="41639"/>
                </a:cubicBezTo>
                <a:cubicBezTo>
                  <a:pt x="138206" y="41274"/>
                  <a:pt x="138602" y="40969"/>
                  <a:pt x="139180" y="40726"/>
                </a:cubicBezTo>
                <a:cubicBezTo>
                  <a:pt x="139759" y="40482"/>
                  <a:pt x="140535" y="40300"/>
                  <a:pt x="141509" y="40178"/>
                </a:cubicBezTo>
                <a:cubicBezTo>
                  <a:pt x="142483" y="40056"/>
                  <a:pt x="143700" y="39995"/>
                  <a:pt x="145161" y="39995"/>
                </a:cubicBezTo>
                <a:cubicBezTo>
                  <a:pt x="146683" y="39995"/>
                  <a:pt x="147931" y="40056"/>
                  <a:pt x="148905" y="40178"/>
                </a:cubicBezTo>
                <a:cubicBezTo>
                  <a:pt x="149879" y="40300"/>
                  <a:pt x="150640" y="40482"/>
                  <a:pt x="151188" y="40726"/>
                </a:cubicBezTo>
                <a:cubicBezTo>
                  <a:pt x="151736" y="40969"/>
                  <a:pt x="152132" y="41274"/>
                  <a:pt x="152375" y="41639"/>
                </a:cubicBezTo>
                <a:cubicBezTo>
                  <a:pt x="152619" y="42004"/>
                  <a:pt x="152740" y="42400"/>
                  <a:pt x="152740" y="42826"/>
                </a:cubicBezTo>
                <a:lnTo>
                  <a:pt x="152740" y="125008"/>
                </a:lnTo>
                <a:moveTo>
                  <a:pt x="154475" y="14975"/>
                </a:moveTo>
                <a:cubicBezTo>
                  <a:pt x="154475" y="18506"/>
                  <a:pt x="153806" y="20911"/>
                  <a:pt x="152466" y="22189"/>
                </a:cubicBezTo>
                <a:cubicBezTo>
                  <a:pt x="151127" y="23468"/>
                  <a:pt x="148662" y="24107"/>
                  <a:pt x="145070" y="24107"/>
                </a:cubicBezTo>
                <a:cubicBezTo>
                  <a:pt x="141539" y="24107"/>
                  <a:pt x="139119" y="23483"/>
                  <a:pt x="137811" y="22235"/>
                </a:cubicBezTo>
                <a:cubicBezTo>
                  <a:pt x="136502" y="20987"/>
                  <a:pt x="135847" y="18628"/>
                  <a:pt x="135847" y="15158"/>
                </a:cubicBezTo>
                <a:cubicBezTo>
                  <a:pt x="135847" y="11627"/>
                  <a:pt x="136517" y="9223"/>
                  <a:pt x="137856" y="7944"/>
                </a:cubicBezTo>
                <a:cubicBezTo>
                  <a:pt x="139196" y="6666"/>
                  <a:pt x="141661" y="6027"/>
                  <a:pt x="145253" y="6027"/>
                </a:cubicBezTo>
                <a:cubicBezTo>
                  <a:pt x="148783" y="6027"/>
                  <a:pt x="151203" y="6651"/>
                  <a:pt x="152512" y="7899"/>
                </a:cubicBezTo>
                <a:cubicBezTo>
                  <a:pt x="153821" y="9147"/>
                  <a:pt x="154475" y="11505"/>
                  <a:pt x="154475" y="14975"/>
                </a:cubicBezTo>
                <a:close/>
                <a:moveTo>
                  <a:pt x="239335" y="112589"/>
                </a:moveTo>
                <a:cubicBezTo>
                  <a:pt x="239335" y="113624"/>
                  <a:pt x="239305" y="114522"/>
                  <a:pt x="239244" y="115283"/>
                </a:cubicBezTo>
                <a:cubicBezTo>
                  <a:pt x="239183" y="116044"/>
                  <a:pt x="239077" y="116683"/>
                  <a:pt x="238924" y="117201"/>
                </a:cubicBezTo>
                <a:cubicBezTo>
                  <a:pt x="238772" y="117718"/>
                  <a:pt x="238590" y="118175"/>
                  <a:pt x="238377" y="118570"/>
                </a:cubicBezTo>
                <a:cubicBezTo>
                  <a:pt x="238164" y="118966"/>
                  <a:pt x="237677" y="119544"/>
                  <a:pt x="236916" y="120305"/>
                </a:cubicBezTo>
                <a:cubicBezTo>
                  <a:pt x="236155" y="121066"/>
                  <a:pt x="234861" y="122010"/>
                  <a:pt x="233035" y="123136"/>
                </a:cubicBezTo>
                <a:cubicBezTo>
                  <a:pt x="231209" y="124262"/>
                  <a:pt x="229154" y="125267"/>
                  <a:pt x="226871" y="126149"/>
                </a:cubicBezTo>
                <a:cubicBezTo>
                  <a:pt x="224588" y="127032"/>
                  <a:pt x="222108" y="127747"/>
                  <a:pt x="219429" y="128295"/>
                </a:cubicBezTo>
                <a:cubicBezTo>
                  <a:pt x="216751" y="128843"/>
                  <a:pt x="213981" y="129117"/>
                  <a:pt x="211120" y="129117"/>
                </a:cubicBezTo>
                <a:cubicBezTo>
                  <a:pt x="205215" y="129117"/>
                  <a:pt x="199979" y="128141"/>
                  <a:pt x="195414" y="126189"/>
                </a:cubicBezTo>
                <a:cubicBezTo>
                  <a:pt x="190848" y="124237"/>
                  <a:pt x="187028" y="121386"/>
                  <a:pt x="183954" y="117634"/>
                </a:cubicBezTo>
                <a:cubicBezTo>
                  <a:pt x="180880" y="113883"/>
                  <a:pt x="178536" y="109277"/>
                  <a:pt x="176923" y="103817"/>
                </a:cubicBezTo>
                <a:cubicBezTo>
                  <a:pt x="175310" y="98358"/>
                  <a:pt x="174503" y="92060"/>
                  <a:pt x="174503" y="84924"/>
                </a:cubicBezTo>
                <a:cubicBezTo>
                  <a:pt x="174503" y="76811"/>
                  <a:pt x="175492" y="69841"/>
                  <a:pt x="177471" y="64016"/>
                </a:cubicBezTo>
                <a:cubicBezTo>
                  <a:pt x="179449" y="58191"/>
                  <a:pt x="182158" y="53418"/>
                  <a:pt x="185598" y="49697"/>
                </a:cubicBezTo>
                <a:cubicBezTo>
                  <a:pt x="189037" y="45976"/>
                  <a:pt x="193085" y="43216"/>
                  <a:pt x="197742" y="41416"/>
                </a:cubicBezTo>
                <a:cubicBezTo>
                  <a:pt x="202399" y="39617"/>
                  <a:pt x="207437" y="38717"/>
                  <a:pt x="212855" y="38717"/>
                </a:cubicBezTo>
                <a:cubicBezTo>
                  <a:pt x="215472" y="38717"/>
                  <a:pt x="218014" y="38960"/>
                  <a:pt x="220479" y="39447"/>
                </a:cubicBezTo>
                <a:cubicBezTo>
                  <a:pt x="222945" y="39934"/>
                  <a:pt x="225212" y="40574"/>
                  <a:pt x="227282" y="41365"/>
                </a:cubicBezTo>
                <a:cubicBezTo>
                  <a:pt x="229352" y="42156"/>
                  <a:pt x="231193" y="43069"/>
                  <a:pt x="232806" y="44104"/>
                </a:cubicBezTo>
                <a:cubicBezTo>
                  <a:pt x="234420" y="45139"/>
                  <a:pt x="235592" y="46022"/>
                  <a:pt x="236322" y="46752"/>
                </a:cubicBezTo>
                <a:cubicBezTo>
                  <a:pt x="237053" y="47483"/>
                  <a:pt x="237555" y="48061"/>
                  <a:pt x="237829" y="48487"/>
                </a:cubicBezTo>
                <a:cubicBezTo>
                  <a:pt x="238103" y="48913"/>
                  <a:pt x="238331" y="49416"/>
                  <a:pt x="238514" y="49994"/>
                </a:cubicBezTo>
                <a:cubicBezTo>
                  <a:pt x="238696" y="50572"/>
                  <a:pt x="238818" y="51227"/>
                  <a:pt x="238879" y="51957"/>
                </a:cubicBezTo>
                <a:cubicBezTo>
                  <a:pt x="238940" y="52688"/>
                  <a:pt x="238970" y="53601"/>
                  <a:pt x="238970" y="54697"/>
                </a:cubicBezTo>
                <a:cubicBezTo>
                  <a:pt x="238970" y="57071"/>
                  <a:pt x="238696" y="58730"/>
                  <a:pt x="238148" y="59673"/>
                </a:cubicBezTo>
                <a:cubicBezTo>
                  <a:pt x="237600" y="60617"/>
                  <a:pt x="236931" y="61089"/>
                  <a:pt x="236139" y="61089"/>
                </a:cubicBezTo>
                <a:cubicBezTo>
                  <a:pt x="235226" y="61089"/>
                  <a:pt x="234176" y="60586"/>
                  <a:pt x="232989" y="59582"/>
                </a:cubicBezTo>
                <a:cubicBezTo>
                  <a:pt x="231802" y="58577"/>
                  <a:pt x="230295" y="57466"/>
                  <a:pt x="228469" y="56249"/>
                </a:cubicBezTo>
                <a:cubicBezTo>
                  <a:pt x="226643" y="55031"/>
                  <a:pt x="224436" y="53920"/>
                  <a:pt x="221849" y="52916"/>
                </a:cubicBezTo>
                <a:cubicBezTo>
                  <a:pt x="219262" y="51912"/>
                  <a:pt x="216203" y="51409"/>
                  <a:pt x="212672" y="51409"/>
                </a:cubicBezTo>
                <a:cubicBezTo>
                  <a:pt x="205428" y="51409"/>
                  <a:pt x="199873" y="54203"/>
                  <a:pt x="196007" y="59790"/>
                </a:cubicBezTo>
                <a:cubicBezTo>
                  <a:pt x="192142" y="65376"/>
                  <a:pt x="190209" y="73479"/>
                  <a:pt x="190209" y="84099"/>
                </a:cubicBezTo>
                <a:cubicBezTo>
                  <a:pt x="190209" y="89411"/>
                  <a:pt x="190711" y="94066"/>
                  <a:pt x="191716" y="98065"/>
                </a:cubicBezTo>
                <a:cubicBezTo>
                  <a:pt x="192720" y="102063"/>
                  <a:pt x="194196" y="105406"/>
                  <a:pt x="196144" y="108092"/>
                </a:cubicBezTo>
                <a:cubicBezTo>
                  <a:pt x="198092" y="110778"/>
                  <a:pt x="200482" y="112778"/>
                  <a:pt x="203312" y="114090"/>
                </a:cubicBezTo>
                <a:cubicBezTo>
                  <a:pt x="206143" y="115403"/>
                  <a:pt x="209385" y="116059"/>
                  <a:pt x="213037" y="116059"/>
                </a:cubicBezTo>
                <a:cubicBezTo>
                  <a:pt x="216507" y="116059"/>
                  <a:pt x="219551" y="115511"/>
                  <a:pt x="222168" y="114415"/>
                </a:cubicBezTo>
                <a:cubicBezTo>
                  <a:pt x="224786" y="113320"/>
                  <a:pt x="227054" y="112117"/>
                  <a:pt x="228971" y="110809"/>
                </a:cubicBezTo>
                <a:cubicBezTo>
                  <a:pt x="230889" y="109500"/>
                  <a:pt x="232502" y="108313"/>
                  <a:pt x="233811" y="107247"/>
                </a:cubicBezTo>
                <a:cubicBezTo>
                  <a:pt x="235120" y="106182"/>
                  <a:pt x="236139" y="105649"/>
                  <a:pt x="236870" y="105649"/>
                </a:cubicBezTo>
                <a:cubicBezTo>
                  <a:pt x="237296" y="105649"/>
                  <a:pt x="237661" y="105771"/>
                  <a:pt x="237966" y="106015"/>
                </a:cubicBezTo>
                <a:cubicBezTo>
                  <a:pt x="238270" y="106258"/>
                  <a:pt x="238529" y="106669"/>
                  <a:pt x="238742" y="107247"/>
                </a:cubicBezTo>
                <a:cubicBezTo>
                  <a:pt x="238955" y="107826"/>
                  <a:pt x="239107" y="108556"/>
                  <a:pt x="239198" y="109439"/>
                </a:cubicBezTo>
                <a:cubicBezTo>
                  <a:pt x="239290" y="110322"/>
                  <a:pt x="239335" y="111372"/>
                  <a:pt x="239335" y="112589"/>
                </a:cubicBezTo>
                <a:close/>
                <a:moveTo>
                  <a:pt x="329620" y="80356"/>
                </a:moveTo>
                <a:cubicBezTo>
                  <a:pt x="329620" y="82730"/>
                  <a:pt x="329027" y="84419"/>
                  <a:pt x="327840" y="85424"/>
                </a:cubicBezTo>
                <a:cubicBezTo>
                  <a:pt x="326653" y="86428"/>
                  <a:pt x="325298" y="86930"/>
                  <a:pt x="323776" y="86930"/>
                </a:cubicBezTo>
                <a:lnTo>
                  <a:pt x="269901" y="86930"/>
                </a:lnTo>
                <a:cubicBezTo>
                  <a:pt x="269901" y="91509"/>
                  <a:pt x="270358" y="95631"/>
                  <a:pt x="271271" y="99295"/>
                </a:cubicBezTo>
                <a:cubicBezTo>
                  <a:pt x="272184" y="102959"/>
                  <a:pt x="273706" y="106103"/>
                  <a:pt x="275837" y="108728"/>
                </a:cubicBezTo>
                <a:cubicBezTo>
                  <a:pt x="277967" y="111354"/>
                  <a:pt x="280737" y="113369"/>
                  <a:pt x="284146" y="114775"/>
                </a:cubicBezTo>
                <a:cubicBezTo>
                  <a:pt x="287555" y="116179"/>
                  <a:pt x="291725" y="116881"/>
                  <a:pt x="296656" y="116881"/>
                </a:cubicBezTo>
                <a:cubicBezTo>
                  <a:pt x="300552" y="116881"/>
                  <a:pt x="304022" y="116561"/>
                  <a:pt x="307066" y="115922"/>
                </a:cubicBezTo>
                <a:cubicBezTo>
                  <a:pt x="310110" y="115283"/>
                  <a:pt x="312742" y="114568"/>
                  <a:pt x="314964" y="113776"/>
                </a:cubicBezTo>
                <a:cubicBezTo>
                  <a:pt x="317186" y="112985"/>
                  <a:pt x="319013" y="112270"/>
                  <a:pt x="320443" y="111630"/>
                </a:cubicBezTo>
                <a:cubicBezTo>
                  <a:pt x="321874" y="110991"/>
                  <a:pt x="322954" y="110672"/>
                  <a:pt x="323685" y="110672"/>
                </a:cubicBezTo>
                <a:cubicBezTo>
                  <a:pt x="324111" y="110672"/>
                  <a:pt x="324491" y="110778"/>
                  <a:pt x="324826" y="110991"/>
                </a:cubicBezTo>
                <a:cubicBezTo>
                  <a:pt x="325161" y="111204"/>
                  <a:pt x="325420" y="111524"/>
                  <a:pt x="325602" y="111950"/>
                </a:cubicBezTo>
                <a:cubicBezTo>
                  <a:pt x="325785" y="112376"/>
                  <a:pt x="325922" y="112970"/>
                  <a:pt x="326013" y="113731"/>
                </a:cubicBezTo>
                <a:cubicBezTo>
                  <a:pt x="326105" y="114492"/>
                  <a:pt x="326150" y="115420"/>
                  <a:pt x="326150" y="116516"/>
                </a:cubicBezTo>
                <a:cubicBezTo>
                  <a:pt x="326150" y="117307"/>
                  <a:pt x="326120" y="117992"/>
                  <a:pt x="326059" y="118570"/>
                </a:cubicBezTo>
                <a:cubicBezTo>
                  <a:pt x="325998" y="119149"/>
                  <a:pt x="325922" y="119666"/>
                  <a:pt x="325831" y="120123"/>
                </a:cubicBezTo>
                <a:cubicBezTo>
                  <a:pt x="325739" y="120579"/>
                  <a:pt x="325587" y="120990"/>
                  <a:pt x="325374" y="121355"/>
                </a:cubicBezTo>
                <a:cubicBezTo>
                  <a:pt x="325161" y="121721"/>
                  <a:pt x="324887" y="122071"/>
                  <a:pt x="324552" y="122405"/>
                </a:cubicBezTo>
                <a:cubicBezTo>
                  <a:pt x="324217" y="122740"/>
                  <a:pt x="323228" y="123288"/>
                  <a:pt x="321585" y="124049"/>
                </a:cubicBezTo>
                <a:cubicBezTo>
                  <a:pt x="319941" y="124810"/>
                  <a:pt x="317810" y="125556"/>
                  <a:pt x="315193" y="126286"/>
                </a:cubicBezTo>
                <a:cubicBezTo>
                  <a:pt x="312575" y="127017"/>
                  <a:pt x="309546" y="127671"/>
                  <a:pt x="306107" y="128249"/>
                </a:cubicBezTo>
                <a:cubicBezTo>
                  <a:pt x="302668" y="128828"/>
                  <a:pt x="299000" y="129117"/>
                  <a:pt x="295104" y="129117"/>
                </a:cubicBezTo>
                <a:cubicBezTo>
                  <a:pt x="288347" y="129117"/>
                  <a:pt x="282426" y="128172"/>
                  <a:pt x="277343" y="126283"/>
                </a:cubicBezTo>
                <a:cubicBezTo>
                  <a:pt x="272260" y="124394"/>
                  <a:pt x="267984" y="121591"/>
                  <a:pt x="264514" y="117874"/>
                </a:cubicBezTo>
                <a:cubicBezTo>
                  <a:pt x="261044" y="114157"/>
                  <a:pt x="258426" y="109495"/>
                  <a:pt x="256661" y="103889"/>
                </a:cubicBezTo>
                <a:cubicBezTo>
                  <a:pt x="254896" y="98283"/>
                  <a:pt x="254013" y="91762"/>
                  <a:pt x="254013" y="84328"/>
                </a:cubicBezTo>
                <a:cubicBezTo>
                  <a:pt x="254013" y="77259"/>
                  <a:pt x="254926" y="70906"/>
                  <a:pt x="256752" y="65269"/>
                </a:cubicBezTo>
                <a:cubicBezTo>
                  <a:pt x="258578" y="59632"/>
                  <a:pt x="261211" y="54849"/>
                  <a:pt x="264651" y="50919"/>
                </a:cubicBezTo>
                <a:cubicBezTo>
                  <a:pt x="268090" y="46988"/>
                  <a:pt x="272245" y="43972"/>
                  <a:pt x="277115" y="41870"/>
                </a:cubicBezTo>
                <a:cubicBezTo>
                  <a:pt x="281985" y="39768"/>
                  <a:pt x="287433" y="38717"/>
                  <a:pt x="293460" y="38717"/>
                </a:cubicBezTo>
                <a:cubicBezTo>
                  <a:pt x="299913" y="38717"/>
                  <a:pt x="305407" y="39752"/>
                  <a:pt x="309942" y="41821"/>
                </a:cubicBezTo>
                <a:cubicBezTo>
                  <a:pt x="314477" y="43891"/>
                  <a:pt x="318206" y="46676"/>
                  <a:pt x="321128" y="50177"/>
                </a:cubicBezTo>
                <a:cubicBezTo>
                  <a:pt x="324050" y="53677"/>
                  <a:pt x="326196" y="57786"/>
                  <a:pt x="327566" y="62504"/>
                </a:cubicBezTo>
                <a:cubicBezTo>
                  <a:pt x="328935" y="67222"/>
                  <a:pt x="329620" y="72259"/>
                  <a:pt x="329620" y="77616"/>
                </a:cubicBezTo>
                <a:lnTo>
                  <a:pt x="329620" y="80356"/>
                </a:lnTo>
                <a:moveTo>
                  <a:pt x="314462" y="75881"/>
                </a:moveTo>
                <a:cubicBezTo>
                  <a:pt x="314645" y="67967"/>
                  <a:pt x="312895" y="61758"/>
                  <a:pt x="309212" y="57253"/>
                </a:cubicBezTo>
                <a:cubicBezTo>
                  <a:pt x="305529" y="52749"/>
                  <a:pt x="300065" y="50496"/>
                  <a:pt x="292821" y="50496"/>
                </a:cubicBezTo>
                <a:cubicBezTo>
                  <a:pt x="289108" y="50496"/>
                  <a:pt x="285851" y="51196"/>
                  <a:pt x="283050" y="52596"/>
                </a:cubicBezTo>
                <a:cubicBezTo>
                  <a:pt x="280250" y="53997"/>
                  <a:pt x="277906" y="55853"/>
                  <a:pt x="276019" y="58167"/>
                </a:cubicBezTo>
                <a:cubicBezTo>
                  <a:pt x="274132" y="60480"/>
                  <a:pt x="272671" y="63174"/>
                  <a:pt x="271636" y="66248"/>
                </a:cubicBezTo>
                <a:cubicBezTo>
                  <a:pt x="270601" y="69322"/>
                  <a:pt x="270023" y="72533"/>
                  <a:pt x="269901" y="75881"/>
                </a:cubicBezTo>
                <a:lnTo>
                  <a:pt x="314462" y="75881"/>
                </a:lnTo>
                <a:close/>
                <a:moveTo>
                  <a:pt x="490745" y="57114"/>
                </a:moveTo>
                <a:cubicBezTo>
                  <a:pt x="490745" y="61257"/>
                  <a:pt x="490486" y="65492"/>
                  <a:pt x="489969" y="69818"/>
                </a:cubicBezTo>
                <a:cubicBezTo>
                  <a:pt x="489452" y="74144"/>
                  <a:pt x="488614" y="78348"/>
                  <a:pt x="487458" y="82430"/>
                </a:cubicBezTo>
                <a:cubicBezTo>
                  <a:pt x="486301" y="86513"/>
                  <a:pt x="484779" y="90367"/>
                  <a:pt x="482892" y="93993"/>
                </a:cubicBezTo>
                <a:cubicBezTo>
                  <a:pt x="481005" y="97617"/>
                  <a:pt x="478692" y="100800"/>
                  <a:pt x="475952" y="103544"/>
                </a:cubicBezTo>
                <a:cubicBezTo>
                  <a:pt x="473213" y="106285"/>
                  <a:pt x="470032" y="108433"/>
                  <a:pt x="466410" y="109987"/>
                </a:cubicBezTo>
                <a:cubicBezTo>
                  <a:pt x="462788" y="111539"/>
                  <a:pt x="458633" y="112315"/>
                  <a:pt x="453946" y="112315"/>
                </a:cubicBezTo>
                <a:cubicBezTo>
                  <a:pt x="451450" y="112315"/>
                  <a:pt x="449137" y="112026"/>
                  <a:pt x="447006" y="111448"/>
                </a:cubicBezTo>
                <a:cubicBezTo>
                  <a:pt x="444875" y="110868"/>
                  <a:pt x="442988" y="110030"/>
                  <a:pt x="441345" y="108934"/>
                </a:cubicBezTo>
                <a:cubicBezTo>
                  <a:pt x="439701" y="107836"/>
                  <a:pt x="438316" y="106419"/>
                  <a:pt x="437190" y="104682"/>
                </a:cubicBezTo>
                <a:cubicBezTo>
                  <a:pt x="436064" y="102943"/>
                  <a:pt x="435288" y="100947"/>
                  <a:pt x="434861" y="98692"/>
                </a:cubicBezTo>
                <a:cubicBezTo>
                  <a:pt x="432426" y="101131"/>
                  <a:pt x="430067" y="103219"/>
                  <a:pt x="427785" y="104956"/>
                </a:cubicBezTo>
                <a:cubicBezTo>
                  <a:pt x="425502" y="106693"/>
                  <a:pt x="423265" y="108110"/>
                  <a:pt x="421073" y="109208"/>
                </a:cubicBezTo>
                <a:cubicBezTo>
                  <a:pt x="418882" y="110304"/>
                  <a:pt x="416736" y="111096"/>
                  <a:pt x="414636" y="111585"/>
                </a:cubicBezTo>
                <a:cubicBezTo>
                  <a:pt x="412535" y="112072"/>
                  <a:pt x="410481" y="112315"/>
                  <a:pt x="408472" y="112315"/>
                </a:cubicBezTo>
                <a:cubicBezTo>
                  <a:pt x="405854" y="112315"/>
                  <a:pt x="403541" y="112057"/>
                  <a:pt x="401532" y="111539"/>
                </a:cubicBezTo>
                <a:cubicBezTo>
                  <a:pt x="399523" y="111020"/>
                  <a:pt x="397743" y="110258"/>
                  <a:pt x="396190" y="109253"/>
                </a:cubicBezTo>
                <a:cubicBezTo>
                  <a:pt x="394638" y="108247"/>
                  <a:pt x="393314" y="107012"/>
                  <a:pt x="392218" y="105550"/>
                </a:cubicBezTo>
                <a:cubicBezTo>
                  <a:pt x="391122" y="104087"/>
                  <a:pt x="390209" y="102441"/>
                  <a:pt x="389479" y="100613"/>
                </a:cubicBezTo>
                <a:cubicBezTo>
                  <a:pt x="388748" y="98785"/>
                  <a:pt x="388231" y="96774"/>
                  <a:pt x="387926" y="94581"/>
                </a:cubicBezTo>
                <a:cubicBezTo>
                  <a:pt x="387622" y="92385"/>
                  <a:pt x="387470" y="90007"/>
                  <a:pt x="387470" y="87447"/>
                </a:cubicBezTo>
                <a:cubicBezTo>
                  <a:pt x="387470" y="84825"/>
                  <a:pt x="387683" y="81823"/>
                  <a:pt x="388109" y="78441"/>
                </a:cubicBezTo>
                <a:cubicBezTo>
                  <a:pt x="388535" y="75059"/>
                  <a:pt x="389235" y="71570"/>
                  <a:pt x="390209" y="67974"/>
                </a:cubicBezTo>
                <a:cubicBezTo>
                  <a:pt x="391183" y="64377"/>
                  <a:pt x="392523" y="60856"/>
                  <a:pt x="394227" y="57413"/>
                </a:cubicBezTo>
                <a:cubicBezTo>
                  <a:pt x="395932" y="53970"/>
                  <a:pt x="398047" y="50892"/>
                  <a:pt x="400573" y="48179"/>
                </a:cubicBezTo>
                <a:cubicBezTo>
                  <a:pt x="403100" y="45466"/>
                  <a:pt x="406098" y="43272"/>
                  <a:pt x="409568" y="41596"/>
                </a:cubicBezTo>
                <a:cubicBezTo>
                  <a:pt x="413038" y="39920"/>
                  <a:pt x="417086" y="39082"/>
                  <a:pt x="421712" y="39082"/>
                </a:cubicBezTo>
                <a:cubicBezTo>
                  <a:pt x="423660" y="39082"/>
                  <a:pt x="425532" y="39311"/>
                  <a:pt x="427328" y="39770"/>
                </a:cubicBezTo>
                <a:cubicBezTo>
                  <a:pt x="429124" y="40226"/>
                  <a:pt x="430844" y="40943"/>
                  <a:pt x="432487" y="41918"/>
                </a:cubicBezTo>
                <a:cubicBezTo>
                  <a:pt x="434131" y="42893"/>
                  <a:pt x="435714" y="44111"/>
                  <a:pt x="437236" y="45574"/>
                </a:cubicBezTo>
                <a:cubicBezTo>
                  <a:pt x="438757" y="47037"/>
                  <a:pt x="440310" y="48774"/>
                  <a:pt x="441893" y="50784"/>
                </a:cubicBezTo>
                <a:lnTo>
                  <a:pt x="443445" y="42737"/>
                </a:lnTo>
                <a:cubicBezTo>
                  <a:pt x="443688" y="41885"/>
                  <a:pt x="444236" y="41246"/>
                  <a:pt x="445089" y="40820"/>
                </a:cubicBezTo>
                <a:cubicBezTo>
                  <a:pt x="445941" y="40392"/>
                  <a:pt x="447524" y="40178"/>
                  <a:pt x="449837" y="40178"/>
                </a:cubicBezTo>
                <a:cubicBezTo>
                  <a:pt x="450933" y="40178"/>
                  <a:pt x="451861" y="40239"/>
                  <a:pt x="452622" y="40360"/>
                </a:cubicBezTo>
                <a:cubicBezTo>
                  <a:pt x="453383" y="40482"/>
                  <a:pt x="453976" y="40650"/>
                  <a:pt x="454402" y="40863"/>
                </a:cubicBezTo>
                <a:cubicBezTo>
                  <a:pt x="454829" y="41076"/>
                  <a:pt x="455118" y="41335"/>
                  <a:pt x="455270" y="41642"/>
                </a:cubicBezTo>
                <a:cubicBezTo>
                  <a:pt x="455422" y="41946"/>
                  <a:pt x="455437" y="42311"/>
                  <a:pt x="455316" y="42737"/>
                </a:cubicBezTo>
                <a:lnTo>
                  <a:pt x="447189" y="84796"/>
                </a:lnTo>
                <a:cubicBezTo>
                  <a:pt x="446215" y="90103"/>
                  <a:pt x="446458" y="94023"/>
                  <a:pt x="447919" y="96555"/>
                </a:cubicBezTo>
                <a:cubicBezTo>
                  <a:pt x="449380" y="99087"/>
                  <a:pt x="452150" y="100353"/>
                  <a:pt x="456229" y="100353"/>
                </a:cubicBezTo>
                <a:cubicBezTo>
                  <a:pt x="458725" y="100353"/>
                  <a:pt x="460977" y="99729"/>
                  <a:pt x="462986" y="98481"/>
                </a:cubicBezTo>
                <a:cubicBezTo>
                  <a:pt x="464995" y="97231"/>
                  <a:pt x="466760" y="95540"/>
                  <a:pt x="468282" y="93408"/>
                </a:cubicBezTo>
                <a:cubicBezTo>
                  <a:pt x="469804" y="91273"/>
                  <a:pt x="471082" y="88790"/>
                  <a:pt x="472117" y="85957"/>
                </a:cubicBezTo>
                <a:cubicBezTo>
                  <a:pt x="473152" y="83123"/>
                  <a:pt x="474004" y="80136"/>
                  <a:pt x="474674" y="76997"/>
                </a:cubicBezTo>
                <a:cubicBezTo>
                  <a:pt x="475344" y="73858"/>
                  <a:pt x="475831" y="70643"/>
                  <a:pt x="476135" y="67352"/>
                </a:cubicBezTo>
                <a:cubicBezTo>
                  <a:pt x="476439" y="64061"/>
                  <a:pt x="476592" y="60892"/>
                  <a:pt x="476592" y="57844"/>
                </a:cubicBezTo>
                <a:cubicBezTo>
                  <a:pt x="476592" y="52542"/>
                  <a:pt x="475876" y="47500"/>
                  <a:pt x="474446" y="42717"/>
                </a:cubicBezTo>
                <a:cubicBezTo>
                  <a:pt x="473015" y="37933"/>
                  <a:pt x="470565" y="33728"/>
                  <a:pt x="467095" y="30102"/>
                </a:cubicBezTo>
                <a:cubicBezTo>
                  <a:pt x="463625" y="26476"/>
                  <a:pt x="458983" y="23582"/>
                  <a:pt x="453170" y="21419"/>
                </a:cubicBezTo>
                <a:cubicBezTo>
                  <a:pt x="447356" y="19254"/>
                  <a:pt x="440066" y="18171"/>
                  <a:pt x="431300" y="18171"/>
                </a:cubicBezTo>
                <a:cubicBezTo>
                  <a:pt x="424117" y="18171"/>
                  <a:pt x="417725" y="18964"/>
                  <a:pt x="412124" y="20548"/>
                </a:cubicBezTo>
                <a:cubicBezTo>
                  <a:pt x="406524" y="22131"/>
                  <a:pt x="401593" y="24278"/>
                  <a:pt x="397332" y="26989"/>
                </a:cubicBezTo>
                <a:cubicBezTo>
                  <a:pt x="393070" y="29700"/>
                  <a:pt x="389418" y="32822"/>
                  <a:pt x="386374" y="36357"/>
                </a:cubicBezTo>
                <a:cubicBezTo>
                  <a:pt x="383330" y="39890"/>
                  <a:pt x="380758" y="43652"/>
                  <a:pt x="378658" y="47643"/>
                </a:cubicBezTo>
                <a:cubicBezTo>
                  <a:pt x="376558" y="51634"/>
                  <a:pt x="374869" y="55716"/>
                  <a:pt x="373590" y="59890"/>
                </a:cubicBezTo>
                <a:cubicBezTo>
                  <a:pt x="372312" y="64062"/>
                  <a:pt x="371338" y="68083"/>
                  <a:pt x="370668" y="71952"/>
                </a:cubicBezTo>
                <a:cubicBezTo>
                  <a:pt x="369999" y="75819"/>
                  <a:pt x="369557" y="79460"/>
                  <a:pt x="369344" y="82872"/>
                </a:cubicBezTo>
                <a:cubicBezTo>
                  <a:pt x="369131" y="86283"/>
                  <a:pt x="369025" y="89177"/>
                  <a:pt x="369025" y="91553"/>
                </a:cubicBezTo>
                <a:cubicBezTo>
                  <a:pt x="369025" y="98314"/>
                  <a:pt x="369801" y="104498"/>
                  <a:pt x="371353" y="110104"/>
                </a:cubicBezTo>
                <a:cubicBezTo>
                  <a:pt x="372905" y="115708"/>
                  <a:pt x="375599" y="120552"/>
                  <a:pt x="379434" y="124634"/>
                </a:cubicBezTo>
                <a:cubicBezTo>
                  <a:pt x="383269" y="128715"/>
                  <a:pt x="388413" y="131882"/>
                  <a:pt x="394866" y="134136"/>
                </a:cubicBezTo>
                <a:cubicBezTo>
                  <a:pt x="401319" y="136391"/>
                  <a:pt x="409446" y="137518"/>
                  <a:pt x="419247" y="137518"/>
                </a:cubicBezTo>
                <a:cubicBezTo>
                  <a:pt x="423691" y="137518"/>
                  <a:pt x="427709" y="137264"/>
                  <a:pt x="431300" y="136756"/>
                </a:cubicBezTo>
                <a:cubicBezTo>
                  <a:pt x="434892" y="136248"/>
                  <a:pt x="438012" y="135711"/>
                  <a:pt x="440660" y="135144"/>
                </a:cubicBezTo>
                <a:cubicBezTo>
                  <a:pt x="443308" y="134577"/>
                  <a:pt x="445454" y="134039"/>
                  <a:pt x="447097" y="133531"/>
                </a:cubicBezTo>
                <a:cubicBezTo>
                  <a:pt x="448741" y="133023"/>
                  <a:pt x="449867" y="132769"/>
                  <a:pt x="450476" y="132769"/>
                </a:cubicBezTo>
                <a:cubicBezTo>
                  <a:pt x="450841" y="132769"/>
                  <a:pt x="451161" y="132876"/>
                  <a:pt x="451435" y="133089"/>
                </a:cubicBezTo>
                <a:cubicBezTo>
                  <a:pt x="451709" y="133302"/>
                  <a:pt x="451922" y="133637"/>
                  <a:pt x="452074" y="134093"/>
                </a:cubicBezTo>
                <a:cubicBezTo>
                  <a:pt x="452226" y="134550"/>
                  <a:pt x="452333" y="135128"/>
                  <a:pt x="452394" y="135828"/>
                </a:cubicBezTo>
                <a:cubicBezTo>
                  <a:pt x="452454" y="136529"/>
                  <a:pt x="452485" y="137396"/>
                  <a:pt x="452485" y="138431"/>
                </a:cubicBezTo>
                <a:cubicBezTo>
                  <a:pt x="452485" y="139283"/>
                  <a:pt x="452470" y="139983"/>
                  <a:pt x="452439" y="140531"/>
                </a:cubicBezTo>
                <a:cubicBezTo>
                  <a:pt x="452409" y="141079"/>
                  <a:pt x="452333" y="141581"/>
                  <a:pt x="452211" y="142038"/>
                </a:cubicBezTo>
                <a:cubicBezTo>
                  <a:pt x="452089" y="142494"/>
                  <a:pt x="451922" y="142905"/>
                  <a:pt x="451709" y="143270"/>
                </a:cubicBezTo>
                <a:cubicBezTo>
                  <a:pt x="451496" y="143636"/>
                  <a:pt x="451207" y="143971"/>
                  <a:pt x="450841" y="144275"/>
                </a:cubicBezTo>
                <a:cubicBezTo>
                  <a:pt x="450476" y="144579"/>
                  <a:pt x="449426" y="145030"/>
                  <a:pt x="447691" y="145628"/>
                </a:cubicBezTo>
                <a:cubicBezTo>
                  <a:pt x="445956" y="146225"/>
                  <a:pt x="443612" y="146822"/>
                  <a:pt x="440660" y="147420"/>
                </a:cubicBezTo>
                <a:cubicBezTo>
                  <a:pt x="437707" y="148017"/>
                  <a:pt x="434253" y="148525"/>
                  <a:pt x="430296" y="148943"/>
                </a:cubicBezTo>
                <a:cubicBezTo>
                  <a:pt x="426339" y="149362"/>
                  <a:pt x="421986" y="149571"/>
                  <a:pt x="417238" y="149571"/>
                </a:cubicBezTo>
                <a:cubicBezTo>
                  <a:pt x="405854" y="149571"/>
                  <a:pt x="396221" y="148231"/>
                  <a:pt x="388337" y="145550"/>
                </a:cubicBezTo>
                <a:cubicBezTo>
                  <a:pt x="380454" y="142870"/>
                  <a:pt x="374032" y="139032"/>
                  <a:pt x="369070" y="134036"/>
                </a:cubicBezTo>
                <a:cubicBezTo>
                  <a:pt x="364109" y="129043"/>
                  <a:pt x="360532" y="123044"/>
                  <a:pt x="358341" y="116039"/>
                </a:cubicBezTo>
                <a:cubicBezTo>
                  <a:pt x="356149" y="109033"/>
                  <a:pt x="355054" y="101205"/>
                  <a:pt x="355054" y="92555"/>
                </a:cubicBezTo>
                <a:cubicBezTo>
                  <a:pt x="355054" y="89387"/>
                  <a:pt x="355221" y="85748"/>
                  <a:pt x="355556" y="81637"/>
                </a:cubicBezTo>
                <a:cubicBezTo>
                  <a:pt x="355891" y="77524"/>
                  <a:pt x="356530" y="73138"/>
                  <a:pt x="357473" y="68479"/>
                </a:cubicBezTo>
                <a:cubicBezTo>
                  <a:pt x="358417" y="63818"/>
                  <a:pt x="359741" y="59067"/>
                  <a:pt x="361446" y="54226"/>
                </a:cubicBezTo>
                <a:cubicBezTo>
                  <a:pt x="363150" y="49382"/>
                  <a:pt x="365357" y="44646"/>
                  <a:pt x="368066" y="40018"/>
                </a:cubicBezTo>
                <a:cubicBezTo>
                  <a:pt x="370775" y="35388"/>
                  <a:pt x="374062" y="31017"/>
                  <a:pt x="377928" y="26906"/>
                </a:cubicBezTo>
                <a:cubicBezTo>
                  <a:pt x="381793" y="22793"/>
                  <a:pt x="386359" y="19199"/>
                  <a:pt x="391625" y="16122"/>
                </a:cubicBezTo>
                <a:cubicBezTo>
                  <a:pt x="396890" y="13046"/>
                  <a:pt x="402917" y="10626"/>
                  <a:pt x="409705" y="8860"/>
                </a:cubicBezTo>
                <a:cubicBezTo>
                  <a:pt x="416492" y="7093"/>
                  <a:pt x="424178" y="6209"/>
                  <a:pt x="432761" y="6209"/>
                </a:cubicBezTo>
                <a:cubicBezTo>
                  <a:pt x="442745" y="6209"/>
                  <a:pt x="451374" y="7413"/>
                  <a:pt x="458649" y="9819"/>
                </a:cubicBezTo>
                <a:cubicBezTo>
                  <a:pt x="465923" y="12226"/>
                  <a:pt x="471935" y="15622"/>
                  <a:pt x="476683" y="20009"/>
                </a:cubicBezTo>
                <a:cubicBezTo>
                  <a:pt x="481431" y="24396"/>
                  <a:pt x="484962" y="29742"/>
                  <a:pt x="487275" y="36049"/>
                </a:cubicBezTo>
                <a:cubicBezTo>
                  <a:pt x="489589" y="42355"/>
                  <a:pt x="490745" y="49377"/>
                  <a:pt x="490745" y="57114"/>
                </a:cubicBezTo>
                <a:moveTo>
                  <a:pt x="437783" y="63035"/>
                </a:moveTo>
                <a:cubicBezTo>
                  <a:pt x="435470" y="59129"/>
                  <a:pt x="433096" y="56140"/>
                  <a:pt x="430661" y="54066"/>
                </a:cubicBezTo>
                <a:cubicBezTo>
                  <a:pt x="428226" y="51991"/>
                  <a:pt x="425456" y="50953"/>
                  <a:pt x="422352" y="50953"/>
                </a:cubicBezTo>
                <a:cubicBezTo>
                  <a:pt x="419795" y="50953"/>
                  <a:pt x="417481" y="51578"/>
                  <a:pt x="415412" y="52828"/>
                </a:cubicBezTo>
                <a:cubicBezTo>
                  <a:pt x="413342" y="54077"/>
                  <a:pt x="411546" y="55693"/>
                  <a:pt x="410024" y="57676"/>
                </a:cubicBezTo>
                <a:cubicBezTo>
                  <a:pt x="408502" y="59658"/>
                  <a:pt x="407209" y="61900"/>
                  <a:pt x="406143" y="64402"/>
                </a:cubicBezTo>
                <a:cubicBezTo>
                  <a:pt x="405078" y="66901"/>
                  <a:pt x="404211" y="69463"/>
                  <a:pt x="403541" y="72086"/>
                </a:cubicBezTo>
                <a:cubicBezTo>
                  <a:pt x="402871" y="74708"/>
                  <a:pt x="402400" y="77254"/>
                  <a:pt x="402126" y="79725"/>
                </a:cubicBezTo>
                <a:cubicBezTo>
                  <a:pt x="401852" y="82194"/>
                  <a:pt x="401715" y="84374"/>
                  <a:pt x="401715" y="86265"/>
                </a:cubicBezTo>
                <a:cubicBezTo>
                  <a:pt x="401715" y="90778"/>
                  <a:pt x="402521" y="94254"/>
                  <a:pt x="404135" y="96695"/>
                </a:cubicBezTo>
                <a:cubicBezTo>
                  <a:pt x="405748" y="99134"/>
                  <a:pt x="408472" y="100353"/>
                  <a:pt x="412307" y="100353"/>
                </a:cubicBezTo>
                <a:cubicBezTo>
                  <a:pt x="413768" y="100353"/>
                  <a:pt x="415260" y="100095"/>
                  <a:pt x="416781" y="99577"/>
                </a:cubicBezTo>
                <a:cubicBezTo>
                  <a:pt x="418303" y="99058"/>
                  <a:pt x="419916" y="98264"/>
                  <a:pt x="421621" y="97197"/>
                </a:cubicBezTo>
                <a:cubicBezTo>
                  <a:pt x="423326" y="96128"/>
                  <a:pt x="425137" y="94724"/>
                  <a:pt x="427054" y="92985"/>
                </a:cubicBezTo>
                <a:cubicBezTo>
                  <a:pt x="428972" y="91247"/>
                  <a:pt x="431087" y="89187"/>
                  <a:pt x="433400" y="86808"/>
                </a:cubicBezTo>
                <a:lnTo>
                  <a:pt x="437783" y="63035"/>
                </a:lnTo>
                <a:moveTo>
                  <a:pt x="339530" y="9131"/>
                </a:moveTo>
                <a:lnTo>
                  <a:pt x="339530" y="9131"/>
                </a:lnTo>
                <a:close/>
                <a:moveTo>
                  <a:pt x="582637" y="125099"/>
                </a:moveTo>
                <a:cubicBezTo>
                  <a:pt x="582637" y="125830"/>
                  <a:pt x="582394" y="126378"/>
                  <a:pt x="581907" y="126743"/>
                </a:cubicBezTo>
                <a:cubicBezTo>
                  <a:pt x="581420" y="127108"/>
                  <a:pt x="580750" y="127382"/>
                  <a:pt x="579898" y="127565"/>
                </a:cubicBezTo>
                <a:cubicBezTo>
                  <a:pt x="579046" y="127747"/>
                  <a:pt x="577798" y="127839"/>
                  <a:pt x="576154" y="127839"/>
                </a:cubicBezTo>
                <a:cubicBezTo>
                  <a:pt x="574571" y="127839"/>
                  <a:pt x="573308" y="127747"/>
                  <a:pt x="572364" y="127565"/>
                </a:cubicBezTo>
                <a:cubicBezTo>
                  <a:pt x="571421" y="127382"/>
                  <a:pt x="570736" y="127108"/>
                  <a:pt x="570310" y="126743"/>
                </a:cubicBezTo>
                <a:cubicBezTo>
                  <a:pt x="569884" y="126378"/>
                  <a:pt x="569671" y="125830"/>
                  <a:pt x="569671" y="125099"/>
                </a:cubicBezTo>
                <a:lnTo>
                  <a:pt x="569671" y="116881"/>
                </a:lnTo>
                <a:cubicBezTo>
                  <a:pt x="566079" y="120716"/>
                  <a:pt x="562077" y="123714"/>
                  <a:pt x="557663" y="125875"/>
                </a:cubicBezTo>
                <a:cubicBezTo>
                  <a:pt x="553250" y="128036"/>
                  <a:pt x="548577" y="129117"/>
                  <a:pt x="543646" y="129117"/>
                </a:cubicBezTo>
                <a:cubicBezTo>
                  <a:pt x="539324" y="129117"/>
                  <a:pt x="535413" y="128552"/>
                  <a:pt x="531913" y="127422"/>
                </a:cubicBezTo>
                <a:cubicBezTo>
                  <a:pt x="528412" y="126292"/>
                  <a:pt x="525429" y="124658"/>
                  <a:pt x="522964" y="122520"/>
                </a:cubicBezTo>
                <a:cubicBezTo>
                  <a:pt x="520499" y="120381"/>
                  <a:pt x="518581" y="117755"/>
                  <a:pt x="517211" y="114641"/>
                </a:cubicBezTo>
                <a:cubicBezTo>
                  <a:pt x="515842" y="111525"/>
                  <a:pt x="515157" y="107981"/>
                  <a:pt x="515157" y="104009"/>
                </a:cubicBezTo>
                <a:cubicBezTo>
                  <a:pt x="515157" y="99367"/>
                  <a:pt x="516100" y="95336"/>
                  <a:pt x="517987" y="91915"/>
                </a:cubicBezTo>
                <a:cubicBezTo>
                  <a:pt x="519875" y="88493"/>
                  <a:pt x="522584" y="85652"/>
                  <a:pt x="526114" y="83392"/>
                </a:cubicBezTo>
                <a:cubicBezTo>
                  <a:pt x="529645" y="81132"/>
                  <a:pt x="533967" y="79437"/>
                  <a:pt x="539081" y="78307"/>
                </a:cubicBezTo>
                <a:cubicBezTo>
                  <a:pt x="544194" y="77177"/>
                  <a:pt x="549947" y="76612"/>
                  <a:pt x="556339" y="76612"/>
                </a:cubicBezTo>
                <a:lnTo>
                  <a:pt x="567662" y="76612"/>
                </a:lnTo>
                <a:lnTo>
                  <a:pt x="567662" y="70243"/>
                </a:lnTo>
                <a:cubicBezTo>
                  <a:pt x="567662" y="67089"/>
                  <a:pt x="567327" y="64299"/>
                  <a:pt x="566657" y="61873"/>
                </a:cubicBezTo>
                <a:cubicBezTo>
                  <a:pt x="565988" y="59446"/>
                  <a:pt x="564907" y="57428"/>
                  <a:pt x="563416" y="55821"/>
                </a:cubicBezTo>
                <a:cubicBezTo>
                  <a:pt x="561924" y="54213"/>
                  <a:pt x="559992" y="53001"/>
                  <a:pt x="557617" y="52183"/>
                </a:cubicBezTo>
                <a:cubicBezTo>
                  <a:pt x="555243" y="51363"/>
                  <a:pt x="552321" y="50953"/>
                  <a:pt x="548851" y="50953"/>
                </a:cubicBezTo>
                <a:cubicBezTo>
                  <a:pt x="545138" y="50953"/>
                  <a:pt x="541805" y="51389"/>
                  <a:pt x="538853" y="52263"/>
                </a:cubicBezTo>
                <a:cubicBezTo>
                  <a:pt x="535900" y="53136"/>
                  <a:pt x="533313" y="54099"/>
                  <a:pt x="531091" y="55153"/>
                </a:cubicBezTo>
                <a:cubicBezTo>
                  <a:pt x="528869" y="56207"/>
                  <a:pt x="527012" y="57171"/>
                  <a:pt x="525521" y="58044"/>
                </a:cubicBezTo>
                <a:cubicBezTo>
                  <a:pt x="524029" y="58917"/>
                  <a:pt x="522918" y="59354"/>
                  <a:pt x="522188" y="59354"/>
                </a:cubicBezTo>
                <a:cubicBezTo>
                  <a:pt x="521701" y="59354"/>
                  <a:pt x="521275" y="59232"/>
                  <a:pt x="520909" y="58988"/>
                </a:cubicBezTo>
                <a:cubicBezTo>
                  <a:pt x="520544" y="58745"/>
                  <a:pt x="520225" y="58380"/>
                  <a:pt x="519951" y="57893"/>
                </a:cubicBezTo>
                <a:cubicBezTo>
                  <a:pt x="519677" y="57406"/>
                  <a:pt x="519479" y="56782"/>
                  <a:pt x="519357" y="56021"/>
                </a:cubicBezTo>
                <a:cubicBezTo>
                  <a:pt x="519235" y="55260"/>
                  <a:pt x="519175" y="54423"/>
                  <a:pt x="519175" y="53510"/>
                </a:cubicBezTo>
                <a:cubicBezTo>
                  <a:pt x="519175" y="51988"/>
                  <a:pt x="519281" y="50785"/>
                  <a:pt x="519494" y="49903"/>
                </a:cubicBezTo>
                <a:cubicBezTo>
                  <a:pt x="519707" y="49020"/>
                  <a:pt x="520225" y="48183"/>
                  <a:pt x="521046" y="47392"/>
                </a:cubicBezTo>
                <a:cubicBezTo>
                  <a:pt x="521868" y="46600"/>
                  <a:pt x="523284" y="45678"/>
                  <a:pt x="525292" y="44626"/>
                </a:cubicBezTo>
                <a:cubicBezTo>
                  <a:pt x="527301" y="43573"/>
                  <a:pt x="529615" y="42610"/>
                  <a:pt x="532232" y="41739"/>
                </a:cubicBezTo>
                <a:cubicBezTo>
                  <a:pt x="534850" y="40867"/>
                  <a:pt x="537711" y="40146"/>
                  <a:pt x="540816" y="39576"/>
                </a:cubicBezTo>
                <a:cubicBezTo>
                  <a:pt x="543920" y="39003"/>
                  <a:pt x="547055" y="38717"/>
                  <a:pt x="550221" y="38717"/>
                </a:cubicBezTo>
                <a:cubicBezTo>
                  <a:pt x="556126" y="38717"/>
                  <a:pt x="561148" y="39386"/>
                  <a:pt x="565288" y="40726"/>
                </a:cubicBezTo>
                <a:cubicBezTo>
                  <a:pt x="569427" y="42065"/>
                  <a:pt x="572775" y="44028"/>
                  <a:pt x="575332" y="46615"/>
                </a:cubicBezTo>
                <a:cubicBezTo>
                  <a:pt x="577889" y="49203"/>
                  <a:pt x="579746" y="52414"/>
                  <a:pt x="580902" y="56249"/>
                </a:cubicBezTo>
                <a:cubicBezTo>
                  <a:pt x="582059" y="60084"/>
                  <a:pt x="582637" y="64558"/>
                  <a:pt x="582637" y="69672"/>
                </a:cubicBezTo>
                <a:lnTo>
                  <a:pt x="582637" y="125099"/>
                </a:lnTo>
                <a:moveTo>
                  <a:pt x="567662" y="87478"/>
                </a:moveTo>
                <a:lnTo>
                  <a:pt x="554787" y="87478"/>
                </a:lnTo>
                <a:cubicBezTo>
                  <a:pt x="550647" y="87478"/>
                  <a:pt x="547055" y="87831"/>
                  <a:pt x="544012" y="88537"/>
                </a:cubicBezTo>
                <a:cubicBezTo>
                  <a:pt x="540968" y="89241"/>
                  <a:pt x="538442" y="90281"/>
                  <a:pt x="536433" y="91659"/>
                </a:cubicBezTo>
                <a:cubicBezTo>
                  <a:pt x="534424" y="93036"/>
                  <a:pt x="532948" y="94690"/>
                  <a:pt x="532004" y="96621"/>
                </a:cubicBezTo>
                <a:cubicBezTo>
                  <a:pt x="531060" y="98550"/>
                  <a:pt x="530589" y="100770"/>
                  <a:pt x="530589" y="103281"/>
                </a:cubicBezTo>
                <a:cubicBezTo>
                  <a:pt x="530589" y="107569"/>
                  <a:pt x="531943" y="110984"/>
                  <a:pt x="534652" y="113525"/>
                </a:cubicBezTo>
                <a:cubicBezTo>
                  <a:pt x="537361" y="116067"/>
                  <a:pt x="541151" y="117338"/>
                  <a:pt x="546021" y="117338"/>
                </a:cubicBezTo>
                <a:cubicBezTo>
                  <a:pt x="549978" y="117338"/>
                  <a:pt x="553645" y="116327"/>
                  <a:pt x="557024" y="114307"/>
                </a:cubicBezTo>
                <a:cubicBezTo>
                  <a:pt x="560402" y="112285"/>
                  <a:pt x="563948" y="109192"/>
                  <a:pt x="567662" y="105027"/>
                </a:cubicBezTo>
                <a:lnTo>
                  <a:pt x="567662" y="87478"/>
                </a:lnTo>
                <a:close/>
                <a:moveTo>
                  <a:pt x="629698" y="117383"/>
                </a:moveTo>
                <a:cubicBezTo>
                  <a:pt x="629698" y="121724"/>
                  <a:pt x="628983" y="124613"/>
                  <a:pt x="627552" y="126049"/>
                </a:cubicBezTo>
                <a:cubicBezTo>
                  <a:pt x="626122" y="127486"/>
                  <a:pt x="623519" y="128204"/>
                  <a:pt x="619745" y="128204"/>
                </a:cubicBezTo>
                <a:cubicBezTo>
                  <a:pt x="616092" y="128204"/>
                  <a:pt x="613566" y="127501"/>
                  <a:pt x="612166" y="126095"/>
                </a:cubicBezTo>
                <a:cubicBezTo>
                  <a:pt x="610766" y="124689"/>
                  <a:pt x="610066" y="121877"/>
                  <a:pt x="610066" y="117657"/>
                </a:cubicBezTo>
                <a:cubicBezTo>
                  <a:pt x="610066" y="113316"/>
                  <a:pt x="610781" y="110427"/>
                  <a:pt x="612212" y="108991"/>
                </a:cubicBezTo>
                <a:cubicBezTo>
                  <a:pt x="613642" y="107555"/>
                  <a:pt x="616245" y="106836"/>
                  <a:pt x="620019" y="106836"/>
                </a:cubicBezTo>
                <a:cubicBezTo>
                  <a:pt x="623671" y="106836"/>
                  <a:pt x="626198" y="107539"/>
                  <a:pt x="627598" y="108945"/>
                </a:cubicBezTo>
                <a:cubicBezTo>
                  <a:pt x="628998" y="110351"/>
                  <a:pt x="629698" y="113164"/>
                  <a:pt x="629698" y="117383"/>
                </a:cubicBezTo>
                <a:close/>
                <a:moveTo>
                  <a:pt x="716211" y="112589"/>
                </a:moveTo>
                <a:cubicBezTo>
                  <a:pt x="716211" y="113624"/>
                  <a:pt x="716181" y="114522"/>
                  <a:pt x="716120" y="115283"/>
                </a:cubicBezTo>
                <a:cubicBezTo>
                  <a:pt x="716059" y="116044"/>
                  <a:pt x="715953" y="116683"/>
                  <a:pt x="715800" y="117201"/>
                </a:cubicBezTo>
                <a:cubicBezTo>
                  <a:pt x="715648" y="117718"/>
                  <a:pt x="715466" y="118175"/>
                  <a:pt x="715252" y="118570"/>
                </a:cubicBezTo>
                <a:cubicBezTo>
                  <a:pt x="715039" y="118966"/>
                  <a:pt x="714552" y="119544"/>
                  <a:pt x="713791" y="120305"/>
                </a:cubicBezTo>
                <a:cubicBezTo>
                  <a:pt x="713031" y="121066"/>
                  <a:pt x="711737" y="122010"/>
                  <a:pt x="709911" y="123136"/>
                </a:cubicBezTo>
                <a:cubicBezTo>
                  <a:pt x="708084" y="124262"/>
                  <a:pt x="706030" y="125267"/>
                  <a:pt x="703747" y="126149"/>
                </a:cubicBezTo>
                <a:cubicBezTo>
                  <a:pt x="701464" y="127032"/>
                  <a:pt x="698984" y="127747"/>
                  <a:pt x="696305" y="128295"/>
                </a:cubicBezTo>
                <a:cubicBezTo>
                  <a:pt x="693626" y="128843"/>
                  <a:pt x="690857" y="129117"/>
                  <a:pt x="687995" y="129117"/>
                </a:cubicBezTo>
                <a:cubicBezTo>
                  <a:pt x="682091" y="129117"/>
                  <a:pt x="676855" y="128141"/>
                  <a:pt x="672290" y="126189"/>
                </a:cubicBezTo>
                <a:cubicBezTo>
                  <a:pt x="667724" y="124237"/>
                  <a:pt x="663904" y="121386"/>
                  <a:pt x="660830" y="117634"/>
                </a:cubicBezTo>
                <a:cubicBezTo>
                  <a:pt x="657756" y="113883"/>
                  <a:pt x="655412" y="109277"/>
                  <a:pt x="653799" y="103817"/>
                </a:cubicBezTo>
                <a:cubicBezTo>
                  <a:pt x="652185" y="98358"/>
                  <a:pt x="651379" y="92060"/>
                  <a:pt x="651379" y="84924"/>
                </a:cubicBezTo>
                <a:cubicBezTo>
                  <a:pt x="651379" y="76811"/>
                  <a:pt x="652368" y="69841"/>
                  <a:pt x="654347" y="64016"/>
                </a:cubicBezTo>
                <a:cubicBezTo>
                  <a:pt x="656325" y="58191"/>
                  <a:pt x="659034" y="53418"/>
                  <a:pt x="662473" y="49697"/>
                </a:cubicBezTo>
                <a:cubicBezTo>
                  <a:pt x="665913" y="45976"/>
                  <a:pt x="669961" y="43216"/>
                  <a:pt x="674618" y="41416"/>
                </a:cubicBezTo>
                <a:cubicBezTo>
                  <a:pt x="679275" y="39617"/>
                  <a:pt x="684313" y="38717"/>
                  <a:pt x="689730" y="38717"/>
                </a:cubicBezTo>
                <a:cubicBezTo>
                  <a:pt x="692348" y="38717"/>
                  <a:pt x="694890" y="38960"/>
                  <a:pt x="697355" y="39447"/>
                </a:cubicBezTo>
                <a:cubicBezTo>
                  <a:pt x="699821" y="39934"/>
                  <a:pt x="702088" y="40574"/>
                  <a:pt x="704158" y="41365"/>
                </a:cubicBezTo>
                <a:cubicBezTo>
                  <a:pt x="706228" y="42156"/>
                  <a:pt x="708069" y="43069"/>
                  <a:pt x="709682" y="44104"/>
                </a:cubicBezTo>
                <a:cubicBezTo>
                  <a:pt x="711296" y="45139"/>
                  <a:pt x="712467" y="46022"/>
                  <a:pt x="713198" y="46752"/>
                </a:cubicBezTo>
                <a:cubicBezTo>
                  <a:pt x="713928" y="47483"/>
                  <a:pt x="714431" y="48061"/>
                  <a:pt x="714705" y="48487"/>
                </a:cubicBezTo>
                <a:cubicBezTo>
                  <a:pt x="714979" y="48913"/>
                  <a:pt x="715207" y="49416"/>
                  <a:pt x="715389" y="49994"/>
                </a:cubicBezTo>
                <a:cubicBezTo>
                  <a:pt x="715572" y="50572"/>
                  <a:pt x="715694" y="51227"/>
                  <a:pt x="715755" y="51957"/>
                </a:cubicBezTo>
                <a:cubicBezTo>
                  <a:pt x="715816" y="52688"/>
                  <a:pt x="715846" y="53601"/>
                  <a:pt x="715846" y="54697"/>
                </a:cubicBezTo>
                <a:cubicBezTo>
                  <a:pt x="715846" y="57071"/>
                  <a:pt x="715572" y="58730"/>
                  <a:pt x="715024" y="59673"/>
                </a:cubicBezTo>
                <a:cubicBezTo>
                  <a:pt x="714476" y="60617"/>
                  <a:pt x="713807" y="61089"/>
                  <a:pt x="713015" y="61089"/>
                </a:cubicBezTo>
                <a:cubicBezTo>
                  <a:pt x="712102" y="61089"/>
                  <a:pt x="711052" y="60586"/>
                  <a:pt x="709865" y="59582"/>
                </a:cubicBezTo>
                <a:cubicBezTo>
                  <a:pt x="708678" y="58577"/>
                  <a:pt x="707171" y="57466"/>
                  <a:pt x="705345" y="56249"/>
                </a:cubicBezTo>
                <a:cubicBezTo>
                  <a:pt x="703519" y="55031"/>
                  <a:pt x="701312" y="53920"/>
                  <a:pt x="698725" y="52916"/>
                </a:cubicBezTo>
                <a:cubicBezTo>
                  <a:pt x="696138" y="51912"/>
                  <a:pt x="693079" y="51409"/>
                  <a:pt x="689548" y="51409"/>
                </a:cubicBezTo>
                <a:cubicBezTo>
                  <a:pt x="682304" y="51409"/>
                  <a:pt x="676749" y="54203"/>
                  <a:pt x="672883" y="59790"/>
                </a:cubicBezTo>
                <a:cubicBezTo>
                  <a:pt x="669018" y="65376"/>
                  <a:pt x="667085" y="73479"/>
                  <a:pt x="667085" y="84099"/>
                </a:cubicBezTo>
                <a:cubicBezTo>
                  <a:pt x="667085" y="89411"/>
                  <a:pt x="667587" y="94066"/>
                  <a:pt x="668591" y="98065"/>
                </a:cubicBezTo>
                <a:cubicBezTo>
                  <a:pt x="669596" y="102063"/>
                  <a:pt x="671072" y="105406"/>
                  <a:pt x="673020" y="108092"/>
                </a:cubicBezTo>
                <a:cubicBezTo>
                  <a:pt x="674968" y="110778"/>
                  <a:pt x="677357" y="112778"/>
                  <a:pt x="680188" y="114090"/>
                </a:cubicBezTo>
                <a:cubicBezTo>
                  <a:pt x="683019" y="115403"/>
                  <a:pt x="686261" y="116059"/>
                  <a:pt x="689913" y="116059"/>
                </a:cubicBezTo>
                <a:cubicBezTo>
                  <a:pt x="693383" y="116059"/>
                  <a:pt x="696427" y="115511"/>
                  <a:pt x="699044" y="114415"/>
                </a:cubicBezTo>
                <a:cubicBezTo>
                  <a:pt x="701662" y="113320"/>
                  <a:pt x="703930" y="112117"/>
                  <a:pt x="705847" y="110809"/>
                </a:cubicBezTo>
                <a:cubicBezTo>
                  <a:pt x="707765" y="109500"/>
                  <a:pt x="709378" y="108313"/>
                  <a:pt x="710687" y="107247"/>
                </a:cubicBezTo>
                <a:cubicBezTo>
                  <a:pt x="711996" y="106182"/>
                  <a:pt x="713015" y="105649"/>
                  <a:pt x="713746" y="105649"/>
                </a:cubicBezTo>
                <a:cubicBezTo>
                  <a:pt x="714172" y="105649"/>
                  <a:pt x="714537" y="105771"/>
                  <a:pt x="714842" y="106015"/>
                </a:cubicBezTo>
                <a:cubicBezTo>
                  <a:pt x="715146" y="106258"/>
                  <a:pt x="715405" y="106669"/>
                  <a:pt x="715618" y="107247"/>
                </a:cubicBezTo>
                <a:cubicBezTo>
                  <a:pt x="715831" y="107826"/>
                  <a:pt x="715983" y="108556"/>
                  <a:pt x="716074" y="109439"/>
                </a:cubicBezTo>
                <a:cubicBezTo>
                  <a:pt x="716166" y="110322"/>
                  <a:pt x="716211" y="111372"/>
                  <a:pt x="716211" y="112589"/>
                </a:cubicBezTo>
                <a:close/>
                <a:moveTo>
                  <a:pt x="811301" y="83049"/>
                </a:moveTo>
                <a:cubicBezTo>
                  <a:pt x="811301" y="89751"/>
                  <a:pt x="810418" y="95921"/>
                  <a:pt x="808653" y="101557"/>
                </a:cubicBezTo>
                <a:cubicBezTo>
                  <a:pt x="806887" y="107194"/>
                  <a:pt x="804254" y="112055"/>
                  <a:pt x="800754" y="116139"/>
                </a:cubicBezTo>
                <a:cubicBezTo>
                  <a:pt x="797254" y="120221"/>
                  <a:pt x="792871" y="123405"/>
                  <a:pt x="787605" y="125690"/>
                </a:cubicBezTo>
                <a:cubicBezTo>
                  <a:pt x="782339" y="127975"/>
                  <a:pt x="776236" y="129117"/>
                  <a:pt x="769297" y="129117"/>
                </a:cubicBezTo>
                <a:cubicBezTo>
                  <a:pt x="762539" y="129117"/>
                  <a:pt x="756650" y="128112"/>
                  <a:pt x="751627" y="126101"/>
                </a:cubicBezTo>
                <a:cubicBezTo>
                  <a:pt x="746605" y="124090"/>
                  <a:pt x="742420" y="121165"/>
                  <a:pt x="739072" y="117326"/>
                </a:cubicBezTo>
                <a:cubicBezTo>
                  <a:pt x="735724" y="113487"/>
                  <a:pt x="733228" y="108825"/>
                  <a:pt x="731584" y="103341"/>
                </a:cubicBezTo>
                <a:cubicBezTo>
                  <a:pt x="729941" y="97856"/>
                  <a:pt x="729119" y="91640"/>
                  <a:pt x="729119" y="84693"/>
                </a:cubicBezTo>
                <a:cubicBezTo>
                  <a:pt x="729119" y="77991"/>
                  <a:pt x="729986" y="71822"/>
                  <a:pt x="731721" y="66185"/>
                </a:cubicBezTo>
                <a:cubicBezTo>
                  <a:pt x="733456" y="60548"/>
                  <a:pt x="736074" y="55689"/>
                  <a:pt x="739574" y="51606"/>
                </a:cubicBezTo>
                <a:cubicBezTo>
                  <a:pt x="743074" y="47522"/>
                  <a:pt x="747442" y="44353"/>
                  <a:pt x="752678" y="42098"/>
                </a:cubicBezTo>
                <a:cubicBezTo>
                  <a:pt x="757913" y="39844"/>
                  <a:pt x="764031" y="38717"/>
                  <a:pt x="771032" y="38717"/>
                </a:cubicBezTo>
                <a:cubicBezTo>
                  <a:pt x="777789" y="38717"/>
                  <a:pt x="783678" y="39722"/>
                  <a:pt x="788701" y="41733"/>
                </a:cubicBezTo>
                <a:cubicBezTo>
                  <a:pt x="793723" y="43744"/>
                  <a:pt x="797908" y="46669"/>
                  <a:pt x="801256" y="50508"/>
                </a:cubicBezTo>
                <a:cubicBezTo>
                  <a:pt x="804604" y="54347"/>
                  <a:pt x="807115" y="59008"/>
                  <a:pt x="808790" y="64493"/>
                </a:cubicBezTo>
                <a:cubicBezTo>
                  <a:pt x="810464" y="69977"/>
                  <a:pt x="811301" y="76163"/>
                  <a:pt x="811301" y="83049"/>
                </a:cubicBezTo>
                <a:moveTo>
                  <a:pt x="795412" y="84054"/>
                </a:moveTo>
                <a:cubicBezTo>
                  <a:pt x="795412" y="79604"/>
                  <a:pt x="795001" y="75398"/>
                  <a:pt x="794179" y="71435"/>
                </a:cubicBezTo>
                <a:cubicBezTo>
                  <a:pt x="793358" y="67473"/>
                  <a:pt x="792003" y="63998"/>
                  <a:pt x="790116" y="61012"/>
                </a:cubicBezTo>
                <a:cubicBezTo>
                  <a:pt x="788229" y="58025"/>
                  <a:pt x="785672" y="55663"/>
                  <a:pt x="782446" y="53926"/>
                </a:cubicBezTo>
                <a:cubicBezTo>
                  <a:pt x="779219" y="52187"/>
                  <a:pt x="775202" y="51318"/>
                  <a:pt x="770392" y="51318"/>
                </a:cubicBezTo>
                <a:cubicBezTo>
                  <a:pt x="765948" y="51318"/>
                  <a:pt x="762128" y="52110"/>
                  <a:pt x="758933" y="53695"/>
                </a:cubicBezTo>
                <a:cubicBezTo>
                  <a:pt x="755737" y="55280"/>
                  <a:pt x="753104" y="57521"/>
                  <a:pt x="751034" y="60418"/>
                </a:cubicBezTo>
                <a:cubicBezTo>
                  <a:pt x="748964" y="63313"/>
                  <a:pt x="747427" y="66742"/>
                  <a:pt x="746423" y="70705"/>
                </a:cubicBezTo>
                <a:cubicBezTo>
                  <a:pt x="745418" y="74666"/>
                  <a:pt x="744916" y="78994"/>
                  <a:pt x="744916" y="83689"/>
                </a:cubicBezTo>
                <a:cubicBezTo>
                  <a:pt x="744916" y="88199"/>
                  <a:pt x="745327" y="92436"/>
                  <a:pt x="746149" y="96398"/>
                </a:cubicBezTo>
                <a:cubicBezTo>
                  <a:pt x="746970" y="100361"/>
                  <a:pt x="748340" y="103820"/>
                  <a:pt x="750258" y="106777"/>
                </a:cubicBezTo>
                <a:cubicBezTo>
                  <a:pt x="752175" y="109733"/>
                  <a:pt x="754747" y="112080"/>
                  <a:pt x="757974" y="113819"/>
                </a:cubicBezTo>
                <a:cubicBezTo>
                  <a:pt x="761200" y="115556"/>
                  <a:pt x="765218" y="116424"/>
                  <a:pt x="770027" y="116424"/>
                </a:cubicBezTo>
                <a:cubicBezTo>
                  <a:pt x="774410" y="116424"/>
                  <a:pt x="778215" y="115632"/>
                  <a:pt x="781441" y="114047"/>
                </a:cubicBezTo>
                <a:cubicBezTo>
                  <a:pt x="784668" y="112463"/>
                  <a:pt x="787316" y="110238"/>
                  <a:pt x="789385" y="107373"/>
                </a:cubicBezTo>
                <a:cubicBezTo>
                  <a:pt x="791455" y="104506"/>
                  <a:pt x="792977" y="101092"/>
                  <a:pt x="793951" y="97132"/>
                </a:cubicBezTo>
                <a:cubicBezTo>
                  <a:pt x="794925" y="93169"/>
                  <a:pt x="795412" y="88810"/>
                  <a:pt x="795412" y="84054"/>
                </a:cubicBezTo>
                <a:close/>
                <a:moveTo>
                  <a:pt x="956582" y="125008"/>
                </a:moveTo>
                <a:cubicBezTo>
                  <a:pt x="956582" y="125495"/>
                  <a:pt x="956460" y="125906"/>
                  <a:pt x="956216" y="126241"/>
                </a:cubicBezTo>
                <a:cubicBezTo>
                  <a:pt x="955973" y="126575"/>
                  <a:pt x="955577" y="126865"/>
                  <a:pt x="955029" y="127108"/>
                </a:cubicBezTo>
                <a:cubicBezTo>
                  <a:pt x="954481" y="127352"/>
                  <a:pt x="953720" y="127534"/>
                  <a:pt x="952746" y="127656"/>
                </a:cubicBezTo>
                <a:cubicBezTo>
                  <a:pt x="951772" y="127778"/>
                  <a:pt x="950555" y="127839"/>
                  <a:pt x="949094" y="127839"/>
                </a:cubicBezTo>
                <a:cubicBezTo>
                  <a:pt x="947572" y="127839"/>
                  <a:pt x="946324" y="127778"/>
                  <a:pt x="945350" y="127656"/>
                </a:cubicBezTo>
                <a:cubicBezTo>
                  <a:pt x="944376" y="127534"/>
                  <a:pt x="943600" y="127352"/>
                  <a:pt x="943022" y="127108"/>
                </a:cubicBezTo>
                <a:cubicBezTo>
                  <a:pt x="942443" y="126865"/>
                  <a:pt x="942032" y="126575"/>
                  <a:pt x="941789" y="126241"/>
                </a:cubicBezTo>
                <a:cubicBezTo>
                  <a:pt x="941545" y="125906"/>
                  <a:pt x="941424" y="125495"/>
                  <a:pt x="941424" y="125008"/>
                </a:cubicBezTo>
                <a:lnTo>
                  <a:pt x="941424" y="75059"/>
                </a:lnTo>
                <a:cubicBezTo>
                  <a:pt x="941424" y="71590"/>
                  <a:pt x="941119" y="68424"/>
                  <a:pt x="940510" y="65563"/>
                </a:cubicBezTo>
                <a:cubicBezTo>
                  <a:pt x="939902" y="62702"/>
                  <a:pt x="938928" y="60236"/>
                  <a:pt x="937588" y="58167"/>
                </a:cubicBezTo>
                <a:cubicBezTo>
                  <a:pt x="936249" y="56097"/>
                  <a:pt x="934545" y="54514"/>
                  <a:pt x="932475" y="53418"/>
                </a:cubicBezTo>
                <a:cubicBezTo>
                  <a:pt x="930405" y="52322"/>
                  <a:pt x="927970" y="51775"/>
                  <a:pt x="925170" y="51775"/>
                </a:cubicBezTo>
                <a:cubicBezTo>
                  <a:pt x="921700" y="51775"/>
                  <a:pt x="918215" y="53114"/>
                  <a:pt x="914714" y="55792"/>
                </a:cubicBezTo>
                <a:cubicBezTo>
                  <a:pt x="911214" y="58471"/>
                  <a:pt x="907364" y="62397"/>
                  <a:pt x="903163" y="67572"/>
                </a:cubicBezTo>
                <a:lnTo>
                  <a:pt x="903163" y="125008"/>
                </a:lnTo>
                <a:cubicBezTo>
                  <a:pt x="903163" y="125495"/>
                  <a:pt x="903042" y="125906"/>
                  <a:pt x="902798" y="126241"/>
                </a:cubicBezTo>
                <a:cubicBezTo>
                  <a:pt x="902555" y="126575"/>
                  <a:pt x="902144" y="126865"/>
                  <a:pt x="901565" y="127108"/>
                </a:cubicBezTo>
                <a:cubicBezTo>
                  <a:pt x="900987" y="127352"/>
                  <a:pt x="900211" y="127534"/>
                  <a:pt x="899237" y="127656"/>
                </a:cubicBezTo>
                <a:cubicBezTo>
                  <a:pt x="898263" y="127778"/>
                  <a:pt x="897045" y="127839"/>
                  <a:pt x="895584" y="127839"/>
                </a:cubicBezTo>
                <a:cubicBezTo>
                  <a:pt x="894184" y="127839"/>
                  <a:pt x="892982" y="127778"/>
                  <a:pt x="891977" y="127656"/>
                </a:cubicBezTo>
                <a:cubicBezTo>
                  <a:pt x="890973" y="127534"/>
                  <a:pt x="890182" y="127352"/>
                  <a:pt x="889603" y="127108"/>
                </a:cubicBezTo>
                <a:cubicBezTo>
                  <a:pt x="889025" y="126865"/>
                  <a:pt x="888629" y="126575"/>
                  <a:pt x="888416" y="126241"/>
                </a:cubicBezTo>
                <a:cubicBezTo>
                  <a:pt x="888203" y="125906"/>
                  <a:pt x="888097" y="125495"/>
                  <a:pt x="888097" y="125008"/>
                </a:cubicBezTo>
                <a:lnTo>
                  <a:pt x="888097" y="75059"/>
                </a:lnTo>
                <a:cubicBezTo>
                  <a:pt x="888097" y="71590"/>
                  <a:pt x="887762" y="68424"/>
                  <a:pt x="887092" y="65563"/>
                </a:cubicBezTo>
                <a:cubicBezTo>
                  <a:pt x="886423" y="62702"/>
                  <a:pt x="885418" y="60236"/>
                  <a:pt x="884079" y="58167"/>
                </a:cubicBezTo>
                <a:cubicBezTo>
                  <a:pt x="882740" y="56097"/>
                  <a:pt x="881050" y="54514"/>
                  <a:pt x="879011" y="53418"/>
                </a:cubicBezTo>
                <a:cubicBezTo>
                  <a:pt x="876972" y="52322"/>
                  <a:pt x="874552" y="51775"/>
                  <a:pt x="871752" y="51775"/>
                </a:cubicBezTo>
                <a:cubicBezTo>
                  <a:pt x="868282" y="51775"/>
                  <a:pt x="864781" y="53114"/>
                  <a:pt x="861251" y="55792"/>
                </a:cubicBezTo>
                <a:cubicBezTo>
                  <a:pt x="857720" y="58471"/>
                  <a:pt x="853885" y="62397"/>
                  <a:pt x="849745" y="67572"/>
                </a:cubicBezTo>
                <a:lnTo>
                  <a:pt x="849745" y="125008"/>
                </a:lnTo>
                <a:cubicBezTo>
                  <a:pt x="849745" y="125495"/>
                  <a:pt x="849623" y="125906"/>
                  <a:pt x="849380" y="126241"/>
                </a:cubicBezTo>
                <a:cubicBezTo>
                  <a:pt x="849136" y="126575"/>
                  <a:pt x="848741" y="126865"/>
                  <a:pt x="848193" y="127108"/>
                </a:cubicBezTo>
                <a:cubicBezTo>
                  <a:pt x="847645" y="127352"/>
                  <a:pt x="846884" y="127534"/>
                  <a:pt x="845910" y="127656"/>
                </a:cubicBezTo>
                <a:cubicBezTo>
                  <a:pt x="844936" y="127778"/>
                  <a:pt x="843688" y="127839"/>
                  <a:pt x="842166" y="127839"/>
                </a:cubicBezTo>
                <a:cubicBezTo>
                  <a:pt x="840705" y="127839"/>
                  <a:pt x="839488" y="127778"/>
                  <a:pt x="838514" y="127656"/>
                </a:cubicBezTo>
                <a:cubicBezTo>
                  <a:pt x="837540" y="127534"/>
                  <a:pt x="836763" y="127352"/>
                  <a:pt x="836185" y="127108"/>
                </a:cubicBezTo>
                <a:cubicBezTo>
                  <a:pt x="835607" y="126865"/>
                  <a:pt x="835211" y="126575"/>
                  <a:pt x="834998" y="126241"/>
                </a:cubicBezTo>
                <a:cubicBezTo>
                  <a:pt x="834785" y="125906"/>
                  <a:pt x="834678" y="125495"/>
                  <a:pt x="834678" y="125008"/>
                </a:cubicBezTo>
                <a:lnTo>
                  <a:pt x="834678" y="42826"/>
                </a:lnTo>
                <a:cubicBezTo>
                  <a:pt x="834678" y="42339"/>
                  <a:pt x="834770" y="41928"/>
                  <a:pt x="834952" y="41593"/>
                </a:cubicBezTo>
                <a:cubicBezTo>
                  <a:pt x="835135" y="41258"/>
                  <a:pt x="835500" y="40954"/>
                  <a:pt x="836048" y="40680"/>
                </a:cubicBezTo>
                <a:cubicBezTo>
                  <a:pt x="836596" y="40406"/>
                  <a:pt x="837296" y="40223"/>
                  <a:pt x="838148" y="40132"/>
                </a:cubicBezTo>
                <a:cubicBezTo>
                  <a:pt x="839001" y="40041"/>
                  <a:pt x="840127" y="39995"/>
                  <a:pt x="841527" y="39995"/>
                </a:cubicBezTo>
                <a:cubicBezTo>
                  <a:pt x="842866" y="39995"/>
                  <a:pt x="843977" y="40041"/>
                  <a:pt x="844860" y="40132"/>
                </a:cubicBezTo>
                <a:cubicBezTo>
                  <a:pt x="845742" y="40223"/>
                  <a:pt x="846427" y="40406"/>
                  <a:pt x="846914" y="40680"/>
                </a:cubicBezTo>
                <a:cubicBezTo>
                  <a:pt x="847401" y="40954"/>
                  <a:pt x="847751" y="41258"/>
                  <a:pt x="847964" y="41593"/>
                </a:cubicBezTo>
                <a:cubicBezTo>
                  <a:pt x="848178" y="41928"/>
                  <a:pt x="848284" y="42339"/>
                  <a:pt x="848284" y="42826"/>
                </a:cubicBezTo>
                <a:lnTo>
                  <a:pt x="848284" y="53692"/>
                </a:lnTo>
                <a:cubicBezTo>
                  <a:pt x="852911" y="48518"/>
                  <a:pt x="857400" y="44728"/>
                  <a:pt x="861753" y="42324"/>
                </a:cubicBezTo>
                <a:cubicBezTo>
                  <a:pt x="866105" y="39919"/>
                  <a:pt x="870504" y="38717"/>
                  <a:pt x="874948" y="38717"/>
                </a:cubicBezTo>
                <a:cubicBezTo>
                  <a:pt x="878357" y="38717"/>
                  <a:pt x="881416" y="39113"/>
                  <a:pt x="884124" y="39904"/>
                </a:cubicBezTo>
                <a:cubicBezTo>
                  <a:pt x="886833" y="40695"/>
                  <a:pt x="889223" y="41806"/>
                  <a:pt x="891293" y="43237"/>
                </a:cubicBezTo>
                <a:cubicBezTo>
                  <a:pt x="893362" y="44667"/>
                  <a:pt x="895128" y="46372"/>
                  <a:pt x="896589" y="48350"/>
                </a:cubicBezTo>
                <a:cubicBezTo>
                  <a:pt x="898050" y="50329"/>
                  <a:pt x="899267" y="52536"/>
                  <a:pt x="900241" y="54971"/>
                </a:cubicBezTo>
                <a:cubicBezTo>
                  <a:pt x="902981" y="51988"/>
                  <a:pt x="905583" y="49461"/>
                  <a:pt x="908049" y="47392"/>
                </a:cubicBezTo>
                <a:cubicBezTo>
                  <a:pt x="910514" y="45322"/>
                  <a:pt x="912888" y="43648"/>
                  <a:pt x="915171" y="42369"/>
                </a:cubicBezTo>
                <a:cubicBezTo>
                  <a:pt x="917454" y="41091"/>
                  <a:pt x="919676" y="40163"/>
                  <a:pt x="921837" y="39584"/>
                </a:cubicBezTo>
                <a:cubicBezTo>
                  <a:pt x="923998" y="39006"/>
                  <a:pt x="926174" y="38717"/>
                  <a:pt x="928366" y="38717"/>
                </a:cubicBezTo>
                <a:cubicBezTo>
                  <a:pt x="933662" y="38717"/>
                  <a:pt x="938106" y="39645"/>
                  <a:pt x="941697" y="41502"/>
                </a:cubicBezTo>
                <a:cubicBezTo>
                  <a:pt x="945289" y="43359"/>
                  <a:pt x="948196" y="45839"/>
                  <a:pt x="950418" y="48944"/>
                </a:cubicBezTo>
                <a:cubicBezTo>
                  <a:pt x="952640" y="52049"/>
                  <a:pt x="954223" y="55686"/>
                  <a:pt x="955166" y="59856"/>
                </a:cubicBezTo>
                <a:cubicBezTo>
                  <a:pt x="956110" y="64026"/>
                  <a:pt x="956582" y="68424"/>
                  <a:pt x="956582" y="73051"/>
                </a:cubicBezTo>
                <a:lnTo>
                  <a:pt x="956582" y="1250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Aliasesfora.com">
            <a:extLst xmlns:a="http://schemas.openxmlformats.org/drawingml/2006/main">
              <a:ext uri="{FF2B5EF4-FFF2-40B4-BE49-F238E27FC236}">
                <a16:creationId xmlns:a16="http://schemas.microsoft.com/office/drawing/2014/main" id="{D97F409B-8FE1-48B4-8D15-931CAC69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646" y="2113893"/>
            <a:ext cx="1436185" cy="147427"/>
          </a:xfrm>
          <a:custGeom xmlns:a="http://schemas.openxmlformats.org/drawingml/2006/main">
            <a:pathLst>
              <a:path w="1436185" h="147427">
                <a:moveTo>
                  <a:pt x="114810" y="139018"/>
                </a:moveTo>
                <a:cubicBezTo>
                  <a:pt x="115363" y="140540"/>
                  <a:pt x="115658" y="141769"/>
                  <a:pt x="115692" y="142703"/>
                </a:cubicBezTo>
                <a:cubicBezTo>
                  <a:pt x="115727" y="143638"/>
                  <a:pt x="115467" y="144347"/>
                  <a:pt x="114914" y="144832"/>
                </a:cubicBezTo>
                <a:cubicBezTo>
                  <a:pt x="114360" y="145316"/>
                  <a:pt x="113443" y="145628"/>
                  <a:pt x="112162" y="145766"/>
                </a:cubicBezTo>
                <a:cubicBezTo>
                  <a:pt x="110882" y="145904"/>
                  <a:pt x="109169" y="145974"/>
                  <a:pt x="107023" y="145974"/>
                </a:cubicBezTo>
                <a:cubicBezTo>
                  <a:pt x="104877" y="145974"/>
                  <a:pt x="103164" y="145922"/>
                  <a:pt x="101884" y="145818"/>
                </a:cubicBezTo>
                <a:cubicBezTo>
                  <a:pt x="100603" y="145714"/>
                  <a:pt x="99634" y="145541"/>
                  <a:pt x="98977" y="145299"/>
                </a:cubicBezTo>
                <a:cubicBezTo>
                  <a:pt x="98319" y="145057"/>
                  <a:pt x="97835" y="144728"/>
                  <a:pt x="97523" y="144312"/>
                </a:cubicBezTo>
                <a:cubicBezTo>
                  <a:pt x="97212" y="143897"/>
                  <a:pt x="96918" y="143378"/>
                  <a:pt x="96641" y="142755"/>
                </a:cubicBezTo>
                <a:lnTo>
                  <a:pt x="85117" y="110051"/>
                </a:lnTo>
                <a:lnTo>
                  <a:pt x="29260" y="110051"/>
                </a:lnTo>
                <a:lnTo>
                  <a:pt x="18255" y="142340"/>
                </a:lnTo>
                <a:cubicBezTo>
                  <a:pt x="18048" y="142963"/>
                  <a:pt x="17771" y="143499"/>
                  <a:pt x="17425" y="143949"/>
                </a:cubicBezTo>
                <a:cubicBezTo>
                  <a:pt x="17079" y="144399"/>
                  <a:pt x="16577" y="144780"/>
                  <a:pt x="15919" y="145091"/>
                </a:cubicBezTo>
                <a:cubicBezTo>
                  <a:pt x="15262" y="145403"/>
                  <a:pt x="14327" y="145628"/>
                  <a:pt x="13116" y="145766"/>
                </a:cubicBezTo>
                <a:cubicBezTo>
                  <a:pt x="11905" y="145904"/>
                  <a:pt x="10330" y="145974"/>
                  <a:pt x="8392" y="145974"/>
                </a:cubicBezTo>
                <a:cubicBezTo>
                  <a:pt x="6385" y="145974"/>
                  <a:pt x="4741" y="145887"/>
                  <a:pt x="3461" y="145714"/>
                </a:cubicBezTo>
                <a:cubicBezTo>
                  <a:pt x="2180" y="145541"/>
                  <a:pt x="1280" y="145212"/>
                  <a:pt x="761" y="144728"/>
                </a:cubicBezTo>
                <a:cubicBezTo>
                  <a:pt x="242" y="144243"/>
                  <a:pt x="0" y="143534"/>
                  <a:pt x="35" y="142599"/>
                </a:cubicBezTo>
                <a:cubicBezTo>
                  <a:pt x="69" y="141665"/>
                  <a:pt x="363" y="140436"/>
                  <a:pt x="917" y="138914"/>
                </a:cubicBezTo>
                <a:lnTo>
                  <a:pt x="45976" y="14120"/>
                </a:lnTo>
                <a:cubicBezTo>
                  <a:pt x="46253" y="13358"/>
                  <a:pt x="46616" y="12735"/>
                  <a:pt x="47066" y="12251"/>
                </a:cubicBezTo>
                <a:cubicBezTo>
                  <a:pt x="47516" y="11766"/>
                  <a:pt x="48173" y="11386"/>
                  <a:pt x="49039" y="11109"/>
                </a:cubicBezTo>
                <a:cubicBezTo>
                  <a:pt x="49904" y="10832"/>
                  <a:pt x="51011" y="10642"/>
                  <a:pt x="52361" y="10538"/>
                </a:cubicBezTo>
                <a:cubicBezTo>
                  <a:pt x="53711" y="10434"/>
                  <a:pt x="55424" y="10382"/>
                  <a:pt x="57500" y="10382"/>
                </a:cubicBezTo>
                <a:cubicBezTo>
                  <a:pt x="59715" y="10382"/>
                  <a:pt x="61549" y="10434"/>
                  <a:pt x="63003" y="10538"/>
                </a:cubicBezTo>
                <a:cubicBezTo>
                  <a:pt x="64456" y="10642"/>
                  <a:pt x="65633" y="10832"/>
                  <a:pt x="66533" y="11109"/>
                </a:cubicBezTo>
                <a:cubicBezTo>
                  <a:pt x="67432" y="11386"/>
                  <a:pt x="68124" y="11784"/>
                  <a:pt x="68609" y="12303"/>
                </a:cubicBezTo>
                <a:cubicBezTo>
                  <a:pt x="69093" y="12822"/>
                  <a:pt x="69474" y="13462"/>
                  <a:pt x="69751" y="14224"/>
                </a:cubicBezTo>
                <a:lnTo>
                  <a:pt x="114810" y="139018"/>
                </a:lnTo>
                <a:moveTo>
                  <a:pt x="56981" y="28862"/>
                </a:moveTo>
                <a:lnTo>
                  <a:pt x="56877" y="28862"/>
                </a:lnTo>
                <a:lnTo>
                  <a:pt x="33725" y="95828"/>
                </a:lnTo>
                <a:lnTo>
                  <a:pt x="80445" y="95828"/>
                </a:lnTo>
                <a:lnTo>
                  <a:pt x="56981" y="28862"/>
                </a:lnTo>
                <a:close/>
                <a:moveTo>
                  <a:pt x="151178" y="142752"/>
                </a:moveTo>
                <a:cubicBezTo>
                  <a:pt x="151178" y="143306"/>
                  <a:pt x="151040" y="143774"/>
                  <a:pt x="150763" y="144157"/>
                </a:cubicBezTo>
                <a:cubicBezTo>
                  <a:pt x="150486" y="144537"/>
                  <a:pt x="150036" y="144866"/>
                  <a:pt x="149413" y="145143"/>
                </a:cubicBezTo>
                <a:cubicBezTo>
                  <a:pt x="148791" y="145420"/>
                  <a:pt x="147925" y="145628"/>
                  <a:pt x="146818" y="145766"/>
                </a:cubicBezTo>
                <a:cubicBezTo>
                  <a:pt x="145710" y="145904"/>
                  <a:pt x="144292" y="145974"/>
                  <a:pt x="142561" y="145974"/>
                </a:cubicBezTo>
                <a:cubicBezTo>
                  <a:pt x="140900" y="145974"/>
                  <a:pt x="139516" y="145904"/>
                  <a:pt x="138408" y="145766"/>
                </a:cubicBezTo>
                <a:cubicBezTo>
                  <a:pt x="137301" y="145628"/>
                  <a:pt x="136418" y="145420"/>
                  <a:pt x="135761" y="145143"/>
                </a:cubicBezTo>
                <a:cubicBezTo>
                  <a:pt x="135103" y="144866"/>
                  <a:pt x="134653" y="144537"/>
                  <a:pt x="134411" y="144157"/>
                </a:cubicBezTo>
                <a:cubicBezTo>
                  <a:pt x="134169" y="143774"/>
                  <a:pt x="134048" y="143306"/>
                  <a:pt x="134048" y="142752"/>
                </a:cubicBezTo>
                <a:lnTo>
                  <a:pt x="134048" y="3948"/>
                </a:lnTo>
                <a:cubicBezTo>
                  <a:pt x="134048" y="3395"/>
                  <a:pt x="134169" y="2910"/>
                  <a:pt x="134411" y="2495"/>
                </a:cubicBezTo>
                <a:cubicBezTo>
                  <a:pt x="134653" y="2078"/>
                  <a:pt x="135103" y="1730"/>
                  <a:pt x="135761" y="1454"/>
                </a:cubicBezTo>
                <a:cubicBezTo>
                  <a:pt x="136418" y="1177"/>
                  <a:pt x="137301" y="969"/>
                  <a:pt x="138408" y="831"/>
                </a:cubicBezTo>
                <a:cubicBezTo>
                  <a:pt x="139516" y="692"/>
                  <a:pt x="140900" y="623"/>
                  <a:pt x="142561" y="623"/>
                </a:cubicBezTo>
                <a:cubicBezTo>
                  <a:pt x="144292" y="623"/>
                  <a:pt x="145710" y="692"/>
                  <a:pt x="146818" y="831"/>
                </a:cubicBezTo>
                <a:cubicBezTo>
                  <a:pt x="147925" y="969"/>
                  <a:pt x="148791" y="1177"/>
                  <a:pt x="149413" y="1454"/>
                </a:cubicBezTo>
                <a:cubicBezTo>
                  <a:pt x="150036" y="1730"/>
                  <a:pt x="150486" y="2078"/>
                  <a:pt x="150763" y="2495"/>
                </a:cubicBezTo>
                <a:cubicBezTo>
                  <a:pt x="151040" y="2910"/>
                  <a:pt x="151178" y="3395"/>
                  <a:pt x="151178" y="3948"/>
                </a:cubicBezTo>
                <a:lnTo>
                  <a:pt x="151178" y="142752"/>
                </a:lnTo>
                <a:close/>
                <a:moveTo>
                  <a:pt x="199636" y="142755"/>
                </a:moveTo>
                <a:cubicBezTo>
                  <a:pt x="199636" y="143309"/>
                  <a:pt x="199498" y="143776"/>
                  <a:pt x="199221" y="144157"/>
                </a:cubicBezTo>
                <a:cubicBezTo>
                  <a:pt x="198944" y="144537"/>
                  <a:pt x="198494" y="144866"/>
                  <a:pt x="197871" y="145143"/>
                </a:cubicBezTo>
                <a:cubicBezTo>
                  <a:pt x="197248" y="145420"/>
                  <a:pt x="196383" y="145628"/>
                  <a:pt x="195276" y="145766"/>
                </a:cubicBezTo>
                <a:cubicBezTo>
                  <a:pt x="194168" y="145904"/>
                  <a:pt x="192749" y="145974"/>
                  <a:pt x="191019" y="145974"/>
                </a:cubicBezTo>
                <a:cubicBezTo>
                  <a:pt x="189358" y="145974"/>
                  <a:pt x="187974" y="145904"/>
                  <a:pt x="186866" y="145766"/>
                </a:cubicBezTo>
                <a:cubicBezTo>
                  <a:pt x="185759" y="145628"/>
                  <a:pt x="184876" y="145420"/>
                  <a:pt x="184219" y="145143"/>
                </a:cubicBezTo>
                <a:cubicBezTo>
                  <a:pt x="183561" y="144866"/>
                  <a:pt x="183111" y="144537"/>
                  <a:pt x="182869" y="144157"/>
                </a:cubicBezTo>
                <a:cubicBezTo>
                  <a:pt x="182627" y="143776"/>
                  <a:pt x="182506" y="143309"/>
                  <a:pt x="182506" y="142755"/>
                </a:cubicBezTo>
                <a:lnTo>
                  <a:pt x="182506" y="49315"/>
                </a:lnTo>
                <a:cubicBezTo>
                  <a:pt x="182506" y="48831"/>
                  <a:pt x="182627" y="48381"/>
                  <a:pt x="182869" y="47966"/>
                </a:cubicBezTo>
                <a:cubicBezTo>
                  <a:pt x="183111" y="47550"/>
                  <a:pt x="183561" y="47204"/>
                  <a:pt x="184219" y="46928"/>
                </a:cubicBezTo>
                <a:cubicBezTo>
                  <a:pt x="184876" y="46651"/>
                  <a:pt x="185759" y="46443"/>
                  <a:pt x="186866" y="46305"/>
                </a:cubicBezTo>
                <a:cubicBezTo>
                  <a:pt x="187974" y="46166"/>
                  <a:pt x="189358" y="46097"/>
                  <a:pt x="191019" y="46097"/>
                </a:cubicBezTo>
                <a:cubicBezTo>
                  <a:pt x="192749" y="46097"/>
                  <a:pt x="194168" y="46166"/>
                  <a:pt x="195276" y="46305"/>
                </a:cubicBezTo>
                <a:cubicBezTo>
                  <a:pt x="196383" y="46443"/>
                  <a:pt x="197248" y="46651"/>
                  <a:pt x="197871" y="46928"/>
                </a:cubicBezTo>
                <a:cubicBezTo>
                  <a:pt x="198494" y="47204"/>
                  <a:pt x="198944" y="47550"/>
                  <a:pt x="199221" y="47966"/>
                </a:cubicBezTo>
                <a:cubicBezTo>
                  <a:pt x="199498" y="48381"/>
                  <a:pt x="199636" y="48831"/>
                  <a:pt x="199636" y="49315"/>
                </a:cubicBezTo>
                <a:lnTo>
                  <a:pt x="199636" y="142755"/>
                </a:lnTo>
                <a:moveTo>
                  <a:pt x="201609" y="17650"/>
                </a:moveTo>
                <a:cubicBezTo>
                  <a:pt x="201609" y="21664"/>
                  <a:pt x="200847" y="24398"/>
                  <a:pt x="199325" y="25852"/>
                </a:cubicBezTo>
                <a:cubicBezTo>
                  <a:pt x="197802" y="27305"/>
                  <a:pt x="194999" y="28032"/>
                  <a:pt x="190915" y="28032"/>
                </a:cubicBezTo>
                <a:cubicBezTo>
                  <a:pt x="186901" y="28032"/>
                  <a:pt x="184149" y="27322"/>
                  <a:pt x="182661" y="25904"/>
                </a:cubicBezTo>
                <a:cubicBezTo>
                  <a:pt x="181173" y="24485"/>
                  <a:pt x="180429" y="21803"/>
                  <a:pt x="180429" y="17857"/>
                </a:cubicBezTo>
                <a:cubicBezTo>
                  <a:pt x="180429" y="13843"/>
                  <a:pt x="181190" y="11109"/>
                  <a:pt x="182713" y="9655"/>
                </a:cubicBezTo>
                <a:cubicBezTo>
                  <a:pt x="184236" y="8202"/>
                  <a:pt x="187039" y="7475"/>
                  <a:pt x="191123" y="7475"/>
                </a:cubicBezTo>
                <a:cubicBezTo>
                  <a:pt x="195137" y="7475"/>
                  <a:pt x="197889" y="8185"/>
                  <a:pt x="199377" y="9604"/>
                </a:cubicBezTo>
                <a:cubicBezTo>
                  <a:pt x="200865" y="11022"/>
                  <a:pt x="201609" y="13705"/>
                  <a:pt x="201609" y="17650"/>
                </a:cubicBezTo>
                <a:close/>
                <a:moveTo>
                  <a:pt x="301355" y="142859"/>
                </a:moveTo>
                <a:cubicBezTo>
                  <a:pt x="301355" y="143690"/>
                  <a:pt x="301078" y="144312"/>
                  <a:pt x="300524" y="144728"/>
                </a:cubicBezTo>
                <a:cubicBezTo>
                  <a:pt x="299970" y="145143"/>
                  <a:pt x="299209" y="145454"/>
                  <a:pt x="298240" y="145662"/>
                </a:cubicBezTo>
                <a:cubicBezTo>
                  <a:pt x="297271" y="145870"/>
                  <a:pt x="295852" y="145974"/>
                  <a:pt x="293983" y="145974"/>
                </a:cubicBezTo>
                <a:cubicBezTo>
                  <a:pt x="292184" y="145974"/>
                  <a:pt x="290747" y="145870"/>
                  <a:pt x="289675" y="145662"/>
                </a:cubicBezTo>
                <a:cubicBezTo>
                  <a:pt x="288602" y="145454"/>
                  <a:pt x="287823" y="145143"/>
                  <a:pt x="287339" y="144728"/>
                </a:cubicBezTo>
                <a:cubicBezTo>
                  <a:pt x="286854" y="144312"/>
                  <a:pt x="286612" y="143690"/>
                  <a:pt x="286612" y="142859"/>
                </a:cubicBezTo>
                <a:lnTo>
                  <a:pt x="286612" y="133515"/>
                </a:lnTo>
                <a:cubicBezTo>
                  <a:pt x="282528" y="137875"/>
                  <a:pt x="277977" y="141284"/>
                  <a:pt x="272959" y="143741"/>
                </a:cubicBezTo>
                <a:cubicBezTo>
                  <a:pt x="267941" y="146199"/>
                  <a:pt x="262629" y="147427"/>
                  <a:pt x="257023" y="147427"/>
                </a:cubicBezTo>
                <a:cubicBezTo>
                  <a:pt x="252108" y="147427"/>
                  <a:pt x="247661" y="146785"/>
                  <a:pt x="243681" y="145500"/>
                </a:cubicBezTo>
                <a:cubicBezTo>
                  <a:pt x="239702" y="144215"/>
                  <a:pt x="236310" y="142357"/>
                  <a:pt x="233507" y="139926"/>
                </a:cubicBezTo>
                <a:cubicBezTo>
                  <a:pt x="230704" y="137495"/>
                  <a:pt x="228523" y="134509"/>
                  <a:pt x="226966" y="130968"/>
                </a:cubicBezTo>
                <a:cubicBezTo>
                  <a:pt x="225409" y="127425"/>
                  <a:pt x="224630" y="123396"/>
                  <a:pt x="224630" y="118879"/>
                </a:cubicBezTo>
                <a:cubicBezTo>
                  <a:pt x="224630" y="113602"/>
                  <a:pt x="225703" y="109018"/>
                  <a:pt x="227849" y="105129"/>
                </a:cubicBezTo>
                <a:cubicBezTo>
                  <a:pt x="229994" y="101238"/>
                  <a:pt x="233074" y="98008"/>
                  <a:pt x="237089" y="95438"/>
                </a:cubicBezTo>
                <a:cubicBezTo>
                  <a:pt x="241103" y="92869"/>
                  <a:pt x="246017" y="90942"/>
                  <a:pt x="251831" y="89657"/>
                </a:cubicBezTo>
                <a:cubicBezTo>
                  <a:pt x="257646" y="88372"/>
                  <a:pt x="264186" y="87730"/>
                  <a:pt x="271454" y="87730"/>
                </a:cubicBezTo>
                <a:lnTo>
                  <a:pt x="284328" y="87730"/>
                </a:lnTo>
                <a:lnTo>
                  <a:pt x="284328" y="80488"/>
                </a:lnTo>
                <a:cubicBezTo>
                  <a:pt x="284328" y="76902"/>
                  <a:pt x="283947" y="73730"/>
                  <a:pt x="283186" y="70972"/>
                </a:cubicBezTo>
                <a:cubicBezTo>
                  <a:pt x="282424" y="68212"/>
                  <a:pt x="281196" y="65918"/>
                  <a:pt x="279500" y="64091"/>
                </a:cubicBezTo>
                <a:cubicBezTo>
                  <a:pt x="277804" y="62263"/>
                  <a:pt x="275607" y="60884"/>
                  <a:pt x="272907" y="59954"/>
                </a:cubicBezTo>
                <a:cubicBezTo>
                  <a:pt x="270208" y="59022"/>
                  <a:pt x="266886" y="58556"/>
                  <a:pt x="262940" y="58556"/>
                </a:cubicBezTo>
                <a:cubicBezTo>
                  <a:pt x="258718" y="58556"/>
                  <a:pt x="254929" y="59052"/>
                  <a:pt x="251572" y="60045"/>
                </a:cubicBezTo>
                <a:cubicBezTo>
                  <a:pt x="248215" y="61038"/>
                  <a:pt x="245273" y="62133"/>
                  <a:pt x="242747" y="63331"/>
                </a:cubicBezTo>
                <a:cubicBezTo>
                  <a:pt x="240221" y="64530"/>
                  <a:pt x="238110" y="65625"/>
                  <a:pt x="236414" y="66618"/>
                </a:cubicBezTo>
                <a:cubicBezTo>
                  <a:pt x="234718" y="67611"/>
                  <a:pt x="233455" y="68107"/>
                  <a:pt x="232624" y="68107"/>
                </a:cubicBezTo>
                <a:cubicBezTo>
                  <a:pt x="232071" y="68107"/>
                  <a:pt x="231586" y="67969"/>
                  <a:pt x="231171" y="67692"/>
                </a:cubicBezTo>
                <a:cubicBezTo>
                  <a:pt x="230756" y="67415"/>
                  <a:pt x="230392" y="67000"/>
                  <a:pt x="230081" y="66446"/>
                </a:cubicBezTo>
                <a:cubicBezTo>
                  <a:pt x="229769" y="65892"/>
                  <a:pt x="229544" y="65183"/>
                  <a:pt x="229406" y="64318"/>
                </a:cubicBezTo>
                <a:cubicBezTo>
                  <a:pt x="229268" y="63452"/>
                  <a:pt x="229198" y="62501"/>
                  <a:pt x="229198" y="61463"/>
                </a:cubicBezTo>
                <a:cubicBezTo>
                  <a:pt x="229198" y="59732"/>
                  <a:pt x="229319" y="58365"/>
                  <a:pt x="229562" y="57362"/>
                </a:cubicBezTo>
                <a:cubicBezTo>
                  <a:pt x="229804" y="56358"/>
                  <a:pt x="230392" y="55406"/>
                  <a:pt x="231327" y="54507"/>
                </a:cubicBezTo>
                <a:cubicBezTo>
                  <a:pt x="232261" y="53607"/>
                  <a:pt x="233870" y="52559"/>
                  <a:pt x="236154" y="51363"/>
                </a:cubicBezTo>
                <a:cubicBezTo>
                  <a:pt x="238438" y="50164"/>
                  <a:pt x="241069" y="49070"/>
                  <a:pt x="244045" y="48079"/>
                </a:cubicBezTo>
                <a:cubicBezTo>
                  <a:pt x="247021" y="47089"/>
                  <a:pt x="250274" y="46269"/>
                  <a:pt x="253804" y="45620"/>
                </a:cubicBezTo>
                <a:cubicBezTo>
                  <a:pt x="257334" y="44969"/>
                  <a:pt x="260899" y="44643"/>
                  <a:pt x="264498" y="44643"/>
                </a:cubicBezTo>
                <a:cubicBezTo>
                  <a:pt x="271212" y="44643"/>
                  <a:pt x="276922" y="45405"/>
                  <a:pt x="281628" y="46928"/>
                </a:cubicBezTo>
                <a:cubicBezTo>
                  <a:pt x="286335" y="48450"/>
                  <a:pt x="290142" y="50682"/>
                  <a:pt x="293049" y="53624"/>
                </a:cubicBezTo>
                <a:cubicBezTo>
                  <a:pt x="295956" y="56566"/>
                  <a:pt x="298067" y="60217"/>
                  <a:pt x="299382" y="64577"/>
                </a:cubicBezTo>
                <a:cubicBezTo>
                  <a:pt x="300697" y="68938"/>
                  <a:pt x="301355" y="74025"/>
                  <a:pt x="301355" y="79839"/>
                </a:cubicBezTo>
                <a:lnTo>
                  <a:pt x="301355" y="142859"/>
                </a:lnTo>
                <a:moveTo>
                  <a:pt x="284328" y="100084"/>
                </a:moveTo>
                <a:lnTo>
                  <a:pt x="269689" y="100084"/>
                </a:lnTo>
                <a:cubicBezTo>
                  <a:pt x="264982" y="100084"/>
                  <a:pt x="260899" y="100486"/>
                  <a:pt x="257438" y="101288"/>
                </a:cubicBezTo>
                <a:cubicBezTo>
                  <a:pt x="253977" y="102088"/>
                  <a:pt x="251105" y="103271"/>
                  <a:pt x="248821" y="104837"/>
                </a:cubicBezTo>
                <a:cubicBezTo>
                  <a:pt x="246537" y="106403"/>
                  <a:pt x="244858" y="108284"/>
                  <a:pt x="243785" y="110479"/>
                </a:cubicBezTo>
                <a:cubicBezTo>
                  <a:pt x="242712" y="112673"/>
                  <a:pt x="242176" y="115197"/>
                  <a:pt x="242176" y="118052"/>
                </a:cubicBezTo>
                <a:cubicBezTo>
                  <a:pt x="242176" y="122927"/>
                  <a:pt x="243716" y="126810"/>
                  <a:pt x="246796" y="129700"/>
                </a:cubicBezTo>
                <a:cubicBezTo>
                  <a:pt x="249876" y="132589"/>
                  <a:pt x="254185" y="134034"/>
                  <a:pt x="259722" y="134034"/>
                </a:cubicBezTo>
                <a:cubicBezTo>
                  <a:pt x="264221" y="134034"/>
                  <a:pt x="268391" y="132886"/>
                  <a:pt x="272232" y="130588"/>
                </a:cubicBezTo>
                <a:cubicBezTo>
                  <a:pt x="276074" y="128289"/>
                  <a:pt x="280106" y="124772"/>
                  <a:pt x="284328" y="120038"/>
                </a:cubicBezTo>
                <a:lnTo>
                  <a:pt x="284328" y="100084"/>
                </a:lnTo>
                <a:close/>
                <a:moveTo>
                  <a:pt x="390812" y="117393"/>
                </a:moveTo>
                <a:cubicBezTo>
                  <a:pt x="390812" y="122174"/>
                  <a:pt x="389929" y="126435"/>
                  <a:pt x="388164" y="130176"/>
                </a:cubicBezTo>
                <a:cubicBezTo>
                  <a:pt x="386399" y="133916"/>
                  <a:pt x="383890" y="137069"/>
                  <a:pt x="380637" y="139634"/>
                </a:cubicBezTo>
                <a:cubicBezTo>
                  <a:pt x="377384" y="142197"/>
                  <a:pt x="373508" y="144136"/>
                  <a:pt x="369009" y="145451"/>
                </a:cubicBezTo>
                <a:cubicBezTo>
                  <a:pt x="364510" y="146768"/>
                  <a:pt x="359562" y="147427"/>
                  <a:pt x="354163" y="147427"/>
                </a:cubicBezTo>
                <a:cubicBezTo>
                  <a:pt x="350840" y="147427"/>
                  <a:pt x="347674" y="147168"/>
                  <a:pt x="344663" y="146648"/>
                </a:cubicBezTo>
                <a:cubicBezTo>
                  <a:pt x="341652" y="146129"/>
                  <a:pt x="338953" y="145472"/>
                  <a:pt x="336565" y="144676"/>
                </a:cubicBezTo>
                <a:cubicBezTo>
                  <a:pt x="334177" y="143880"/>
                  <a:pt x="332153" y="143049"/>
                  <a:pt x="330491" y="142184"/>
                </a:cubicBezTo>
                <a:cubicBezTo>
                  <a:pt x="328830" y="141319"/>
                  <a:pt x="327619" y="140540"/>
                  <a:pt x="326858" y="139848"/>
                </a:cubicBezTo>
                <a:cubicBezTo>
                  <a:pt x="326096" y="139156"/>
                  <a:pt x="325543" y="138187"/>
                  <a:pt x="325196" y="136941"/>
                </a:cubicBezTo>
                <a:cubicBezTo>
                  <a:pt x="324850" y="135695"/>
                  <a:pt x="324677" y="133999"/>
                  <a:pt x="324677" y="131854"/>
                </a:cubicBezTo>
                <a:cubicBezTo>
                  <a:pt x="324677" y="130539"/>
                  <a:pt x="324747" y="129431"/>
                  <a:pt x="324885" y="128532"/>
                </a:cubicBezTo>
                <a:cubicBezTo>
                  <a:pt x="325023" y="127632"/>
                  <a:pt x="325196" y="126905"/>
                  <a:pt x="325404" y="126351"/>
                </a:cubicBezTo>
                <a:cubicBezTo>
                  <a:pt x="325612" y="125798"/>
                  <a:pt x="325906" y="125400"/>
                  <a:pt x="326287" y="125157"/>
                </a:cubicBezTo>
                <a:cubicBezTo>
                  <a:pt x="326667" y="124915"/>
                  <a:pt x="327100" y="124794"/>
                  <a:pt x="327584" y="124794"/>
                </a:cubicBezTo>
                <a:cubicBezTo>
                  <a:pt x="328346" y="124794"/>
                  <a:pt x="329470" y="125261"/>
                  <a:pt x="330959" y="126196"/>
                </a:cubicBezTo>
                <a:cubicBezTo>
                  <a:pt x="332447" y="127130"/>
                  <a:pt x="334281" y="128151"/>
                  <a:pt x="336461" y="129258"/>
                </a:cubicBezTo>
                <a:cubicBezTo>
                  <a:pt x="338641" y="130366"/>
                  <a:pt x="341220" y="131387"/>
                  <a:pt x="344196" y="132321"/>
                </a:cubicBezTo>
                <a:cubicBezTo>
                  <a:pt x="347172" y="133255"/>
                  <a:pt x="350598" y="133723"/>
                  <a:pt x="354474" y="133723"/>
                </a:cubicBezTo>
                <a:cubicBezTo>
                  <a:pt x="357381" y="133723"/>
                  <a:pt x="360011" y="133411"/>
                  <a:pt x="362365" y="132788"/>
                </a:cubicBezTo>
                <a:cubicBezTo>
                  <a:pt x="364718" y="132163"/>
                  <a:pt x="366760" y="131244"/>
                  <a:pt x="368490" y="130030"/>
                </a:cubicBezTo>
                <a:cubicBezTo>
                  <a:pt x="370221" y="128817"/>
                  <a:pt x="371553" y="127274"/>
                  <a:pt x="372487" y="125401"/>
                </a:cubicBezTo>
                <a:cubicBezTo>
                  <a:pt x="373422" y="123528"/>
                  <a:pt x="373889" y="121308"/>
                  <a:pt x="373889" y="118743"/>
                </a:cubicBezTo>
                <a:cubicBezTo>
                  <a:pt x="373889" y="116111"/>
                  <a:pt x="373214" y="113894"/>
                  <a:pt x="371864" y="112092"/>
                </a:cubicBezTo>
                <a:cubicBezTo>
                  <a:pt x="370515" y="110290"/>
                  <a:pt x="368732" y="108697"/>
                  <a:pt x="366518" y="107313"/>
                </a:cubicBezTo>
                <a:cubicBezTo>
                  <a:pt x="364303" y="105926"/>
                  <a:pt x="361811" y="104697"/>
                  <a:pt x="359042" y="103624"/>
                </a:cubicBezTo>
                <a:cubicBezTo>
                  <a:pt x="356274" y="102549"/>
                  <a:pt x="353419" y="101423"/>
                  <a:pt x="350477" y="100247"/>
                </a:cubicBezTo>
                <a:cubicBezTo>
                  <a:pt x="347535" y="99068"/>
                  <a:pt x="344663" y="97733"/>
                  <a:pt x="341860" y="96243"/>
                </a:cubicBezTo>
                <a:cubicBezTo>
                  <a:pt x="339057" y="94753"/>
                  <a:pt x="336548" y="92934"/>
                  <a:pt x="334333" y="90786"/>
                </a:cubicBezTo>
                <a:cubicBezTo>
                  <a:pt x="332118" y="88638"/>
                  <a:pt x="330336" y="86075"/>
                  <a:pt x="328986" y="83096"/>
                </a:cubicBezTo>
                <a:cubicBezTo>
                  <a:pt x="327636" y="80118"/>
                  <a:pt x="326961" y="76550"/>
                  <a:pt x="326961" y="72393"/>
                </a:cubicBezTo>
                <a:cubicBezTo>
                  <a:pt x="326961" y="68720"/>
                  <a:pt x="327671" y="65204"/>
                  <a:pt x="329090" y="61845"/>
                </a:cubicBezTo>
                <a:cubicBezTo>
                  <a:pt x="330509" y="58484"/>
                  <a:pt x="332637" y="55539"/>
                  <a:pt x="335475" y="53011"/>
                </a:cubicBezTo>
                <a:cubicBezTo>
                  <a:pt x="338313" y="50480"/>
                  <a:pt x="341860" y="48453"/>
                  <a:pt x="346117" y="46931"/>
                </a:cubicBezTo>
                <a:cubicBezTo>
                  <a:pt x="350373" y="45406"/>
                  <a:pt x="355339" y="44643"/>
                  <a:pt x="361015" y="44643"/>
                </a:cubicBezTo>
                <a:cubicBezTo>
                  <a:pt x="363507" y="44643"/>
                  <a:pt x="365998" y="44854"/>
                  <a:pt x="368490" y="45276"/>
                </a:cubicBezTo>
                <a:cubicBezTo>
                  <a:pt x="370982" y="45698"/>
                  <a:pt x="373231" y="46225"/>
                  <a:pt x="375239" y="46856"/>
                </a:cubicBezTo>
                <a:cubicBezTo>
                  <a:pt x="377246" y="47488"/>
                  <a:pt x="378959" y="48172"/>
                  <a:pt x="380378" y="48910"/>
                </a:cubicBezTo>
                <a:cubicBezTo>
                  <a:pt x="381797" y="49647"/>
                  <a:pt x="382870" y="50297"/>
                  <a:pt x="383596" y="50860"/>
                </a:cubicBezTo>
                <a:cubicBezTo>
                  <a:pt x="384323" y="51422"/>
                  <a:pt x="384808" y="51911"/>
                  <a:pt x="385050" y="52326"/>
                </a:cubicBezTo>
                <a:cubicBezTo>
                  <a:pt x="385292" y="52742"/>
                  <a:pt x="385465" y="53209"/>
                  <a:pt x="385569" y="53728"/>
                </a:cubicBezTo>
                <a:cubicBezTo>
                  <a:pt x="385673" y="54247"/>
                  <a:pt x="385777" y="54887"/>
                  <a:pt x="385880" y="55649"/>
                </a:cubicBezTo>
                <a:cubicBezTo>
                  <a:pt x="385984" y="56410"/>
                  <a:pt x="386036" y="57344"/>
                  <a:pt x="386036" y="58452"/>
                </a:cubicBezTo>
                <a:cubicBezTo>
                  <a:pt x="386036" y="59628"/>
                  <a:pt x="385984" y="60649"/>
                  <a:pt x="385880" y="61514"/>
                </a:cubicBezTo>
                <a:cubicBezTo>
                  <a:pt x="385777" y="62380"/>
                  <a:pt x="385604" y="63089"/>
                  <a:pt x="385361" y="63643"/>
                </a:cubicBezTo>
                <a:cubicBezTo>
                  <a:pt x="385119" y="64197"/>
                  <a:pt x="384825" y="64595"/>
                  <a:pt x="384479" y="64837"/>
                </a:cubicBezTo>
                <a:cubicBezTo>
                  <a:pt x="384133" y="65079"/>
                  <a:pt x="383752" y="65200"/>
                  <a:pt x="383337" y="65200"/>
                </a:cubicBezTo>
                <a:cubicBezTo>
                  <a:pt x="382714" y="65200"/>
                  <a:pt x="381814" y="64814"/>
                  <a:pt x="380637" y="64042"/>
                </a:cubicBezTo>
                <a:cubicBezTo>
                  <a:pt x="379461" y="63270"/>
                  <a:pt x="377938" y="62445"/>
                  <a:pt x="376069" y="61566"/>
                </a:cubicBezTo>
                <a:cubicBezTo>
                  <a:pt x="374200" y="60688"/>
                  <a:pt x="372003" y="59863"/>
                  <a:pt x="369477" y="59091"/>
                </a:cubicBezTo>
                <a:cubicBezTo>
                  <a:pt x="366950" y="58319"/>
                  <a:pt x="364060" y="57933"/>
                  <a:pt x="360807" y="57933"/>
                </a:cubicBezTo>
                <a:cubicBezTo>
                  <a:pt x="357900" y="57933"/>
                  <a:pt x="355339" y="58262"/>
                  <a:pt x="353125" y="58922"/>
                </a:cubicBezTo>
                <a:cubicBezTo>
                  <a:pt x="350910" y="59580"/>
                  <a:pt x="349093" y="60515"/>
                  <a:pt x="347674" y="61729"/>
                </a:cubicBezTo>
                <a:cubicBezTo>
                  <a:pt x="346255" y="62942"/>
                  <a:pt x="345182" y="64381"/>
                  <a:pt x="344455" y="66047"/>
                </a:cubicBezTo>
                <a:cubicBezTo>
                  <a:pt x="343729" y="67710"/>
                  <a:pt x="343365" y="69513"/>
                  <a:pt x="343365" y="71455"/>
                </a:cubicBezTo>
                <a:cubicBezTo>
                  <a:pt x="343365" y="74157"/>
                  <a:pt x="344057" y="76426"/>
                  <a:pt x="345442" y="78262"/>
                </a:cubicBezTo>
                <a:cubicBezTo>
                  <a:pt x="346826" y="80099"/>
                  <a:pt x="348626" y="81710"/>
                  <a:pt x="350840" y="83096"/>
                </a:cubicBezTo>
                <a:cubicBezTo>
                  <a:pt x="353055" y="84481"/>
                  <a:pt x="355582" y="85728"/>
                  <a:pt x="358419" y="86837"/>
                </a:cubicBezTo>
                <a:cubicBezTo>
                  <a:pt x="361257" y="87945"/>
                  <a:pt x="364147" y="89088"/>
                  <a:pt x="367089" y="90267"/>
                </a:cubicBezTo>
                <a:cubicBezTo>
                  <a:pt x="370030" y="91443"/>
                  <a:pt x="372937" y="92759"/>
                  <a:pt x="375810" y="94215"/>
                </a:cubicBezTo>
                <a:cubicBezTo>
                  <a:pt x="378682" y="95671"/>
                  <a:pt x="381226" y="97438"/>
                  <a:pt x="383441" y="99517"/>
                </a:cubicBezTo>
                <a:cubicBezTo>
                  <a:pt x="385655" y="101595"/>
                  <a:pt x="387438" y="104090"/>
                  <a:pt x="388787" y="107001"/>
                </a:cubicBezTo>
                <a:cubicBezTo>
                  <a:pt x="390137" y="109911"/>
                  <a:pt x="390812" y="113375"/>
                  <a:pt x="390812" y="117393"/>
                </a:cubicBezTo>
                <a:close/>
                <a:moveTo>
                  <a:pt x="494153" y="91986"/>
                </a:moveTo>
                <a:cubicBezTo>
                  <a:pt x="494153" y="94686"/>
                  <a:pt x="493479" y="96606"/>
                  <a:pt x="492129" y="97748"/>
                </a:cubicBezTo>
                <a:cubicBezTo>
                  <a:pt x="490779" y="98890"/>
                  <a:pt x="489239" y="99461"/>
                  <a:pt x="487509" y="99461"/>
                </a:cubicBezTo>
                <a:lnTo>
                  <a:pt x="426254" y="99461"/>
                </a:lnTo>
                <a:cubicBezTo>
                  <a:pt x="426254" y="104668"/>
                  <a:pt x="426773" y="109354"/>
                  <a:pt x="427811" y="113520"/>
                </a:cubicBezTo>
                <a:cubicBezTo>
                  <a:pt x="428849" y="117685"/>
                  <a:pt x="430580" y="121261"/>
                  <a:pt x="433002" y="124246"/>
                </a:cubicBezTo>
                <a:cubicBezTo>
                  <a:pt x="435425" y="127231"/>
                  <a:pt x="438574" y="129522"/>
                  <a:pt x="442450" y="131121"/>
                </a:cubicBezTo>
                <a:cubicBezTo>
                  <a:pt x="446326" y="132717"/>
                  <a:pt x="451067" y="133515"/>
                  <a:pt x="456674" y="133515"/>
                </a:cubicBezTo>
                <a:cubicBezTo>
                  <a:pt x="461103" y="133515"/>
                  <a:pt x="465049" y="133152"/>
                  <a:pt x="468509" y="132425"/>
                </a:cubicBezTo>
                <a:cubicBezTo>
                  <a:pt x="471970" y="131698"/>
                  <a:pt x="474964" y="130885"/>
                  <a:pt x="477490" y="129985"/>
                </a:cubicBezTo>
                <a:cubicBezTo>
                  <a:pt x="480016" y="129085"/>
                  <a:pt x="482093" y="128272"/>
                  <a:pt x="483719" y="127545"/>
                </a:cubicBezTo>
                <a:cubicBezTo>
                  <a:pt x="485346" y="126818"/>
                  <a:pt x="486574" y="126455"/>
                  <a:pt x="487405" y="126455"/>
                </a:cubicBezTo>
                <a:cubicBezTo>
                  <a:pt x="487890" y="126455"/>
                  <a:pt x="488322" y="126576"/>
                  <a:pt x="488703" y="126818"/>
                </a:cubicBezTo>
                <a:cubicBezTo>
                  <a:pt x="489083" y="127061"/>
                  <a:pt x="489378" y="127424"/>
                  <a:pt x="489585" y="127909"/>
                </a:cubicBezTo>
                <a:cubicBezTo>
                  <a:pt x="489793" y="128393"/>
                  <a:pt x="489949" y="129068"/>
                  <a:pt x="490052" y="129933"/>
                </a:cubicBezTo>
                <a:cubicBezTo>
                  <a:pt x="490156" y="130798"/>
                  <a:pt x="490208" y="131854"/>
                  <a:pt x="490208" y="133100"/>
                </a:cubicBezTo>
                <a:cubicBezTo>
                  <a:pt x="490208" y="133999"/>
                  <a:pt x="490174" y="134778"/>
                  <a:pt x="490104" y="135436"/>
                </a:cubicBezTo>
                <a:cubicBezTo>
                  <a:pt x="490035" y="136093"/>
                  <a:pt x="489949" y="136682"/>
                  <a:pt x="489845" y="137201"/>
                </a:cubicBezTo>
                <a:cubicBezTo>
                  <a:pt x="489741" y="137720"/>
                  <a:pt x="489568" y="138187"/>
                  <a:pt x="489326" y="138602"/>
                </a:cubicBezTo>
                <a:cubicBezTo>
                  <a:pt x="489083" y="139018"/>
                  <a:pt x="488772" y="139416"/>
                  <a:pt x="488391" y="139796"/>
                </a:cubicBezTo>
                <a:cubicBezTo>
                  <a:pt x="488011" y="140177"/>
                  <a:pt x="486886" y="140800"/>
                  <a:pt x="485017" y="141665"/>
                </a:cubicBezTo>
                <a:cubicBezTo>
                  <a:pt x="483148" y="142530"/>
                  <a:pt x="480726" y="143378"/>
                  <a:pt x="477750" y="144209"/>
                </a:cubicBezTo>
                <a:cubicBezTo>
                  <a:pt x="474773" y="145039"/>
                  <a:pt x="471330" y="145783"/>
                  <a:pt x="467419" y="146441"/>
                </a:cubicBezTo>
                <a:cubicBezTo>
                  <a:pt x="463509" y="147098"/>
                  <a:pt x="459339" y="147427"/>
                  <a:pt x="454909" y="147427"/>
                </a:cubicBezTo>
                <a:cubicBezTo>
                  <a:pt x="447226" y="147427"/>
                  <a:pt x="440495" y="146353"/>
                  <a:pt x="434715" y="144205"/>
                </a:cubicBezTo>
                <a:cubicBezTo>
                  <a:pt x="428936" y="142058"/>
                  <a:pt x="424074" y="138870"/>
                  <a:pt x="420128" y="134644"/>
                </a:cubicBezTo>
                <a:cubicBezTo>
                  <a:pt x="416183" y="130418"/>
                  <a:pt x="413207" y="125117"/>
                  <a:pt x="411200" y="118743"/>
                </a:cubicBezTo>
                <a:cubicBezTo>
                  <a:pt x="409193" y="112369"/>
                  <a:pt x="408189" y="104955"/>
                  <a:pt x="408189" y="96502"/>
                </a:cubicBezTo>
                <a:cubicBezTo>
                  <a:pt x="408189" y="88465"/>
                  <a:pt x="409227" y="81242"/>
                  <a:pt x="411304" y="74833"/>
                </a:cubicBezTo>
                <a:cubicBezTo>
                  <a:pt x="413380" y="68424"/>
                  <a:pt x="416374" y="62985"/>
                  <a:pt x="420284" y="58517"/>
                </a:cubicBezTo>
                <a:cubicBezTo>
                  <a:pt x="424195" y="54048"/>
                  <a:pt x="428919" y="50619"/>
                  <a:pt x="434456" y="48229"/>
                </a:cubicBezTo>
                <a:cubicBezTo>
                  <a:pt x="439993" y="45838"/>
                  <a:pt x="446188" y="44643"/>
                  <a:pt x="453040" y="44643"/>
                </a:cubicBezTo>
                <a:cubicBezTo>
                  <a:pt x="460377" y="44643"/>
                  <a:pt x="466623" y="45820"/>
                  <a:pt x="471780" y="48173"/>
                </a:cubicBezTo>
                <a:cubicBezTo>
                  <a:pt x="476936" y="50527"/>
                  <a:pt x="481176" y="53693"/>
                  <a:pt x="484498" y="57673"/>
                </a:cubicBezTo>
                <a:cubicBezTo>
                  <a:pt x="487820" y="61653"/>
                  <a:pt x="490260" y="66325"/>
                  <a:pt x="491817" y="71689"/>
                </a:cubicBezTo>
                <a:cubicBezTo>
                  <a:pt x="493375" y="77053"/>
                  <a:pt x="494153" y="82781"/>
                  <a:pt x="494153" y="88872"/>
                </a:cubicBezTo>
                <a:lnTo>
                  <a:pt x="494153" y="91986"/>
                </a:lnTo>
                <a:moveTo>
                  <a:pt x="476919" y="86899"/>
                </a:moveTo>
                <a:cubicBezTo>
                  <a:pt x="477127" y="77901"/>
                  <a:pt x="475137" y="70841"/>
                  <a:pt x="470949" y="65719"/>
                </a:cubicBezTo>
                <a:cubicBezTo>
                  <a:pt x="466762" y="60597"/>
                  <a:pt x="460550" y="58036"/>
                  <a:pt x="452313" y="58036"/>
                </a:cubicBezTo>
                <a:cubicBezTo>
                  <a:pt x="448091" y="58036"/>
                  <a:pt x="444388" y="58832"/>
                  <a:pt x="441204" y="60424"/>
                </a:cubicBezTo>
                <a:cubicBezTo>
                  <a:pt x="438020" y="62016"/>
                  <a:pt x="435356" y="64127"/>
                  <a:pt x="433210" y="66757"/>
                </a:cubicBezTo>
                <a:cubicBezTo>
                  <a:pt x="431064" y="69388"/>
                  <a:pt x="429403" y="72450"/>
                  <a:pt x="428227" y="75946"/>
                </a:cubicBezTo>
                <a:cubicBezTo>
                  <a:pt x="427050" y="79441"/>
                  <a:pt x="426392" y="83092"/>
                  <a:pt x="426254" y="86899"/>
                </a:cubicBezTo>
                <a:lnTo>
                  <a:pt x="476919" y="86899"/>
                </a:lnTo>
                <a:close/>
                <a:moveTo>
                  <a:pt x="578732" y="117393"/>
                </a:moveTo>
                <a:cubicBezTo>
                  <a:pt x="578732" y="122174"/>
                  <a:pt x="577850" y="126435"/>
                  <a:pt x="576085" y="130176"/>
                </a:cubicBezTo>
                <a:cubicBezTo>
                  <a:pt x="574320" y="133916"/>
                  <a:pt x="571811" y="137069"/>
                  <a:pt x="568557" y="139634"/>
                </a:cubicBezTo>
                <a:cubicBezTo>
                  <a:pt x="565304" y="142197"/>
                  <a:pt x="561428" y="144136"/>
                  <a:pt x="556929" y="145451"/>
                </a:cubicBezTo>
                <a:cubicBezTo>
                  <a:pt x="552430" y="146768"/>
                  <a:pt x="547482" y="147427"/>
                  <a:pt x="542083" y="147427"/>
                </a:cubicBezTo>
                <a:cubicBezTo>
                  <a:pt x="538761" y="147427"/>
                  <a:pt x="535594" y="147168"/>
                  <a:pt x="532583" y="146648"/>
                </a:cubicBezTo>
                <a:cubicBezTo>
                  <a:pt x="529572" y="146129"/>
                  <a:pt x="526873" y="145472"/>
                  <a:pt x="524485" y="144676"/>
                </a:cubicBezTo>
                <a:cubicBezTo>
                  <a:pt x="522097" y="143880"/>
                  <a:pt x="520073" y="143049"/>
                  <a:pt x="518411" y="142184"/>
                </a:cubicBezTo>
                <a:cubicBezTo>
                  <a:pt x="516750" y="141319"/>
                  <a:pt x="515539" y="140540"/>
                  <a:pt x="514778" y="139848"/>
                </a:cubicBezTo>
                <a:cubicBezTo>
                  <a:pt x="514016" y="139156"/>
                  <a:pt x="513463" y="138187"/>
                  <a:pt x="513117" y="136941"/>
                </a:cubicBezTo>
                <a:cubicBezTo>
                  <a:pt x="512770" y="135695"/>
                  <a:pt x="512597" y="133999"/>
                  <a:pt x="512597" y="131854"/>
                </a:cubicBezTo>
                <a:cubicBezTo>
                  <a:pt x="512597" y="130539"/>
                  <a:pt x="512667" y="129431"/>
                  <a:pt x="512805" y="128532"/>
                </a:cubicBezTo>
                <a:cubicBezTo>
                  <a:pt x="512944" y="127632"/>
                  <a:pt x="513117" y="126905"/>
                  <a:pt x="513324" y="126351"/>
                </a:cubicBezTo>
                <a:cubicBezTo>
                  <a:pt x="513532" y="125798"/>
                  <a:pt x="513826" y="125400"/>
                  <a:pt x="514207" y="125157"/>
                </a:cubicBezTo>
                <a:cubicBezTo>
                  <a:pt x="514587" y="124915"/>
                  <a:pt x="515020" y="124794"/>
                  <a:pt x="515504" y="124794"/>
                </a:cubicBezTo>
                <a:cubicBezTo>
                  <a:pt x="516266" y="124794"/>
                  <a:pt x="517391" y="125261"/>
                  <a:pt x="518879" y="126196"/>
                </a:cubicBezTo>
                <a:cubicBezTo>
                  <a:pt x="520367" y="127130"/>
                  <a:pt x="522201" y="128151"/>
                  <a:pt x="524381" y="129258"/>
                </a:cubicBezTo>
                <a:cubicBezTo>
                  <a:pt x="526561" y="130366"/>
                  <a:pt x="529140" y="131387"/>
                  <a:pt x="532116" y="132321"/>
                </a:cubicBezTo>
                <a:cubicBezTo>
                  <a:pt x="535092" y="133255"/>
                  <a:pt x="538518" y="133723"/>
                  <a:pt x="542394" y="133723"/>
                </a:cubicBezTo>
                <a:cubicBezTo>
                  <a:pt x="545301" y="133723"/>
                  <a:pt x="547931" y="133411"/>
                  <a:pt x="550285" y="132788"/>
                </a:cubicBezTo>
                <a:cubicBezTo>
                  <a:pt x="552638" y="132163"/>
                  <a:pt x="554680" y="131244"/>
                  <a:pt x="556410" y="130030"/>
                </a:cubicBezTo>
                <a:cubicBezTo>
                  <a:pt x="558141" y="128817"/>
                  <a:pt x="559473" y="127274"/>
                  <a:pt x="560407" y="125401"/>
                </a:cubicBezTo>
                <a:cubicBezTo>
                  <a:pt x="561342" y="123528"/>
                  <a:pt x="561809" y="121308"/>
                  <a:pt x="561809" y="118743"/>
                </a:cubicBezTo>
                <a:cubicBezTo>
                  <a:pt x="561809" y="116111"/>
                  <a:pt x="561134" y="113894"/>
                  <a:pt x="559784" y="112092"/>
                </a:cubicBezTo>
                <a:cubicBezTo>
                  <a:pt x="558435" y="110290"/>
                  <a:pt x="556653" y="108697"/>
                  <a:pt x="554438" y="107313"/>
                </a:cubicBezTo>
                <a:cubicBezTo>
                  <a:pt x="552223" y="105926"/>
                  <a:pt x="549731" y="104697"/>
                  <a:pt x="546962" y="103624"/>
                </a:cubicBezTo>
                <a:cubicBezTo>
                  <a:pt x="544194" y="102549"/>
                  <a:pt x="541339" y="101423"/>
                  <a:pt x="538397" y="100247"/>
                </a:cubicBezTo>
                <a:cubicBezTo>
                  <a:pt x="535456" y="99068"/>
                  <a:pt x="532583" y="97733"/>
                  <a:pt x="529780" y="96243"/>
                </a:cubicBezTo>
                <a:cubicBezTo>
                  <a:pt x="526977" y="94753"/>
                  <a:pt x="524468" y="92934"/>
                  <a:pt x="522253" y="90786"/>
                </a:cubicBezTo>
                <a:cubicBezTo>
                  <a:pt x="520038" y="88638"/>
                  <a:pt x="518256" y="86075"/>
                  <a:pt x="516906" y="83096"/>
                </a:cubicBezTo>
                <a:cubicBezTo>
                  <a:pt x="515556" y="80118"/>
                  <a:pt x="514882" y="76550"/>
                  <a:pt x="514882" y="72393"/>
                </a:cubicBezTo>
                <a:cubicBezTo>
                  <a:pt x="514882" y="68720"/>
                  <a:pt x="515591" y="65204"/>
                  <a:pt x="517010" y="61845"/>
                </a:cubicBezTo>
                <a:cubicBezTo>
                  <a:pt x="518429" y="58484"/>
                  <a:pt x="520557" y="55539"/>
                  <a:pt x="523395" y="53011"/>
                </a:cubicBezTo>
                <a:cubicBezTo>
                  <a:pt x="526233" y="50480"/>
                  <a:pt x="529780" y="48453"/>
                  <a:pt x="534037" y="46931"/>
                </a:cubicBezTo>
                <a:cubicBezTo>
                  <a:pt x="538293" y="45406"/>
                  <a:pt x="543260" y="44643"/>
                  <a:pt x="548935" y="44643"/>
                </a:cubicBezTo>
                <a:cubicBezTo>
                  <a:pt x="551427" y="44643"/>
                  <a:pt x="553919" y="44854"/>
                  <a:pt x="556410" y="45276"/>
                </a:cubicBezTo>
                <a:cubicBezTo>
                  <a:pt x="558902" y="45698"/>
                  <a:pt x="561151" y="46225"/>
                  <a:pt x="563159" y="46856"/>
                </a:cubicBezTo>
                <a:cubicBezTo>
                  <a:pt x="565166" y="47488"/>
                  <a:pt x="566879" y="48172"/>
                  <a:pt x="568298" y="48910"/>
                </a:cubicBezTo>
                <a:cubicBezTo>
                  <a:pt x="569717" y="49647"/>
                  <a:pt x="570790" y="50297"/>
                  <a:pt x="571516" y="50860"/>
                </a:cubicBezTo>
                <a:cubicBezTo>
                  <a:pt x="572243" y="51422"/>
                  <a:pt x="572728" y="51911"/>
                  <a:pt x="572970" y="52326"/>
                </a:cubicBezTo>
                <a:cubicBezTo>
                  <a:pt x="573212" y="52742"/>
                  <a:pt x="573385" y="53209"/>
                  <a:pt x="573489" y="53728"/>
                </a:cubicBezTo>
                <a:cubicBezTo>
                  <a:pt x="573593" y="54247"/>
                  <a:pt x="573697" y="54887"/>
                  <a:pt x="573800" y="55649"/>
                </a:cubicBezTo>
                <a:cubicBezTo>
                  <a:pt x="573904" y="56410"/>
                  <a:pt x="573956" y="57344"/>
                  <a:pt x="573956" y="58452"/>
                </a:cubicBezTo>
                <a:cubicBezTo>
                  <a:pt x="573956" y="59628"/>
                  <a:pt x="573904" y="60649"/>
                  <a:pt x="573800" y="61514"/>
                </a:cubicBezTo>
                <a:cubicBezTo>
                  <a:pt x="573697" y="62380"/>
                  <a:pt x="573524" y="63089"/>
                  <a:pt x="573281" y="63643"/>
                </a:cubicBezTo>
                <a:cubicBezTo>
                  <a:pt x="573039" y="64197"/>
                  <a:pt x="572745" y="64595"/>
                  <a:pt x="572399" y="64837"/>
                </a:cubicBezTo>
                <a:cubicBezTo>
                  <a:pt x="572053" y="65079"/>
                  <a:pt x="571672" y="65200"/>
                  <a:pt x="571257" y="65200"/>
                </a:cubicBezTo>
                <a:cubicBezTo>
                  <a:pt x="570634" y="65200"/>
                  <a:pt x="569734" y="64814"/>
                  <a:pt x="568557" y="64042"/>
                </a:cubicBezTo>
                <a:cubicBezTo>
                  <a:pt x="567381" y="63270"/>
                  <a:pt x="565858" y="62445"/>
                  <a:pt x="563989" y="61566"/>
                </a:cubicBezTo>
                <a:cubicBezTo>
                  <a:pt x="562120" y="60688"/>
                  <a:pt x="559923" y="59863"/>
                  <a:pt x="557397" y="59091"/>
                </a:cubicBezTo>
                <a:cubicBezTo>
                  <a:pt x="554870" y="58319"/>
                  <a:pt x="551981" y="57933"/>
                  <a:pt x="548727" y="57933"/>
                </a:cubicBezTo>
                <a:cubicBezTo>
                  <a:pt x="545820" y="57933"/>
                  <a:pt x="543260" y="58262"/>
                  <a:pt x="541045" y="58922"/>
                </a:cubicBezTo>
                <a:cubicBezTo>
                  <a:pt x="538830" y="59580"/>
                  <a:pt x="537013" y="60515"/>
                  <a:pt x="535594" y="61729"/>
                </a:cubicBezTo>
                <a:cubicBezTo>
                  <a:pt x="534175" y="62942"/>
                  <a:pt x="533102" y="64381"/>
                  <a:pt x="532376" y="66047"/>
                </a:cubicBezTo>
                <a:cubicBezTo>
                  <a:pt x="531649" y="67710"/>
                  <a:pt x="531285" y="69513"/>
                  <a:pt x="531285" y="71455"/>
                </a:cubicBezTo>
                <a:cubicBezTo>
                  <a:pt x="531285" y="74157"/>
                  <a:pt x="531978" y="76426"/>
                  <a:pt x="533362" y="78262"/>
                </a:cubicBezTo>
                <a:cubicBezTo>
                  <a:pt x="534746" y="80099"/>
                  <a:pt x="536546" y="81710"/>
                  <a:pt x="538761" y="83096"/>
                </a:cubicBezTo>
                <a:cubicBezTo>
                  <a:pt x="540975" y="84481"/>
                  <a:pt x="543502" y="85728"/>
                  <a:pt x="546340" y="86837"/>
                </a:cubicBezTo>
                <a:cubicBezTo>
                  <a:pt x="549177" y="87945"/>
                  <a:pt x="552067" y="89088"/>
                  <a:pt x="555009" y="90267"/>
                </a:cubicBezTo>
                <a:cubicBezTo>
                  <a:pt x="557950" y="91443"/>
                  <a:pt x="560857" y="92759"/>
                  <a:pt x="563730" y="94215"/>
                </a:cubicBezTo>
                <a:cubicBezTo>
                  <a:pt x="566602" y="95671"/>
                  <a:pt x="569146" y="97438"/>
                  <a:pt x="571361" y="99517"/>
                </a:cubicBezTo>
                <a:cubicBezTo>
                  <a:pt x="573575" y="101595"/>
                  <a:pt x="575358" y="104090"/>
                  <a:pt x="576707" y="107001"/>
                </a:cubicBezTo>
                <a:cubicBezTo>
                  <a:pt x="578057" y="109911"/>
                  <a:pt x="578732" y="113375"/>
                  <a:pt x="578732" y="117393"/>
                </a:cubicBezTo>
                <a:close/>
                <a:moveTo>
                  <a:pt x="701860" y="10901"/>
                </a:moveTo>
                <a:cubicBezTo>
                  <a:pt x="701860" y="12216"/>
                  <a:pt x="701791" y="13272"/>
                  <a:pt x="701653" y="14068"/>
                </a:cubicBezTo>
                <a:cubicBezTo>
                  <a:pt x="701514" y="14864"/>
                  <a:pt x="701358" y="15504"/>
                  <a:pt x="701185" y="15989"/>
                </a:cubicBezTo>
                <a:cubicBezTo>
                  <a:pt x="701012" y="16473"/>
                  <a:pt x="700787" y="16802"/>
                  <a:pt x="700511" y="16975"/>
                </a:cubicBezTo>
                <a:cubicBezTo>
                  <a:pt x="700234" y="17148"/>
                  <a:pt x="699888" y="17234"/>
                  <a:pt x="699472" y="17234"/>
                </a:cubicBezTo>
                <a:cubicBezTo>
                  <a:pt x="698988" y="17234"/>
                  <a:pt x="698382" y="17079"/>
                  <a:pt x="697655" y="16767"/>
                </a:cubicBezTo>
                <a:cubicBezTo>
                  <a:pt x="696929" y="16456"/>
                  <a:pt x="696046" y="16110"/>
                  <a:pt x="695008" y="15729"/>
                </a:cubicBezTo>
                <a:cubicBezTo>
                  <a:pt x="693970" y="15348"/>
                  <a:pt x="692741" y="15002"/>
                  <a:pt x="691322" y="14691"/>
                </a:cubicBezTo>
                <a:cubicBezTo>
                  <a:pt x="689903" y="14379"/>
                  <a:pt x="688260" y="14224"/>
                  <a:pt x="686391" y="14224"/>
                </a:cubicBezTo>
                <a:cubicBezTo>
                  <a:pt x="683830" y="14224"/>
                  <a:pt x="681650" y="14638"/>
                  <a:pt x="679850" y="15466"/>
                </a:cubicBezTo>
                <a:cubicBezTo>
                  <a:pt x="678050" y="16295"/>
                  <a:pt x="676597" y="17588"/>
                  <a:pt x="675490" y="19347"/>
                </a:cubicBezTo>
                <a:cubicBezTo>
                  <a:pt x="674382" y="21105"/>
                  <a:pt x="673586" y="23382"/>
                  <a:pt x="673102" y="26176"/>
                </a:cubicBezTo>
                <a:cubicBezTo>
                  <a:pt x="672617" y="28971"/>
                  <a:pt x="672375" y="32369"/>
                  <a:pt x="672375" y="36370"/>
                </a:cubicBezTo>
                <a:lnTo>
                  <a:pt x="672375" y="46512"/>
                </a:lnTo>
                <a:lnTo>
                  <a:pt x="693243" y="46512"/>
                </a:lnTo>
                <a:cubicBezTo>
                  <a:pt x="693797" y="46512"/>
                  <a:pt x="694264" y="46633"/>
                  <a:pt x="694645" y="46876"/>
                </a:cubicBezTo>
                <a:cubicBezTo>
                  <a:pt x="695025" y="47118"/>
                  <a:pt x="695371" y="47533"/>
                  <a:pt x="695683" y="48121"/>
                </a:cubicBezTo>
                <a:cubicBezTo>
                  <a:pt x="695994" y="48710"/>
                  <a:pt x="696237" y="49454"/>
                  <a:pt x="696410" y="50354"/>
                </a:cubicBezTo>
                <a:cubicBezTo>
                  <a:pt x="696583" y="51253"/>
                  <a:pt x="696669" y="52361"/>
                  <a:pt x="696669" y="53676"/>
                </a:cubicBezTo>
                <a:cubicBezTo>
                  <a:pt x="696669" y="56168"/>
                  <a:pt x="696358" y="57967"/>
                  <a:pt x="695735" y="59075"/>
                </a:cubicBezTo>
                <a:cubicBezTo>
                  <a:pt x="695112" y="60182"/>
                  <a:pt x="694281" y="60736"/>
                  <a:pt x="693243" y="60736"/>
                </a:cubicBezTo>
                <a:lnTo>
                  <a:pt x="672375" y="60736"/>
                </a:lnTo>
                <a:lnTo>
                  <a:pt x="672375" y="142752"/>
                </a:lnTo>
                <a:cubicBezTo>
                  <a:pt x="672375" y="143306"/>
                  <a:pt x="672236" y="143774"/>
                  <a:pt x="671960" y="144157"/>
                </a:cubicBezTo>
                <a:cubicBezTo>
                  <a:pt x="671683" y="144537"/>
                  <a:pt x="671216" y="144866"/>
                  <a:pt x="670558" y="145143"/>
                </a:cubicBezTo>
                <a:cubicBezTo>
                  <a:pt x="669900" y="145420"/>
                  <a:pt x="669018" y="145628"/>
                  <a:pt x="667911" y="145766"/>
                </a:cubicBezTo>
                <a:cubicBezTo>
                  <a:pt x="666803" y="145904"/>
                  <a:pt x="665419" y="145974"/>
                  <a:pt x="663758" y="145974"/>
                </a:cubicBezTo>
                <a:cubicBezTo>
                  <a:pt x="662096" y="145974"/>
                  <a:pt x="660712" y="145904"/>
                  <a:pt x="659605" y="145766"/>
                </a:cubicBezTo>
                <a:cubicBezTo>
                  <a:pt x="658497" y="145628"/>
                  <a:pt x="657615" y="145420"/>
                  <a:pt x="656957" y="145143"/>
                </a:cubicBezTo>
                <a:cubicBezTo>
                  <a:pt x="656300" y="144866"/>
                  <a:pt x="655833" y="144537"/>
                  <a:pt x="655556" y="144157"/>
                </a:cubicBezTo>
                <a:cubicBezTo>
                  <a:pt x="655279" y="143774"/>
                  <a:pt x="655140" y="143306"/>
                  <a:pt x="655140" y="142752"/>
                </a:cubicBezTo>
                <a:lnTo>
                  <a:pt x="655140" y="60736"/>
                </a:lnTo>
                <a:lnTo>
                  <a:pt x="641955" y="60736"/>
                </a:lnTo>
                <a:cubicBezTo>
                  <a:pt x="640848" y="60736"/>
                  <a:pt x="640017" y="60182"/>
                  <a:pt x="639463" y="59075"/>
                </a:cubicBezTo>
                <a:cubicBezTo>
                  <a:pt x="638910" y="57967"/>
                  <a:pt x="638633" y="56168"/>
                  <a:pt x="638633" y="53676"/>
                </a:cubicBezTo>
                <a:cubicBezTo>
                  <a:pt x="638633" y="52361"/>
                  <a:pt x="638702" y="51253"/>
                  <a:pt x="638840" y="50354"/>
                </a:cubicBezTo>
                <a:cubicBezTo>
                  <a:pt x="638979" y="49454"/>
                  <a:pt x="639186" y="48710"/>
                  <a:pt x="639463" y="48121"/>
                </a:cubicBezTo>
                <a:cubicBezTo>
                  <a:pt x="639740" y="47533"/>
                  <a:pt x="640086" y="47118"/>
                  <a:pt x="640502" y="46876"/>
                </a:cubicBezTo>
                <a:cubicBezTo>
                  <a:pt x="640917" y="46633"/>
                  <a:pt x="641401" y="46512"/>
                  <a:pt x="641955" y="46512"/>
                </a:cubicBezTo>
                <a:lnTo>
                  <a:pt x="655140" y="46512"/>
                </a:lnTo>
                <a:lnTo>
                  <a:pt x="655140" y="36879"/>
                </a:lnTo>
                <a:cubicBezTo>
                  <a:pt x="655140" y="30386"/>
                  <a:pt x="655746" y="24809"/>
                  <a:pt x="656957" y="20148"/>
                </a:cubicBezTo>
                <a:cubicBezTo>
                  <a:pt x="658169" y="15487"/>
                  <a:pt x="660020" y="11671"/>
                  <a:pt x="662512" y="8702"/>
                </a:cubicBezTo>
                <a:cubicBezTo>
                  <a:pt x="665004" y="5732"/>
                  <a:pt x="668135" y="3540"/>
                  <a:pt x="671908" y="2125"/>
                </a:cubicBezTo>
                <a:cubicBezTo>
                  <a:pt x="675680" y="708"/>
                  <a:pt x="680127" y="0"/>
                  <a:pt x="685249" y="0"/>
                </a:cubicBezTo>
                <a:cubicBezTo>
                  <a:pt x="687671" y="0"/>
                  <a:pt x="690025" y="225"/>
                  <a:pt x="692309" y="675"/>
                </a:cubicBezTo>
                <a:cubicBezTo>
                  <a:pt x="694593" y="1125"/>
                  <a:pt x="696358" y="1609"/>
                  <a:pt x="697604" y="2128"/>
                </a:cubicBezTo>
                <a:cubicBezTo>
                  <a:pt x="698849" y="2647"/>
                  <a:pt x="699680" y="3115"/>
                  <a:pt x="700095" y="3530"/>
                </a:cubicBezTo>
                <a:cubicBezTo>
                  <a:pt x="700511" y="3945"/>
                  <a:pt x="700857" y="4482"/>
                  <a:pt x="701134" y="5139"/>
                </a:cubicBezTo>
                <a:cubicBezTo>
                  <a:pt x="701410" y="5797"/>
                  <a:pt x="701601" y="6593"/>
                  <a:pt x="701705" y="7527"/>
                </a:cubicBezTo>
                <a:cubicBezTo>
                  <a:pt x="701808" y="8461"/>
                  <a:pt x="701860" y="9586"/>
                  <a:pt x="701860" y="10901"/>
                </a:cubicBezTo>
                <a:close/>
                <a:moveTo>
                  <a:pt x="797685" y="95049"/>
                </a:moveTo>
                <a:cubicBezTo>
                  <a:pt x="797685" y="102669"/>
                  <a:pt x="796681" y="109684"/>
                  <a:pt x="794674" y="116092"/>
                </a:cubicBezTo>
                <a:cubicBezTo>
                  <a:pt x="792667" y="122501"/>
                  <a:pt x="789673" y="128028"/>
                  <a:pt x="785693" y="132671"/>
                </a:cubicBezTo>
                <a:cubicBezTo>
                  <a:pt x="781714" y="137313"/>
                  <a:pt x="776730" y="140933"/>
                  <a:pt x="770743" y="143531"/>
                </a:cubicBezTo>
                <a:cubicBezTo>
                  <a:pt x="764756" y="146128"/>
                  <a:pt x="757817" y="147427"/>
                  <a:pt x="749927" y="147427"/>
                </a:cubicBezTo>
                <a:cubicBezTo>
                  <a:pt x="742244" y="147427"/>
                  <a:pt x="735547" y="146284"/>
                  <a:pt x="729837" y="143998"/>
                </a:cubicBezTo>
                <a:cubicBezTo>
                  <a:pt x="724127" y="141711"/>
                  <a:pt x="719368" y="138386"/>
                  <a:pt x="715562" y="134021"/>
                </a:cubicBezTo>
                <a:cubicBezTo>
                  <a:pt x="711755" y="129656"/>
                  <a:pt x="708917" y="124356"/>
                  <a:pt x="707048" y="118120"/>
                </a:cubicBezTo>
                <a:cubicBezTo>
                  <a:pt x="705179" y="111884"/>
                  <a:pt x="704245" y="104817"/>
                  <a:pt x="704245" y="96918"/>
                </a:cubicBezTo>
                <a:cubicBezTo>
                  <a:pt x="704245" y="89298"/>
                  <a:pt x="705231" y="82283"/>
                  <a:pt x="707204" y="75874"/>
                </a:cubicBezTo>
                <a:cubicBezTo>
                  <a:pt x="709177" y="69466"/>
                  <a:pt x="712153" y="63940"/>
                  <a:pt x="716133" y="59299"/>
                </a:cubicBezTo>
                <a:cubicBezTo>
                  <a:pt x="720113" y="54655"/>
                  <a:pt x="725079" y="51051"/>
                  <a:pt x="731031" y="48488"/>
                </a:cubicBezTo>
                <a:cubicBezTo>
                  <a:pt x="736984" y="45925"/>
                  <a:pt x="743940" y="44643"/>
                  <a:pt x="751899" y="44643"/>
                </a:cubicBezTo>
                <a:cubicBezTo>
                  <a:pt x="759582" y="44643"/>
                  <a:pt x="766279" y="45787"/>
                  <a:pt x="771989" y="48073"/>
                </a:cubicBezTo>
                <a:cubicBezTo>
                  <a:pt x="777699" y="50359"/>
                  <a:pt x="782458" y="53685"/>
                  <a:pt x="786264" y="58049"/>
                </a:cubicBezTo>
                <a:cubicBezTo>
                  <a:pt x="790071" y="62414"/>
                  <a:pt x="792926" y="67715"/>
                  <a:pt x="794830" y="73950"/>
                </a:cubicBezTo>
                <a:cubicBezTo>
                  <a:pt x="796733" y="80186"/>
                  <a:pt x="797685" y="87219"/>
                  <a:pt x="797685" y="95049"/>
                </a:cubicBezTo>
                <a:moveTo>
                  <a:pt x="779620" y="96191"/>
                </a:moveTo>
                <a:cubicBezTo>
                  <a:pt x="779620" y="91132"/>
                  <a:pt x="779153" y="86350"/>
                  <a:pt x="778218" y="81844"/>
                </a:cubicBezTo>
                <a:cubicBezTo>
                  <a:pt x="777284" y="77339"/>
                  <a:pt x="775744" y="73388"/>
                  <a:pt x="773598" y="69992"/>
                </a:cubicBezTo>
                <a:cubicBezTo>
                  <a:pt x="771452" y="66596"/>
                  <a:pt x="768545" y="63911"/>
                  <a:pt x="764877" y="61936"/>
                </a:cubicBezTo>
                <a:cubicBezTo>
                  <a:pt x="761209" y="59959"/>
                  <a:pt x="756641" y="58971"/>
                  <a:pt x="751173" y="58971"/>
                </a:cubicBezTo>
                <a:cubicBezTo>
                  <a:pt x="746120" y="58971"/>
                  <a:pt x="741777" y="59872"/>
                  <a:pt x="738143" y="61673"/>
                </a:cubicBezTo>
                <a:cubicBezTo>
                  <a:pt x="734509" y="63475"/>
                  <a:pt x="731516" y="66023"/>
                  <a:pt x="729162" y="69317"/>
                </a:cubicBezTo>
                <a:cubicBezTo>
                  <a:pt x="726809" y="72609"/>
                  <a:pt x="725061" y="76508"/>
                  <a:pt x="723919" y="81014"/>
                </a:cubicBezTo>
                <a:cubicBezTo>
                  <a:pt x="722777" y="85517"/>
                  <a:pt x="722206" y="90438"/>
                  <a:pt x="722206" y="95776"/>
                </a:cubicBezTo>
                <a:cubicBezTo>
                  <a:pt x="722206" y="100904"/>
                  <a:pt x="722673" y="105721"/>
                  <a:pt x="723608" y="110226"/>
                </a:cubicBezTo>
                <a:cubicBezTo>
                  <a:pt x="724542" y="114732"/>
                  <a:pt x="726100" y="118665"/>
                  <a:pt x="728280" y="122026"/>
                </a:cubicBezTo>
                <a:cubicBezTo>
                  <a:pt x="730460" y="125388"/>
                  <a:pt x="733384" y="128057"/>
                  <a:pt x="737053" y="130034"/>
                </a:cubicBezTo>
                <a:cubicBezTo>
                  <a:pt x="740721" y="132008"/>
                  <a:pt x="745289" y="132996"/>
                  <a:pt x="750757" y="132996"/>
                </a:cubicBezTo>
                <a:cubicBezTo>
                  <a:pt x="755741" y="132996"/>
                  <a:pt x="760067" y="132095"/>
                  <a:pt x="763735" y="130293"/>
                </a:cubicBezTo>
                <a:cubicBezTo>
                  <a:pt x="767403" y="128492"/>
                  <a:pt x="770414" y="125962"/>
                  <a:pt x="772768" y="122705"/>
                </a:cubicBezTo>
                <a:cubicBezTo>
                  <a:pt x="775121" y="119445"/>
                  <a:pt x="776851" y="115564"/>
                  <a:pt x="777959" y="111060"/>
                </a:cubicBezTo>
                <a:cubicBezTo>
                  <a:pt x="779066" y="106555"/>
                  <a:pt x="779620" y="101598"/>
                  <a:pt x="779620" y="96191"/>
                </a:cubicBezTo>
                <a:close/>
                <a:moveTo>
                  <a:pt x="876962" y="55441"/>
                </a:moveTo>
                <a:cubicBezTo>
                  <a:pt x="876962" y="56964"/>
                  <a:pt x="876927" y="58244"/>
                  <a:pt x="876858" y="59282"/>
                </a:cubicBezTo>
                <a:cubicBezTo>
                  <a:pt x="876789" y="60321"/>
                  <a:pt x="876650" y="61134"/>
                  <a:pt x="876443" y="61722"/>
                </a:cubicBezTo>
                <a:cubicBezTo>
                  <a:pt x="876235" y="62310"/>
                  <a:pt x="875975" y="62760"/>
                  <a:pt x="875664" y="63072"/>
                </a:cubicBezTo>
                <a:cubicBezTo>
                  <a:pt x="875353" y="63383"/>
                  <a:pt x="874920" y="63539"/>
                  <a:pt x="874366" y="63539"/>
                </a:cubicBezTo>
                <a:cubicBezTo>
                  <a:pt x="873813" y="63539"/>
                  <a:pt x="873138" y="63383"/>
                  <a:pt x="872342" y="63072"/>
                </a:cubicBezTo>
                <a:cubicBezTo>
                  <a:pt x="871546" y="62760"/>
                  <a:pt x="870646" y="62449"/>
                  <a:pt x="869642" y="62137"/>
                </a:cubicBezTo>
                <a:cubicBezTo>
                  <a:pt x="868639" y="61826"/>
                  <a:pt x="867514" y="61532"/>
                  <a:pt x="866268" y="61255"/>
                </a:cubicBezTo>
                <a:cubicBezTo>
                  <a:pt x="865022" y="60978"/>
                  <a:pt x="863673" y="60840"/>
                  <a:pt x="862219" y="60840"/>
                </a:cubicBezTo>
                <a:cubicBezTo>
                  <a:pt x="860489" y="60840"/>
                  <a:pt x="858793" y="61186"/>
                  <a:pt x="857132" y="61878"/>
                </a:cubicBezTo>
                <a:cubicBezTo>
                  <a:pt x="855471" y="62570"/>
                  <a:pt x="853723" y="63712"/>
                  <a:pt x="851889" y="65304"/>
                </a:cubicBezTo>
                <a:cubicBezTo>
                  <a:pt x="850055" y="66896"/>
                  <a:pt x="848134" y="69007"/>
                  <a:pt x="846127" y="71637"/>
                </a:cubicBezTo>
                <a:cubicBezTo>
                  <a:pt x="844119" y="74267"/>
                  <a:pt x="841905" y="77486"/>
                  <a:pt x="839482" y="81293"/>
                </a:cubicBezTo>
                <a:lnTo>
                  <a:pt x="839482" y="142755"/>
                </a:lnTo>
                <a:cubicBezTo>
                  <a:pt x="839482" y="143309"/>
                  <a:pt x="839344" y="143776"/>
                  <a:pt x="839067" y="144157"/>
                </a:cubicBezTo>
                <a:cubicBezTo>
                  <a:pt x="838790" y="144537"/>
                  <a:pt x="838340" y="144866"/>
                  <a:pt x="837717" y="145143"/>
                </a:cubicBezTo>
                <a:cubicBezTo>
                  <a:pt x="837094" y="145420"/>
                  <a:pt x="836229" y="145628"/>
                  <a:pt x="835122" y="145766"/>
                </a:cubicBezTo>
                <a:cubicBezTo>
                  <a:pt x="834014" y="145904"/>
                  <a:pt x="832595" y="145974"/>
                  <a:pt x="830865" y="145974"/>
                </a:cubicBezTo>
                <a:cubicBezTo>
                  <a:pt x="829204" y="145974"/>
                  <a:pt x="827819" y="145904"/>
                  <a:pt x="826712" y="145766"/>
                </a:cubicBezTo>
                <a:cubicBezTo>
                  <a:pt x="825605" y="145628"/>
                  <a:pt x="824722" y="145420"/>
                  <a:pt x="824065" y="145143"/>
                </a:cubicBezTo>
                <a:cubicBezTo>
                  <a:pt x="823407" y="144866"/>
                  <a:pt x="822957" y="144537"/>
                  <a:pt x="822715" y="144157"/>
                </a:cubicBezTo>
                <a:cubicBezTo>
                  <a:pt x="822473" y="143776"/>
                  <a:pt x="822351" y="143309"/>
                  <a:pt x="822351" y="142755"/>
                </a:cubicBezTo>
                <a:lnTo>
                  <a:pt x="822351" y="49315"/>
                </a:lnTo>
                <a:cubicBezTo>
                  <a:pt x="822351" y="48762"/>
                  <a:pt x="822455" y="48294"/>
                  <a:pt x="822663" y="47914"/>
                </a:cubicBezTo>
                <a:cubicBezTo>
                  <a:pt x="822871" y="47533"/>
                  <a:pt x="823286" y="47187"/>
                  <a:pt x="823909" y="46876"/>
                </a:cubicBezTo>
                <a:cubicBezTo>
                  <a:pt x="824532" y="46564"/>
                  <a:pt x="825328" y="46356"/>
                  <a:pt x="826297" y="46253"/>
                </a:cubicBezTo>
                <a:cubicBezTo>
                  <a:pt x="827266" y="46149"/>
                  <a:pt x="828546" y="46097"/>
                  <a:pt x="830138" y="46097"/>
                </a:cubicBezTo>
                <a:cubicBezTo>
                  <a:pt x="831661" y="46097"/>
                  <a:pt x="832924" y="46149"/>
                  <a:pt x="833928" y="46253"/>
                </a:cubicBezTo>
                <a:cubicBezTo>
                  <a:pt x="834931" y="46356"/>
                  <a:pt x="835710" y="46564"/>
                  <a:pt x="836264" y="46876"/>
                </a:cubicBezTo>
                <a:cubicBezTo>
                  <a:pt x="836817" y="47187"/>
                  <a:pt x="837215" y="47533"/>
                  <a:pt x="837458" y="47914"/>
                </a:cubicBezTo>
                <a:cubicBezTo>
                  <a:pt x="837700" y="48294"/>
                  <a:pt x="837821" y="48762"/>
                  <a:pt x="837821" y="49315"/>
                </a:cubicBezTo>
                <a:lnTo>
                  <a:pt x="837821" y="62916"/>
                </a:lnTo>
                <a:cubicBezTo>
                  <a:pt x="840382" y="59178"/>
                  <a:pt x="842787" y="56133"/>
                  <a:pt x="845037" y="53780"/>
                </a:cubicBezTo>
                <a:cubicBezTo>
                  <a:pt x="847286" y="51426"/>
                  <a:pt x="849414" y="49575"/>
                  <a:pt x="851422" y="48225"/>
                </a:cubicBezTo>
                <a:cubicBezTo>
                  <a:pt x="853429" y="46876"/>
                  <a:pt x="855419" y="45941"/>
                  <a:pt x="857391" y="45422"/>
                </a:cubicBezTo>
                <a:cubicBezTo>
                  <a:pt x="859364" y="44903"/>
                  <a:pt x="861354" y="44643"/>
                  <a:pt x="863361" y="44643"/>
                </a:cubicBezTo>
                <a:cubicBezTo>
                  <a:pt x="864261" y="44643"/>
                  <a:pt x="865282" y="44695"/>
                  <a:pt x="866424" y="44799"/>
                </a:cubicBezTo>
                <a:cubicBezTo>
                  <a:pt x="867566" y="44903"/>
                  <a:pt x="868760" y="45093"/>
                  <a:pt x="870006" y="45370"/>
                </a:cubicBezTo>
                <a:cubicBezTo>
                  <a:pt x="871252" y="45647"/>
                  <a:pt x="872376" y="45959"/>
                  <a:pt x="873380" y="46305"/>
                </a:cubicBezTo>
                <a:cubicBezTo>
                  <a:pt x="874384" y="46651"/>
                  <a:pt x="875093" y="46997"/>
                  <a:pt x="875508" y="47343"/>
                </a:cubicBezTo>
                <a:cubicBezTo>
                  <a:pt x="875924" y="47689"/>
                  <a:pt x="876200" y="48018"/>
                  <a:pt x="876339" y="48329"/>
                </a:cubicBezTo>
                <a:cubicBezTo>
                  <a:pt x="876477" y="48641"/>
                  <a:pt x="876598" y="49039"/>
                  <a:pt x="876702" y="49523"/>
                </a:cubicBezTo>
                <a:cubicBezTo>
                  <a:pt x="876806" y="50008"/>
                  <a:pt x="876875" y="50717"/>
                  <a:pt x="876910" y="51651"/>
                </a:cubicBezTo>
                <a:cubicBezTo>
                  <a:pt x="876944" y="52586"/>
                  <a:pt x="876962" y="53849"/>
                  <a:pt x="876962" y="55441"/>
                </a:cubicBezTo>
                <a:close/>
                <a:moveTo>
                  <a:pt x="1014545" y="142859"/>
                </a:moveTo>
                <a:cubicBezTo>
                  <a:pt x="1014545" y="143690"/>
                  <a:pt x="1014268" y="144312"/>
                  <a:pt x="1013715" y="144728"/>
                </a:cubicBezTo>
                <a:cubicBezTo>
                  <a:pt x="1013161" y="145143"/>
                  <a:pt x="1012399" y="145454"/>
                  <a:pt x="1011430" y="145662"/>
                </a:cubicBezTo>
                <a:cubicBezTo>
                  <a:pt x="1010461" y="145870"/>
                  <a:pt x="1009043" y="145974"/>
                  <a:pt x="1007174" y="145974"/>
                </a:cubicBezTo>
                <a:cubicBezTo>
                  <a:pt x="1005374" y="145974"/>
                  <a:pt x="1003938" y="145870"/>
                  <a:pt x="1002865" y="145662"/>
                </a:cubicBezTo>
                <a:cubicBezTo>
                  <a:pt x="1001792" y="145454"/>
                  <a:pt x="1001014" y="145143"/>
                  <a:pt x="1000529" y="144728"/>
                </a:cubicBezTo>
                <a:cubicBezTo>
                  <a:pt x="1000045" y="144312"/>
                  <a:pt x="999802" y="143690"/>
                  <a:pt x="999802" y="142859"/>
                </a:cubicBezTo>
                <a:lnTo>
                  <a:pt x="999802" y="133515"/>
                </a:lnTo>
                <a:cubicBezTo>
                  <a:pt x="995719" y="137875"/>
                  <a:pt x="991168" y="141284"/>
                  <a:pt x="986150" y="143741"/>
                </a:cubicBezTo>
                <a:cubicBezTo>
                  <a:pt x="981132" y="146199"/>
                  <a:pt x="975820" y="147427"/>
                  <a:pt x="970213" y="147427"/>
                </a:cubicBezTo>
                <a:cubicBezTo>
                  <a:pt x="965299" y="147427"/>
                  <a:pt x="960852" y="146785"/>
                  <a:pt x="956872" y="145500"/>
                </a:cubicBezTo>
                <a:cubicBezTo>
                  <a:pt x="952892" y="144215"/>
                  <a:pt x="949501" y="142357"/>
                  <a:pt x="946697" y="139926"/>
                </a:cubicBezTo>
                <a:cubicBezTo>
                  <a:pt x="943894" y="137495"/>
                  <a:pt x="941714" y="134509"/>
                  <a:pt x="940157" y="130968"/>
                </a:cubicBezTo>
                <a:cubicBezTo>
                  <a:pt x="938599" y="127425"/>
                  <a:pt x="937821" y="123396"/>
                  <a:pt x="937821" y="118879"/>
                </a:cubicBezTo>
                <a:cubicBezTo>
                  <a:pt x="937821" y="113602"/>
                  <a:pt x="938894" y="109018"/>
                  <a:pt x="941039" y="105129"/>
                </a:cubicBezTo>
                <a:cubicBezTo>
                  <a:pt x="943185" y="101238"/>
                  <a:pt x="946265" y="98008"/>
                  <a:pt x="950279" y="95438"/>
                </a:cubicBezTo>
                <a:cubicBezTo>
                  <a:pt x="954294" y="92869"/>
                  <a:pt x="959208" y="90942"/>
                  <a:pt x="965022" y="89657"/>
                </a:cubicBezTo>
                <a:cubicBezTo>
                  <a:pt x="970836" y="88372"/>
                  <a:pt x="977377" y="87730"/>
                  <a:pt x="984644" y="87730"/>
                </a:cubicBezTo>
                <a:lnTo>
                  <a:pt x="997518" y="87730"/>
                </a:lnTo>
                <a:lnTo>
                  <a:pt x="997518" y="80488"/>
                </a:lnTo>
                <a:cubicBezTo>
                  <a:pt x="997518" y="76902"/>
                  <a:pt x="997138" y="73730"/>
                  <a:pt x="996376" y="70972"/>
                </a:cubicBezTo>
                <a:cubicBezTo>
                  <a:pt x="995615" y="68212"/>
                  <a:pt x="994386" y="65918"/>
                  <a:pt x="992691" y="64091"/>
                </a:cubicBezTo>
                <a:cubicBezTo>
                  <a:pt x="990995" y="62263"/>
                  <a:pt x="988797" y="60884"/>
                  <a:pt x="986098" y="59954"/>
                </a:cubicBezTo>
                <a:cubicBezTo>
                  <a:pt x="983399" y="59022"/>
                  <a:pt x="980076" y="58556"/>
                  <a:pt x="976131" y="58556"/>
                </a:cubicBezTo>
                <a:cubicBezTo>
                  <a:pt x="971909" y="58556"/>
                  <a:pt x="968119" y="59052"/>
                  <a:pt x="964762" y="60045"/>
                </a:cubicBezTo>
                <a:cubicBezTo>
                  <a:pt x="961406" y="61038"/>
                  <a:pt x="958464" y="62133"/>
                  <a:pt x="955938" y="63331"/>
                </a:cubicBezTo>
                <a:cubicBezTo>
                  <a:pt x="953411" y="64530"/>
                  <a:pt x="951300" y="65625"/>
                  <a:pt x="949604" y="66618"/>
                </a:cubicBezTo>
                <a:cubicBezTo>
                  <a:pt x="947909" y="67611"/>
                  <a:pt x="946646" y="68107"/>
                  <a:pt x="945815" y="68107"/>
                </a:cubicBezTo>
                <a:cubicBezTo>
                  <a:pt x="945261" y="68107"/>
                  <a:pt x="944777" y="67969"/>
                  <a:pt x="944361" y="67692"/>
                </a:cubicBezTo>
                <a:cubicBezTo>
                  <a:pt x="943946" y="67415"/>
                  <a:pt x="943583" y="67000"/>
                  <a:pt x="943271" y="66446"/>
                </a:cubicBezTo>
                <a:cubicBezTo>
                  <a:pt x="942960" y="65892"/>
                  <a:pt x="942735" y="65183"/>
                  <a:pt x="942597" y="64318"/>
                </a:cubicBezTo>
                <a:cubicBezTo>
                  <a:pt x="942458" y="63452"/>
                  <a:pt x="942389" y="62501"/>
                  <a:pt x="942389" y="61463"/>
                </a:cubicBezTo>
                <a:cubicBezTo>
                  <a:pt x="942389" y="59732"/>
                  <a:pt x="942510" y="58365"/>
                  <a:pt x="942752" y="57362"/>
                </a:cubicBezTo>
                <a:cubicBezTo>
                  <a:pt x="942994" y="56358"/>
                  <a:pt x="943583" y="55406"/>
                  <a:pt x="944517" y="54507"/>
                </a:cubicBezTo>
                <a:cubicBezTo>
                  <a:pt x="945452" y="53607"/>
                  <a:pt x="947061" y="52559"/>
                  <a:pt x="949345" y="51363"/>
                </a:cubicBezTo>
                <a:cubicBezTo>
                  <a:pt x="951629" y="50164"/>
                  <a:pt x="954259" y="49070"/>
                  <a:pt x="957235" y="48079"/>
                </a:cubicBezTo>
                <a:cubicBezTo>
                  <a:pt x="960212" y="47089"/>
                  <a:pt x="963465" y="46269"/>
                  <a:pt x="966995" y="45620"/>
                </a:cubicBezTo>
                <a:cubicBezTo>
                  <a:pt x="970525" y="44969"/>
                  <a:pt x="974089" y="44643"/>
                  <a:pt x="977688" y="44643"/>
                </a:cubicBezTo>
                <a:cubicBezTo>
                  <a:pt x="984402" y="44643"/>
                  <a:pt x="990112" y="45405"/>
                  <a:pt x="994819" y="46928"/>
                </a:cubicBezTo>
                <a:cubicBezTo>
                  <a:pt x="999526" y="48450"/>
                  <a:pt x="1003332" y="50682"/>
                  <a:pt x="1006239" y="53624"/>
                </a:cubicBezTo>
                <a:cubicBezTo>
                  <a:pt x="1009146" y="56566"/>
                  <a:pt x="1011257" y="60217"/>
                  <a:pt x="1012572" y="64577"/>
                </a:cubicBezTo>
                <a:cubicBezTo>
                  <a:pt x="1013888" y="68938"/>
                  <a:pt x="1014545" y="74025"/>
                  <a:pt x="1014545" y="79839"/>
                </a:cubicBezTo>
                <a:lnTo>
                  <a:pt x="1014545" y="142859"/>
                </a:lnTo>
                <a:moveTo>
                  <a:pt x="997518" y="100084"/>
                </a:moveTo>
                <a:lnTo>
                  <a:pt x="982879" y="100084"/>
                </a:lnTo>
                <a:cubicBezTo>
                  <a:pt x="978173" y="100084"/>
                  <a:pt x="974089" y="100486"/>
                  <a:pt x="970628" y="101288"/>
                </a:cubicBezTo>
                <a:cubicBezTo>
                  <a:pt x="967168" y="102088"/>
                  <a:pt x="964295" y="103271"/>
                  <a:pt x="962011" y="104837"/>
                </a:cubicBezTo>
                <a:cubicBezTo>
                  <a:pt x="959727" y="106403"/>
                  <a:pt x="958049" y="108284"/>
                  <a:pt x="956976" y="110479"/>
                </a:cubicBezTo>
                <a:cubicBezTo>
                  <a:pt x="955903" y="112673"/>
                  <a:pt x="955367" y="115197"/>
                  <a:pt x="955367" y="118052"/>
                </a:cubicBezTo>
                <a:cubicBezTo>
                  <a:pt x="955367" y="122927"/>
                  <a:pt x="956907" y="126810"/>
                  <a:pt x="959987" y="129700"/>
                </a:cubicBezTo>
                <a:cubicBezTo>
                  <a:pt x="963067" y="132589"/>
                  <a:pt x="967375" y="134034"/>
                  <a:pt x="972913" y="134034"/>
                </a:cubicBezTo>
                <a:cubicBezTo>
                  <a:pt x="977411" y="134034"/>
                  <a:pt x="981582" y="132886"/>
                  <a:pt x="985423" y="130588"/>
                </a:cubicBezTo>
                <a:cubicBezTo>
                  <a:pt x="989264" y="128289"/>
                  <a:pt x="993296" y="124772"/>
                  <a:pt x="997518" y="120038"/>
                </a:cubicBezTo>
                <a:lnTo>
                  <a:pt x="997518" y="100084"/>
                </a:lnTo>
                <a:close/>
                <a:moveTo>
                  <a:pt x="1067542" y="134086"/>
                </a:moveTo>
                <a:cubicBezTo>
                  <a:pt x="1067542" y="139022"/>
                  <a:pt x="1066729" y="142306"/>
                  <a:pt x="1065102" y="143939"/>
                </a:cubicBezTo>
                <a:cubicBezTo>
                  <a:pt x="1063476" y="145572"/>
                  <a:pt x="1060517" y="146389"/>
                  <a:pt x="1056225" y="146389"/>
                </a:cubicBezTo>
                <a:cubicBezTo>
                  <a:pt x="1052073" y="146389"/>
                  <a:pt x="1049200" y="145590"/>
                  <a:pt x="1047608" y="143991"/>
                </a:cubicBezTo>
                <a:cubicBezTo>
                  <a:pt x="1046016" y="142393"/>
                  <a:pt x="1045220" y="139195"/>
                  <a:pt x="1045220" y="134397"/>
                </a:cubicBezTo>
                <a:cubicBezTo>
                  <a:pt x="1045220" y="129462"/>
                  <a:pt x="1046034" y="126177"/>
                  <a:pt x="1047660" y="124544"/>
                </a:cubicBezTo>
                <a:cubicBezTo>
                  <a:pt x="1049287" y="122911"/>
                  <a:pt x="1052246" y="122095"/>
                  <a:pt x="1056537" y="122095"/>
                </a:cubicBezTo>
                <a:cubicBezTo>
                  <a:pt x="1060690" y="122095"/>
                  <a:pt x="1063562" y="122894"/>
                  <a:pt x="1065154" y="124492"/>
                </a:cubicBezTo>
                <a:cubicBezTo>
                  <a:pt x="1066746" y="126091"/>
                  <a:pt x="1067542" y="129289"/>
                  <a:pt x="1067542" y="134086"/>
                </a:cubicBezTo>
                <a:close/>
                <a:moveTo>
                  <a:pt x="1165396" y="128635"/>
                </a:moveTo>
                <a:cubicBezTo>
                  <a:pt x="1165396" y="129812"/>
                  <a:pt x="1165362" y="130833"/>
                  <a:pt x="1165293" y="131698"/>
                </a:cubicBezTo>
                <a:cubicBezTo>
                  <a:pt x="1165223" y="132563"/>
                  <a:pt x="1165102" y="133290"/>
                  <a:pt x="1164929" y="133878"/>
                </a:cubicBezTo>
                <a:cubicBezTo>
                  <a:pt x="1164756" y="134467"/>
                  <a:pt x="1164549" y="134986"/>
                  <a:pt x="1164306" y="135436"/>
                </a:cubicBezTo>
                <a:cubicBezTo>
                  <a:pt x="1164064" y="135886"/>
                  <a:pt x="1163510" y="136543"/>
                  <a:pt x="1162645" y="137408"/>
                </a:cubicBezTo>
                <a:cubicBezTo>
                  <a:pt x="1161780" y="138273"/>
                  <a:pt x="1160309" y="139346"/>
                  <a:pt x="1158233" y="140627"/>
                </a:cubicBezTo>
                <a:cubicBezTo>
                  <a:pt x="1156156" y="141907"/>
                  <a:pt x="1153820" y="143049"/>
                  <a:pt x="1151225" y="144053"/>
                </a:cubicBezTo>
                <a:cubicBezTo>
                  <a:pt x="1148629" y="145057"/>
                  <a:pt x="1145809" y="145870"/>
                  <a:pt x="1142763" y="146493"/>
                </a:cubicBezTo>
                <a:cubicBezTo>
                  <a:pt x="1139718" y="147116"/>
                  <a:pt x="1136569" y="147427"/>
                  <a:pt x="1133315" y="147427"/>
                </a:cubicBezTo>
                <a:cubicBezTo>
                  <a:pt x="1126602" y="147427"/>
                  <a:pt x="1120649" y="146318"/>
                  <a:pt x="1115458" y="144098"/>
                </a:cubicBezTo>
                <a:cubicBezTo>
                  <a:pt x="1110267" y="141879"/>
                  <a:pt x="1105924" y="138637"/>
                  <a:pt x="1102428" y="134372"/>
                </a:cubicBezTo>
                <a:cubicBezTo>
                  <a:pt x="1098933" y="130106"/>
                  <a:pt x="1096268" y="124870"/>
                  <a:pt x="1094434" y="118662"/>
                </a:cubicBezTo>
                <a:cubicBezTo>
                  <a:pt x="1092600" y="112454"/>
                  <a:pt x="1091683" y="105294"/>
                  <a:pt x="1091683" y="97181"/>
                </a:cubicBezTo>
                <a:cubicBezTo>
                  <a:pt x="1091683" y="87956"/>
                  <a:pt x="1092808" y="80032"/>
                  <a:pt x="1095057" y="73409"/>
                </a:cubicBezTo>
                <a:cubicBezTo>
                  <a:pt x="1097307" y="66786"/>
                  <a:pt x="1100387" y="61359"/>
                  <a:pt x="1104297" y="57128"/>
                </a:cubicBezTo>
                <a:cubicBezTo>
                  <a:pt x="1108208" y="52897"/>
                  <a:pt x="1112811" y="49759"/>
                  <a:pt x="1118106" y="47713"/>
                </a:cubicBezTo>
                <a:cubicBezTo>
                  <a:pt x="1123400" y="45667"/>
                  <a:pt x="1129128" y="44643"/>
                  <a:pt x="1135288" y="44643"/>
                </a:cubicBezTo>
                <a:cubicBezTo>
                  <a:pt x="1138264" y="44643"/>
                  <a:pt x="1141154" y="44920"/>
                  <a:pt x="1143957" y="45474"/>
                </a:cubicBezTo>
                <a:cubicBezTo>
                  <a:pt x="1146760" y="46028"/>
                  <a:pt x="1149339" y="46754"/>
                  <a:pt x="1151692" y="47654"/>
                </a:cubicBezTo>
                <a:cubicBezTo>
                  <a:pt x="1154045" y="48554"/>
                  <a:pt x="1156139" y="49592"/>
                  <a:pt x="1157973" y="50769"/>
                </a:cubicBezTo>
                <a:cubicBezTo>
                  <a:pt x="1159807" y="51946"/>
                  <a:pt x="1161140" y="52949"/>
                  <a:pt x="1161970" y="53780"/>
                </a:cubicBezTo>
                <a:cubicBezTo>
                  <a:pt x="1162801" y="54610"/>
                  <a:pt x="1163372" y="55268"/>
                  <a:pt x="1163683" y="55752"/>
                </a:cubicBezTo>
                <a:cubicBezTo>
                  <a:pt x="1163995" y="56237"/>
                  <a:pt x="1164254" y="56808"/>
                  <a:pt x="1164462" y="57465"/>
                </a:cubicBezTo>
                <a:cubicBezTo>
                  <a:pt x="1164670" y="58123"/>
                  <a:pt x="1164808" y="58867"/>
                  <a:pt x="1164877" y="59698"/>
                </a:cubicBezTo>
                <a:cubicBezTo>
                  <a:pt x="1164947" y="60528"/>
                  <a:pt x="1164981" y="61566"/>
                  <a:pt x="1164981" y="62812"/>
                </a:cubicBezTo>
                <a:cubicBezTo>
                  <a:pt x="1164981" y="65512"/>
                  <a:pt x="1164670" y="67398"/>
                  <a:pt x="1164047" y="68471"/>
                </a:cubicBezTo>
                <a:cubicBezTo>
                  <a:pt x="1163424" y="69543"/>
                  <a:pt x="1162662" y="70080"/>
                  <a:pt x="1161763" y="70080"/>
                </a:cubicBezTo>
                <a:cubicBezTo>
                  <a:pt x="1160724" y="70080"/>
                  <a:pt x="1159530" y="69509"/>
                  <a:pt x="1158181" y="68367"/>
                </a:cubicBezTo>
                <a:cubicBezTo>
                  <a:pt x="1156831" y="67225"/>
                  <a:pt x="1155118" y="65962"/>
                  <a:pt x="1153042" y="64577"/>
                </a:cubicBezTo>
                <a:cubicBezTo>
                  <a:pt x="1150965" y="63193"/>
                  <a:pt x="1148456" y="61930"/>
                  <a:pt x="1145515" y="60788"/>
                </a:cubicBezTo>
                <a:cubicBezTo>
                  <a:pt x="1142573" y="59646"/>
                  <a:pt x="1139095" y="59075"/>
                  <a:pt x="1135080" y="59075"/>
                </a:cubicBezTo>
                <a:cubicBezTo>
                  <a:pt x="1126844" y="59075"/>
                  <a:pt x="1120528" y="62251"/>
                  <a:pt x="1116133" y="68604"/>
                </a:cubicBezTo>
                <a:cubicBezTo>
                  <a:pt x="1111738" y="74954"/>
                  <a:pt x="1109540" y="84167"/>
                  <a:pt x="1109540" y="96243"/>
                </a:cubicBezTo>
                <a:cubicBezTo>
                  <a:pt x="1109540" y="102282"/>
                  <a:pt x="1110111" y="107575"/>
                  <a:pt x="1111253" y="112121"/>
                </a:cubicBezTo>
                <a:cubicBezTo>
                  <a:pt x="1112395" y="116668"/>
                  <a:pt x="1114074" y="120468"/>
                  <a:pt x="1116289" y="123522"/>
                </a:cubicBezTo>
                <a:cubicBezTo>
                  <a:pt x="1118504" y="126576"/>
                  <a:pt x="1121220" y="128849"/>
                  <a:pt x="1124439" y="130342"/>
                </a:cubicBezTo>
                <a:cubicBezTo>
                  <a:pt x="1127657" y="131834"/>
                  <a:pt x="1131343" y="132581"/>
                  <a:pt x="1135496" y="132581"/>
                </a:cubicBezTo>
                <a:cubicBezTo>
                  <a:pt x="1139441" y="132581"/>
                  <a:pt x="1142902" y="131958"/>
                  <a:pt x="1145878" y="130712"/>
                </a:cubicBezTo>
                <a:cubicBezTo>
                  <a:pt x="1148854" y="129466"/>
                  <a:pt x="1151432" y="128099"/>
                  <a:pt x="1153613" y="126611"/>
                </a:cubicBezTo>
                <a:cubicBezTo>
                  <a:pt x="1155793" y="125123"/>
                  <a:pt x="1157627" y="123773"/>
                  <a:pt x="1159115" y="122562"/>
                </a:cubicBezTo>
                <a:cubicBezTo>
                  <a:pt x="1160603" y="121351"/>
                  <a:pt x="1161763" y="120745"/>
                  <a:pt x="1162593" y="120745"/>
                </a:cubicBezTo>
                <a:cubicBezTo>
                  <a:pt x="1163078" y="120745"/>
                  <a:pt x="1163493" y="120883"/>
                  <a:pt x="1163839" y="121160"/>
                </a:cubicBezTo>
                <a:cubicBezTo>
                  <a:pt x="1164185" y="121437"/>
                  <a:pt x="1164479" y="121904"/>
                  <a:pt x="1164722" y="122562"/>
                </a:cubicBezTo>
                <a:cubicBezTo>
                  <a:pt x="1164964" y="123219"/>
                  <a:pt x="1165137" y="124050"/>
                  <a:pt x="1165241" y="125053"/>
                </a:cubicBezTo>
                <a:cubicBezTo>
                  <a:pt x="1165345" y="126057"/>
                  <a:pt x="1165396" y="127251"/>
                  <a:pt x="1165396" y="128635"/>
                </a:cubicBezTo>
                <a:close/>
                <a:moveTo>
                  <a:pt x="1273001" y="95049"/>
                </a:moveTo>
                <a:cubicBezTo>
                  <a:pt x="1273001" y="102669"/>
                  <a:pt x="1271998" y="109684"/>
                  <a:pt x="1269990" y="116092"/>
                </a:cubicBezTo>
                <a:cubicBezTo>
                  <a:pt x="1267983" y="122501"/>
                  <a:pt x="1264990" y="128028"/>
                  <a:pt x="1261010" y="132671"/>
                </a:cubicBezTo>
                <a:cubicBezTo>
                  <a:pt x="1257030" y="137313"/>
                  <a:pt x="1252047" y="140933"/>
                  <a:pt x="1246060" y="143531"/>
                </a:cubicBezTo>
                <a:cubicBezTo>
                  <a:pt x="1240072" y="146128"/>
                  <a:pt x="1233134" y="147427"/>
                  <a:pt x="1225243" y="147427"/>
                </a:cubicBezTo>
                <a:cubicBezTo>
                  <a:pt x="1217560" y="147427"/>
                  <a:pt x="1210864" y="146284"/>
                  <a:pt x="1205154" y="143998"/>
                </a:cubicBezTo>
                <a:cubicBezTo>
                  <a:pt x="1199443" y="141711"/>
                  <a:pt x="1194685" y="138386"/>
                  <a:pt x="1190878" y="134021"/>
                </a:cubicBezTo>
                <a:cubicBezTo>
                  <a:pt x="1187071" y="129656"/>
                  <a:pt x="1184234" y="124356"/>
                  <a:pt x="1182365" y="118120"/>
                </a:cubicBezTo>
                <a:cubicBezTo>
                  <a:pt x="1180496" y="111884"/>
                  <a:pt x="1179562" y="104817"/>
                  <a:pt x="1179562" y="96918"/>
                </a:cubicBezTo>
                <a:cubicBezTo>
                  <a:pt x="1179562" y="89298"/>
                  <a:pt x="1180548" y="82283"/>
                  <a:pt x="1182521" y="75874"/>
                </a:cubicBezTo>
                <a:cubicBezTo>
                  <a:pt x="1184493" y="69466"/>
                  <a:pt x="1187469" y="63940"/>
                  <a:pt x="1191449" y="59299"/>
                </a:cubicBezTo>
                <a:cubicBezTo>
                  <a:pt x="1195429" y="54655"/>
                  <a:pt x="1200395" y="51051"/>
                  <a:pt x="1206348" y="48488"/>
                </a:cubicBezTo>
                <a:cubicBezTo>
                  <a:pt x="1212300" y="45925"/>
                  <a:pt x="1219256" y="44643"/>
                  <a:pt x="1227216" y="44643"/>
                </a:cubicBezTo>
                <a:cubicBezTo>
                  <a:pt x="1234899" y="44643"/>
                  <a:pt x="1241595" y="45787"/>
                  <a:pt x="1247305" y="48073"/>
                </a:cubicBezTo>
                <a:cubicBezTo>
                  <a:pt x="1253016" y="50359"/>
                  <a:pt x="1257774" y="53685"/>
                  <a:pt x="1261581" y="58049"/>
                </a:cubicBezTo>
                <a:cubicBezTo>
                  <a:pt x="1265388" y="62414"/>
                  <a:pt x="1268243" y="67715"/>
                  <a:pt x="1270146" y="73950"/>
                </a:cubicBezTo>
                <a:cubicBezTo>
                  <a:pt x="1272050" y="80186"/>
                  <a:pt x="1273001" y="87219"/>
                  <a:pt x="1273001" y="95049"/>
                </a:cubicBezTo>
                <a:moveTo>
                  <a:pt x="1254936" y="96191"/>
                </a:moveTo>
                <a:cubicBezTo>
                  <a:pt x="1254936" y="91132"/>
                  <a:pt x="1254469" y="86350"/>
                  <a:pt x="1253535" y="81844"/>
                </a:cubicBezTo>
                <a:cubicBezTo>
                  <a:pt x="1252600" y="77339"/>
                  <a:pt x="1251060" y="73388"/>
                  <a:pt x="1248915" y="69992"/>
                </a:cubicBezTo>
                <a:cubicBezTo>
                  <a:pt x="1246769" y="66596"/>
                  <a:pt x="1243862" y="63911"/>
                  <a:pt x="1240194" y="61936"/>
                </a:cubicBezTo>
                <a:cubicBezTo>
                  <a:pt x="1236525" y="59959"/>
                  <a:pt x="1231957" y="58971"/>
                  <a:pt x="1226489" y="58971"/>
                </a:cubicBezTo>
                <a:cubicBezTo>
                  <a:pt x="1221436" y="58971"/>
                  <a:pt x="1217093" y="59872"/>
                  <a:pt x="1213459" y="61673"/>
                </a:cubicBezTo>
                <a:cubicBezTo>
                  <a:pt x="1209826" y="63475"/>
                  <a:pt x="1206832" y="66023"/>
                  <a:pt x="1204479" y="69317"/>
                </a:cubicBezTo>
                <a:cubicBezTo>
                  <a:pt x="1202126" y="72609"/>
                  <a:pt x="1200378" y="76508"/>
                  <a:pt x="1199236" y="81014"/>
                </a:cubicBezTo>
                <a:cubicBezTo>
                  <a:pt x="1198094" y="85517"/>
                  <a:pt x="1197523" y="90438"/>
                  <a:pt x="1197523" y="95776"/>
                </a:cubicBezTo>
                <a:cubicBezTo>
                  <a:pt x="1197523" y="100904"/>
                  <a:pt x="1197990" y="105721"/>
                  <a:pt x="1198924" y="110226"/>
                </a:cubicBezTo>
                <a:cubicBezTo>
                  <a:pt x="1199859" y="114732"/>
                  <a:pt x="1201416" y="118665"/>
                  <a:pt x="1203596" y="122026"/>
                </a:cubicBezTo>
                <a:cubicBezTo>
                  <a:pt x="1205777" y="125388"/>
                  <a:pt x="1208701" y="128057"/>
                  <a:pt x="1212369" y="130034"/>
                </a:cubicBezTo>
                <a:cubicBezTo>
                  <a:pt x="1216038" y="132008"/>
                  <a:pt x="1220606" y="132996"/>
                  <a:pt x="1226074" y="132996"/>
                </a:cubicBezTo>
                <a:cubicBezTo>
                  <a:pt x="1231057" y="132996"/>
                  <a:pt x="1235383" y="132095"/>
                  <a:pt x="1239052" y="130293"/>
                </a:cubicBezTo>
                <a:cubicBezTo>
                  <a:pt x="1242720" y="128492"/>
                  <a:pt x="1245731" y="125962"/>
                  <a:pt x="1248084" y="122705"/>
                </a:cubicBezTo>
                <a:cubicBezTo>
                  <a:pt x="1250437" y="119445"/>
                  <a:pt x="1252168" y="115564"/>
                  <a:pt x="1253275" y="111060"/>
                </a:cubicBezTo>
                <a:cubicBezTo>
                  <a:pt x="1254383" y="106555"/>
                  <a:pt x="1254936" y="101598"/>
                  <a:pt x="1254936" y="96191"/>
                </a:cubicBezTo>
                <a:close/>
                <a:moveTo>
                  <a:pt x="1436185" y="142755"/>
                </a:moveTo>
                <a:cubicBezTo>
                  <a:pt x="1436185" y="143309"/>
                  <a:pt x="1436046" y="143776"/>
                  <a:pt x="1435770" y="144157"/>
                </a:cubicBezTo>
                <a:cubicBezTo>
                  <a:pt x="1435493" y="144537"/>
                  <a:pt x="1435043" y="144866"/>
                  <a:pt x="1434420" y="145143"/>
                </a:cubicBezTo>
                <a:cubicBezTo>
                  <a:pt x="1433797" y="145420"/>
                  <a:pt x="1432932" y="145628"/>
                  <a:pt x="1431824" y="145766"/>
                </a:cubicBezTo>
                <a:cubicBezTo>
                  <a:pt x="1430717" y="145904"/>
                  <a:pt x="1429333" y="145974"/>
                  <a:pt x="1427671" y="145974"/>
                </a:cubicBezTo>
                <a:cubicBezTo>
                  <a:pt x="1425941" y="145974"/>
                  <a:pt x="1424522" y="145904"/>
                  <a:pt x="1423415" y="145766"/>
                </a:cubicBezTo>
                <a:cubicBezTo>
                  <a:pt x="1422307" y="145628"/>
                  <a:pt x="1421425" y="145420"/>
                  <a:pt x="1420767" y="145143"/>
                </a:cubicBezTo>
                <a:cubicBezTo>
                  <a:pt x="1420110" y="144866"/>
                  <a:pt x="1419643" y="144537"/>
                  <a:pt x="1419366" y="144157"/>
                </a:cubicBezTo>
                <a:cubicBezTo>
                  <a:pt x="1419089" y="143776"/>
                  <a:pt x="1418950" y="143309"/>
                  <a:pt x="1418950" y="142755"/>
                </a:cubicBezTo>
                <a:lnTo>
                  <a:pt x="1418950" y="85965"/>
                </a:lnTo>
                <a:cubicBezTo>
                  <a:pt x="1418950" y="82019"/>
                  <a:pt x="1418604" y="78420"/>
                  <a:pt x="1417912" y="75167"/>
                </a:cubicBezTo>
                <a:cubicBezTo>
                  <a:pt x="1417220" y="71914"/>
                  <a:pt x="1416113" y="69111"/>
                  <a:pt x="1414590" y="66757"/>
                </a:cubicBezTo>
                <a:cubicBezTo>
                  <a:pt x="1413067" y="64404"/>
                  <a:pt x="1411129" y="62605"/>
                  <a:pt x="1408776" y="61359"/>
                </a:cubicBezTo>
                <a:cubicBezTo>
                  <a:pt x="1406423" y="60113"/>
                  <a:pt x="1403654" y="59490"/>
                  <a:pt x="1400470" y="59490"/>
                </a:cubicBezTo>
                <a:cubicBezTo>
                  <a:pt x="1396525" y="59490"/>
                  <a:pt x="1392562" y="61013"/>
                  <a:pt x="1388583" y="64058"/>
                </a:cubicBezTo>
                <a:cubicBezTo>
                  <a:pt x="1384603" y="67104"/>
                  <a:pt x="1380225" y="71568"/>
                  <a:pt x="1375449" y="77451"/>
                </a:cubicBezTo>
                <a:lnTo>
                  <a:pt x="1375449" y="142755"/>
                </a:lnTo>
                <a:cubicBezTo>
                  <a:pt x="1375449" y="143309"/>
                  <a:pt x="1375311" y="143776"/>
                  <a:pt x="1375034" y="144157"/>
                </a:cubicBezTo>
                <a:cubicBezTo>
                  <a:pt x="1374757" y="144537"/>
                  <a:pt x="1374290" y="144866"/>
                  <a:pt x="1373632" y="145143"/>
                </a:cubicBezTo>
                <a:cubicBezTo>
                  <a:pt x="1372975" y="145420"/>
                  <a:pt x="1372092" y="145628"/>
                  <a:pt x="1370985" y="145766"/>
                </a:cubicBezTo>
                <a:cubicBezTo>
                  <a:pt x="1369877" y="145904"/>
                  <a:pt x="1368493" y="145974"/>
                  <a:pt x="1366832" y="145974"/>
                </a:cubicBezTo>
                <a:cubicBezTo>
                  <a:pt x="1365240" y="145974"/>
                  <a:pt x="1363873" y="145904"/>
                  <a:pt x="1362731" y="145766"/>
                </a:cubicBezTo>
                <a:cubicBezTo>
                  <a:pt x="1361589" y="145628"/>
                  <a:pt x="1360689" y="145420"/>
                  <a:pt x="1360032" y="145143"/>
                </a:cubicBezTo>
                <a:cubicBezTo>
                  <a:pt x="1359374" y="144866"/>
                  <a:pt x="1358924" y="144537"/>
                  <a:pt x="1358682" y="144157"/>
                </a:cubicBezTo>
                <a:cubicBezTo>
                  <a:pt x="1358440" y="143776"/>
                  <a:pt x="1358318" y="143309"/>
                  <a:pt x="1358318" y="142755"/>
                </a:cubicBezTo>
                <a:lnTo>
                  <a:pt x="1358318" y="85965"/>
                </a:lnTo>
                <a:cubicBezTo>
                  <a:pt x="1358318" y="82019"/>
                  <a:pt x="1357938" y="78420"/>
                  <a:pt x="1357176" y="75167"/>
                </a:cubicBezTo>
                <a:cubicBezTo>
                  <a:pt x="1356415" y="71914"/>
                  <a:pt x="1355273" y="69111"/>
                  <a:pt x="1353750" y="66757"/>
                </a:cubicBezTo>
                <a:cubicBezTo>
                  <a:pt x="1352228" y="64404"/>
                  <a:pt x="1350307" y="62605"/>
                  <a:pt x="1347988" y="61359"/>
                </a:cubicBezTo>
                <a:cubicBezTo>
                  <a:pt x="1345669" y="60113"/>
                  <a:pt x="1342918" y="59490"/>
                  <a:pt x="1339734" y="59490"/>
                </a:cubicBezTo>
                <a:cubicBezTo>
                  <a:pt x="1335789" y="59490"/>
                  <a:pt x="1331809" y="61013"/>
                  <a:pt x="1327795" y="64058"/>
                </a:cubicBezTo>
                <a:cubicBezTo>
                  <a:pt x="1323780" y="67104"/>
                  <a:pt x="1319420" y="71568"/>
                  <a:pt x="1314713" y="77451"/>
                </a:cubicBezTo>
                <a:lnTo>
                  <a:pt x="1314713" y="142755"/>
                </a:lnTo>
                <a:cubicBezTo>
                  <a:pt x="1314713" y="143309"/>
                  <a:pt x="1314575" y="143776"/>
                  <a:pt x="1314298" y="144157"/>
                </a:cubicBezTo>
                <a:cubicBezTo>
                  <a:pt x="1314021" y="144537"/>
                  <a:pt x="1313571" y="144866"/>
                  <a:pt x="1312948" y="145143"/>
                </a:cubicBezTo>
                <a:cubicBezTo>
                  <a:pt x="1312325" y="145420"/>
                  <a:pt x="1311460" y="145628"/>
                  <a:pt x="1310353" y="145766"/>
                </a:cubicBezTo>
                <a:cubicBezTo>
                  <a:pt x="1309245" y="145904"/>
                  <a:pt x="1307826" y="145974"/>
                  <a:pt x="1306096" y="145974"/>
                </a:cubicBezTo>
                <a:cubicBezTo>
                  <a:pt x="1304435" y="145974"/>
                  <a:pt x="1303051" y="145904"/>
                  <a:pt x="1301943" y="145766"/>
                </a:cubicBezTo>
                <a:cubicBezTo>
                  <a:pt x="1300836" y="145628"/>
                  <a:pt x="1299953" y="145420"/>
                  <a:pt x="1299296" y="145143"/>
                </a:cubicBezTo>
                <a:cubicBezTo>
                  <a:pt x="1298638" y="144866"/>
                  <a:pt x="1298188" y="144537"/>
                  <a:pt x="1297946" y="144157"/>
                </a:cubicBezTo>
                <a:cubicBezTo>
                  <a:pt x="1297704" y="143776"/>
                  <a:pt x="1297583" y="143309"/>
                  <a:pt x="1297583" y="142755"/>
                </a:cubicBezTo>
                <a:lnTo>
                  <a:pt x="1297583" y="49315"/>
                </a:lnTo>
                <a:cubicBezTo>
                  <a:pt x="1297583" y="48762"/>
                  <a:pt x="1297686" y="48294"/>
                  <a:pt x="1297894" y="47914"/>
                </a:cubicBezTo>
                <a:cubicBezTo>
                  <a:pt x="1298102" y="47533"/>
                  <a:pt x="1298517" y="47187"/>
                  <a:pt x="1299140" y="46876"/>
                </a:cubicBezTo>
                <a:cubicBezTo>
                  <a:pt x="1299763" y="46564"/>
                  <a:pt x="1300559" y="46356"/>
                  <a:pt x="1301528" y="46253"/>
                </a:cubicBezTo>
                <a:cubicBezTo>
                  <a:pt x="1302497" y="46149"/>
                  <a:pt x="1303777" y="46097"/>
                  <a:pt x="1305369" y="46097"/>
                </a:cubicBezTo>
                <a:cubicBezTo>
                  <a:pt x="1306892" y="46097"/>
                  <a:pt x="1308155" y="46149"/>
                  <a:pt x="1309159" y="46253"/>
                </a:cubicBezTo>
                <a:cubicBezTo>
                  <a:pt x="1310162" y="46356"/>
                  <a:pt x="1310941" y="46564"/>
                  <a:pt x="1311495" y="46876"/>
                </a:cubicBezTo>
                <a:cubicBezTo>
                  <a:pt x="1312048" y="47187"/>
                  <a:pt x="1312446" y="47533"/>
                  <a:pt x="1312689" y="47914"/>
                </a:cubicBezTo>
                <a:cubicBezTo>
                  <a:pt x="1312931" y="48294"/>
                  <a:pt x="1313052" y="48762"/>
                  <a:pt x="1313052" y="49315"/>
                </a:cubicBezTo>
                <a:lnTo>
                  <a:pt x="1313052" y="61670"/>
                </a:lnTo>
                <a:cubicBezTo>
                  <a:pt x="1318312" y="55787"/>
                  <a:pt x="1323417" y="51478"/>
                  <a:pt x="1328366" y="48744"/>
                </a:cubicBezTo>
                <a:cubicBezTo>
                  <a:pt x="1333315" y="46010"/>
                  <a:pt x="1338315" y="44643"/>
                  <a:pt x="1343368" y="44643"/>
                </a:cubicBezTo>
                <a:cubicBezTo>
                  <a:pt x="1347244" y="44643"/>
                  <a:pt x="1350722" y="45093"/>
                  <a:pt x="1353802" y="45993"/>
                </a:cubicBezTo>
                <a:cubicBezTo>
                  <a:pt x="1356882" y="46893"/>
                  <a:pt x="1359599" y="48156"/>
                  <a:pt x="1361952" y="49783"/>
                </a:cubicBezTo>
                <a:cubicBezTo>
                  <a:pt x="1364306" y="51409"/>
                  <a:pt x="1366313" y="53347"/>
                  <a:pt x="1367974" y="55597"/>
                </a:cubicBezTo>
                <a:cubicBezTo>
                  <a:pt x="1369635" y="57846"/>
                  <a:pt x="1371019" y="60355"/>
                  <a:pt x="1372127" y="63124"/>
                </a:cubicBezTo>
                <a:cubicBezTo>
                  <a:pt x="1375241" y="59732"/>
                  <a:pt x="1378200" y="56860"/>
                  <a:pt x="1381004" y="54507"/>
                </a:cubicBezTo>
                <a:cubicBezTo>
                  <a:pt x="1383807" y="52153"/>
                  <a:pt x="1386506" y="50250"/>
                  <a:pt x="1389102" y="48796"/>
                </a:cubicBezTo>
                <a:cubicBezTo>
                  <a:pt x="1391697" y="47343"/>
                  <a:pt x="1394224" y="46287"/>
                  <a:pt x="1396681" y="45630"/>
                </a:cubicBezTo>
                <a:cubicBezTo>
                  <a:pt x="1399138" y="44972"/>
                  <a:pt x="1401612" y="44643"/>
                  <a:pt x="1404104" y="44643"/>
                </a:cubicBezTo>
                <a:cubicBezTo>
                  <a:pt x="1410126" y="44643"/>
                  <a:pt x="1415178" y="45699"/>
                  <a:pt x="1419262" y="47810"/>
                </a:cubicBezTo>
                <a:cubicBezTo>
                  <a:pt x="1423346" y="49921"/>
                  <a:pt x="1426651" y="52742"/>
                  <a:pt x="1429177" y="56271"/>
                </a:cubicBezTo>
                <a:cubicBezTo>
                  <a:pt x="1431703" y="59801"/>
                  <a:pt x="1433503" y="63937"/>
                  <a:pt x="1434576" y="68678"/>
                </a:cubicBezTo>
                <a:cubicBezTo>
                  <a:pt x="1435648" y="73419"/>
                  <a:pt x="1436185" y="78420"/>
                  <a:pt x="1436185" y="83680"/>
                </a:cubicBezTo>
                <a:lnTo>
                  <a:pt x="1436185" y="1427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Notaliasforb.com">
            <a:extLst xmlns:a="http://schemas.openxmlformats.org/drawingml/2006/main">
              <a:ext uri="{FF2B5EF4-FFF2-40B4-BE49-F238E27FC236}">
                <a16:creationId xmlns:a16="http://schemas.microsoft.com/office/drawing/2014/main" id="{F9365FD0-F241-45A9-B584-F6C384AE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950" y="2728719"/>
            <a:ext cx="1590738" cy="147427"/>
          </a:xfrm>
          <a:custGeom xmlns:a="http://schemas.openxmlformats.org/drawingml/2006/main">
            <a:pathLst>
              <a:path w="1590738" h="147427">
                <a:moveTo>
                  <a:pt x="101538" y="138070"/>
                </a:moveTo>
                <a:cubicBezTo>
                  <a:pt x="101538" y="139457"/>
                  <a:pt x="101313" y="140635"/>
                  <a:pt x="100863" y="141607"/>
                </a:cubicBezTo>
                <a:cubicBezTo>
                  <a:pt x="100413" y="142578"/>
                  <a:pt x="99825" y="143376"/>
                  <a:pt x="99098" y="144001"/>
                </a:cubicBezTo>
                <a:cubicBezTo>
                  <a:pt x="98371" y="144624"/>
                  <a:pt x="97558" y="145074"/>
                  <a:pt x="96658" y="145351"/>
                </a:cubicBezTo>
                <a:cubicBezTo>
                  <a:pt x="95758" y="145628"/>
                  <a:pt x="94859" y="145766"/>
                  <a:pt x="93959" y="145766"/>
                </a:cubicBezTo>
                <a:lnTo>
                  <a:pt x="88249" y="145766"/>
                </a:lnTo>
                <a:cubicBezTo>
                  <a:pt x="86449" y="145766"/>
                  <a:pt x="84874" y="145573"/>
                  <a:pt x="83525" y="145188"/>
                </a:cubicBezTo>
                <a:cubicBezTo>
                  <a:pt x="82175" y="144803"/>
                  <a:pt x="80895" y="144104"/>
                  <a:pt x="79683" y="143089"/>
                </a:cubicBezTo>
                <a:cubicBezTo>
                  <a:pt x="78472" y="142075"/>
                  <a:pt x="77261" y="140693"/>
                  <a:pt x="76050" y="138943"/>
                </a:cubicBezTo>
                <a:cubicBezTo>
                  <a:pt x="74838" y="137193"/>
                  <a:pt x="73506" y="134968"/>
                  <a:pt x="72052" y="132269"/>
                </a:cubicBezTo>
                <a:lnTo>
                  <a:pt x="29693" y="55856"/>
                </a:lnTo>
                <a:cubicBezTo>
                  <a:pt x="27478" y="51911"/>
                  <a:pt x="25246" y="47775"/>
                  <a:pt x="22997" y="43449"/>
                </a:cubicBezTo>
                <a:cubicBezTo>
                  <a:pt x="20747" y="39124"/>
                  <a:pt x="18653" y="34919"/>
                  <a:pt x="16715" y="30835"/>
                </a:cubicBezTo>
                <a:lnTo>
                  <a:pt x="16508" y="30835"/>
                </a:lnTo>
                <a:cubicBezTo>
                  <a:pt x="16646" y="35819"/>
                  <a:pt x="16750" y="40906"/>
                  <a:pt x="16819" y="46097"/>
                </a:cubicBezTo>
                <a:cubicBezTo>
                  <a:pt x="16888" y="51288"/>
                  <a:pt x="16923" y="56445"/>
                  <a:pt x="16923" y="61566"/>
                </a:cubicBezTo>
                <a:lnTo>
                  <a:pt x="16923" y="142651"/>
                </a:lnTo>
                <a:cubicBezTo>
                  <a:pt x="16923" y="143136"/>
                  <a:pt x="16785" y="143603"/>
                  <a:pt x="16508" y="144053"/>
                </a:cubicBezTo>
                <a:cubicBezTo>
                  <a:pt x="16231" y="144503"/>
                  <a:pt x="15764" y="144849"/>
                  <a:pt x="15106" y="145091"/>
                </a:cubicBezTo>
                <a:cubicBezTo>
                  <a:pt x="14449" y="145333"/>
                  <a:pt x="13583" y="145541"/>
                  <a:pt x="12511" y="145714"/>
                </a:cubicBezTo>
                <a:cubicBezTo>
                  <a:pt x="11438" y="145887"/>
                  <a:pt x="10071" y="145974"/>
                  <a:pt x="8410" y="145974"/>
                </a:cubicBezTo>
                <a:cubicBezTo>
                  <a:pt x="6748" y="145974"/>
                  <a:pt x="5381" y="145887"/>
                  <a:pt x="4309" y="145714"/>
                </a:cubicBezTo>
                <a:cubicBezTo>
                  <a:pt x="3236" y="145541"/>
                  <a:pt x="2388" y="145333"/>
                  <a:pt x="1765" y="145091"/>
                </a:cubicBezTo>
                <a:cubicBezTo>
                  <a:pt x="1142" y="144849"/>
                  <a:pt x="692" y="144503"/>
                  <a:pt x="415" y="144053"/>
                </a:cubicBezTo>
                <a:cubicBezTo>
                  <a:pt x="138" y="143603"/>
                  <a:pt x="0" y="143136"/>
                  <a:pt x="0" y="142651"/>
                </a:cubicBezTo>
                <a:lnTo>
                  <a:pt x="0" y="18688"/>
                </a:lnTo>
                <a:cubicBezTo>
                  <a:pt x="0" y="15919"/>
                  <a:pt x="761" y="13947"/>
                  <a:pt x="2284" y="12770"/>
                </a:cubicBezTo>
                <a:cubicBezTo>
                  <a:pt x="3807" y="11593"/>
                  <a:pt x="5468" y="11005"/>
                  <a:pt x="7268" y="11005"/>
                </a:cubicBezTo>
                <a:lnTo>
                  <a:pt x="15781" y="11005"/>
                </a:lnTo>
                <a:cubicBezTo>
                  <a:pt x="17788" y="11005"/>
                  <a:pt x="19467" y="11178"/>
                  <a:pt x="20816" y="11524"/>
                </a:cubicBezTo>
                <a:cubicBezTo>
                  <a:pt x="22166" y="11870"/>
                  <a:pt x="23377" y="12441"/>
                  <a:pt x="24450" y="13237"/>
                </a:cubicBezTo>
                <a:cubicBezTo>
                  <a:pt x="25523" y="14033"/>
                  <a:pt x="26561" y="15141"/>
                  <a:pt x="27565" y="16560"/>
                </a:cubicBezTo>
                <a:cubicBezTo>
                  <a:pt x="28568" y="17978"/>
                  <a:pt x="29658" y="19761"/>
                  <a:pt x="30835" y="21906"/>
                </a:cubicBezTo>
                <a:lnTo>
                  <a:pt x="63435" y="80877"/>
                </a:lnTo>
                <a:cubicBezTo>
                  <a:pt x="65442" y="84476"/>
                  <a:pt x="67380" y="87989"/>
                  <a:pt x="69249" y="91415"/>
                </a:cubicBezTo>
                <a:cubicBezTo>
                  <a:pt x="71118" y="94841"/>
                  <a:pt x="72918" y="98216"/>
                  <a:pt x="74648" y="101538"/>
                </a:cubicBezTo>
                <a:cubicBezTo>
                  <a:pt x="76378" y="104860"/>
                  <a:pt x="78091" y="108131"/>
                  <a:pt x="79787" y="111349"/>
                </a:cubicBezTo>
                <a:cubicBezTo>
                  <a:pt x="81483" y="114567"/>
                  <a:pt x="83161" y="117803"/>
                  <a:pt x="84822" y="121056"/>
                </a:cubicBezTo>
                <a:lnTo>
                  <a:pt x="84926" y="121056"/>
                </a:lnTo>
                <a:cubicBezTo>
                  <a:pt x="84788" y="115584"/>
                  <a:pt x="84701" y="109886"/>
                  <a:pt x="84667" y="103961"/>
                </a:cubicBezTo>
                <a:cubicBezTo>
                  <a:pt x="84632" y="98037"/>
                  <a:pt x="84615" y="92339"/>
                  <a:pt x="84615" y="86866"/>
                </a:cubicBezTo>
                <a:lnTo>
                  <a:pt x="84615" y="13915"/>
                </a:lnTo>
                <a:cubicBezTo>
                  <a:pt x="84615" y="13431"/>
                  <a:pt x="84753" y="12981"/>
                  <a:pt x="85030" y="12566"/>
                </a:cubicBezTo>
                <a:cubicBezTo>
                  <a:pt x="85307" y="12148"/>
                  <a:pt x="85774" y="11784"/>
                  <a:pt x="86432" y="11472"/>
                </a:cubicBezTo>
                <a:cubicBezTo>
                  <a:pt x="87089" y="11161"/>
                  <a:pt x="87954" y="10936"/>
                  <a:pt x="89027" y="10797"/>
                </a:cubicBezTo>
                <a:cubicBezTo>
                  <a:pt x="90100" y="10659"/>
                  <a:pt x="91502" y="10590"/>
                  <a:pt x="93232" y="10590"/>
                </a:cubicBezTo>
                <a:cubicBezTo>
                  <a:pt x="94755" y="10590"/>
                  <a:pt x="96070" y="10659"/>
                  <a:pt x="97177" y="10797"/>
                </a:cubicBezTo>
                <a:cubicBezTo>
                  <a:pt x="98285" y="10936"/>
                  <a:pt x="99150" y="11162"/>
                  <a:pt x="99773" y="11476"/>
                </a:cubicBezTo>
                <a:cubicBezTo>
                  <a:pt x="100396" y="11787"/>
                  <a:pt x="100846" y="12150"/>
                  <a:pt x="101123" y="12566"/>
                </a:cubicBezTo>
                <a:cubicBezTo>
                  <a:pt x="101399" y="12981"/>
                  <a:pt x="101538" y="13432"/>
                  <a:pt x="101538" y="13919"/>
                </a:cubicBezTo>
                <a:lnTo>
                  <a:pt x="101538" y="138070"/>
                </a:lnTo>
                <a:close/>
                <a:moveTo>
                  <a:pt x="221412" y="95049"/>
                </a:moveTo>
                <a:cubicBezTo>
                  <a:pt x="221412" y="102669"/>
                  <a:pt x="220408" y="109684"/>
                  <a:pt x="218401" y="116092"/>
                </a:cubicBezTo>
                <a:cubicBezTo>
                  <a:pt x="216394" y="122501"/>
                  <a:pt x="213400" y="128028"/>
                  <a:pt x="209420" y="132671"/>
                </a:cubicBezTo>
                <a:cubicBezTo>
                  <a:pt x="205440" y="137313"/>
                  <a:pt x="200457" y="140933"/>
                  <a:pt x="194470" y="143531"/>
                </a:cubicBezTo>
                <a:cubicBezTo>
                  <a:pt x="188483" y="146128"/>
                  <a:pt x="181544" y="147427"/>
                  <a:pt x="173654" y="147427"/>
                </a:cubicBezTo>
                <a:cubicBezTo>
                  <a:pt x="165971" y="147427"/>
                  <a:pt x="159274" y="146284"/>
                  <a:pt x="153564" y="143998"/>
                </a:cubicBezTo>
                <a:cubicBezTo>
                  <a:pt x="147854" y="141711"/>
                  <a:pt x="143095" y="138386"/>
                  <a:pt x="139289" y="134021"/>
                </a:cubicBezTo>
                <a:cubicBezTo>
                  <a:pt x="135482" y="129656"/>
                  <a:pt x="132644" y="124356"/>
                  <a:pt x="130775" y="118120"/>
                </a:cubicBezTo>
                <a:cubicBezTo>
                  <a:pt x="128906" y="111884"/>
                  <a:pt x="127972" y="104817"/>
                  <a:pt x="127972" y="96918"/>
                </a:cubicBezTo>
                <a:cubicBezTo>
                  <a:pt x="127972" y="89298"/>
                  <a:pt x="128958" y="82283"/>
                  <a:pt x="130931" y="75874"/>
                </a:cubicBezTo>
                <a:cubicBezTo>
                  <a:pt x="132903" y="69466"/>
                  <a:pt x="135880" y="63940"/>
                  <a:pt x="139860" y="59299"/>
                </a:cubicBezTo>
                <a:cubicBezTo>
                  <a:pt x="143839" y="54655"/>
                  <a:pt x="148806" y="51051"/>
                  <a:pt x="154758" y="48488"/>
                </a:cubicBezTo>
                <a:cubicBezTo>
                  <a:pt x="160710" y="45925"/>
                  <a:pt x="167667" y="44643"/>
                  <a:pt x="175626" y="44643"/>
                </a:cubicBezTo>
                <a:cubicBezTo>
                  <a:pt x="183309" y="44643"/>
                  <a:pt x="190006" y="45787"/>
                  <a:pt x="195716" y="48073"/>
                </a:cubicBezTo>
                <a:cubicBezTo>
                  <a:pt x="201426" y="50359"/>
                  <a:pt x="206184" y="53685"/>
                  <a:pt x="209991" y="58049"/>
                </a:cubicBezTo>
                <a:cubicBezTo>
                  <a:pt x="213798" y="62414"/>
                  <a:pt x="216653" y="67715"/>
                  <a:pt x="218557" y="73950"/>
                </a:cubicBezTo>
                <a:cubicBezTo>
                  <a:pt x="220460" y="80186"/>
                  <a:pt x="221412" y="87219"/>
                  <a:pt x="221412" y="95049"/>
                </a:cubicBezTo>
                <a:moveTo>
                  <a:pt x="203347" y="96191"/>
                </a:moveTo>
                <a:cubicBezTo>
                  <a:pt x="203347" y="91132"/>
                  <a:pt x="202879" y="86350"/>
                  <a:pt x="201945" y="81844"/>
                </a:cubicBezTo>
                <a:cubicBezTo>
                  <a:pt x="201011" y="77339"/>
                  <a:pt x="199471" y="73388"/>
                  <a:pt x="197325" y="69992"/>
                </a:cubicBezTo>
                <a:cubicBezTo>
                  <a:pt x="195179" y="66596"/>
                  <a:pt x="192272" y="63911"/>
                  <a:pt x="188604" y="61936"/>
                </a:cubicBezTo>
                <a:cubicBezTo>
                  <a:pt x="184936" y="59959"/>
                  <a:pt x="180367" y="58971"/>
                  <a:pt x="174899" y="58971"/>
                </a:cubicBezTo>
                <a:cubicBezTo>
                  <a:pt x="169847" y="58971"/>
                  <a:pt x="165504" y="59872"/>
                  <a:pt x="161870" y="61673"/>
                </a:cubicBezTo>
                <a:cubicBezTo>
                  <a:pt x="158236" y="63475"/>
                  <a:pt x="155243" y="66023"/>
                  <a:pt x="152889" y="69317"/>
                </a:cubicBezTo>
                <a:cubicBezTo>
                  <a:pt x="150536" y="72609"/>
                  <a:pt x="148788" y="76508"/>
                  <a:pt x="147646" y="81014"/>
                </a:cubicBezTo>
                <a:cubicBezTo>
                  <a:pt x="146504" y="85517"/>
                  <a:pt x="145933" y="90438"/>
                  <a:pt x="145933" y="95776"/>
                </a:cubicBezTo>
                <a:cubicBezTo>
                  <a:pt x="145933" y="100904"/>
                  <a:pt x="146400" y="105721"/>
                  <a:pt x="147335" y="110226"/>
                </a:cubicBezTo>
                <a:cubicBezTo>
                  <a:pt x="148269" y="114732"/>
                  <a:pt x="149826" y="118665"/>
                  <a:pt x="152007" y="122026"/>
                </a:cubicBezTo>
                <a:cubicBezTo>
                  <a:pt x="154187" y="125388"/>
                  <a:pt x="157111" y="128057"/>
                  <a:pt x="160780" y="130034"/>
                </a:cubicBezTo>
                <a:cubicBezTo>
                  <a:pt x="164448" y="132008"/>
                  <a:pt x="169016" y="132996"/>
                  <a:pt x="174484" y="132996"/>
                </a:cubicBezTo>
                <a:cubicBezTo>
                  <a:pt x="179468" y="132996"/>
                  <a:pt x="183794" y="132095"/>
                  <a:pt x="187462" y="130293"/>
                </a:cubicBezTo>
                <a:cubicBezTo>
                  <a:pt x="191130" y="128492"/>
                  <a:pt x="194141" y="125962"/>
                  <a:pt x="196494" y="122705"/>
                </a:cubicBezTo>
                <a:cubicBezTo>
                  <a:pt x="198848" y="119445"/>
                  <a:pt x="200578" y="115564"/>
                  <a:pt x="201685" y="111060"/>
                </a:cubicBezTo>
                <a:cubicBezTo>
                  <a:pt x="202793" y="106555"/>
                  <a:pt x="203347" y="101598"/>
                  <a:pt x="203347" y="96191"/>
                </a:cubicBezTo>
                <a:close/>
                <a:moveTo>
                  <a:pt x="294710" y="136007"/>
                </a:moveTo>
                <a:cubicBezTo>
                  <a:pt x="294710" y="138014"/>
                  <a:pt x="294571" y="139606"/>
                  <a:pt x="294294" y="140783"/>
                </a:cubicBezTo>
                <a:cubicBezTo>
                  <a:pt x="294017" y="141959"/>
                  <a:pt x="293602" y="142824"/>
                  <a:pt x="293048" y="143378"/>
                </a:cubicBezTo>
                <a:cubicBezTo>
                  <a:pt x="292495" y="143932"/>
                  <a:pt x="291664" y="144451"/>
                  <a:pt x="290557" y="144935"/>
                </a:cubicBezTo>
                <a:cubicBezTo>
                  <a:pt x="289449" y="145420"/>
                  <a:pt x="288186" y="145818"/>
                  <a:pt x="286767" y="146129"/>
                </a:cubicBezTo>
                <a:cubicBezTo>
                  <a:pt x="285348" y="146441"/>
                  <a:pt x="283843" y="146700"/>
                  <a:pt x="282251" y="146908"/>
                </a:cubicBezTo>
                <a:cubicBezTo>
                  <a:pt x="280659" y="147116"/>
                  <a:pt x="279067" y="147219"/>
                  <a:pt x="277475" y="147219"/>
                </a:cubicBezTo>
                <a:cubicBezTo>
                  <a:pt x="272630" y="147219"/>
                  <a:pt x="268477" y="146578"/>
                  <a:pt x="265017" y="145296"/>
                </a:cubicBezTo>
                <a:cubicBezTo>
                  <a:pt x="261556" y="144011"/>
                  <a:pt x="258718" y="142067"/>
                  <a:pt x="256503" y="139465"/>
                </a:cubicBezTo>
                <a:cubicBezTo>
                  <a:pt x="254288" y="136863"/>
                  <a:pt x="252679" y="133568"/>
                  <a:pt x="251675" y="129579"/>
                </a:cubicBezTo>
                <a:cubicBezTo>
                  <a:pt x="250672" y="125591"/>
                  <a:pt x="250170" y="120891"/>
                  <a:pt x="250170" y="115479"/>
                </a:cubicBezTo>
                <a:lnTo>
                  <a:pt x="250170" y="60736"/>
                </a:lnTo>
                <a:lnTo>
                  <a:pt x="237088" y="60736"/>
                </a:lnTo>
                <a:cubicBezTo>
                  <a:pt x="236050" y="60736"/>
                  <a:pt x="235220" y="60182"/>
                  <a:pt x="234597" y="59075"/>
                </a:cubicBezTo>
                <a:cubicBezTo>
                  <a:pt x="233974" y="57967"/>
                  <a:pt x="233662" y="56168"/>
                  <a:pt x="233662" y="53676"/>
                </a:cubicBezTo>
                <a:cubicBezTo>
                  <a:pt x="233662" y="52361"/>
                  <a:pt x="233749" y="51253"/>
                  <a:pt x="233922" y="50354"/>
                </a:cubicBezTo>
                <a:cubicBezTo>
                  <a:pt x="234095" y="49454"/>
                  <a:pt x="234320" y="48710"/>
                  <a:pt x="234597" y="48121"/>
                </a:cubicBezTo>
                <a:cubicBezTo>
                  <a:pt x="234874" y="47533"/>
                  <a:pt x="235237" y="47118"/>
                  <a:pt x="235687" y="46876"/>
                </a:cubicBezTo>
                <a:cubicBezTo>
                  <a:pt x="236137" y="46633"/>
                  <a:pt x="236639" y="46512"/>
                  <a:pt x="237192" y="46512"/>
                </a:cubicBezTo>
                <a:lnTo>
                  <a:pt x="250170" y="46512"/>
                </a:lnTo>
                <a:lnTo>
                  <a:pt x="250170" y="24294"/>
                </a:lnTo>
                <a:cubicBezTo>
                  <a:pt x="250170" y="23810"/>
                  <a:pt x="250291" y="23360"/>
                  <a:pt x="250533" y="22945"/>
                </a:cubicBezTo>
                <a:cubicBezTo>
                  <a:pt x="250776" y="22529"/>
                  <a:pt x="251226" y="22166"/>
                  <a:pt x="251883" y="21855"/>
                </a:cubicBezTo>
                <a:cubicBezTo>
                  <a:pt x="252541" y="21543"/>
                  <a:pt x="253423" y="21318"/>
                  <a:pt x="254531" y="21180"/>
                </a:cubicBezTo>
                <a:cubicBezTo>
                  <a:pt x="255638" y="21041"/>
                  <a:pt x="257022" y="20972"/>
                  <a:pt x="258683" y="20972"/>
                </a:cubicBezTo>
                <a:cubicBezTo>
                  <a:pt x="260414" y="20972"/>
                  <a:pt x="261833" y="21041"/>
                  <a:pt x="262940" y="21180"/>
                </a:cubicBezTo>
                <a:cubicBezTo>
                  <a:pt x="264048" y="21318"/>
                  <a:pt x="264913" y="21543"/>
                  <a:pt x="265536" y="21855"/>
                </a:cubicBezTo>
                <a:cubicBezTo>
                  <a:pt x="266159" y="22166"/>
                  <a:pt x="266608" y="22529"/>
                  <a:pt x="266885" y="22945"/>
                </a:cubicBezTo>
                <a:cubicBezTo>
                  <a:pt x="267162" y="23360"/>
                  <a:pt x="267301" y="23810"/>
                  <a:pt x="267301" y="24294"/>
                </a:cubicBezTo>
                <a:lnTo>
                  <a:pt x="267301" y="46512"/>
                </a:lnTo>
                <a:lnTo>
                  <a:pt x="291283" y="46512"/>
                </a:lnTo>
                <a:cubicBezTo>
                  <a:pt x="291837" y="46512"/>
                  <a:pt x="292322" y="46633"/>
                  <a:pt x="292737" y="46876"/>
                </a:cubicBezTo>
                <a:cubicBezTo>
                  <a:pt x="293152" y="47118"/>
                  <a:pt x="293516" y="47533"/>
                  <a:pt x="293827" y="48121"/>
                </a:cubicBezTo>
                <a:cubicBezTo>
                  <a:pt x="294139" y="48710"/>
                  <a:pt x="294364" y="49454"/>
                  <a:pt x="294502" y="50354"/>
                </a:cubicBezTo>
                <a:cubicBezTo>
                  <a:pt x="294640" y="51253"/>
                  <a:pt x="294710" y="52361"/>
                  <a:pt x="294710" y="53676"/>
                </a:cubicBezTo>
                <a:cubicBezTo>
                  <a:pt x="294710" y="56168"/>
                  <a:pt x="294398" y="57967"/>
                  <a:pt x="293775" y="59075"/>
                </a:cubicBezTo>
                <a:cubicBezTo>
                  <a:pt x="293152" y="60182"/>
                  <a:pt x="292322" y="60736"/>
                  <a:pt x="291283" y="60736"/>
                </a:cubicBezTo>
                <a:lnTo>
                  <a:pt x="267301" y="60736"/>
                </a:lnTo>
                <a:lnTo>
                  <a:pt x="267301" y="113007"/>
                </a:lnTo>
                <a:cubicBezTo>
                  <a:pt x="267301" y="119461"/>
                  <a:pt x="268252" y="124338"/>
                  <a:pt x="270156" y="127636"/>
                </a:cubicBezTo>
                <a:cubicBezTo>
                  <a:pt x="272059" y="130932"/>
                  <a:pt x="275468" y="132581"/>
                  <a:pt x="280382" y="132581"/>
                </a:cubicBezTo>
                <a:cubicBezTo>
                  <a:pt x="281974" y="132581"/>
                  <a:pt x="283393" y="132425"/>
                  <a:pt x="284639" y="132113"/>
                </a:cubicBezTo>
                <a:cubicBezTo>
                  <a:pt x="285885" y="131802"/>
                  <a:pt x="286992" y="131473"/>
                  <a:pt x="287961" y="131127"/>
                </a:cubicBezTo>
                <a:cubicBezTo>
                  <a:pt x="288930" y="130781"/>
                  <a:pt x="289761" y="130452"/>
                  <a:pt x="290453" y="130141"/>
                </a:cubicBezTo>
                <a:cubicBezTo>
                  <a:pt x="291145" y="129829"/>
                  <a:pt x="291768" y="129674"/>
                  <a:pt x="292322" y="129674"/>
                </a:cubicBezTo>
                <a:cubicBezTo>
                  <a:pt x="292668" y="129674"/>
                  <a:pt x="292997" y="129760"/>
                  <a:pt x="293308" y="129933"/>
                </a:cubicBezTo>
                <a:cubicBezTo>
                  <a:pt x="293619" y="130106"/>
                  <a:pt x="293862" y="130435"/>
                  <a:pt x="294035" y="130919"/>
                </a:cubicBezTo>
                <a:cubicBezTo>
                  <a:pt x="294208" y="131404"/>
                  <a:pt x="294364" y="132061"/>
                  <a:pt x="294502" y="132892"/>
                </a:cubicBezTo>
                <a:cubicBezTo>
                  <a:pt x="294640" y="133723"/>
                  <a:pt x="294710" y="134761"/>
                  <a:pt x="294710" y="136007"/>
                </a:cubicBezTo>
                <a:close/>
                <a:moveTo>
                  <a:pt x="435340" y="142859"/>
                </a:moveTo>
                <a:cubicBezTo>
                  <a:pt x="435340" y="143690"/>
                  <a:pt x="435063" y="144312"/>
                  <a:pt x="434509" y="144728"/>
                </a:cubicBezTo>
                <a:cubicBezTo>
                  <a:pt x="433956" y="145143"/>
                  <a:pt x="433194" y="145454"/>
                  <a:pt x="432225" y="145662"/>
                </a:cubicBezTo>
                <a:cubicBezTo>
                  <a:pt x="431256" y="145870"/>
                  <a:pt x="429837" y="145974"/>
                  <a:pt x="427969" y="145974"/>
                </a:cubicBezTo>
                <a:cubicBezTo>
                  <a:pt x="426169" y="145974"/>
                  <a:pt x="424733" y="145870"/>
                  <a:pt x="423660" y="145662"/>
                </a:cubicBezTo>
                <a:cubicBezTo>
                  <a:pt x="422587" y="145454"/>
                  <a:pt x="421808" y="145143"/>
                  <a:pt x="421324" y="144728"/>
                </a:cubicBezTo>
                <a:cubicBezTo>
                  <a:pt x="420839" y="144312"/>
                  <a:pt x="420597" y="143690"/>
                  <a:pt x="420597" y="142859"/>
                </a:cubicBezTo>
                <a:lnTo>
                  <a:pt x="420597" y="133515"/>
                </a:lnTo>
                <a:cubicBezTo>
                  <a:pt x="416514" y="137875"/>
                  <a:pt x="411963" y="141284"/>
                  <a:pt x="406945" y="143741"/>
                </a:cubicBezTo>
                <a:cubicBezTo>
                  <a:pt x="401927" y="146199"/>
                  <a:pt x="396614" y="147427"/>
                  <a:pt x="391008" y="147427"/>
                </a:cubicBezTo>
                <a:cubicBezTo>
                  <a:pt x="386094" y="147427"/>
                  <a:pt x="381647" y="146785"/>
                  <a:pt x="377667" y="145500"/>
                </a:cubicBezTo>
                <a:cubicBezTo>
                  <a:pt x="373687" y="144215"/>
                  <a:pt x="370295" y="142357"/>
                  <a:pt x="367492" y="139926"/>
                </a:cubicBezTo>
                <a:cubicBezTo>
                  <a:pt x="364689" y="137495"/>
                  <a:pt x="362509" y="134509"/>
                  <a:pt x="360952" y="130968"/>
                </a:cubicBezTo>
                <a:cubicBezTo>
                  <a:pt x="359394" y="127425"/>
                  <a:pt x="358616" y="123396"/>
                  <a:pt x="358616" y="118879"/>
                </a:cubicBezTo>
                <a:cubicBezTo>
                  <a:pt x="358616" y="113602"/>
                  <a:pt x="359688" y="109018"/>
                  <a:pt x="361834" y="105129"/>
                </a:cubicBezTo>
                <a:cubicBezTo>
                  <a:pt x="363980" y="101238"/>
                  <a:pt x="367060" y="98008"/>
                  <a:pt x="371074" y="95438"/>
                </a:cubicBezTo>
                <a:cubicBezTo>
                  <a:pt x="375089" y="92869"/>
                  <a:pt x="380003" y="90942"/>
                  <a:pt x="385817" y="89657"/>
                </a:cubicBezTo>
                <a:cubicBezTo>
                  <a:pt x="391631" y="88372"/>
                  <a:pt x="398172" y="87730"/>
                  <a:pt x="405439" y="87730"/>
                </a:cubicBezTo>
                <a:lnTo>
                  <a:pt x="418313" y="87730"/>
                </a:lnTo>
                <a:lnTo>
                  <a:pt x="418313" y="80488"/>
                </a:lnTo>
                <a:cubicBezTo>
                  <a:pt x="418313" y="76902"/>
                  <a:pt x="417932" y="73730"/>
                  <a:pt x="417171" y="70972"/>
                </a:cubicBezTo>
                <a:cubicBezTo>
                  <a:pt x="416410" y="68212"/>
                  <a:pt x="415181" y="65918"/>
                  <a:pt x="413485" y="64091"/>
                </a:cubicBezTo>
                <a:cubicBezTo>
                  <a:pt x="411790" y="62263"/>
                  <a:pt x="409592" y="60884"/>
                  <a:pt x="406893" y="59954"/>
                </a:cubicBezTo>
                <a:cubicBezTo>
                  <a:pt x="404193" y="59022"/>
                  <a:pt x="400871" y="58556"/>
                  <a:pt x="396926" y="58556"/>
                </a:cubicBezTo>
                <a:cubicBezTo>
                  <a:pt x="392704" y="58556"/>
                  <a:pt x="388914" y="59052"/>
                  <a:pt x="385557" y="60045"/>
                </a:cubicBezTo>
                <a:cubicBezTo>
                  <a:pt x="382200" y="61038"/>
                  <a:pt x="379259" y="62133"/>
                  <a:pt x="376732" y="63331"/>
                </a:cubicBezTo>
                <a:cubicBezTo>
                  <a:pt x="374206" y="64530"/>
                  <a:pt x="372095" y="65625"/>
                  <a:pt x="370399" y="66618"/>
                </a:cubicBezTo>
                <a:cubicBezTo>
                  <a:pt x="368704" y="67611"/>
                  <a:pt x="367440" y="68107"/>
                  <a:pt x="366610" y="68107"/>
                </a:cubicBezTo>
                <a:cubicBezTo>
                  <a:pt x="366056" y="68107"/>
                  <a:pt x="365572" y="67969"/>
                  <a:pt x="365156" y="67692"/>
                </a:cubicBezTo>
                <a:cubicBezTo>
                  <a:pt x="364741" y="67415"/>
                  <a:pt x="364378" y="67000"/>
                  <a:pt x="364066" y="66446"/>
                </a:cubicBezTo>
                <a:cubicBezTo>
                  <a:pt x="363755" y="65892"/>
                  <a:pt x="363530" y="65183"/>
                  <a:pt x="363391" y="64318"/>
                </a:cubicBezTo>
                <a:cubicBezTo>
                  <a:pt x="363253" y="63452"/>
                  <a:pt x="363184" y="62501"/>
                  <a:pt x="363184" y="61463"/>
                </a:cubicBezTo>
                <a:cubicBezTo>
                  <a:pt x="363184" y="59732"/>
                  <a:pt x="363305" y="58365"/>
                  <a:pt x="363547" y="57362"/>
                </a:cubicBezTo>
                <a:cubicBezTo>
                  <a:pt x="363789" y="56358"/>
                  <a:pt x="364378" y="55406"/>
                  <a:pt x="365312" y="54507"/>
                </a:cubicBezTo>
                <a:cubicBezTo>
                  <a:pt x="366246" y="53607"/>
                  <a:pt x="367856" y="52559"/>
                  <a:pt x="370140" y="51363"/>
                </a:cubicBezTo>
                <a:cubicBezTo>
                  <a:pt x="372424" y="50164"/>
                  <a:pt x="375054" y="49070"/>
                  <a:pt x="378030" y="48079"/>
                </a:cubicBezTo>
                <a:cubicBezTo>
                  <a:pt x="381006" y="47089"/>
                  <a:pt x="384260" y="46269"/>
                  <a:pt x="387789" y="45620"/>
                </a:cubicBezTo>
                <a:cubicBezTo>
                  <a:pt x="391319" y="44969"/>
                  <a:pt x="394884" y="44643"/>
                  <a:pt x="398483" y="44643"/>
                </a:cubicBezTo>
                <a:cubicBezTo>
                  <a:pt x="405197" y="44643"/>
                  <a:pt x="410907" y="45405"/>
                  <a:pt x="415614" y="46928"/>
                </a:cubicBezTo>
                <a:cubicBezTo>
                  <a:pt x="420320" y="48450"/>
                  <a:pt x="424127" y="50682"/>
                  <a:pt x="427034" y="53624"/>
                </a:cubicBezTo>
                <a:cubicBezTo>
                  <a:pt x="429941" y="56566"/>
                  <a:pt x="432052" y="60217"/>
                  <a:pt x="433367" y="64577"/>
                </a:cubicBezTo>
                <a:cubicBezTo>
                  <a:pt x="434682" y="68938"/>
                  <a:pt x="435340" y="74025"/>
                  <a:pt x="435340" y="79839"/>
                </a:cubicBezTo>
                <a:lnTo>
                  <a:pt x="435340" y="142859"/>
                </a:lnTo>
                <a:moveTo>
                  <a:pt x="418313" y="100084"/>
                </a:moveTo>
                <a:lnTo>
                  <a:pt x="403674" y="100084"/>
                </a:lnTo>
                <a:cubicBezTo>
                  <a:pt x="398968" y="100084"/>
                  <a:pt x="394884" y="100486"/>
                  <a:pt x="391423" y="101288"/>
                </a:cubicBezTo>
                <a:cubicBezTo>
                  <a:pt x="387963" y="102088"/>
                  <a:pt x="385090" y="103271"/>
                  <a:pt x="382806" y="104837"/>
                </a:cubicBezTo>
                <a:cubicBezTo>
                  <a:pt x="380522" y="106403"/>
                  <a:pt x="378844" y="108284"/>
                  <a:pt x="377771" y="110479"/>
                </a:cubicBezTo>
                <a:cubicBezTo>
                  <a:pt x="376698" y="112673"/>
                  <a:pt x="376161" y="115197"/>
                  <a:pt x="376161" y="118052"/>
                </a:cubicBezTo>
                <a:cubicBezTo>
                  <a:pt x="376161" y="122927"/>
                  <a:pt x="377701" y="126810"/>
                  <a:pt x="380782" y="129700"/>
                </a:cubicBezTo>
                <a:cubicBezTo>
                  <a:pt x="383862" y="132589"/>
                  <a:pt x="388170" y="134034"/>
                  <a:pt x="393707" y="134034"/>
                </a:cubicBezTo>
                <a:cubicBezTo>
                  <a:pt x="398206" y="134034"/>
                  <a:pt x="402376" y="132886"/>
                  <a:pt x="406218" y="130588"/>
                </a:cubicBezTo>
                <a:cubicBezTo>
                  <a:pt x="410059" y="128289"/>
                  <a:pt x="414091" y="124772"/>
                  <a:pt x="418313" y="120038"/>
                </a:cubicBezTo>
                <a:lnTo>
                  <a:pt x="418313" y="100084"/>
                </a:lnTo>
                <a:close/>
                <a:moveTo>
                  <a:pt x="483354" y="142752"/>
                </a:moveTo>
                <a:cubicBezTo>
                  <a:pt x="483354" y="143306"/>
                  <a:pt x="483215" y="143774"/>
                  <a:pt x="482938" y="144157"/>
                </a:cubicBezTo>
                <a:cubicBezTo>
                  <a:pt x="482662" y="144537"/>
                  <a:pt x="482212" y="144866"/>
                  <a:pt x="481589" y="145143"/>
                </a:cubicBezTo>
                <a:cubicBezTo>
                  <a:pt x="480966" y="145420"/>
                  <a:pt x="480101" y="145628"/>
                  <a:pt x="478993" y="145766"/>
                </a:cubicBezTo>
                <a:cubicBezTo>
                  <a:pt x="477886" y="145904"/>
                  <a:pt x="476467" y="145974"/>
                  <a:pt x="474736" y="145974"/>
                </a:cubicBezTo>
                <a:cubicBezTo>
                  <a:pt x="473075" y="145974"/>
                  <a:pt x="471691" y="145904"/>
                  <a:pt x="470584" y="145766"/>
                </a:cubicBezTo>
                <a:cubicBezTo>
                  <a:pt x="469476" y="145628"/>
                  <a:pt x="468594" y="145420"/>
                  <a:pt x="467936" y="145143"/>
                </a:cubicBezTo>
                <a:cubicBezTo>
                  <a:pt x="467279" y="144866"/>
                  <a:pt x="466829" y="144537"/>
                  <a:pt x="466586" y="144157"/>
                </a:cubicBezTo>
                <a:cubicBezTo>
                  <a:pt x="466344" y="143774"/>
                  <a:pt x="466223" y="143306"/>
                  <a:pt x="466223" y="142752"/>
                </a:cubicBezTo>
                <a:lnTo>
                  <a:pt x="466223" y="3948"/>
                </a:lnTo>
                <a:cubicBezTo>
                  <a:pt x="466223" y="3395"/>
                  <a:pt x="466344" y="2910"/>
                  <a:pt x="466586" y="2495"/>
                </a:cubicBezTo>
                <a:cubicBezTo>
                  <a:pt x="466829" y="2078"/>
                  <a:pt x="467279" y="1730"/>
                  <a:pt x="467936" y="1454"/>
                </a:cubicBezTo>
                <a:cubicBezTo>
                  <a:pt x="468594" y="1177"/>
                  <a:pt x="469476" y="969"/>
                  <a:pt x="470584" y="831"/>
                </a:cubicBezTo>
                <a:cubicBezTo>
                  <a:pt x="471691" y="692"/>
                  <a:pt x="473075" y="623"/>
                  <a:pt x="474736" y="623"/>
                </a:cubicBezTo>
                <a:cubicBezTo>
                  <a:pt x="476467" y="623"/>
                  <a:pt x="477886" y="692"/>
                  <a:pt x="478993" y="831"/>
                </a:cubicBezTo>
                <a:cubicBezTo>
                  <a:pt x="480101" y="969"/>
                  <a:pt x="480966" y="1177"/>
                  <a:pt x="481589" y="1454"/>
                </a:cubicBezTo>
                <a:cubicBezTo>
                  <a:pt x="482212" y="1730"/>
                  <a:pt x="482662" y="2078"/>
                  <a:pt x="482938" y="2495"/>
                </a:cubicBezTo>
                <a:cubicBezTo>
                  <a:pt x="483215" y="2910"/>
                  <a:pt x="483354" y="3395"/>
                  <a:pt x="483354" y="3948"/>
                </a:cubicBezTo>
                <a:lnTo>
                  <a:pt x="483354" y="142752"/>
                </a:lnTo>
                <a:close/>
                <a:moveTo>
                  <a:pt x="531896" y="142755"/>
                </a:moveTo>
                <a:cubicBezTo>
                  <a:pt x="531896" y="143309"/>
                  <a:pt x="531758" y="143776"/>
                  <a:pt x="531481" y="144157"/>
                </a:cubicBezTo>
                <a:cubicBezTo>
                  <a:pt x="531204" y="144537"/>
                  <a:pt x="530754" y="144866"/>
                  <a:pt x="530131" y="145143"/>
                </a:cubicBezTo>
                <a:cubicBezTo>
                  <a:pt x="529508" y="145420"/>
                  <a:pt x="528643" y="145628"/>
                  <a:pt x="527536" y="145766"/>
                </a:cubicBezTo>
                <a:cubicBezTo>
                  <a:pt x="526428" y="145904"/>
                  <a:pt x="525009" y="145974"/>
                  <a:pt x="523279" y="145974"/>
                </a:cubicBezTo>
                <a:cubicBezTo>
                  <a:pt x="521618" y="145974"/>
                  <a:pt x="520234" y="145904"/>
                  <a:pt x="519126" y="145766"/>
                </a:cubicBezTo>
                <a:cubicBezTo>
                  <a:pt x="518019" y="145628"/>
                  <a:pt x="517136" y="145420"/>
                  <a:pt x="516479" y="145143"/>
                </a:cubicBezTo>
                <a:cubicBezTo>
                  <a:pt x="515821" y="144866"/>
                  <a:pt x="515371" y="144537"/>
                  <a:pt x="515129" y="144157"/>
                </a:cubicBezTo>
                <a:cubicBezTo>
                  <a:pt x="514887" y="143776"/>
                  <a:pt x="514766" y="143309"/>
                  <a:pt x="514766" y="142755"/>
                </a:cubicBezTo>
                <a:lnTo>
                  <a:pt x="514766" y="49315"/>
                </a:lnTo>
                <a:cubicBezTo>
                  <a:pt x="514766" y="48831"/>
                  <a:pt x="514887" y="48381"/>
                  <a:pt x="515129" y="47966"/>
                </a:cubicBezTo>
                <a:cubicBezTo>
                  <a:pt x="515371" y="47550"/>
                  <a:pt x="515821" y="47204"/>
                  <a:pt x="516479" y="46928"/>
                </a:cubicBezTo>
                <a:cubicBezTo>
                  <a:pt x="517136" y="46651"/>
                  <a:pt x="518019" y="46443"/>
                  <a:pt x="519126" y="46305"/>
                </a:cubicBezTo>
                <a:cubicBezTo>
                  <a:pt x="520234" y="46166"/>
                  <a:pt x="521618" y="46097"/>
                  <a:pt x="523279" y="46097"/>
                </a:cubicBezTo>
                <a:cubicBezTo>
                  <a:pt x="525009" y="46097"/>
                  <a:pt x="526428" y="46166"/>
                  <a:pt x="527536" y="46305"/>
                </a:cubicBezTo>
                <a:cubicBezTo>
                  <a:pt x="528643" y="46443"/>
                  <a:pt x="529508" y="46651"/>
                  <a:pt x="530131" y="46928"/>
                </a:cubicBezTo>
                <a:cubicBezTo>
                  <a:pt x="530754" y="47204"/>
                  <a:pt x="531204" y="47550"/>
                  <a:pt x="531481" y="47966"/>
                </a:cubicBezTo>
                <a:cubicBezTo>
                  <a:pt x="531758" y="48381"/>
                  <a:pt x="531896" y="48831"/>
                  <a:pt x="531896" y="49315"/>
                </a:cubicBezTo>
                <a:lnTo>
                  <a:pt x="531896" y="142755"/>
                </a:lnTo>
                <a:moveTo>
                  <a:pt x="533869" y="17650"/>
                </a:moveTo>
                <a:cubicBezTo>
                  <a:pt x="533869" y="21664"/>
                  <a:pt x="533108" y="24398"/>
                  <a:pt x="531585" y="25852"/>
                </a:cubicBezTo>
                <a:cubicBezTo>
                  <a:pt x="530062" y="27305"/>
                  <a:pt x="527259" y="28032"/>
                  <a:pt x="523175" y="28032"/>
                </a:cubicBezTo>
                <a:cubicBezTo>
                  <a:pt x="519161" y="28032"/>
                  <a:pt x="516410" y="27322"/>
                  <a:pt x="514921" y="25904"/>
                </a:cubicBezTo>
                <a:cubicBezTo>
                  <a:pt x="513433" y="24485"/>
                  <a:pt x="512689" y="21803"/>
                  <a:pt x="512689" y="17857"/>
                </a:cubicBezTo>
                <a:cubicBezTo>
                  <a:pt x="512689" y="13843"/>
                  <a:pt x="513451" y="11109"/>
                  <a:pt x="514973" y="9655"/>
                </a:cubicBezTo>
                <a:cubicBezTo>
                  <a:pt x="516496" y="8202"/>
                  <a:pt x="519299" y="7475"/>
                  <a:pt x="523383" y="7475"/>
                </a:cubicBezTo>
                <a:cubicBezTo>
                  <a:pt x="527397" y="7475"/>
                  <a:pt x="530149" y="8185"/>
                  <a:pt x="531637" y="9604"/>
                </a:cubicBezTo>
                <a:cubicBezTo>
                  <a:pt x="533125" y="11022"/>
                  <a:pt x="533869" y="13705"/>
                  <a:pt x="533869" y="17650"/>
                </a:cubicBezTo>
                <a:close/>
                <a:moveTo>
                  <a:pt x="633700" y="142859"/>
                </a:moveTo>
                <a:cubicBezTo>
                  <a:pt x="633700" y="143690"/>
                  <a:pt x="633423" y="144312"/>
                  <a:pt x="632869" y="144728"/>
                </a:cubicBezTo>
                <a:cubicBezTo>
                  <a:pt x="632316" y="145143"/>
                  <a:pt x="631554" y="145454"/>
                  <a:pt x="630585" y="145662"/>
                </a:cubicBezTo>
                <a:cubicBezTo>
                  <a:pt x="629616" y="145870"/>
                  <a:pt x="628197" y="145974"/>
                  <a:pt x="626329" y="145974"/>
                </a:cubicBezTo>
                <a:cubicBezTo>
                  <a:pt x="624529" y="145974"/>
                  <a:pt x="623093" y="145870"/>
                  <a:pt x="622020" y="145662"/>
                </a:cubicBezTo>
                <a:cubicBezTo>
                  <a:pt x="620947" y="145454"/>
                  <a:pt x="620168" y="145143"/>
                  <a:pt x="619684" y="144728"/>
                </a:cubicBezTo>
                <a:cubicBezTo>
                  <a:pt x="619199" y="144312"/>
                  <a:pt x="618957" y="143690"/>
                  <a:pt x="618957" y="142859"/>
                </a:cubicBezTo>
                <a:lnTo>
                  <a:pt x="618957" y="133515"/>
                </a:lnTo>
                <a:cubicBezTo>
                  <a:pt x="614873" y="137875"/>
                  <a:pt x="610323" y="141284"/>
                  <a:pt x="605305" y="143741"/>
                </a:cubicBezTo>
                <a:cubicBezTo>
                  <a:pt x="600287" y="146199"/>
                  <a:pt x="594974" y="147427"/>
                  <a:pt x="589368" y="147427"/>
                </a:cubicBezTo>
                <a:cubicBezTo>
                  <a:pt x="584454" y="147427"/>
                  <a:pt x="580007" y="146785"/>
                  <a:pt x="576027" y="145500"/>
                </a:cubicBezTo>
                <a:cubicBezTo>
                  <a:pt x="572047" y="144215"/>
                  <a:pt x="568655" y="142357"/>
                  <a:pt x="565852" y="139926"/>
                </a:cubicBezTo>
                <a:cubicBezTo>
                  <a:pt x="563049" y="137495"/>
                  <a:pt x="560869" y="134509"/>
                  <a:pt x="559311" y="130968"/>
                </a:cubicBezTo>
                <a:cubicBezTo>
                  <a:pt x="557754" y="127425"/>
                  <a:pt x="556975" y="123396"/>
                  <a:pt x="556975" y="118879"/>
                </a:cubicBezTo>
                <a:cubicBezTo>
                  <a:pt x="556975" y="113602"/>
                  <a:pt x="558048" y="109018"/>
                  <a:pt x="560194" y="105129"/>
                </a:cubicBezTo>
                <a:cubicBezTo>
                  <a:pt x="562340" y="101238"/>
                  <a:pt x="565420" y="98008"/>
                  <a:pt x="569434" y="95438"/>
                </a:cubicBezTo>
                <a:cubicBezTo>
                  <a:pt x="573449" y="92869"/>
                  <a:pt x="578363" y="90942"/>
                  <a:pt x="584177" y="89657"/>
                </a:cubicBezTo>
                <a:cubicBezTo>
                  <a:pt x="589991" y="88372"/>
                  <a:pt x="596532" y="87730"/>
                  <a:pt x="603799" y="87730"/>
                </a:cubicBezTo>
                <a:lnTo>
                  <a:pt x="616673" y="87730"/>
                </a:lnTo>
                <a:lnTo>
                  <a:pt x="616673" y="80488"/>
                </a:lnTo>
                <a:cubicBezTo>
                  <a:pt x="616673" y="76902"/>
                  <a:pt x="616292" y="73730"/>
                  <a:pt x="615531" y="70972"/>
                </a:cubicBezTo>
                <a:cubicBezTo>
                  <a:pt x="614770" y="68212"/>
                  <a:pt x="613541" y="65918"/>
                  <a:pt x="611845" y="64091"/>
                </a:cubicBezTo>
                <a:cubicBezTo>
                  <a:pt x="610150" y="62263"/>
                  <a:pt x="607952" y="60884"/>
                  <a:pt x="605253" y="59954"/>
                </a:cubicBezTo>
                <a:cubicBezTo>
                  <a:pt x="602553" y="59022"/>
                  <a:pt x="599231" y="58556"/>
                  <a:pt x="595286" y="58556"/>
                </a:cubicBezTo>
                <a:cubicBezTo>
                  <a:pt x="591064" y="58556"/>
                  <a:pt x="587274" y="59052"/>
                  <a:pt x="583917" y="60045"/>
                </a:cubicBezTo>
                <a:cubicBezTo>
                  <a:pt x="580560" y="61038"/>
                  <a:pt x="577619" y="62133"/>
                  <a:pt x="575092" y="63331"/>
                </a:cubicBezTo>
                <a:cubicBezTo>
                  <a:pt x="572566" y="64530"/>
                  <a:pt x="570455" y="65625"/>
                  <a:pt x="568759" y="66618"/>
                </a:cubicBezTo>
                <a:cubicBezTo>
                  <a:pt x="567063" y="67611"/>
                  <a:pt x="565800" y="68107"/>
                  <a:pt x="564970" y="68107"/>
                </a:cubicBezTo>
                <a:cubicBezTo>
                  <a:pt x="564416" y="68107"/>
                  <a:pt x="563932" y="67969"/>
                  <a:pt x="563516" y="67692"/>
                </a:cubicBezTo>
                <a:cubicBezTo>
                  <a:pt x="563101" y="67415"/>
                  <a:pt x="562738" y="67000"/>
                  <a:pt x="562426" y="66446"/>
                </a:cubicBezTo>
                <a:cubicBezTo>
                  <a:pt x="562115" y="65892"/>
                  <a:pt x="561890" y="65183"/>
                  <a:pt x="561751" y="64318"/>
                </a:cubicBezTo>
                <a:cubicBezTo>
                  <a:pt x="561613" y="63452"/>
                  <a:pt x="561544" y="62501"/>
                  <a:pt x="561544" y="61463"/>
                </a:cubicBezTo>
                <a:cubicBezTo>
                  <a:pt x="561544" y="59732"/>
                  <a:pt x="561665" y="58365"/>
                  <a:pt x="561907" y="57362"/>
                </a:cubicBezTo>
                <a:cubicBezTo>
                  <a:pt x="562149" y="56358"/>
                  <a:pt x="562738" y="55406"/>
                  <a:pt x="563672" y="54507"/>
                </a:cubicBezTo>
                <a:cubicBezTo>
                  <a:pt x="564606" y="53607"/>
                  <a:pt x="566216" y="52559"/>
                  <a:pt x="568500" y="51363"/>
                </a:cubicBezTo>
                <a:cubicBezTo>
                  <a:pt x="570784" y="50164"/>
                  <a:pt x="573414" y="49070"/>
                  <a:pt x="576390" y="48079"/>
                </a:cubicBezTo>
                <a:cubicBezTo>
                  <a:pt x="579366" y="47089"/>
                  <a:pt x="582619" y="46269"/>
                  <a:pt x="586149" y="45620"/>
                </a:cubicBezTo>
                <a:cubicBezTo>
                  <a:pt x="589679" y="44969"/>
                  <a:pt x="593244" y="44643"/>
                  <a:pt x="596843" y="44643"/>
                </a:cubicBezTo>
                <a:cubicBezTo>
                  <a:pt x="603557" y="44643"/>
                  <a:pt x="609267" y="45405"/>
                  <a:pt x="613974" y="46928"/>
                </a:cubicBezTo>
                <a:cubicBezTo>
                  <a:pt x="618680" y="48450"/>
                  <a:pt x="622487" y="50682"/>
                  <a:pt x="625394" y="53624"/>
                </a:cubicBezTo>
                <a:cubicBezTo>
                  <a:pt x="628301" y="56566"/>
                  <a:pt x="630412" y="60217"/>
                  <a:pt x="631727" y="64577"/>
                </a:cubicBezTo>
                <a:cubicBezTo>
                  <a:pt x="633042" y="68938"/>
                  <a:pt x="633700" y="74025"/>
                  <a:pt x="633700" y="79839"/>
                </a:cubicBezTo>
                <a:lnTo>
                  <a:pt x="633700" y="142859"/>
                </a:lnTo>
                <a:moveTo>
                  <a:pt x="616673" y="100084"/>
                </a:moveTo>
                <a:lnTo>
                  <a:pt x="602034" y="100084"/>
                </a:lnTo>
                <a:cubicBezTo>
                  <a:pt x="597328" y="100084"/>
                  <a:pt x="593244" y="100486"/>
                  <a:pt x="589783" y="101288"/>
                </a:cubicBezTo>
                <a:cubicBezTo>
                  <a:pt x="586322" y="102088"/>
                  <a:pt x="583450" y="103271"/>
                  <a:pt x="581166" y="104837"/>
                </a:cubicBezTo>
                <a:cubicBezTo>
                  <a:pt x="578882" y="106403"/>
                  <a:pt x="577203" y="108284"/>
                  <a:pt x="576131" y="110479"/>
                </a:cubicBezTo>
                <a:cubicBezTo>
                  <a:pt x="575058" y="112673"/>
                  <a:pt x="574521" y="115197"/>
                  <a:pt x="574521" y="118052"/>
                </a:cubicBezTo>
                <a:cubicBezTo>
                  <a:pt x="574521" y="122927"/>
                  <a:pt x="576061" y="126810"/>
                  <a:pt x="579141" y="129700"/>
                </a:cubicBezTo>
                <a:cubicBezTo>
                  <a:pt x="582221" y="132589"/>
                  <a:pt x="586530" y="134034"/>
                  <a:pt x="592067" y="134034"/>
                </a:cubicBezTo>
                <a:cubicBezTo>
                  <a:pt x="596566" y="134034"/>
                  <a:pt x="600736" y="132886"/>
                  <a:pt x="604578" y="130588"/>
                </a:cubicBezTo>
                <a:cubicBezTo>
                  <a:pt x="608419" y="128289"/>
                  <a:pt x="612451" y="124772"/>
                  <a:pt x="616673" y="120038"/>
                </a:cubicBezTo>
                <a:lnTo>
                  <a:pt x="616673" y="100084"/>
                </a:lnTo>
                <a:close/>
                <a:moveTo>
                  <a:pt x="723242" y="117393"/>
                </a:moveTo>
                <a:cubicBezTo>
                  <a:pt x="723242" y="122174"/>
                  <a:pt x="722360" y="126435"/>
                  <a:pt x="720595" y="130176"/>
                </a:cubicBezTo>
                <a:cubicBezTo>
                  <a:pt x="718830" y="133916"/>
                  <a:pt x="716321" y="137069"/>
                  <a:pt x="713068" y="139634"/>
                </a:cubicBezTo>
                <a:cubicBezTo>
                  <a:pt x="709815" y="142197"/>
                  <a:pt x="705939" y="144136"/>
                  <a:pt x="701440" y="145451"/>
                </a:cubicBezTo>
                <a:cubicBezTo>
                  <a:pt x="696941" y="146768"/>
                  <a:pt x="691992" y="147427"/>
                  <a:pt x="686593" y="147427"/>
                </a:cubicBezTo>
                <a:cubicBezTo>
                  <a:pt x="683271" y="147427"/>
                  <a:pt x="680104" y="147168"/>
                  <a:pt x="677094" y="146648"/>
                </a:cubicBezTo>
                <a:cubicBezTo>
                  <a:pt x="674083" y="146129"/>
                  <a:pt x="671383" y="145472"/>
                  <a:pt x="668995" y="144676"/>
                </a:cubicBezTo>
                <a:cubicBezTo>
                  <a:pt x="666608" y="143880"/>
                  <a:pt x="664583" y="143049"/>
                  <a:pt x="662922" y="142184"/>
                </a:cubicBezTo>
                <a:cubicBezTo>
                  <a:pt x="661261" y="141319"/>
                  <a:pt x="660049" y="140540"/>
                  <a:pt x="659288" y="139848"/>
                </a:cubicBezTo>
                <a:cubicBezTo>
                  <a:pt x="658527" y="139156"/>
                  <a:pt x="657973" y="138187"/>
                  <a:pt x="657627" y="136941"/>
                </a:cubicBezTo>
                <a:cubicBezTo>
                  <a:pt x="657281" y="135695"/>
                  <a:pt x="657108" y="133999"/>
                  <a:pt x="657108" y="131854"/>
                </a:cubicBezTo>
                <a:cubicBezTo>
                  <a:pt x="657108" y="130539"/>
                  <a:pt x="657177" y="129431"/>
                  <a:pt x="657315" y="128532"/>
                </a:cubicBezTo>
                <a:cubicBezTo>
                  <a:pt x="657454" y="127632"/>
                  <a:pt x="657627" y="126905"/>
                  <a:pt x="657835" y="126351"/>
                </a:cubicBezTo>
                <a:cubicBezTo>
                  <a:pt x="658042" y="125798"/>
                  <a:pt x="658336" y="125400"/>
                  <a:pt x="658717" y="125157"/>
                </a:cubicBezTo>
                <a:cubicBezTo>
                  <a:pt x="659098" y="124915"/>
                  <a:pt x="659530" y="124794"/>
                  <a:pt x="660015" y="124794"/>
                </a:cubicBezTo>
                <a:cubicBezTo>
                  <a:pt x="660776" y="124794"/>
                  <a:pt x="661901" y="125261"/>
                  <a:pt x="663389" y="126196"/>
                </a:cubicBezTo>
                <a:cubicBezTo>
                  <a:pt x="664877" y="127130"/>
                  <a:pt x="666711" y="128151"/>
                  <a:pt x="668892" y="129258"/>
                </a:cubicBezTo>
                <a:cubicBezTo>
                  <a:pt x="671072" y="130366"/>
                  <a:pt x="673650" y="131387"/>
                  <a:pt x="676626" y="132321"/>
                </a:cubicBezTo>
                <a:cubicBezTo>
                  <a:pt x="679603" y="133255"/>
                  <a:pt x="683029" y="133723"/>
                  <a:pt x="686905" y="133723"/>
                </a:cubicBezTo>
                <a:cubicBezTo>
                  <a:pt x="689812" y="133723"/>
                  <a:pt x="692442" y="133411"/>
                  <a:pt x="694795" y="132788"/>
                </a:cubicBezTo>
                <a:cubicBezTo>
                  <a:pt x="697148" y="132163"/>
                  <a:pt x="699190" y="131244"/>
                  <a:pt x="700921" y="130030"/>
                </a:cubicBezTo>
                <a:cubicBezTo>
                  <a:pt x="702651" y="128817"/>
                  <a:pt x="703983" y="127274"/>
                  <a:pt x="704918" y="125401"/>
                </a:cubicBezTo>
                <a:cubicBezTo>
                  <a:pt x="705852" y="123528"/>
                  <a:pt x="706319" y="121308"/>
                  <a:pt x="706319" y="118743"/>
                </a:cubicBezTo>
                <a:cubicBezTo>
                  <a:pt x="706319" y="116111"/>
                  <a:pt x="705645" y="113894"/>
                  <a:pt x="704295" y="112092"/>
                </a:cubicBezTo>
                <a:cubicBezTo>
                  <a:pt x="702945" y="110290"/>
                  <a:pt x="701163" y="108697"/>
                  <a:pt x="698948" y="107313"/>
                </a:cubicBezTo>
                <a:cubicBezTo>
                  <a:pt x="696733" y="105926"/>
                  <a:pt x="694241" y="104697"/>
                  <a:pt x="691473" y="103624"/>
                </a:cubicBezTo>
                <a:cubicBezTo>
                  <a:pt x="688704" y="102549"/>
                  <a:pt x="685849" y="101423"/>
                  <a:pt x="682908" y="100247"/>
                </a:cubicBezTo>
                <a:cubicBezTo>
                  <a:pt x="679966" y="99068"/>
                  <a:pt x="677094" y="97733"/>
                  <a:pt x="674290" y="96243"/>
                </a:cubicBezTo>
                <a:cubicBezTo>
                  <a:pt x="671487" y="94753"/>
                  <a:pt x="668978" y="92934"/>
                  <a:pt x="666763" y="90786"/>
                </a:cubicBezTo>
                <a:cubicBezTo>
                  <a:pt x="664548" y="88638"/>
                  <a:pt x="662766" y="86075"/>
                  <a:pt x="661416" y="83096"/>
                </a:cubicBezTo>
                <a:cubicBezTo>
                  <a:pt x="660067" y="80118"/>
                  <a:pt x="659392" y="76550"/>
                  <a:pt x="659392" y="72393"/>
                </a:cubicBezTo>
                <a:cubicBezTo>
                  <a:pt x="659392" y="68720"/>
                  <a:pt x="660101" y="65204"/>
                  <a:pt x="661520" y="61845"/>
                </a:cubicBezTo>
                <a:cubicBezTo>
                  <a:pt x="662939" y="58484"/>
                  <a:pt x="665067" y="55539"/>
                  <a:pt x="667905" y="53011"/>
                </a:cubicBezTo>
                <a:cubicBezTo>
                  <a:pt x="670743" y="50480"/>
                  <a:pt x="674290" y="48453"/>
                  <a:pt x="678547" y="46931"/>
                </a:cubicBezTo>
                <a:cubicBezTo>
                  <a:pt x="682804" y="45406"/>
                  <a:pt x="687770" y="44643"/>
                  <a:pt x="693445" y="44643"/>
                </a:cubicBezTo>
                <a:cubicBezTo>
                  <a:pt x="695937" y="44643"/>
                  <a:pt x="698429" y="44854"/>
                  <a:pt x="700921" y="45276"/>
                </a:cubicBezTo>
                <a:cubicBezTo>
                  <a:pt x="703412" y="45698"/>
                  <a:pt x="705662" y="46225"/>
                  <a:pt x="707669" y="46856"/>
                </a:cubicBezTo>
                <a:cubicBezTo>
                  <a:pt x="709676" y="47488"/>
                  <a:pt x="711389" y="48172"/>
                  <a:pt x="712808" y="48910"/>
                </a:cubicBezTo>
                <a:cubicBezTo>
                  <a:pt x="714227" y="49647"/>
                  <a:pt x="715300" y="50297"/>
                  <a:pt x="716027" y="50860"/>
                </a:cubicBezTo>
                <a:cubicBezTo>
                  <a:pt x="716753" y="51422"/>
                  <a:pt x="717238" y="51911"/>
                  <a:pt x="717480" y="52326"/>
                </a:cubicBezTo>
                <a:cubicBezTo>
                  <a:pt x="717722" y="52742"/>
                  <a:pt x="717896" y="53209"/>
                  <a:pt x="717999" y="53728"/>
                </a:cubicBezTo>
                <a:cubicBezTo>
                  <a:pt x="718103" y="54247"/>
                  <a:pt x="718207" y="54887"/>
                  <a:pt x="718311" y="55649"/>
                </a:cubicBezTo>
                <a:cubicBezTo>
                  <a:pt x="718415" y="56410"/>
                  <a:pt x="718467" y="57344"/>
                  <a:pt x="718467" y="58452"/>
                </a:cubicBezTo>
                <a:cubicBezTo>
                  <a:pt x="718467" y="59628"/>
                  <a:pt x="718415" y="60649"/>
                  <a:pt x="718311" y="61514"/>
                </a:cubicBezTo>
                <a:cubicBezTo>
                  <a:pt x="718207" y="62380"/>
                  <a:pt x="718034" y="63089"/>
                  <a:pt x="717792" y="63643"/>
                </a:cubicBezTo>
                <a:cubicBezTo>
                  <a:pt x="717549" y="64197"/>
                  <a:pt x="717255" y="64595"/>
                  <a:pt x="716909" y="64837"/>
                </a:cubicBezTo>
                <a:cubicBezTo>
                  <a:pt x="716563" y="65079"/>
                  <a:pt x="716182" y="65200"/>
                  <a:pt x="715767" y="65200"/>
                </a:cubicBezTo>
                <a:cubicBezTo>
                  <a:pt x="715144" y="65200"/>
                  <a:pt x="714244" y="64814"/>
                  <a:pt x="713068" y="64042"/>
                </a:cubicBezTo>
                <a:cubicBezTo>
                  <a:pt x="711891" y="63270"/>
                  <a:pt x="710368" y="62445"/>
                  <a:pt x="708500" y="61566"/>
                </a:cubicBezTo>
                <a:cubicBezTo>
                  <a:pt x="706631" y="60688"/>
                  <a:pt x="704433" y="59863"/>
                  <a:pt x="701907" y="59091"/>
                </a:cubicBezTo>
                <a:cubicBezTo>
                  <a:pt x="699381" y="58319"/>
                  <a:pt x="696491" y="57933"/>
                  <a:pt x="693238" y="57933"/>
                </a:cubicBezTo>
                <a:cubicBezTo>
                  <a:pt x="690331" y="57933"/>
                  <a:pt x="687770" y="58262"/>
                  <a:pt x="685555" y="58922"/>
                </a:cubicBezTo>
                <a:cubicBezTo>
                  <a:pt x="683340" y="59580"/>
                  <a:pt x="681523" y="60515"/>
                  <a:pt x="680104" y="61729"/>
                </a:cubicBezTo>
                <a:cubicBezTo>
                  <a:pt x="678685" y="62942"/>
                  <a:pt x="677613" y="64381"/>
                  <a:pt x="676886" y="66047"/>
                </a:cubicBezTo>
                <a:cubicBezTo>
                  <a:pt x="676159" y="67710"/>
                  <a:pt x="675796" y="69513"/>
                  <a:pt x="675796" y="71455"/>
                </a:cubicBezTo>
                <a:cubicBezTo>
                  <a:pt x="675796" y="74157"/>
                  <a:pt x="676488" y="76426"/>
                  <a:pt x="677872" y="78262"/>
                </a:cubicBezTo>
                <a:cubicBezTo>
                  <a:pt x="679256" y="80099"/>
                  <a:pt x="681056" y="81710"/>
                  <a:pt x="683271" y="83096"/>
                </a:cubicBezTo>
                <a:cubicBezTo>
                  <a:pt x="685486" y="84481"/>
                  <a:pt x="688012" y="85728"/>
                  <a:pt x="690850" y="86837"/>
                </a:cubicBezTo>
                <a:cubicBezTo>
                  <a:pt x="693688" y="87945"/>
                  <a:pt x="696577" y="89088"/>
                  <a:pt x="699519" y="90267"/>
                </a:cubicBezTo>
                <a:cubicBezTo>
                  <a:pt x="702461" y="91443"/>
                  <a:pt x="705368" y="92759"/>
                  <a:pt x="708240" y="94215"/>
                </a:cubicBezTo>
                <a:cubicBezTo>
                  <a:pt x="711112" y="95671"/>
                  <a:pt x="713656" y="97438"/>
                  <a:pt x="715871" y="99517"/>
                </a:cubicBezTo>
                <a:cubicBezTo>
                  <a:pt x="718086" y="101595"/>
                  <a:pt x="719868" y="104090"/>
                  <a:pt x="721218" y="107001"/>
                </a:cubicBezTo>
                <a:cubicBezTo>
                  <a:pt x="722568" y="109911"/>
                  <a:pt x="723242" y="113375"/>
                  <a:pt x="723242" y="117393"/>
                </a:cubicBezTo>
                <a:close/>
                <a:moveTo>
                  <a:pt x="846448" y="10901"/>
                </a:moveTo>
                <a:cubicBezTo>
                  <a:pt x="846448" y="12216"/>
                  <a:pt x="846379" y="13272"/>
                  <a:pt x="846240" y="14068"/>
                </a:cubicBezTo>
                <a:cubicBezTo>
                  <a:pt x="846102" y="14864"/>
                  <a:pt x="845946" y="15504"/>
                  <a:pt x="845773" y="15989"/>
                </a:cubicBezTo>
                <a:cubicBezTo>
                  <a:pt x="845600" y="16473"/>
                  <a:pt x="845375" y="16802"/>
                  <a:pt x="845098" y="16975"/>
                </a:cubicBezTo>
                <a:cubicBezTo>
                  <a:pt x="844821" y="17148"/>
                  <a:pt x="844475" y="17234"/>
                  <a:pt x="844060" y="17234"/>
                </a:cubicBezTo>
                <a:cubicBezTo>
                  <a:pt x="843575" y="17234"/>
                  <a:pt x="842970" y="17079"/>
                  <a:pt x="842243" y="16767"/>
                </a:cubicBezTo>
                <a:cubicBezTo>
                  <a:pt x="841516" y="16456"/>
                  <a:pt x="840634" y="16110"/>
                  <a:pt x="839596" y="15729"/>
                </a:cubicBezTo>
                <a:cubicBezTo>
                  <a:pt x="838557" y="15348"/>
                  <a:pt x="837329" y="15002"/>
                  <a:pt x="835910" y="14691"/>
                </a:cubicBezTo>
                <a:cubicBezTo>
                  <a:pt x="834491" y="14379"/>
                  <a:pt x="832847" y="14224"/>
                  <a:pt x="830978" y="14224"/>
                </a:cubicBezTo>
                <a:cubicBezTo>
                  <a:pt x="828417" y="14224"/>
                  <a:pt x="826237" y="14638"/>
                  <a:pt x="824438" y="15466"/>
                </a:cubicBezTo>
                <a:cubicBezTo>
                  <a:pt x="822638" y="16295"/>
                  <a:pt x="821184" y="17588"/>
                  <a:pt x="820077" y="19347"/>
                </a:cubicBezTo>
                <a:cubicBezTo>
                  <a:pt x="818970" y="21105"/>
                  <a:pt x="818174" y="23382"/>
                  <a:pt x="817689" y="26176"/>
                </a:cubicBezTo>
                <a:cubicBezTo>
                  <a:pt x="817205" y="28971"/>
                  <a:pt x="816962" y="32369"/>
                  <a:pt x="816962" y="36370"/>
                </a:cubicBezTo>
                <a:lnTo>
                  <a:pt x="816962" y="46512"/>
                </a:lnTo>
                <a:lnTo>
                  <a:pt x="837831" y="46512"/>
                </a:lnTo>
                <a:cubicBezTo>
                  <a:pt x="838384" y="46512"/>
                  <a:pt x="838851" y="46633"/>
                  <a:pt x="839232" y="46876"/>
                </a:cubicBezTo>
                <a:cubicBezTo>
                  <a:pt x="839613" y="47118"/>
                  <a:pt x="839959" y="47533"/>
                  <a:pt x="840270" y="48121"/>
                </a:cubicBezTo>
                <a:cubicBezTo>
                  <a:pt x="840582" y="48710"/>
                  <a:pt x="840824" y="49454"/>
                  <a:pt x="840997" y="50354"/>
                </a:cubicBezTo>
                <a:cubicBezTo>
                  <a:pt x="841170" y="51253"/>
                  <a:pt x="841257" y="52361"/>
                  <a:pt x="841257" y="53676"/>
                </a:cubicBezTo>
                <a:cubicBezTo>
                  <a:pt x="841257" y="56168"/>
                  <a:pt x="840945" y="57967"/>
                  <a:pt x="840322" y="59075"/>
                </a:cubicBezTo>
                <a:cubicBezTo>
                  <a:pt x="839699" y="60182"/>
                  <a:pt x="838869" y="60736"/>
                  <a:pt x="837831" y="60736"/>
                </a:cubicBezTo>
                <a:lnTo>
                  <a:pt x="816962" y="60736"/>
                </a:lnTo>
                <a:lnTo>
                  <a:pt x="816962" y="142752"/>
                </a:lnTo>
                <a:cubicBezTo>
                  <a:pt x="816962" y="143306"/>
                  <a:pt x="816824" y="143774"/>
                  <a:pt x="816547" y="144157"/>
                </a:cubicBezTo>
                <a:cubicBezTo>
                  <a:pt x="816270" y="144537"/>
                  <a:pt x="815803" y="144866"/>
                  <a:pt x="815145" y="145143"/>
                </a:cubicBezTo>
                <a:cubicBezTo>
                  <a:pt x="814488" y="145420"/>
                  <a:pt x="813605" y="145628"/>
                  <a:pt x="812498" y="145766"/>
                </a:cubicBezTo>
                <a:cubicBezTo>
                  <a:pt x="811391" y="145904"/>
                  <a:pt x="810006" y="145974"/>
                  <a:pt x="808345" y="145974"/>
                </a:cubicBezTo>
                <a:cubicBezTo>
                  <a:pt x="806684" y="145974"/>
                  <a:pt x="805300" y="145904"/>
                  <a:pt x="804192" y="145766"/>
                </a:cubicBezTo>
                <a:cubicBezTo>
                  <a:pt x="803085" y="145628"/>
                  <a:pt x="802202" y="145420"/>
                  <a:pt x="801545" y="145143"/>
                </a:cubicBezTo>
                <a:cubicBezTo>
                  <a:pt x="800887" y="144866"/>
                  <a:pt x="800420" y="144537"/>
                  <a:pt x="800143" y="144157"/>
                </a:cubicBezTo>
                <a:cubicBezTo>
                  <a:pt x="799866" y="143774"/>
                  <a:pt x="799728" y="143306"/>
                  <a:pt x="799728" y="142752"/>
                </a:cubicBezTo>
                <a:lnTo>
                  <a:pt x="799728" y="60736"/>
                </a:lnTo>
                <a:lnTo>
                  <a:pt x="786543" y="60736"/>
                </a:lnTo>
                <a:cubicBezTo>
                  <a:pt x="785435" y="60736"/>
                  <a:pt x="784605" y="60182"/>
                  <a:pt x="784051" y="59075"/>
                </a:cubicBezTo>
                <a:cubicBezTo>
                  <a:pt x="783497" y="57967"/>
                  <a:pt x="783220" y="56168"/>
                  <a:pt x="783220" y="53676"/>
                </a:cubicBezTo>
                <a:cubicBezTo>
                  <a:pt x="783220" y="52361"/>
                  <a:pt x="783289" y="51253"/>
                  <a:pt x="783428" y="50354"/>
                </a:cubicBezTo>
                <a:cubicBezTo>
                  <a:pt x="783566" y="49454"/>
                  <a:pt x="783774" y="48710"/>
                  <a:pt x="784051" y="48121"/>
                </a:cubicBezTo>
                <a:cubicBezTo>
                  <a:pt x="784328" y="47533"/>
                  <a:pt x="784674" y="47118"/>
                  <a:pt x="785089" y="46876"/>
                </a:cubicBezTo>
                <a:cubicBezTo>
                  <a:pt x="785504" y="46633"/>
                  <a:pt x="785989" y="46512"/>
                  <a:pt x="786543" y="46512"/>
                </a:cubicBezTo>
                <a:lnTo>
                  <a:pt x="799728" y="46512"/>
                </a:lnTo>
                <a:lnTo>
                  <a:pt x="799728" y="36879"/>
                </a:lnTo>
                <a:cubicBezTo>
                  <a:pt x="799728" y="30386"/>
                  <a:pt x="800334" y="24809"/>
                  <a:pt x="801545" y="20148"/>
                </a:cubicBezTo>
                <a:cubicBezTo>
                  <a:pt x="802756" y="15487"/>
                  <a:pt x="804608" y="11671"/>
                  <a:pt x="807099" y="8702"/>
                </a:cubicBezTo>
                <a:cubicBezTo>
                  <a:pt x="809591" y="5732"/>
                  <a:pt x="812723" y="3540"/>
                  <a:pt x="816495" y="2125"/>
                </a:cubicBezTo>
                <a:cubicBezTo>
                  <a:pt x="820267" y="708"/>
                  <a:pt x="824714" y="0"/>
                  <a:pt x="829836" y="0"/>
                </a:cubicBezTo>
                <a:cubicBezTo>
                  <a:pt x="832259" y="0"/>
                  <a:pt x="834612" y="225"/>
                  <a:pt x="836896" y="675"/>
                </a:cubicBezTo>
                <a:cubicBezTo>
                  <a:pt x="839180" y="1125"/>
                  <a:pt x="840945" y="1609"/>
                  <a:pt x="842191" y="2128"/>
                </a:cubicBezTo>
                <a:cubicBezTo>
                  <a:pt x="843437" y="2647"/>
                  <a:pt x="844268" y="3115"/>
                  <a:pt x="844683" y="3530"/>
                </a:cubicBezTo>
                <a:cubicBezTo>
                  <a:pt x="845098" y="3945"/>
                  <a:pt x="845444" y="4482"/>
                  <a:pt x="845721" y="5139"/>
                </a:cubicBezTo>
                <a:cubicBezTo>
                  <a:pt x="845998" y="5797"/>
                  <a:pt x="846188" y="6593"/>
                  <a:pt x="846292" y="7527"/>
                </a:cubicBezTo>
                <a:cubicBezTo>
                  <a:pt x="846396" y="8461"/>
                  <a:pt x="846448" y="9586"/>
                  <a:pt x="846448" y="10901"/>
                </a:cubicBezTo>
                <a:close/>
                <a:moveTo>
                  <a:pt x="942187" y="95049"/>
                </a:moveTo>
                <a:cubicBezTo>
                  <a:pt x="942187" y="102669"/>
                  <a:pt x="941184" y="109684"/>
                  <a:pt x="939176" y="116092"/>
                </a:cubicBezTo>
                <a:cubicBezTo>
                  <a:pt x="937169" y="122501"/>
                  <a:pt x="934176" y="128028"/>
                  <a:pt x="930196" y="132671"/>
                </a:cubicBezTo>
                <a:cubicBezTo>
                  <a:pt x="926216" y="137313"/>
                  <a:pt x="921232" y="140933"/>
                  <a:pt x="915245" y="143531"/>
                </a:cubicBezTo>
                <a:cubicBezTo>
                  <a:pt x="909258" y="146128"/>
                  <a:pt x="902320" y="147427"/>
                  <a:pt x="894429" y="147427"/>
                </a:cubicBezTo>
                <a:cubicBezTo>
                  <a:pt x="886746" y="147427"/>
                  <a:pt x="880050" y="146284"/>
                  <a:pt x="874340" y="143998"/>
                </a:cubicBezTo>
                <a:cubicBezTo>
                  <a:pt x="868629" y="141711"/>
                  <a:pt x="863871" y="138386"/>
                  <a:pt x="860064" y="134021"/>
                </a:cubicBezTo>
                <a:cubicBezTo>
                  <a:pt x="856257" y="129656"/>
                  <a:pt x="853419" y="124356"/>
                  <a:pt x="851551" y="118120"/>
                </a:cubicBezTo>
                <a:cubicBezTo>
                  <a:pt x="849682" y="111884"/>
                  <a:pt x="848747" y="104817"/>
                  <a:pt x="848747" y="96918"/>
                </a:cubicBezTo>
                <a:cubicBezTo>
                  <a:pt x="848747" y="89298"/>
                  <a:pt x="849734" y="82283"/>
                  <a:pt x="851706" y="75874"/>
                </a:cubicBezTo>
                <a:cubicBezTo>
                  <a:pt x="853679" y="69466"/>
                  <a:pt x="856655" y="63940"/>
                  <a:pt x="860635" y="59299"/>
                </a:cubicBezTo>
                <a:cubicBezTo>
                  <a:pt x="864615" y="54655"/>
                  <a:pt x="869581" y="51051"/>
                  <a:pt x="875534" y="48488"/>
                </a:cubicBezTo>
                <a:cubicBezTo>
                  <a:pt x="881486" y="45925"/>
                  <a:pt x="888442" y="44643"/>
                  <a:pt x="896402" y="44643"/>
                </a:cubicBezTo>
                <a:cubicBezTo>
                  <a:pt x="904085" y="44643"/>
                  <a:pt x="910781" y="45787"/>
                  <a:pt x="916491" y="48073"/>
                </a:cubicBezTo>
                <a:cubicBezTo>
                  <a:pt x="922201" y="50359"/>
                  <a:pt x="926960" y="53685"/>
                  <a:pt x="930767" y="58049"/>
                </a:cubicBezTo>
                <a:cubicBezTo>
                  <a:pt x="934574" y="62414"/>
                  <a:pt x="937429" y="67715"/>
                  <a:pt x="939332" y="73950"/>
                </a:cubicBezTo>
                <a:cubicBezTo>
                  <a:pt x="941235" y="80186"/>
                  <a:pt x="942187" y="87219"/>
                  <a:pt x="942187" y="95049"/>
                </a:cubicBezTo>
                <a:moveTo>
                  <a:pt x="924122" y="96191"/>
                </a:moveTo>
                <a:cubicBezTo>
                  <a:pt x="924122" y="91132"/>
                  <a:pt x="923655" y="86350"/>
                  <a:pt x="922721" y="81844"/>
                </a:cubicBezTo>
                <a:cubicBezTo>
                  <a:pt x="921786" y="77339"/>
                  <a:pt x="920246" y="73388"/>
                  <a:pt x="918100" y="69992"/>
                </a:cubicBezTo>
                <a:cubicBezTo>
                  <a:pt x="915955" y="66596"/>
                  <a:pt x="913048" y="63911"/>
                  <a:pt x="909379" y="61936"/>
                </a:cubicBezTo>
                <a:cubicBezTo>
                  <a:pt x="905711" y="59959"/>
                  <a:pt x="901143" y="58971"/>
                  <a:pt x="895675" y="58971"/>
                </a:cubicBezTo>
                <a:cubicBezTo>
                  <a:pt x="890622" y="58971"/>
                  <a:pt x="886279" y="59872"/>
                  <a:pt x="882645" y="61673"/>
                </a:cubicBezTo>
                <a:cubicBezTo>
                  <a:pt x="879012" y="63475"/>
                  <a:pt x="876018" y="66023"/>
                  <a:pt x="873665" y="69317"/>
                </a:cubicBezTo>
                <a:cubicBezTo>
                  <a:pt x="871311" y="72609"/>
                  <a:pt x="869564" y="76508"/>
                  <a:pt x="868422" y="81014"/>
                </a:cubicBezTo>
                <a:cubicBezTo>
                  <a:pt x="867280" y="85517"/>
                  <a:pt x="866709" y="90438"/>
                  <a:pt x="866709" y="95776"/>
                </a:cubicBezTo>
                <a:cubicBezTo>
                  <a:pt x="866709" y="100904"/>
                  <a:pt x="867176" y="105721"/>
                  <a:pt x="868110" y="110226"/>
                </a:cubicBezTo>
                <a:cubicBezTo>
                  <a:pt x="869045" y="114732"/>
                  <a:pt x="870602" y="118665"/>
                  <a:pt x="872782" y="122026"/>
                </a:cubicBezTo>
                <a:cubicBezTo>
                  <a:pt x="874962" y="125388"/>
                  <a:pt x="877887" y="128057"/>
                  <a:pt x="881555" y="130034"/>
                </a:cubicBezTo>
                <a:cubicBezTo>
                  <a:pt x="885224" y="132008"/>
                  <a:pt x="889792" y="132996"/>
                  <a:pt x="895260" y="132996"/>
                </a:cubicBezTo>
                <a:cubicBezTo>
                  <a:pt x="900243" y="132996"/>
                  <a:pt x="904569" y="132095"/>
                  <a:pt x="908237" y="130293"/>
                </a:cubicBezTo>
                <a:cubicBezTo>
                  <a:pt x="911906" y="128492"/>
                  <a:pt x="914917" y="125962"/>
                  <a:pt x="917270" y="122705"/>
                </a:cubicBezTo>
                <a:cubicBezTo>
                  <a:pt x="919623" y="119445"/>
                  <a:pt x="921354" y="115564"/>
                  <a:pt x="922461" y="111060"/>
                </a:cubicBezTo>
                <a:cubicBezTo>
                  <a:pt x="923568" y="106555"/>
                  <a:pt x="924122" y="101598"/>
                  <a:pt x="924122" y="96191"/>
                </a:cubicBezTo>
                <a:close/>
                <a:moveTo>
                  <a:pt x="1021379" y="55441"/>
                </a:moveTo>
                <a:cubicBezTo>
                  <a:pt x="1021379" y="56964"/>
                  <a:pt x="1021344" y="58244"/>
                  <a:pt x="1021275" y="59282"/>
                </a:cubicBezTo>
                <a:cubicBezTo>
                  <a:pt x="1021206" y="60321"/>
                  <a:pt x="1021068" y="61134"/>
                  <a:pt x="1020860" y="61722"/>
                </a:cubicBezTo>
                <a:cubicBezTo>
                  <a:pt x="1020652" y="62310"/>
                  <a:pt x="1020393" y="62760"/>
                  <a:pt x="1020081" y="63072"/>
                </a:cubicBezTo>
                <a:cubicBezTo>
                  <a:pt x="1019770" y="63383"/>
                  <a:pt x="1019337" y="63539"/>
                  <a:pt x="1018784" y="63539"/>
                </a:cubicBezTo>
                <a:cubicBezTo>
                  <a:pt x="1018230" y="63539"/>
                  <a:pt x="1017555" y="63383"/>
                  <a:pt x="1016759" y="63072"/>
                </a:cubicBezTo>
                <a:cubicBezTo>
                  <a:pt x="1015963" y="62760"/>
                  <a:pt x="1015063" y="62449"/>
                  <a:pt x="1014060" y="62137"/>
                </a:cubicBezTo>
                <a:cubicBezTo>
                  <a:pt x="1013056" y="61826"/>
                  <a:pt x="1011931" y="61532"/>
                  <a:pt x="1010685" y="61255"/>
                </a:cubicBezTo>
                <a:cubicBezTo>
                  <a:pt x="1009440" y="60978"/>
                  <a:pt x="1008090" y="60840"/>
                  <a:pt x="1006636" y="60840"/>
                </a:cubicBezTo>
                <a:cubicBezTo>
                  <a:pt x="1004906" y="60840"/>
                  <a:pt x="1003210" y="61186"/>
                  <a:pt x="1001549" y="61878"/>
                </a:cubicBezTo>
                <a:cubicBezTo>
                  <a:pt x="999888" y="62570"/>
                  <a:pt x="998140" y="63712"/>
                  <a:pt x="996306" y="65304"/>
                </a:cubicBezTo>
                <a:cubicBezTo>
                  <a:pt x="994472" y="66896"/>
                  <a:pt x="992551" y="69007"/>
                  <a:pt x="990544" y="71637"/>
                </a:cubicBezTo>
                <a:cubicBezTo>
                  <a:pt x="988537" y="74267"/>
                  <a:pt x="986322" y="77486"/>
                  <a:pt x="983899" y="81293"/>
                </a:cubicBezTo>
                <a:lnTo>
                  <a:pt x="983899" y="142755"/>
                </a:lnTo>
                <a:cubicBezTo>
                  <a:pt x="983899" y="143309"/>
                  <a:pt x="983761" y="143776"/>
                  <a:pt x="983484" y="144157"/>
                </a:cubicBezTo>
                <a:cubicBezTo>
                  <a:pt x="983207" y="144537"/>
                  <a:pt x="982757" y="144866"/>
                  <a:pt x="982134" y="145143"/>
                </a:cubicBezTo>
                <a:cubicBezTo>
                  <a:pt x="981511" y="145420"/>
                  <a:pt x="980646" y="145628"/>
                  <a:pt x="979539" y="145766"/>
                </a:cubicBezTo>
                <a:cubicBezTo>
                  <a:pt x="978431" y="145904"/>
                  <a:pt x="977013" y="145974"/>
                  <a:pt x="975282" y="145974"/>
                </a:cubicBezTo>
                <a:cubicBezTo>
                  <a:pt x="973621" y="145974"/>
                  <a:pt x="972237" y="145904"/>
                  <a:pt x="971129" y="145766"/>
                </a:cubicBezTo>
                <a:cubicBezTo>
                  <a:pt x="970022" y="145628"/>
                  <a:pt x="969139" y="145420"/>
                  <a:pt x="968482" y="145143"/>
                </a:cubicBezTo>
                <a:cubicBezTo>
                  <a:pt x="967824" y="144866"/>
                  <a:pt x="967374" y="144537"/>
                  <a:pt x="967132" y="144157"/>
                </a:cubicBezTo>
                <a:cubicBezTo>
                  <a:pt x="966890" y="143776"/>
                  <a:pt x="966769" y="143309"/>
                  <a:pt x="966769" y="142755"/>
                </a:cubicBezTo>
                <a:lnTo>
                  <a:pt x="966769" y="49315"/>
                </a:lnTo>
                <a:cubicBezTo>
                  <a:pt x="966769" y="48762"/>
                  <a:pt x="966873" y="48294"/>
                  <a:pt x="967080" y="47914"/>
                </a:cubicBezTo>
                <a:cubicBezTo>
                  <a:pt x="967288" y="47533"/>
                  <a:pt x="967703" y="47187"/>
                  <a:pt x="968326" y="46876"/>
                </a:cubicBezTo>
                <a:cubicBezTo>
                  <a:pt x="968949" y="46564"/>
                  <a:pt x="969745" y="46356"/>
                  <a:pt x="970714" y="46253"/>
                </a:cubicBezTo>
                <a:cubicBezTo>
                  <a:pt x="971683" y="46149"/>
                  <a:pt x="972963" y="46097"/>
                  <a:pt x="974555" y="46097"/>
                </a:cubicBezTo>
                <a:cubicBezTo>
                  <a:pt x="976078" y="46097"/>
                  <a:pt x="977341" y="46149"/>
                  <a:pt x="978345" y="46253"/>
                </a:cubicBezTo>
                <a:cubicBezTo>
                  <a:pt x="979348" y="46356"/>
                  <a:pt x="980127" y="46564"/>
                  <a:pt x="980681" y="46876"/>
                </a:cubicBezTo>
                <a:cubicBezTo>
                  <a:pt x="981235" y="47187"/>
                  <a:pt x="981633" y="47533"/>
                  <a:pt x="981875" y="47914"/>
                </a:cubicBezTo>
                <a:cubicBezTo>
                  <a:pt x="982117" y="48294"/>
                  <a:pt x="982238" y="48762"/>
                  <a:pt x="982238" y="49315"/>
                </a:cubicBezTo>
                <a:lnTo>
                  <a:pt x="982238" y="62916"/>
                </a:lnTo>
                <a:cubicBezTo>
                  <a:pt x="984799" y="59178"/>
                  <a:pt x="987204" y="56133"/>
                  <a:pt x="989454" y="53780"/>
                </a:cubicBezTo>
                <a:cubicBezTo>
                  <a:pt x="991703" y="51426"/>
                  <a:pt x="993832" y="49575"/>
                  <a:pt x="995839" y="48225"/>
                </a:cubicBezTo>
                <a:cubicBezTo>
                  <a:pt x="997846" y="46876"/>
                  <a:pt x="999836" y="45941"/>
                  <a:pt x="1001809" y="45422"/>
                </a:cubicBezTo>
                <a:cubicBezTo>
                  <a:pt x="1003781" y="44903"/>
                  <a:pt x="1005771" y="44643"/>
                  <a:pt x="1007778" y="44643"/>
                </a:cubicBezTo>
                <a:cubicBezTo>
                  <a:pt x="1008678" y="44643"/>
                  <a:pt x="1009699" y="44695"/>
                  <a:pt x="1010841" y="44799"/>
                </a:cubicBezTo>
                <a:cubicBezTo>
                  <a:pt x="1011983" y="44903"/>
                  <a:pt x="1013177" y="45093"/>
                  <a:pt x="1014423" y="45370"/>
                </a:cubicBezTo>
                <a:cubicBezTo>
                  <a:pt x="1015669" y="45647"/>
                  <a:pt x="1016794" y="45959"/>
                  <a:pt x="1017797" y="46305"/>
                </a:cubicBezTo>
                <a:cubicBezTo>
                  <a:pt x="1018801" y="46651"/>
                  <a:pt x="1019510" y="46997"/>
                  <a:pt x="1019926" y="47343"/>
                </a:cubicBezTo>
                <a:cubicBezTo>
                  <a:pt x="1020341" y="47689"/>
                  <a:pt x="1020618" y="48018"/>
                  <a:pt x="1020756" y="48329"/>
                </a:cubicBezTo>
                <a:cubicBezTo>
                  <a:pt x="1020895" y="48641"/>
                  <a:pt x="1021016" y="49039"/>
                  <a:pt x="1021120" y="49523"/>
                </a:cubicBezTo>
                <a:cubicBezTo>
                  <a:pt x="1021223" y="50008"/>
                  <a:pt x="1021293" y="50717"/>
                  <a:pt x="1021327" y="51651"/>
                </a:cubicBezTo>
                <a:cubicBezTo>
                  <a:pt x="1021362" y="52586"/>
                  <a:pt x="1021379" y="53849"/>
                  <a:pt x="1021379" y="55441"/>
                </a:cubicBezTo>
                <a:close/>
                <a:moveTo>
                  <a:pt x="1174422" y="94841"/>
                </a:moveTo>
                <a:cubicBezTo>
                  <a:pt x="1174422" y="102946"/>
                  <a:pt x="1173540" y="110237"/>
                  <a:pt x="1171775" y="116715"/>
                </a:cubicBezTo>
                <a:cubicBezTo>
                  <a:pt x="1170010" y="123193"/>
                  <a:pt x="1167414" y="128720"/>
                  <a:pt x="1163988" y="133294"/>
                </a:cubicBezTo>
                <a:cubicBezTo>
                  <a:pt x="1160562" y="137867"/>
                  <a:pt x="1156357" y="141365"/>
                  <a:pt x="1151374" y="143790"/>
                </a:cubicBezTo>
                <a:cubicBezTo>
                  <a:pt x="1146391" y="146215"/>
                  <a:pt x="1140680" y="147427"/>
                  <a:pt x="1134243" y="147427"/>
                </a:cubicBezTo>
                <a:cubicBezTo>
                  <a:pt x="1131267" y="147427"/>
                  <a:pt x="1128516" y="147132"/>
                  <a:pt x="1125990" y="146541"/>
                </a:cubicBezTo>
                <a:cubicBezTo>
                  <a:pt x="1123463" y="145953"/>
                  <a:pt x="1120989" y="145001"/>
                  <a:pt x="1118566" y="143686"/>
                </a:cubicBezTo>
                <a:cubicBezTo>
                  <a:pt x="1116144" y="142369"/>
                  <a:pt x="1113721" y="140706"/>
                  <a:pt x="1111299" y="138696"/>
                </a:cubicBezTo>
                <a:cubicBezTo>
                  <a:pt x="1108876" y="136687"/>
                  <a:pt x="1106315" y="134262"/>
                  <a:pt x="1103616" y="131422"/>
                </a:cubicBezTo>
                <a:lnTo>
                  <a:pt x="1103616" y="142775"/>
                </a:lnTo>
                <a:cubicBezTo>
                  <a:pt x="1103616" y="143324"/>
                  <a:pt x="1103477" y="143805"/>
                  <a:pt x="1103201" y="144218"/>
                </a:cubicBezTo>
                <a:cubicBezTo>
                  <a:pt x="1102924" y="144631"/>
                  <a:pt x="1102474" y="144959"/>
                  <a:pt x="1101851" y="145201"/>
                </a:cubicBezTo>
                <a:cubicBezTo>
                  <a:pt x="1101228" y="145442"/>
                  <a:pt x="1100449" y="145630"/>
                  <a:pt x="1099515" y="145766"/>
                </a:cubicBezTo>
                <a:cubicBezTo>
                  <a:pt x="1098581" y="145904"/>
                  <a:pt x="1097387" y="145974"/>
                  <a:pt x="1095933" y="145974"/>
                </a:cubicBezTo>
                <a:cubicBezTo>
                  <a:pt x="1094549" y="145974"/>
                  <a:pt x="1093372" y="145904"/>
                  <a:pt x="1092403" y="145766"/>
                </a:cubicBezTo>
                <a:cubicBezTo>
                  <a:pt x="1091434" y="145628"/>
                  <a:pt x="1090638" y="145437"/>
                  <a:pt x="1090015" y="145195"/>
                </a:cubicBezTo>
                <a:cubicBezTo>
                  <a:pt x="1089392" y="144953"/>
                  <a:pt x="1088977" y="144624"/>
                  <a:pt x="1088769" y="144209"/>
                </a:cubicBezTo>
                <a:cubicBezTo>
                  <a:pt x="1088562" y="143791"/>
                  <a:pt x="1088458" y="143306"/>
                  <a:pt x="1088458" y="142752"/>
                </a:cubicBezTo>
                <a:lnTo>
                  <a:pt x="1088458" y="3948"/>
                </a:lnTo>
                <a:cubicBezTo>
                  <a:pt x="1088458" y="3395"/>
                  <a:pt x="1088579" y="2910"/>
                  <a:pt x="1088821" y="2495"/>
                </a:cubicBezTo>
                <a:cubicBezTo>
                  <a:pt x="1089064" y="2078"/>
                  <a:pt x="1089513" y="1730"/>
                  <a:pt x="1090171" y="1454"/>
                </a:cubicBezTo>
                <a:cubicBezTo>
                  <a:pt x="1090828" y="1177"/>
                  <a:pt x="1091711" y="969"/>
                  <a:pt x="1092818" y="831"/>
                </a:cubicBezTo>
                <a:cubicBezTo>
                  <a:pt x="1093926" y="692"/>
                  <a:pt x="1095310" y="623"/>
                  <a:pt x="1096971" y="623"/>
                </a:cubicBezTo>
                <a:cubicBezTo>
                  <a:pt x="1098702" y="623"/>
                  <a:pt x="1100121" y="692"/>
                  <a:pt x="1101228" y="831"/>
                </a:cubicBezTo>
                <a:cubicBezTo>
                  <a:pt x="1102335" y="969"/>
                  <a:pt x="1103201" y="1178"/>
                  <a:pt x="1103824" y="1457"/>
                </a:cubicBezTo>
                <a:cubicBezTo>
                  <a:pt x="1104446" y="1734"/>
                  <a:pt x="1104896" y="2081"/>
                  <a:pt x="1105173" y="2498"/>
                </a:cubicBezTo>
                <a:cubicBezTo>
                  <a:pt x="1105450" y="2914"/>
                  <a:pt x="1105589" y="3398"/>
                  <a:pt x="1105589" y="3952"/>
                </a:cubicBezTo>
                <a:lnTo>
                  <a:pt x="1105589" y="60025"/>
                </a:lnTo>
                <a:cubicBezTo>
                  <a:pt x="1108357" y="57185"/>
                  <a:pt x="1111039" y="54795"/>
                  <a:pt x="1113635" y="52855"/>
                </a:cubicBezTo>
                <a:cubicBezTo>
                  <a:pt x="1116230" y="50915"/>
                  <a:pt x="1118774" y="49339"/>
                  <a:pt x="1121266" y="48128"/>
                </a:cubicBezTo>
                <a:cubicBezTo>
                  <a:pt x="1123757" y="46915"/>
                  <a:pt x="1126249" y="46031"/>
                  <a:pt x="1128741" y="45477"/>
                </a:cubicBezTo>
                <a:cubicBezTo>
                  <a:pt x="1131233" y="44921"/>
                  <a:pt x="1133863" y="44643"/>
                  <a:pt x="1136631" y="44643"/>
                </a:cubicBezTo>
                <a:cubicBezTo>
                  <a:pt x="1143414" y="44643"/>
                  <a:pt x="1149211" y="45995"/>
                  <a:pt x="1154021" y="48699"/>
                </a:cubicBezTo>
                <a:cubicBezTo>
                  <a:pt x="1158832" y="51400"/>
                  <a:pt x="1162742" y="55020"/>
                  <a:pt x="1165753" y="59558"/>
                </a:cubicBezTo>
                <a:cubicBezTo>
                  <a:pt x="1168764" y="64096"/>
                  <a:pt x="1170962" y="69414"/>
                  <a:pt x="1172346" y="75511"/>
                </a:cubicBezTo>
                <a:cubicBezTo>
                  <a:pt x="1173730" y="81606"/>
                  <a:pt x="1174422" y="88050"/>
                  <a:pt x="1174422" y="94841"/>
                </a:cubicBezTo>
                <a:moveTo>
                  <a:pt x="1156357" y="96814"/>
                </a:moveTo>
                <a:cubicBezTo>
                  <a:pt x="1156357" y="92032"/>
                  <a:pt x="1155994" y="87388"/>
                  <a:pt x="1155267" y="82882"/>
                </a:cubicBezTo>
                <a:cubicBezTo>
                  <a:pt x="1154541" y="78377"/>
                  <a:pt x="1153277" y="74392"/>
                  <a:pt x="1151478" y="70927"/>
                </a:cubicBezTo>
                <a:cubicBezTo>
                  <a:pt x="1149678" y="67462"/>
                  <a:pt x="1147290" y="64672"/>
                  <a:pt x="1144314" y="62559"/>
                </a:cubicBezTo>
                <a:cubicBezTo>
                  <a:pt x="1141338" y="60444"/>
                  <a:pt x="1137635" y="59386"/>
                  <a:pt x="1133205" y="59386"/>
                </a:cubicBezTo>
                <a:cubicBezTo>
                  <a:pt x="1130990" y="59386"/>
                  <a:pt x="1128810" y="59699"/>
                  <a:pt x="1126664" y="60324"/>
                </a:cubicBezTo>
                <a:cubicBezTo>
                  <a:pt x="1124519" y="60947"/>
                  <a:pt x="1122338" y="61986"/>
                  <a:pt x="1120124" y="63442"/>
                </a:cubicBezTo>
                <a:cubicBezTo>
                  <a:pt x="1117909" y="64897"/>
                  <a:pt x="1115607" y="66769"/>
                  <a:pt x="1113219" y="69058"/>
                </a:cubicBezTo>
                <a:cubicBezTo>
                  <a:pt x="1110832" y="71346"/>
                  <a:pt x="1108288" y="74224"/>
                  <a:pt x="1105589" y="77691"/>
                </a:cubicBezTo>
                <a:lnTo>
                  <a:pt x="1105589" y="115002"/>
                </a:lnTo>
                <a:cubicBezTo>
                  <a:pt x="1110295" y="120758"/>
                  <a:pt x="1114794" y="125144"/>
                  <a:pt x="1119085" y="128162"/>
                </a:cubicBezTo>
                <a:cubicBezTo>
                  <a:pt x="1123377" y="131177"/>
                  <a:pt x="1127841" y="132684"/>
                  <a:pt x="1132478" y="132684"/>
                </a:cubicBezTo>
                <a:cubicBezTo>
                  <a:pt x="1136770" y="132684"/>
                  <a:pt x="1140438" y="131645"/>
                  <a:pt x="1143484" y="129566"/>
                </a:cubicBezTo>
                <a:cubicBezTo>
                  <a:pt x="1146529" y="127486"/>
                  <a:pt x="1149003" y="124730"/>
                  <a:pt x="1150907" y="121300"/>
                </a:cubicBezTo>
                <a:cubicBezTo>
                  <a:pt x="1152810" y="117869"/>
                  <a:pt x="1154194" y="114022"/>
                  <a:pt x="1155060" y="109759"/>
                </a:cubicBezTo>
                <a:cubicBezTo>
                  <a:pt x="1155925" y="105496"/>
                  <a:pt x="1156357" y="101181"/>
                  <a:pt x="1156357" y="96814"/>
                </a:cubicBezTo>
                <a:close/>
                <a:moveTo>
                  <a:pt x="1222116" y="134086"/>
                </a:moveTo>
                <a:cubicBezTo>
                  <a:pt x="1222116" y="139022"/>
                  <a:pt x="1221303" y="142306"/>
                  <a:pt x="1219676" y="143939"/>
                </a:cubicBezTo>
                <a:cubicBezTo>
                  <a:pt x="1218050" y="145572"/>
                  <a:pt x="1215091" y="146389"/>
                  <a:pt x="1210800" y="146389"/>
                </a:cubicBezTo>
                <a:cubicBezTo>
                  <a:pt x="1206647" y="146389"/>
                  <a:pt x="1203774" y="145590"/>
                  <a:pt x="1202182" y="143991"/>
                </a:cubicBezTo>
                <a:cubicBezTo>
                  <a:pt x="1200591" y="142393"/>
                  <a:pt x="1199795" y="139195"/>
                  <a:pt x="1199795" y="134397"/>
                </a:cubicBezTo>
                <a:cubicBezTo>
                  <a:pt x="1199795" y="129462"/>
                  <a:pt x="1200608" y="126177"/>
                  <a:pt x="1202234" y="124544"/>
                </a:cubicBezTo>
                <a:cubicBezTo>
                  <a:pt x="1203861" y="122911"/>
                  <a:pt x="1206820" y="122095"/>
                  <a:pt x="1211111" y="122095"/>
                </a:cubicBezTo>
                <a:cubicBezTo>
                  <a:pt x="1215264" y="122095"/>
                  <a:pt x="1218136" y="122894"/>
                  <a:pt x="1219728" y="124492"/>
                </a:cubicBezTo>
                <a:cubicBezTo>
                  <a:pt x="1221320" y="126091"/>
                  <a:pt x="1222116" y="129289"/>
                  <a:pt x="1222116" y="134086"/>
                </a:cubicBezTo>
                <a:close/>
                <a:moveTo>
                  <a:pt x="1320034" y="128635"/>
                </a:moveTo>
                <a:cubicBezTo>
                  <a:pt x="1320034" y="129812"/>
                  <a:pt x="1320000" y="130833"/>
                  <a:pt x="1319930" y="131698"/>
                </a:cubicBezTo>
                <a:cubicBezTo>
                  <a:pt x="1319861" y="132563"/>
                  <a:pt x="1319740" y="133290"/>
                  <a:pt x="1319567" y="133878"/>
                </a:cubicBezTo>
                <a:cubicBezTo>
                  <a:pt x="1319394" y="134467"/>
                  <a:pt x="1319186" y="134986"/>
                  <a:pt x="1318944" y="135436"/>
                </a:cubicBezTo>
                <a:cubicBezTo>
                  <a:pt x="1318702" y="135886"/>
                  <a:pt x="1318148" y="136543"/>
                  <a:pt x="1317283" y="137408"/>
                </a:cubicBezTo>
                <a:cubicBezTo>
                  <a:pt x="1316418" y="138273"/>
                  <a:pt x="1314947" y="139346"/>
                  <a:pt x="1312870" y="140627"/>
                </a:cubicBezTo>
                <a:cubicBezTo>
                  <a:pt x="1310794" y="141907"/>
                  <a:pt x="1308458" y="143049"/>
                  <a:pt x="1305862" y="144053"/>
                </a:cubicBezTo>
                <a:cubicBezTo>
                  <a:pt x="1303267" y="145057"/>
                  <a:pt x="1300446" y="145870"/>
                  <a:pt x="1297401" y="146493"/>
                </a:cubicBezTo>
                <a:cubicBezTo>
                  <a:pt x="1294356" y="147116"/>
                  <a:pt x="1291206" y="147427"/>
                  <a:pt x="1287953" y="147427"/>
                </a:cubicBezTo>
                <a:cubicBezTo>
                  <a:pt x="1281239" y="147427"/>
                  <a:pt x="1275287" y="146318"/>
                  <a:pt x="1270096" y="144098"/>
                </a:cubicBezTo>
                <a:cubicBezTo>
                  <a:pt x="1264905" y="141879"/>
                  <a:pt x="1260561" y="138637"/>
                  <a:pt x="1257066" y="134372"/>
                </a:cubicBezTo>
                <a:cubicBezTo>
                  <a:pt x="1253571" y="130106"/>
                  <a:pt x="1250906" y="124870"/>
                  <a:pt x="1249072" y="118662"/>
                </a:cubicBezTo>
                <a:cubicBezTo>
                  <a:pt x="1247238" y="112454"/>
                  <a:pt x="1246321" y="105294"/>
                  <a:pt x="1246321" y="97181"/>
                </a:cubicBezTo>
                <a:cubicBezTo>
                  <a:pt x="1246321" y="87956"/>
                  <a:pt x="1247445" y="80032"/>
                  <a:pt x="1249695" y="73409"/>
                </a:cubicBezTo>
                <a:cubicBezTo>
                  <a:pt x="1251944" y="66786"/>
                  <a:pt x="1255024" y="61359"/>
                  <a:pt x="1258935" y="57128"/>
                </a:cubicBezTo>
                <a:cubicBezTo>
                  <a:pt x="1262846" y="52897"/>
                  <a:pt x="1267448" y="49759"/>
                  <a:pt x="1272743" y="47713"/>
                </a:cubicBezTo>
                <a:cubicBezTo>
                  <a:pt x="1278038" y="45667"/>
                  <a:pt x="1283766" y="44643"/>
                  <a:pt x="1289926" y="44643"/>
                </a:cubicBezTo>
                <a:cubicBezTo>
                  <a:pt x="1292902" y="44643"/>
                  <a:pt x="1295792" y="44920"/>
                  <a:pt x="1298595" y="45474"/>
                </a:cubicBezTo>
                <a:cubicBezTo>
                  <a:pt x="1301398" y="46028"/>
                  <a:pt x="1303976" y="46754"/>
                  <a:pt x="1306330" y="47654"/>
                </a:cubicBezTo>
                <a:cubicBezTo>
                  <a:pt x="1308683" y="48554"/>
                  <a:pt x="1310777" y="49592"/>
                  <a:pt x="1312611" y="50769"/>
                </a:cubicBezTo>
                <a:cubicBezTo>
                  <a:pt x="1314445" y="51946"/>
                  <a:pt x="1315777" y="52949"/>
                  <a:pt x="1316608" y="53780"/>
                </a:cubicBezTo>
                <a:cubicBezTo>
                  <a:pt x="1317439" y="54610"/>
                  <a:pt x="1318010" y="55268"/>
                  <a:pt x="1318321" y="55752"/>
                </a:cubicBezTo>
                <a:cubicBezTo>
                  <a:pt x="1318633" y="56237"/>
                  <a:pt x="1318892" y="56808"/>
                  <a:pt x="1319100" y="57465"/>
                </a:cubicBezTo>
                <a:cubicBezTo>
                  <a:pt x="1319307" y="58123"/>
                  <a:pt x="1319446" y="58867"/>
                  <a:pt x="1319515" y="59698"/>
                </a:cubicBezTo>
                <a:cubicBezTo>
                  <a:pt x="1319584" y="60528"/>
                  <a:pt x="1319619" y="61566"/>
                  <a:pt x="1319619" y="62812"/>
                </a:cubicBezTo>
                <a:cubicBezTo>
                  <a:pt x="1319619" y="65512"/>
                  <a:pt x="1319307" y="67398"/>
                  <a:pt x="1318684" y="68471"/>
                </a:cubicBezTo>
                <a:cubicBezTo>
                  <a:pt x="1318062" y="69543"/>
                  <a:pt x="1317300" y="70080"/>
                  <a:pt x="1316400" y="70080"/>
                </a:cubicBezTo>
                <a:cubicBezTo>
                  <a:pt x="1315362" y="70080"/>
                  <a:pt x="1314168" y="69509"/>
                  <a:pt x="1312819" y="68367"/>
                </a:cubicBezTo>
                <a:cubicBezTo>
                  <a:pt x="1311469" y="67225"/>
                  <a:pt x="1309756" y="65962"/>
                  <a:pt x="1307679" y="64577"/>
                </a:cubicBezTo>
                <a:cubicBezTo>
                  <a:pt x="1305603" y="63193"/>
                  <a:pt x="1303094" y="61930"/>
                  <a:pt x="1300152" y="60788"/>
                </a:cubicBezTo>
                <a:cubicBezTo>
                  <a:pt x="1297211" y="59646"/>
                  <a:pt x="1293733" y="59075"/>
                  <a:pt x="1289718" y="59075"/>
                </a:cubicBezTo>
                <a:cubicBezTo>
                  <a:pt x="1281482" y="59075"/>
                  <a:pt x="1275166" y="62251"/>
                  <a:pt x="1270771" y="68604"/>
                </a:cubicBezTo>
                <a:cubicBezTo>
                  <a:pt x="1266376" y="74954"/>
                  <a:pt x="1264178" y="84167"/>
                  <a:pt x="1264178" y="96243"/>
                </a:cubicBezTo>
                <a:cubicBezTo>
                  <a:pt x="1264178" y="102282"/>
                  <a:pt x="1264749" y="107575"/>
                  <a:pt x="1265891" y="112121"/>
                </a:cubicBezTo>
                <a:cubicBezTo>
                  <a:pt x="1267033" y="116668"/>
                  <a:pt x="1268712" y="120468"/>
                  <a:pt x="1270926" y="123522"/>
                </a:cubicBezTo>
                <a:cubicBezTo>
                  <a:pt x="1273141" y="126576"/>
                  <a:pt x="1275858" y="128849"/>
                  <a:pt x="1279076" y="130342"/>
                </a:cubicBezTo>
                <a:cubicBezTo>
                  <a:pt x="1282295" y="131834"/>
                  <a:pt x="1285981" y="132581"/>
                  <a:pt x="1290133" y="132581"/>
                </a:cubicBezTo>
                <a:cubicBezTo>
                  <a:pt x="1294079" y="132581"/>
                  <a:pt x="1297539" y="131958"/>
                  <a:pt x="1300516" y="130712"/>
                </a:cubicBezTo>
                <a:cubicBezTo>
                  <a:pt x="1303492" y="129466"/>
                  <a:pt x="1306070" y="128099"/>
                  <a:pt x="1308250" y="126611"/>
                </a:cubicBezTo>
                <a:cubicBezTo>
                  <a:pt x="1310431" y="125123"/>
                  <a:pt x="1312265" y="123773"/>
                  <a:pt x="1313753" y="122562"/>
                </a:cubicBezTo>
                <a:cubicBezTo>
                  <a:pt x="1315241" y="121351"/>
                  <a:pt x="1316400" y="120745"/>
                  <a:pt x="1317231" y="120745"/>
                </a:cubicBezTo>
                <a:cubicBezTo>
                  <a:pt x="1317715" y="120745"/>
                  <a:pt x="1318131" y="120883"/>
                  <a:pt x="1318477" y="121160"/>
                </a:cubicBezTo>
                <a:cubicBezTo>
                  <a:pt x="1318823" y="121437"/>
                  <a:pt x="1319117" y="121904"/>
                  <a:pt x="1319359" y="122562"/>
                </a:cubicBezTo>
                <a:cubicBezTo>
                  <a:pt x="1319602" y="123219"/>
                  <a:pt x="1319775" y="124050"/>
                  <a:pt x="1319878" y="125053"/>
                </a:cubicBezTo>
                <a:cubicBezTo>
                  <a:pt x="1319982" y="126057"/>
                  <a:pt x="1320034" y="127251"/>
                  <a:pt x="1320034" y="128635"/>
                </a:cubicBezTo>
                <a:close/>
                <a:moveTo>
                  <a:pt x="1427490" y="95049"/>
                </a:moveTo>
                <a:cubicBezTo>
                  <a:pt x="1427490" y="102669"/>
                  <a:pt x="1426487" y="109684"/>
                  <a:pt x="1424479" y="116092"/>
                </a:cubicBezTo>
                <a:cubicBezTo>
                  <a:pt x="1422472" y="122501"/>
                  <a:pt x="1419479" y="128028"/>
                  <a:pt x="1415499" y="132671"/>
                </a:cubicBezTo>
                <a:cubicBezTo>
                  <a:pt x="1411519" y="137313"/>
                  <a:pt x="1406535" y="140933"/>
                  <a:pt x="1400548" y="143531"/>
                </a:cubicBezTo>
                <a:cubicBezTo>
                  <a:pt x="1394561" y="146128"/>
                  <a:pt x="1387623" y="147427"/>
                  <a:pt x="1379732" y="147427"/>
                </a:cubicBezTo>
                <a:cubicBezTo>
                  <a:pt x="1372049" y="147427"/>
                  <a:pt x="1365353" y="146284"/>
                  <a:pt x="1359643" y="143998"/>
                </a:cubicBezTo>
                <a:cubicBezTo>
                  <a:pt x="1353932" y="141711"/>
                  <a:pt x="1349174" y="138386"/>
                  <a:pt x="1345367" y="134021"/>
                </a:cubicBezTo>
                <a:cubicBezTo>
                  <a:pt x="1341560" y="129656"/>
                  <a:pt x="1338722" y="124356"/>
                  <a:pt x="1336854" y="118120"/>
                </a:cubicBezTo>
                <a:cubicBezTo>
                  <a:pt x="1334985" y="111884"/>
                  <a:pt x="1334050" y="104817"/>
                  <a:pt x="1334050" y="96918"/>
                </a:cubicBezTo>
                <a:cubicBezTo>
                  <a:pt x="1334050" y="89298"/>
                  <a:pt x="1335037" y="82283"/>
                  <a:pt x="1337009" y="75874"/>
                </a:cubicBezTo>
                <a:cubicBezTo>
                  <a:pt x="1338982" y="69466"/>
                  <a:pt x="1341958" y="63940"/>
                  <a:pt x="1345938" y="59299"/>
                </a:cubicBezTo>
                <a:cubicBezTo>
                  <a:pt x="1349918" y="54655"/>
                  <a:pt x="1354884" y="51051"/>
                  <a:pt x="1360836" y="48488"/>
                </a:cubicBezTo>
                <a:cubicBezTo>
                  <a:pt x="1366789" y="45925"/>
                  <a:pt x="1373745" y="44643"/>
                  <a:pt x="1381705" y="44643"/>
                </a:cubicBezTo>
                <a:cubicBezTo>
                  <a:pt x="1389387" y="44643"/>
                  <a:pt x="1396084" y="45787"/>
                  <a:pt x="1401794" y="48073"/>
                </a:cubicBezTo>
                <a:cubicBezTo>
                  <a:pt x="1407504" y="50359"/>
                  <a:pt x="1412263" y="53685"/>
                  <a:pt x="1416070" y="58049"/>
                </a:cubicBezTo>
                <a:cubicBezTo>
                  <a:pt x="1419877" y="62414"/>
                  <a:pt x="1422732" y="67715"/>
                  <a:pt x="1424635" y="73950"/>
                </a:cubicBezTo>
                <a:cubicBezTo>
                  <a:pt x="1426538" y="80186"/>
                  <a:pt x="1427490" y="87219"/>
                  <a:pt x="1427490" y="95049"/>
                </a:cubicBezTo>
                <a:moveTo>
                  <a:pt x="1409425" y="96191"/>
                </a:moveTo>
                <a:cubicBezTo>
                  <a:pt x="1409425" y="91132"/>
                  <a:pt x="1408958" y="86350"/>
                  <a:pt x="1408024" y="81844"/>
                </a:cubicBezTo>
                <a:cubicBezTo>
                  <a:pt x="1407089" y="77339"/>
                  <a:pt x="1405549" y="73388"/>
                  <a:pt x="1403403" y="69992"/>
                </a:cubicBezTo>
                <a:cubicBezTo>
                  <a:pt x="1401258" y="66596"/>
                  <a:pt x="1398351" y="63911"/>
                  <a:pt x="1394682" y="61936"/>
                </a:cubicBezTo>
                <a:cubicBezTo>
                  <a:pt x="1391014" y="59959"/>
                  <a:pt x="1386446" y="58971"/>
                  <a:pt x="1380978" y="58971"/>
                </a:cubicBezTo>
                <a:cubicBezTo>
                  <a:pt x="1375925" y="58971"/>
                  <a:pt x="1371582" y="59872"/>
                  <a:pt x="1367948" y="61673"/>
                </a:cubicBezTo>
                <a:cubicBezTo>
                  <a:pt x="1364314" y="63475"/>
                  <a:pt x="1361321" y="66023"/>
                  <a:pt x="1358968" y="69317"/>
                </a:cubicBezTo>
                <a:cubicBezTo>
                  <a:pt x="1356614" y="72609"/>
                  <a:pt x="1354867" y="76508"/>
                  <a:pt x="1353725" y="81014"/>
                </a:cubicBezTo>
                <a:cubicBezTo>
                  <a:pt x="1352583" y="85517"/>
                  <a:pt x="1352012" y="90438"/>
                  <a:pt x="1352012" y="95776"/>
                </a:cubicBezTo>
                <a:cubicBezTo>
                  <a:pt x="1352012" y="100904"/>
                  <a:pt x="1352479" y="105721"/>
                  <a:pt x="1353413" y="110226"/>
                </a:cubicBezTo>
                <a:cubicBezTo>
                  <a:pt x="1354348" y="114732"/>
                  <a:pt x="1355905" y="118665"/>
                  <a:pt x="1358085" y="122026"/>
                </a:cubicBezTo>
                <a:cubicBezTo>
                  <a:pt x="1360265" y="125388"/>
                  <a:pt x="1363190" y="128057"/>
                  <a:pt x="1366858" y="130034"/>
                </a:cubicBezTo>
                <a:cubicBezTo>
                  <a:pt x="1370527" y="132008"/>
                  <a:pt x="1375095" y="132996"/>
                  <a:pt x="1380563" y="132996"/>
                </a:cubicBezTo>
                <a:cubicBezTo>
                  <a:pt x="1385546" y="132996"/>
                  <a:pt x="1389872" y="132095"/>
                  <a:pt x="1393540" y="130293"/>
                </a:cubicBezTo>
                <a:cubicBezTo>
                  <a:pt x="1397209" y="128492"/>
                  <a:pt x="1400220" y="125962"/>
                  <a:pt x="1402573" y="122705"/>
                </a:cubicBezTo>
                <a:cubicBezTo>
                  <a:pt x="1404926" y="119445"/>
                  <a:pt x="1406657" y="115564"/>
                  <a:pt x="1407764" y="111060"/>
                </a:cubicBezTo>
                <a:cubicBezTo>
                  <a:pt x="1408871" y="106555"/>
                  <a:pt x="1409425" y="101598"/>
                  <a:pt x="1409425" y="96191"/>
                </a:cubicBezTo>
                <a:close/>
                <a:moveTo>
                  <a:pt x="1590738" y="142755"/>
                </a:moveTo>
                <a:cubicBezTo>
                  <a:pt x="1590738" y="143309"/>
                  <a:pt x="1590599" y="143776"/>
                  <a:pt x="1590322" y="144157"/>
                </a:cubicBezTo>
                <a:cubicBezTo>
                  <a:pt x="1590046" y="144537"/>
                  <a:pt x="1589596" y="144866"/>
                  <a:pt x="1588973" y="145143"/>
                </a:cubicBezTo>
                <a:cubicBezTo>
                  <a:pt x="1588350" y="145420"/>
                  <a:pt x="1587485" y="145628"/>
                  <a:pt x="1586377" y="145766"/>
                </a:cubicBezTo>
                <a:cubicBezTo>
                  <a:pt x="1585270" y="145904"/>
                  <a:pt x="1583885" y="145974"/>
                  <a:pt x="1582224" y="145974"/>
                </a:cubicBezTo>
                <a:cubicBezTo>
                  <a:pt x="1580494" y="145974"/>
                  <a:pt x="1579075" y="145904"/>
                  <a:pt x="1577968" y="145766"/>
                </a:cubicBezTo>
                <a:cubicBezTo>
                  <a:pt x="1576860" y="145628"/>
                  <a:pt x="1575978" y="145420"/>
                  <a:pt x="1575320" y="145143"/>
                </a:cubicBezTo>
                <a:cubicBezTo>
                  <a:pt x="1574663" y="144866"/>
                  <a:pt x="1574195" y="144537"/>
                  <a:pt x="1573919" y="144157"/>
                </a:cubicBezTo>
                <a:cubicBezTo>
                  <a:pt x="1573642" y="143776"/>
                  <a:pt x="1573503" y="143309"/>
                  <a:pt x="1573503" y="142755"/>
                </a:cubicBezTo>
                <a:lnTo>
                  <a:pt x="1573503" y="85965"/>
                </a:lnTo>
                <a:cubicBezTo>
                  <a:pt x="1573503" y="82019"/>
                  <a:pt x="1573157" y="78420"/>
                  <a:pt x="1572465" y="75167"/>
                </a:cubicBezTo>
                <a:cubicBezTo>
                  <a:pt x="1571773" y="71914"/>
                  <a:pt x="1570665" y="69111"/>
                  <a:pt x="1569143" y="66757"/>
                </a:cubicBezTo>
                <a:cubicBezTo>
                  <a:pt x="1567620" y="64404"/>
                  <a:pt x="1565682" y="62605"/>
                  <a:pt x="1563329" y="61359"/>
                </a:cubicBezTo>
                <a:cubicBezTo>
                  <a:pt x="1560975" y="60113"/>
                  <a:pt x="1558207" y="59490"/>
                  <a:pt x="1555023" y="59490"/>
                </a:cubicBezTo>
                <a:cubicBezTo>
                  <a:pt x="1551078" y="59490"/>
                  <a:pt x="1547115" y="61013"/>
                  <a:pt x="1543135" y="64058"/>
                </a:cubicBezTo>
                <a:cubicBezTo>
                  <a:pt x="1539155" y="67104"/>
                  <a:pt x="1534778" y="71568"/>
                  <a:pt x="1530002" y="77451"/>
                </a:cubicBezTo>
                <a:lnTo>
                  <a:pt x="1530002" y="142755"/>
                </a:lnTo>
                <a:cubicBezTo>
                  <a:pt x="1530002" y="143309"/>
                  <a:pt x="1529863" y="143776"/>
                  <a:pt x="1529587" y="144157"/>
                </a:cubicBezTo>
                <a:cubicBezTo>
                  <a:pt x="1529310" y="144537"/>
                  <a:pt x="1528842" y="144866"/>
                  <a:pt x="1528185" y="145143"/>
                </a:cubicBezTo>
                <a:cubicBezTo>
                  <a:pt x="1527527" y="145420"/>
                  <a:pt x="1526645" y="145628"/>
                  <a:pt x="1525537" y="145766"/>
                </a:cubicBezTo>
                <a:cubicBezTo>
                  <a:pt x="1524430" y="145904"/>
                  <a:pt x="1523046" y="145974"/>
                  <a:pt x="1521385" y="145974"/>
                </a:cubicBezTo>
                <a:cubicBezTo>
                  <a:pt x="1519793" y="145974"/>
                  <a:pt x="1518426" y="145904"/>
                  <a:pt x="1517284" y="145766"/>
                </a:cubicBezTo>
                <a:cubicBezTo>
                  <a:pt x="1516142" y="145628"/>
                  <a:pt x="1515242" y="145420"/>
                  <a:pt x="1514584" y="145143"/>
                </a:cubicBezTo>
                <a:cubicBezTo>
                  <a:pt x="1513927" y="144866"/>
                  <a:pt x="1513477" y="144537"/>
                  <a:pt x="1513235" y="144157"/>
                </a:cubicBezTo>
                <a:cubicBezTo>
                  <a:pt x="1512992" y="143776"/>
                  <a:pt x="1512871" y="143309"/>
                  <a:pt x="1512871" y="142755"/>
                </a:cubicBezTo>
                <a:lnTo>
                  <a:pt x="1512871" y="85965"/>
                </a:lnTo>
                <a:cubicBezTo>
                  <a:pt x="1512871" y="82019"/>
                  <a:pt x="1512491" y="78420"/>
                  <a:pt x="1511729" y="75167"/>
                </a:cubicBezTo>
                <a:cubicBezTo>
                  <a:pt x="1510968" y="71914"/>
                  <a:pt x="1509826" y="69111"/>
                  <a:pt x="1508303" y="66757"/>
                </a:cubicBezTo>
                <a:cubicBezTo>
                  <a:pt x="1506780" y="64404"/>
                  <a:pt x="1504860" y="62605"/>
                  <a:pt x="1502541" y="61359"/>
                </a:cubicBezTo>
                <a:cubicBezTo>
                  <a:pt x="1500222" y="60113"/>
                  <a:pt x="1497471" y="59490"/>
                  <a:pt x="1494287" y="59490"/>
                </a:cubicBezTo>
                <a:cubicBezTo>
                  <a:pt x="1490342" y="59490"/>
                  <a:pt x="1486362" y="61013"/>
                  <a:pt x="1482348" y="64058"/>
                </a:cubicBezTo>
                <a:cubicBezTo>
                  <a:pt x="1478333" y="67104"/>
                  <a:pt x="1473973" y="71568"/>
                  <a:pt x="1469266" y="77451"/>
                </a:cubicBezTo>
                <a:lnTo>
                  <a:pt x="1469266" y="142755"/>
                </a:lnTo>
                <a:cubicBezTo>
                  <a:pt x="1469266" y="143309"/>
                  <a:pt x="1469128" y="143776"/>
                  <a:pt x="1468851" y="144157"/>
                </a:cubicBezTo>
                <a:cubicBezTo>
                  <a:pt x="1468574" y="144537"/>
                  <a:pt x="1468124" y="144866"/>
                  <a:pt x="1467501" y="145143"/>
                </a:cubicBezTo>
                <a:cubicBezTo>
                  <a:pt x="1466878" y="145420"/>
                  <a:pt x="1466013" y="145628"/>
                  <a:pt x="1464906" y="145766"/>
                </a:cubicBezTo>
                <a:cubicBezTo>
                  <a:pt x="1463798" y="145904"/>
                  <a:pt x="1462379" y="145974"/>
                  <a:pt x="1460649" y="145974"/>
                </a:cubicBezTo>
                <a:cubicBezTo>
                  <a:pt x="1458988" y="145974"/>
                  <a:pt x="1457603" y="145904"/>
                  <a:pt x="1456496" y="145766"/>
                </a:cubicBezTo>
                <a:cubicBezTo>
                  <a:pt x="1455388" y="145628"/>
                  <a:pt x="1454506" y="145420"/>
                  <a:pt x="1453848" y="145143"/>
                </a:cubicBezTo>
                <a:cubicBezTo>
                  <a:pt x="1453191" y="144866"/>
                  <a:pt x="1452741" y="144537"/>
                  <a:pt x="1452499" y="144157"/>
                </a:cubicBezTo>
                <a:cubicBezTo>
                  <a:pt x="1452257" y="143776"/>
                  <a:pt x="1452135" y="143309"/>
                  <a:pt x="1452135" y="142755"/>
                </a:cubicBezTo>
                <a:lnTo>
                  <a:pt x="1452135" y="49315"/>
                </a:lnTo>
                <a:cubicBezTo>
                  <a:pt x="1452135" y="48762"/>
                  <a:pt x="1452239" y="48294"/>
                  <a:pt x="1452447" y="47914"/>
                </a:cubicBezTo>
                <a:cubicBezTo>
                  <a:pt x="1452655" y="47533"/>
                  <a:pt x="1453070" y="47187"/>
                  <a:pt x="1453693" y="46876"/>
                </a:cubicBezTo>
                <a:cubicBezTo>
                  <a:pt x="1454316" y="46564"/>
                  <a:pt x="1455112" y="46356"/>
                  <a:pt x="1456081" y="46253"/>
                </a:cubicBezTo>
                <a:cubicBezTo>
                  <a:pt x="1457050" y="46149"/>
                  <a:pt x="1458330" y="46097"/>
                  <a:pt x="1459922" y="46097"/>
                </a:cubicBezTo>
                <a:cubicBezTo>
                  <a:pt x="1461445" y="46097"/>
                  <a:pt x="1462708" y="46149"/>
                  <a:pt x="1463712" y="46253"/>
                </a:cubicBezTo>
                <a:cubicBezTo>
                  <a:pt x="1464715" y="46356"/>
                  <a:pt x="1465494" y="46564"/>
                  <a:pt x="1466048" y="46876"/>
                </a:cubicBezTo>
                <a:cubicBezTo>
                  <a:pt x="1466601" y="47187"/>
                  <a:pt x="1466999" y="47533"/>
                  <a:pt x="1467241" y="47914"/>
                </a:cubicBezTo>
                <a:cubicBezTo>
                  <a:pt x="1467484" y="48294"/>
                  <a:pt x="1467605" y="48762"/>
                  <a:pt x="1467605" y="49315"/>
                </a:cubicBezTo>
                <a:lnTo>
                  <a:pt x="1467605" y="61670"/>
                </a:lnTo>
                <a:cubicBezTo>
                  <a:pt x="1472865" y="55787"/>
                  <a:pt x="1477970" y="51478"/>
                  <a:pt x="1482919" y="48744"/>
                </a:cubicBezTo>
                <a:cubicBezTo>
                  <a:pt x="1487867" y="46010"/>
                  <a:pt x="1492868" y="44643"/>
                  <a:pt x="1497921" y="44643"/>
                </a:cubicBezTo>
                <a:cubicBezTo>
                  <a:pt x="1501797" y="44643"/>
                  <a:pt x="1505275" y="45093"/>
                  <a:pt x="1508355" y="45993"/>
                </a:cubicBezTo>
                <a:cubicBezTo>
                  <a:pt x="1511435" y="46893"/>
                  <a:pt x="1514152" y="48156"/>
                  <a:pt x="1516505" y="49783"/>
                </a:cubicBezTo>
                <a:cubicBezTo>
                  <a:pt x="1518858" y="51409"/>
                  <a:pt x="1520866" y="53347"/>
                  <a:pt x="1522527" y="55597"/>
                </a:cubicBezTo>
                <a:cubicBezTo>
                  <a:pt x="1524188" y="57846"/>
                  <a:pt x="1525572" y="60355"/>
                  <a:pt x="1526680" y="63124"/>
                </a:cubicBezTo>
                <a:cubicBezTo>
                  <a:pt x="1529794" y="59732"/>
                  <a:pt x="1532753" y="56860"/>
                  <a:pt x="1535556" y="54507"/>
                </a:cubicBezTo>
                <a:cubicBezTo>
                  <a:pt x="1538359" y="52153"/>
                  <a:pt x="1541059" y="50250"/>
                  <a:pt x="1543654" y="48796"/>
                </a:cubicBezTo>
                <a:cubicBezTo>
                  <a:pt x="1546250" y="47343"/>
                  <a:pt x="1548776" y="46287"/>
                  <a:pt x="1551233" y="45630"/>
                </a:cubicBezTo>
                <a:cubicBezTo>
                  <a:pt x="1553691" y="44972"/>
                  <a:pt x="1556165" y="44643"/>
                  <a:pt x="1558657" y="44643"/>
                </a:cubicBezTo>
                <a:cubicBezTo>
                  <a:pt x="1564678" y="44643"/>
                  <a:pt x="1569731" y="45699"/>
                  <a:pt x="1573815" y="47810"/>
                </a:cubicBezTo>
                <a:cubicBezTo>
                  <a:pt x="1577898" y="49921"/>
                  <a:pt x="1581203" y="52742"/>
                  <a:pt x="1583730" y="56271"/>
                </a:cubicBezTo>
                <a:cubicBezTo>
                  <a:pt x="1586256" y="59801"/>
                  <a:pt x="1588056" y="63937"/>
                  <a:pt x="1589128" y="68678"/>
                </a:cubicBezTo>
                <a:cubicBezTo>
                  <a:pt x="1590201" y="73419"/>
                  <a:pt x="1590738" y="78420"/>
                  <a:pt x="1590738" y="83680"/>
                </a:cubicBezTo>
                <a:lnTo>
                  <a:pt x="1590738" y="142755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Phishingemail">
            <a:extLst xmlns:a="http://schemas.openxmlformats.org/drawingml/2006/main">
              <a:ext uri="{FF2B5EF4-FFF2-40B4-BE49-F238E27FC236}">
                <a16:creationId xmlns:a16="http://schemas.microsoft.com/office/drawing/2014/main" id="{020F1684-1AAA-42D5-B2E9-76D8733A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8937" y="4017915"/>
            <a:ext cx="1209883" cy="182727"/>
          </a:xfrm>
          <a:custGeom xmlns:a="http://schemas.openxmlformats.org/drawingml/2006/main">
            <a:pathLst>
              <a:path w="1209883" h="182727">
                <a:moveTo>
                  <a:pt x="82538" y="49731"/>
                </a:moveTo>
                <a:cubicBezTo>
                  <a:pt x="82538" y="56445"/>
                  <a:pt x="81431" y="62501"/>
                  <a:pt x="79216" y="67900"/>
                </a:cubicBezTo>
                <a:cubicBezTo>
                  <a:pt x="77001" y="73298"/>
                  <a:pt x="73835" y="77901"/>
                  <a:pt x="69716" y="81708"/>
                </a:cubicBezTo>
                <a:cubicBezTo>
                  <a:pt x="65598" y="85515"/>
                  <a:pt x="60545" y="88456"/>
                  <a:pt x="54558" y="90533"/>
                </a:cubicBezTo>
                <a:cubicBezTo>
                  <a:pt x="48571" y="92609"/>
                  <a:pt x="41425" y="93647"/>
                  <a:pt x="33119" y="93647"/>
                </a:cubicBezTo>
                <a:lnTo>
                  <a:pt x="17857" y="93647"/>
                </a:lnTo>
                <a:lnTo>
                  <a:pt x="17857" y="142028"/>
                </a:lnTo>
                <a:cubicBezTo>
                  <a:pt x="17857" y="142582"/>
                  <a:pt x="17702" y="143067"/>
                  <a:pt x="17390" y="143482"/>
                </a:cubicBezTo>
                <a:cubicBezTo>
                  <a:pt x="17079" y="143897"/>
                  <a:pt x="16594" y="144226"/>
                  <a:pt x="15937" y="144468"/>
                </a:cubicBezTo>
                <a:cubicBezTo>
                  <a:pt x="15279" y="144710"/>
                  <a:pt x="14379" y="144918"/>
                  <a:pt x="13237" y="145091"/>
                </a:cubicBezTo>
                <a:cubicBezTo>
                  <a:pt x="12095" y="145264"/>
                  <a:pt x="10659" y="145351"/>
                  <a:pt x="8929" y="145351"/>
                </a:cubicBezTo>
                <a:cubicBezTo>
                  <a:pt x="7198" y="145351"/>
                  <a:pt x="5762" y="145264"/>
                  <a:pt x="4620" y="145091"/>
                </a:cubicBezTo>
                <a:cubicBezTo>
                  <a:pt x="3478" y="144918"/>
                  <a:pt x="2561" y="144710"/>
                  <a:pt x="1869" y="144468"/>
                </a:cubicBezTo>
                <a:cubicBezTo>
                  <a:pt x="1177" y="144226"/>
                  <a:pt x="692" y="143897"/>
                  <a:pt x="415" y="143482"/>
                </a:cubicBezTo>
                <a:cubicBezTo>
                  <a:pt x="138" y="143067"/>
                  <a:pt x="0" y="142582"/>
                  <a:pt x="0" y="142028"/>
                </a:cubicBezTo>
                <a:lnTo>
                  <a:pt x="0" y="18065"/>
                </a:lnTo>
                <a:cubicBezTo>
                  <a:pt x="0" y="15296"/>
                  <a:pt x="727" y="13324"/>
                  <a:pt x="2180" y="12147"/>
                </a:cubicBezTo>
                <a:cubicBezTo>
                  <a:pt x="3634" y="10971"/>
                  <a:pt x="5260" y="10382"/>
                  <a:pt x="7060" y="10382"/>
                </a:cubicBezTo>
                <a:lnTo>
                  <a:pt x="35819" y="10382"/>
                </a:lnTo>
                <a:cubicBezTo>
                  <a:pt x="38726" y="10382"/>
                  <a:pt x="41511" y="10503"/>
                  <a:pt x="44176" y="10746"/>
                </a:cubicBezTo>
                <a:cubicBezTo>
                  <a:pt x="46841" y="10988"/>
                  <a:pt x="49990" y="11507"/>
                  <a:pt x="53624" y="12303"/>
                </a:cubicBezTo>
                <a:cubicBezTo>
                  <a:pt x="57258" y="13099"/>
                  <a:pt x="60961" y="14587"/>
                  <a:pt x="64733" y="16767"/>
                </a:cubicBezTo>
                <a:cubicBezTo>
                  <a:pt x="68505" y="18947"/>
                  <a:pt x="71706" y="21630"/>
                  <a:pt x="74336" y="24813"/>
                </a:cubicBezTo>
                <a:cubicBezTo>
                  <a:pt x="76967" y="27997"/>
                  <a:pt x="78991" y="31683"/>
                  <a:pt x="80410" y="35870"/>
                </a:cubicBezTo>
                <a:cubicBezTo>
                  <a:pt x="81829" y="40058"/>
                  <a:pt x="82538" y="44678"/>
                  <a:pt x="82538" y="49731"/>
                </a:cubicBezTo>
                <a:moveTo>
                  <a:pt x="63747" y="51184"/>
                </a:moveTo>
                <a:cubicBezTo>
                  <a:pt x="63747" y="45716"/>
                  <a:pt x="62726" y="41148"/>
                  <a:pt x="60684" y="37480"/>
                </a:cubicBezTo>
                <a:cubicBezTo>
                  <a:pt x="58642" y="33811"/>
                  <a:pt x="56116" y="31077"/>
                  <a:pt x="53105" y="29278"/>
                </a:cubicBezTo>
                <a:cubicBezTo>
                  <a:pt x="50094" y="27478"/>
                  <a:pt x="46979" y="26336"/>
                  <a:pt x="43761" y="25852"/>
                </a:cubicBezTo>
                <a:cubicBezTo>
                  <a:pt x="40542" y="25367"/>
                  <a:pt x="37410" y="25125"/>
                  <a:pt x="34365" y="25125"/>
                </a:cubicBezTo>
                <a:lnTo>
                  <a:pt x="17857" y="25125"/>
                </a:lnTo>
                <a:lnTo>
                  <a:pt x="17857" y="79008"/>
                </a:lnTo>
                <a:lnTo>
                  <a:pt x="33950" y="79008"/>
                </a:lnTo>
                <a:cubicBezTo>
                  <a:pt x="39349" y="79008"/>
                  <a:pt x="43830" y="78316"/>
                  <a:pt x="47395" y="76932"/>
                </a:cubicBezTo>
                <a:cubicBezTo>
                  <a:pt x="50959" y="75548"/>
                  <a:pt x="53953" y="73627"/>
                  <a:pt x="56375" y="71170"/>
                </a:cubicBezTo>
                <a:cubicBezTo>
                  <a:pt x="58798" y="68713"/>
                  <a:pt x="60632" y="65771"/>
                  <a:pt x="61878" y="62345"/>
                </a:cubicBezTo>
                <a:cubicBezTo>
                  <a:pt x="63124" y="58919"/>
                  <a:pt x="63747" y="55199"/>
                  <a:pt x="63747" y="51184"/>
                </a:cubicBezTo>
                <a:close/>
                <a:moveTo>
                  <a:pt x="187099" y="142132"/>
                </a:moveTo>
                <a:cubicBezTo>
                  <a:pt x="187099" y="142686"/>
                  <a:pt x="186961" y="143153"/>
                  <a:pt x="186684" y="143534"/>
                </a:cubicBezTo>
                <a:cubicBezTo>
                  <a:pt x="186407" y="143914"/>
                  <a:pt x="185957" y="144243"/>
                  <a:pt x="185334" y="144520"/>
                </a:cubicBezTo>
                <a:cubicBezTo>
                  <a:pt x="184711" y="144797"/>
                  <a:pt x="183846" y="145005"/>
                  <a:pt x="182739" y="145143"/>
                </a:cubicBezTo>
                <a:cubicBezTo>
                  <a:pt x="181631" y="145281"/>
                  <a:pt x="180247" y="145351"/>
                  <a:pt x="178586" y="145351"/>
                </a:cubicBezTo>
                <a:cubicBezTo>
                  <a:pt x="176855" y="145351"/>
                  <a:pt x="175437" y="145281"/>
                  <a:pt x="174329" y="145143"/>
                </a:cubicBezTo>
                <a:cubicBezTo>
                  <a:pt x="173222" y="145005"/>
                  <a:pt x="172357" y="144797"/>
                  <a:pt x="171734" y="144520"/>
                </a:cubicBezTo>
                <a:cubicBezTo>
                  <a:pt x="171111" y="144243"/>
                  <a:pt x="170661" y="143914"/>
                  <a:pt x="170384" y="143534"/>
                </a:cubicBezTo>
                <a:cubicBezTo>
                  <a:pt x="170107" y="143153"/>
                  <a:pt x="169969" y="142686"/>
                  <a:pt x="169969" y="142132"/>
                </a:cubicBezTo>
                <a:lnTo>
                  <a:pt x="169969" y="87418"/>
                </a:lnTo>
                <a:cubicBezTo>
                  <a:pt x="169969" y="82089"/>
                  <a:pt x="169553" y="77797"/>
                  <a:pt x="168723" y="74544"/>
                </a:cubicBezTo>
                <a:cubicBezTo>
                  <a:pt x="167892" y="71291"/>
                  <a:pt x="166681" y="68488"/>
                  <a:pt x="165089" y="66135"/>
                </a:cubicBezTo>
                <a:cubicBezTo>
                  <a:pt x="163497" y="63781"/>
                  <a:pt x="161438" y="61982"/>
                  <a:pt x="158912" y="60736"/>
                </a:cubicBezTo>
                <a:cubicBezTo>
                  <a:pt x="156385" y="59490"/>
                  <a:pt x="153461" y="58867"/>
                  <a:pt x="150139" y="58867"/>
                </a:cubicBezTo>
                <a:cubicBezTo>
                  <a:pt x="145847" y="58867"/>
                  <a:pt x="141556" y="60390"/>
                  <a:pt x="137265" y="63435"/>
                </a:cubicBezTo>
                <a:cubicBezTo>
                  <a:pt x="132973" y="66481"/>
                  <a:pt x="128474" y="70945"/>
                  <a:pt x="123768" y="76828"/>
                </a:cubicBezTo>
                <a:lnTo>
                  <a:pt x="123768" y="142132"/>
                </a:lnTo>
                <a:cubicBezTo>
                  <a:pt x="123768" y="142686"/>
                  <a:pt x="123629" y="143153"/>
                  <a:pt x="123353" y="143534"/>
                </a:cubicBezTo>
                <a:cubicBezTo>
                  <a:pt x="123076" y="143914"/>
                  <a:pt x="122626" y="144243"/>
                  <a:pt x="122003" y="144520"/>
                </a:cubicBezTo>
                <a:cubicBezTo>
                  <a:pt x="121380" y="144797"/>
                  <a:pt x="120515" y="145005"/>
                  <a:pt x="119407" y="145143"/>
                </a:cubicBezTo>
                <a:cubicBezTo>
                  <a:pt x="118300" y="145281"/>
                  <a:pt x="116881" y="145351"/>
                  <a:pt x="115151" y="145351"/>
                </a:cubicBezTo>
                <a:cubicBezTo>
                  <a:pt x="113489" y="145351"/>
                  <a:pt x="112105" y="145281"/>
                  <a:pt x="110998" y="145143"/>
                </a:cubicBezTo>
                <a:cubicBezTo>
                  <a:pt x="109890" y="145005"/>
                  <a:pt x="109008" y="144797"/>
                  <a:pt x="108350" y="144520"/>
                </a:cubicBezTo>
                <a:cubicBezTo>
                  <a:pt x="107693" y="144243"/>
                  <a:pt x="107243" y="143914"/>
                  <a:pt x="107001" y="143534"/>
                </a:cubicBezTo>
                <a:cubicBezTo>
                  <a:pt x="106758" y="143151"/>
                  <a:pt x="106637" y="142683"/>
                  <a:pt x="106637" y="142129"/>
                </a:cubicBezTo>
                <a:lnTo>
                  <a:pt x="106637" y="3326"/>
                </a:lnTo>
                <a:cubicBezTo>
                  <a:pt x="106637" y="2772"/>
                  <a:pt x="106758" y="2287"/>
                  <a:pt x="107001" y="1872"/>
                </a:cubicBezTo>
                <a:cubicBezTo>
                  <a:pt x="107243" y="1455"/>
                  <a:pt x="107693" y="1107"/>
                  <a:pt x="108350" y="831"/>
                </a:cubicBezTo>
                <a:cubicBezTo>
                  <a:pt x="109008" y="554"/>
                  <a:pt x="109890" y="346"/>
                  <a:pt x="110998" y="208"/>
                </a:cubicBezTo>
                <a:cubicBezTo>
                  <a:pt x="112105" y="69"/>
                  <a:pt x="113489" y="0"/>
                  <a:pt x="115151" y="0"/>
                </a:cubicBezTo>
                <a:cubicBezTo>
                  <a:pt x="116881" y="0"/>
                  <a:pt x="118300" y="69"/>
                  <a:pt x="119407" y="208"/>
                </a:cubicBezTo>
                <a:cubicBezTo>
                  <a:pt x="120515" y="346"/>
                  <a:pt x="121380" y="555"/>
                  <a:pt x="122003" y="834"/>
                </a:cubicBezTo>
                <a:cubicBezTo>
                  <a:pt x="122626" y="1111"/>
                  <a:pt x="123076" y="1457"/>
                  <a:pt x="123353" y="1872"/>
                </a:cubicBezTo>
                <a:cubicBezTo>
                  <a:pt x="123629" y="2287"/>
                  <a:pt x="123768" y="2773"/>
                  <a:pt x="123768" y="3329"/>
                </a:cubicBezTo>
                <a:lnTo>
                  <a:pt x="123768" y="59386"/>
                </a:lnTo>
                <a:cubicBezTo>
                  <a:pt x="128682" y="54195"/>
                  <a:pt x="133631" y="50336"/>
                  <a:pt x="138614" y="47810"/>
                </a:cubicBezTo>
                <a:cubicBezTo>
                  <a:pt x="143598" y="45284"/>
                  <a:pt x="148616" y="44020"/>
                  <a:pt x="153669" y="44020"/>
                </a:cubicBezTo>
                <a:cubicBezTo>
                  <a:pt x="159898" y="44020"/>
                  <a:pt x="165141" y="45076"/>
                  <a:pt x="169398" y="47187"/>
                </a:cubicBezTo>
                <a:cubicBezTo>
                  <a:pt x="173654" y="49298"/>
                  <a:pt x="177098" y="52119"/>
                  <a:pt x="179728" y="55649"/>
                </a:cubicBezTo>
                <a:cubicBezTo>
                  <a:pt x="182358" y="59178"/>
                  <a:pt x="184244" y="63314"/>
                  <a:pt x="185386" y="68055"/>
                </a:cubicBezTo>
                <a:cubicBezTo>
                  <a:pt x="186528" y="72796"/>
                  <a:pt x="187099" y="78524"/>
                  <a:pt x="187099" y="85238"/>
                </a:cubicBezTo>
                <a:lnTo>
                  <a:pt x="187099" y="142132"/>
                </a:lnTo>
                <a:close/>
                <a:moveTo>
                  <a:pt x="235355" y="142132"/>
                </a:moveTo>
                <a:cubicBezTo>
                  <a:pt x="235355" y="142686"/>
                  <a:pt x="235216" y="143153"/>
                  <a:pt x="234939" y="143534"/>
                </a:cubicBezTo>
                <a:cubicBezTo>
                  <a:pt x="234663" y="143914"/>
                  <a:pt x="234213" y="144243"/>
                  <a:pt x="233590" y="144520"/>
                </a:cubicBezTo>
                <a:cubicBezTo>
                  <a:pt x="232967" y="144797"/>
                  <a:pt x="232102" y="145005"/>
                  <a:pt x="230994" y="145143"/>
                </a:cubicBezTo>
                <a:cubicBezTo>
                  <a:pt x="229887" y="145281"/>
                  <a:pt x="228468" y="145351"/>
                  <a:pt x="226737" y="145351"/>
                </a:cubicBezTo>
                <a:cubicBezTo>
                  <a:pt x="225076" y="145351"/>
                  <a:pt x="223692" y="145281"/>
                  <a:pt x="222585" y="145143"/>
                </a:cubicBezTo>
                <a:cubicBezTo>
                  <a:pt x="221477" y="145005"/>
                  <a:pt x="220595" y="144797"/>
                  <a:pt x="219937" y="144520"/>
                </a:cubicBezTo>
                <a:cubicBezTo>
                  <a:pt x="219280" y="144243"/>
                  <a:pt x="218830" y="143914"/>
                  <a:pt x="218587" y="143534"/>
                </a:cubicBezTo>
                <a:cubicBezTo>
                  <a:pt x="218345" y="143153"/>
                  <a:pt x="218224" y="142686"/>
                  <a:pt x="218224" y="142132"/>
                </a:cubicBezTo>
                <a:lnTo>
                  <a:pt x="218224" y="48692"/>
                </a:lnTo>
                <a:cubicBezTo>
                  <a:pt x="218224" y="48208"/>
                  <a:pt x="218345" y="47758"/>
                  <a:pt x="218587" y="47343"/>
                </a:cubicBezTo>
                <a:cubicBezTo>
                  <a:pt x="218830" y="46928"/>
                  <a:pt x="219280" y="46581"/>
                  <a:pt x="219937" y="46305"/>
                </a:cubicBezTo>
                <a:cubicBezTo>
                  <a:pt x="220595" y="46028"/>
                  <a:pt x="221477" y="45820"/>
                  <a:pt x="222585" y="45682"/>
                </a:cubicBezTo>
                <a:cubicBezTo>
                  <a:pt x="223692" y="45543"/>
                  <a:pt x="225076" y="45474"/>
                  <a:pt x="226737" y="45474"/>
                </a:cubicBezTo>
                <a:cubicBezTo>
                  <a:pt x="228468" y="45474"/>
                  <a:pt x="229887" y="45543"/>
                  <a:pt x="230994" y="45682"/>
                </a:cubicBezTo>
                <a:cubicBezTo>
                  <a:pt x="232102" y="45820"/>
                  <a:pt x="232967" y="46028"/>
                  <a:pt x="233590" y="46305"/>
                </a:cubicBezTo>
                <a:cubicBezTo>
                  <a:pt x="234213" y="46581"/>
                  <a:pt x="234663" y="46928"/>
                  <a:pt x="234939" y="47343"/>
                </a:cubicBezTo>
                <a:cubicBezTo>
                  <a:pt x="235216" y="47758"/>
                  <a:pt x="235355" y="48208"/>
                  <a:pt x="235355" y="48692"/>
                </a:cubicBezTo>
                <a:lnTo>
                  <a:pt x="235355" y="142132"/>
                </a:lnTo>
                <a:moveTo>
                  <a:pt x="237327" y="17027"/>
                </a:moveTo>
                <a:cubicBezTo>
                  <a:pt x="237327" y="21041"/>
                  <a:pt x="236566" y="23775"/>
                  <a:pt x="235043" y="25229"/>
                </a:cubicBezTo>
                <a:cubicBezTo>
                  <a:pt x="233520" y="26682"/>
                  <a:pt x="230717" y="27409"/>
                  <a:pt x="226634" y="27409"/>
                </a:cubicBezTo>
                <a:cubicBezTo>
                  <a:pt x="222619" y="27409"/>
                  <a:pt x="219868" y="26700"/>
                  <a:pt x="218380" y="25281"/>
                </a:cubicBezTo>
                <a:cubicBezTo>
                  <a:pt x="216892" y="23862"/>
                  <a:pt x="216148" y="21180"/>
                  <a:pt x="216148" y="17234"/>
                </a:cubicBezTo>
                <a:cubicBezTo>
                  <a:pt x="216148" y="13220"/>
                  <a:pt x="216909" y="10486"/>
                  <a:pt x="218432" y="9033"/>
                </a:cubicBezTo>
                <a:cubicBezTo>
                  <a:pt x="219954" y="7579"/>
                  <a:pt x="222758" y="6852"/>
                  <a:pt x="226841" y="6852"/>
                </a:cubicBezTo>
                <a:cubicBezTo>
                  <a:pt x="230856" y="6852"/>
                  <a:pt x="233607" y="7562"/>
                  <a:pt x="235095" y="8981"/>
                </a:cubicBezTo>
                <a:cubicBezTo>
                  <a:pt x="236583" y="10399"/>
                  <a:pt x="237327" y="13082"/>
                  <a:pt x="237327" y="17027"/>
                </a:cubicBezTo>
                <a:close/>
                <a:moveTo>
                  <a:pt x="325320" y="116770"/>
                </a:moveTo>
                <a:cubicBezTo>
                  <a:pt x="325320" y="121551"/>
                  <a:pt x="324438" y="125812"/>
                  <a:pt x="322673" y="129554"/>
                </a:cubicBezTo>
                <a:cubicBezTo>
                  <a:pt x="320908" y="133293"/>
                  <a:pt x="318399" y="136446"/>
                  <a:pt x="315146" y="139011"/>
                </a:cubicBezTo>
                <a:cubicBezTo>
                  <a:pt x="311892" y="141574"/>
                  <a:pt x="308016" y="143513"/>
                  <a:pt x="303517" y="144828"/>
                </a:cubicBezTo>
                <a:cubicBezTo>
                  <a:pt x="299018" y="146146"/>
                  <a:pt x="294070" y="146804"/>
                  <a:pt x="288671" y="146804"/>
                </a:cubicBezTo>
                <a:cubicBezTo>
                  <a:pt x="285349" y="146804"/>
                  <a:pt x="282182" y="146545"/>
                  <a:pt x="279171" y="146026"/>
                </a:cubicBezTo>
                <a:cubicBezTo>
                  <a:pt x="276160" y="145506"/>
                  <a:pt x="273461" y="144849"/>
                  <a:pt x="271073" y="144053"/>
                </a:cubicBezTo>
                <a:cubicBezTo>
                  <a:pt x="268685" y="143257"/>
                  <a:pt x="266661" y="142426"/>
                  <a:pt x="265000" y="141561"/>
                </a:cubicBezTo>
                <a:cubicBezTo>
                  <a:pt x="263338" y="140696"/>
                  <a:pt x="262127" y="139917"/>
                  <a:pt x="261366" y="139225"/>
                </a:cubicBezTo>
                <a:cubicBezTo>
                  <a:pt x="260604" y="138533"/>
                  <a:pt x="260051" y="137564"/>
                  <a:pt x="259705" y="136318"/>
                </a:cubicBezTo>
                <a:cubicBezTo>
                  <a:pt x="259359" y="135072"/>
                  <a:pt x="259185" y="133377"/>
                  <a:pt x="259185" y="131231"/>
                </a:cubicBezTo>
                <a:cubicBezTo>
                  <a:pt x="259185" y="129916"/>
                  <a:pt x="259255" y="128808"/>
                  <a:pt x="259393" y="127909"/>
                </a:cubicBezTo>
                <a:cubicBezTo>
                  <a:pt x="259532" y="127009"/>
                  <a:pt x="259705" y="126282"/>
                  <a:pt x="259912" y="125728"/>
                </a:cubicBezTo>
                <a:cubicBezTo>
                  <a:pt x="260120" y="125175"/>
                  <a:pt x="260414" y="124777"/>
                  <a:pt x="260795" y="124534"/>
                </a:cubicBezTo>
                <a:cubicBezTo>
                  <a:pt x="261175" y="124292"/>
                  <a:pt x="261608" y="124171"/>
                  <a:pt x="262093" y="124171"/>
                </a:cubicBezTo>
                <a:cubicBezTo>
                  <a:pt x="262854" y="124171"/>
                  <a:pt x="263979" y="124638"/>
                  <a:pt x="265467" y="125573"/>
                </a:cubicBezTo>
                <a:cubicBezTo>
                  <a:pt x="266955" y="126507"/>
                  <a:pt x="268789" y="127528"/>
                  <a:pt x="270969" y="128635"/>
                </a:cubicBezTo>
                <a:cubicBezTo>
                  <a:pt x="273150" y="129743"/>
                  <a:pt x="275728" y="130764"/>
                  <a:pt x="278704" y="131698"/>
                </a:cubicBezTo>
                <a:cubicBezTo>
                  <a:pt x="281680" y="132632"/>
                  <a:pt x="285106" y="133100"/>
                  <a:pt x="288982" y="133100"/>
                </a:cubicBezTo>
                <a:cubicBezTo>
                  <a:pt x="291889" y="133100"/>
                  <a:pt x="294520" y="132788"/>
                  <a:pt x="296873" y="132165"/>
                </a:cubicBezTo>
                <a:cubicBezTo>
                  <a:pt x="299226" y="131540"/>
                  <a:pt x="301268" y="130621"/>
                  <a:pt x="302998" y="129408"/>
                </a:cubicBezTo>
                <a:cubicBezTo>
                  <a:pt x="304729" y="128194"/>
                  <a:pt x="306061" y="126651"/>
                  <a:pt x="306995" y="124778"/>
                </a:cubicBezTo>
                <a:cubicBezTo>
                  <a:pt x="307930" y="122905"/>
                  <a:pt x="308397" y="120685"/>
                  <a:pt x="308397" y="118120"/>
                </a:cubicBezTo>
                <a:cubicBezTo>
                  <a:pt x="308397" y="115488"/>
                  <a:pt x="307722" y="113271"/>
                  <a:pt x="306373" y="111469"/>
                </a:cubicBezTo>
                <a:cubicBezTo>
                  <a:pt x="305023" y="109667"/>
                  <a:pt x="303241" y="108074"/>
                  <a:pt x="301026" y="106690"/>
                </a:cubicBezTo>
                <a:cubicBezTo>
                  <a:pt x="298811" y="105304"/>
                  <a:pt x="296319" y="104074"/>
                  <a:pt x="293551" y="103001"/>
                </a:cubicBezTo>
                <a:cubicBezTo>
                  <a:pt x="290782" y="101926"/>
                  <a:pt x="287927" y="100800"/>
                  <a:pt x="284985" y="99624"/>
                </a:cubicBezTo>
                <a:cubicBezTo>
                  <a:pt x="282044" y="98445"/>
                  <a:pt x="279171" y="97110"/>
                  <a:pt x="276368" y="95620"/>
                </a:cubicBezTo>
                <a:cubicBezTo>
                  <a:pt x="273565" y="94130"/>
                  <a:pt x="271056" y="92311"/>
                  <a:pt x="268841" y="90163"/>
                </a:cubicBezTo>
                <a:cubicBezTo>
                  <a:pt x="266626" y="88015"/>
                  <a:pt x="264844" y="85452"/>
                  <a:pt x="263494" y="82474"/>
                </a:cubicBezTo>
                <a:cubicBezTo>
                  <a:pt x="262144" y="79495"/>
                  <a:pt x="261470" y="75927"/>
                  <a:pt x="261470" y="71770"/>
                </a:cubicBezTo>
                <a:cubicBezTo>
                  <a:pt x="261470" y="68097"/>
                  <a:pt x="262179" y="64582"/>
                  <a:pt x="263598" y="61222"/>
                </a:cubicBezTo>
                <a:cubicBezTo>
                  <a:pt x="265017" y="57861"/>
                  <a:pt x="267145" y="54916"/>
                  <a:pt x="269983" y="52388"/>
                </a:cubicBezTo>
                <a:cubicBezTo>
                  <a:pt x="272821" y="49857"/>
                  <a:pt x="276368" y="47831"/>
                  <a:pt x="280625" y="46308"/>
                </a:cubicBezTo>
                <a:cubicBezTo>
                  <a:pt x="284881" y="44783"/>
                  <a:pt x="289848" y="44020"/>
                  <a:pt x="295523" y="44020"/>
                </a:cubicBezTo>
                <a:cubicBezTo>
                  <a:pt x="298015" y="44020"/>
                  <a:pt x="300507" y="44231"/>
                  <a:pt x="302998" y="44653"/>
                </a:cubicBezTo>
                <a:cubicBezTo>
                  <a:pt x="305490" y="45075"/>
                  <a:pt x="307740" y="45602"/>
                  <a:pt x="309747" y="46233"/>
                </a:cubicBezTo>
                <a:cubicBezTo>
                  <a:pt x="311754" y="46865"/>
                  <a:pt x="313467" y="47549"/>
                  <a:pt x="314886" y="48287"/>
                </a:cubicBezTo>
                <a:cubicBezTo>
                  <a:pt x="316305" y="49024"/>
                  <a:pt x="317378" y="49674"/>
                  <a:pt x="318104" y="50237"/>
                </a:cubicBezTo>
                <a:cubicBezTo>
                  <a:pt x="318831" y="50799"/>
                  <a:pt x="319316" y="51288"/>
                  <a:pt x="319558" y="51703"/>
                </a:cubicBezTo>
                <a:cubicBezTo>
                  <a:pt x="319800" y="52119"/>
                  <a:pt x="319973" y="52586"/>
                  <a:pt x="320077" y="53105"/>
                </a:cubicBezTo>
                <a:cubicBezTo>
                  <a:pt x="320181" y="53624"/>
                  <a:pt x="320285" y="54264"/>
                  <a:pt x="320389" y="55026"/>
                </a:cubicBezTo>
                <a:cubicBezTo>
                  <a:pt x="320492" y="55787"/>
                  <a:pt x="320544" y="56721"/>
                  <a:pt x="320544" y="57829"/>
                </a:cubicBezTo>
                <a:cubicBezTo>
                  <a:pt x="320544" y="59005"/>
                  <a:pt x="320492" y="60026"/>
                  <a:pt x="320389" y="60892"/>
                </a:cubicBezTo>
                <a:cubicBezTo>
                  <a:pt x="320285" y="61757"/>
                  <a:pt x="320112" y="62466"/>
                  <a:pt x="319869" y="63020"/>
                </a:cubicBezTo>
                <a:cubicBezTo>
                  <a:pt x="319627" y="63574"/>
                  <a:pt x="319333" y="63972"/>
                  <a:pt x="318987" y="64214"/>
                </a:cubicBezTo>
                <a:cubicBezTo>
                  <a:pt x="318641" y="64456"/>
                  <a:pt x="318260" y="64577"/>
                  <a:pt x="317845" y="64577"/>
                </a:cubicBezTo>
                <a:cubicBezTo>
                  <a:pt x="317222" y="64577"/>
                  <a:pt x="316322" y="64191"/>
                  <a:pt x="315146" y="63419"/>
                </a:cubicBezTo>
                <a:cubicBezTo>
                  <a:pt x="313969" y="62647"/>
                  <a:pt x="312446" y="61822"/>
                  <a:pt x="310577" y="60943"/>
                </a:cubicBezTo>
                <a:cubicBezTo>
                  <a:pt x="308709" y="60065"/>
                  <a:pt x="306511" y="59240"/>
                  <a:pt x="303985" y="58468"/>
                </a:cubicBezTo>
                <a:cubicBezTo>
                  <a:pt x="301458" y="57696"/>
                  <a:pt x="298569" y="57310"/>
                  <a:pt x="295316" y="57310"/>
                </a:cubicBezTo>
                <a:cubicBezTo>
                  <a:pt x="292409" y="57310"/>
                  <a:pt x="289848" y="57640"/>
                  <a:pt x="287633" y="58299"/>
                </a:cubicBezTo>
                <a:cubicBezTo>
                  <a:pt x="285418" y="58957"/>
                  <a:pt x="283601" y="59892"/>
                  <a:pt x="282182" y="61106"/>
                </a:cubicBezTo>
                <a:cubicBezTo>
                  <a:pt x="280763" y="62319"/>
                  <a:pt x="279690" y="63759"/>
                  <a:pt x="278964" y="65424"/>
                </a:cubicBezTo>
                <a:cubicBezTo>
                  <a:pt x="278237" y="67087"/>
                  <a:pt x="277873" y="68890"/>
                  <a:pt x="277873" y="70832"/>
                </a:cubicBezTo>
                <a:cubicBezTo>
                  <a:pt x="277873" y="73534"/>
                  <a:pt x="278566" y="75803"/>
                  <a:pt x="279950" y="77639"/>
                </a:cubicBezTo>
                <a:cubicBezTo>
                  <a:pt x="281334" y="79476"/>
                  <a:pt x="283134" y="81087"/>
                  <a:pt x="285349" y="82474"/>
                </a:cubicBezTo>
                <a:cubicBezTo>
                  <a:pt x="287563" y="83858"/>
                  <a:pt x="290090" y="85105"/>
                  <a:pt x="292928" y="86214"/>
                </a:cubicBezTo>
                <a:cubicBezTo>
                  <a:pt x="295765" y="87322"/>
                  <a:pt x="298655" y="88465"/>
                  <a:pt x="301597" y="89644"/>
                </a:cubicBezTo>
                <a:cubicBezTo>
                  <a:pt x="304538" y="90820"/>
                  <a:pt x="307445" y="92137"/>
                  <a:pt x="310318" y="93592"/>
                </a:cubicBezTo>
                <a:cubicBezTo>
                  <a:pt x="313190" y="95048"/>
                  <a:pt x="315734" y="96815"/>
                  <a:pt x="317949" y="98894"/>
                </a:cubicBezTo>
                <a:cubicBezTo>
                  <a:pt x="320164" y="100972"/>
                  <a:pt x="321946" y="103467"/>
                  <a:pt x="323296" y="106379"/>
                </a:cubicBezTo>
                <a:cubicBezTo>
                  <a:pt x="324645" y="109288"/>
                  <a:pt x="325320" y="112752"/>
                  <a:pt x="325320" y="116770"/>
                </a:cubicBezTo>
                <a:close/>
                <a:moveTo>
                  <a:pt x="429367" y="142132"/>
                </a:moveTo>
                <a:cubicBezTo>
                  <a:pt x="429367" y="142686"/>
                  <a:pt x="429228" y="143153"/>
                  <a:pt x="428951" y="143534"/>
                </a:cubicBezTo>
                <a:cubicBezTo>
                  <a:pt x="428674" y="143914"/>
                  <a:pt x="428225" y="144243"/>
                  <a:pt x="427602" y="144520"/>
                </a:cubicBezTo>
                <a:cubicBezTo>
                  <a:pt x="426979" y="144797"/>
                  <a:pt x="426114" y="145005"/>
                  <a:pt x="425006" y="145143"/>
                </a:cubicBezTo>
                <a:cubicBezTo>
                  <a:pt x="423899" y="145281"/>
                  <a:pt x="422514" y="145351"/>
                  <a:pt x="420853" y="145351"/>
                </a:cubicBezTo>
                <a:cubicBezTo>
                  <a:pt x="419123" y="145351"/>
                  <a:pt x="417704" y="145281"/>
                  <a:pt x="416597" y="145143"/>
                </a:cubicBezTo>
                <a:cubicBezTo>
                  <a:pt x="415489" y="145005"/>
                  <a:pt x="414624" y="144797"/>
                  <a:pt x="414001" y="144520"/>
                </a:cubicBezTo>
                <a:cubicBezTo>
                  <a:pt x="413378" y="144243"/>
                  <a:pt x="412928" y="143914"/>
                  <a:pt x="412651" y="143534"/>
                </a:cubicBezTo>
                <a:cubicBezTo>
                  <a:pt x="412374" y="143153"/>
                  <a:pt x="412236" y="142686"/>
                  <a:pt x="412236" y="142132"/>
                </a:cubicBezTo>
                <a:lnTo>
                  <a:pt x="412236" y="87418"/>
                </a:lnTo>
                <a:cubicBezTo>
                  <a:pt x="412236" y="82089"/>
                  <a:pt x="411821" y="77797"/>
                  <a:pt x="410990" y="74544"/>
                </a:cubicBezTo>
                <a:cubicBezTo>
                  <a:pt x="410160" y="71291"/>
                  <a:pt x="408948" y="68488"/>
                  <a:pt x="407356" y="66135"/>
                </a:cubicBezTo>
                <a:cubicBezTo>
                  <a:pt x="405764" y="63781"/>
                  <a:pt x="403705" y="61982"/>
                  <a:pt x="401179" y="60736"/>
                </a:cubicBezTo>
                <a:cubicBezTo>
                  <a:pt x="398653" y="59490"/>
                  <a:pt x="395728" y="58867"/>
                  <a:pt x="392406" y="58867"/>
                </a:cubicBezTo>
                <a:cubicBezTo>
                  <a:pt x="388115" y="58867"/>
                  <a:pt x="383823" y="60390"/>
                  <a:pt x="379532" y="63435"/>
                </a:cubicBezTo>
                <a:cubicBezTo>
                  <a:pt x="375241" y="66481"/>
                  <a:pt x="370742" y="70945"/>
                  <a:pt x="366035" y="76828"/>
                </a:cubicBezTo>
                <a:lnTo>
                  <a:pt x="366035" y="142132"/>
                </a:lnTo>
                <a:cubicBezTo>
                  <a:pt x="366035" y="142686"/>
                  <a:pt x="365897" y="143153"/>
                  <a:pt x="365620" y="143534"/>
                </a:cubicBezTo>
                <a:cubicBezTo>
                  <a:pt x="365343" y="143914"/>
                  <a:pt x="364893" y="144243"/>
                  <a:pt x="364270" y="144520"/>
                </a:cubicBezTo>
                <a:cubicBezTo>
                  <a:pt x="363647" y="144797"/>
                  <a:pt x="362782" y="145005"/>
                  <a:pt x="361675" y="145143"/>
                </a:cubicBezTo>
                <a:cubicBezTo>
                  <a:pt x="360567" y="145281"/>
                  <a:pt x="359148" y="145351"/>
                  <a:pt x="357418" y="145351"/>
                </a:cubicBezTo>
                <a:cubicBezTo>
                  <a:pt x="355757" y="145351"/>
                  <a:pt x="354373" y="145281"/>
                  <a:pt x="353265" y="145143"/>
                </a:cubicBezTo>
                <a:cubicBezTo>
                  <a:pt x="352158" y="145005"/>
                  <a:pt x="351275" y="144797"/>
                  <a:pt x="350618" y="144520"/>
                </a:cubicBezTo>
                <a:cubicBezTo>
                  <a:pt x="349960" y="144243"/>
                  <a:pt x="349510" y="143914"/>
                  <a:pt x="349268" y="143534"/>
                </a:cubicBezTo>
                <a:cubicBezTo>
                  <a:pt x="349026" y="143151"/>
                  <a:pt x="348905" y="142683"/>
                  <a:pt x="348905" y="142129"/>
                </a:cubicBezTo>
                <a:lnTo>
                  <a:pt x="348905" y="3326"/>
                </a:lnTo>
                <a:cubicBezTo>
                  <a:pt x="348905" y="2772"/>
                  <a:pt x="349026" y="2287"/>
                  <a:pt x="349268" y="1872"/>
                </a:cubicBezTo>
                <a:cubicBezTo>
                  <a:pt x="349510" y="1455"/>
                  <a:pt x="349960" y="1107"/>
                  <a:pt x="350618" y="831"/>
                </a:cubicBezTo>
                <a:cubicBezTo>
                  <a:pt x="351275" y="554"/>
                  <a:pt x="352158" y="346"/>
                  <a:pt x="353265" y="208"/>
                </a:cubicBezTo>
                <a:cubicBezTo>
                  <a:pt x="354373" y="69"/>
                  <a:pt x="355757" y="0"/>
                  <a:pt x="357418" y="0"/>
                </a:cubicBezTo>
                <a:cubicBezTo>
                  <a:pt x="359148" y="0"/>
                  <a:pt x="360567" y="69"/>
                  <a:pt x="361675" y="208"/>
                </a:cubicBezTo>
                <a:cubicBezTo>
                  <a:pt x="362782" y="346"/>
                  <a:pt x="363647" y="555"/>
                  <a:pt x="364270" y="834"/>
                </a:cubicBezTo>
                <a:cubicBezTo>
                  <a:pt x="364893" y="1111"/>
                  <a:pt x="365343" y="1457"/>
                  <a:pt x="365620" y="1872"/>
                </a:cubicBezTo>
                <a:cubicBezTo>
                  <a:pt x="365897" y="2287"/>
                  <a:pt x="366035" y="2773"/>
                  <a:pt x="366035" y="3329"/>
                </a:cubicBezTo>
                <a:lnTo>
                  <a:pt x="366035" y="59386"/>
                </a:lnTo>
                <a:cubicBezTo>
                  <a:pt x="370950" y="54195"/>
                  <a:pt x="375898" y="50336"/>
                  <a:pt x="380882" y="47810"/>
                </a:cubicBezTo>
                <a:cubicBezTo>
                  <a:pt x="385865" y="45284"/>
                  <a:pt x="390883" y="44020"/>
                  <a:pt x="395936" y="44020"/>
                </a:cubicBezTo>
                <a:cubicBezTo>
                  <a:pt x="402165" y="44020"/>
                  <a:pt x="407408" y="45076"/>
                  <a:pt x="411665" y="47187"/>
                </a:cubicBezTo>
                <a:cubicBezTo>
                  <a:pt x="415922" y="49298"/>
                  <a:pt x="419365" y="52119"/>
                  <a:pt x="421995" y="55649"/>
                </a:cubicBezTo>
                <a:cubicBezTo>
                  <a:pt x="424625" y="59178"/>
                  <a:pt x="426512" y="63314"/>
                  <a:pt x="427654" y="68055"/>
                </a:cubicBezTo>
                <a:cubicBezTo>
                  <a:pt x="428796" y="72796"/>
                  <a:pt x="429367" y="78524"/>
                  <a:pt x="429367" y="85238"/>
                </a:cubicBezTo>
                <a:lnTo>
                  <a:pt x="429367" y="142132"/>
                </a:lnTo>
                <a:close/>
                <a:moveTo>
                  <a:pt x="477622" y="142132"/>
                </a:moveTo>
                <a:cubicBezTo>
                  <a:pt x="477622" y="142686"/>
                  <a:pt x="477484" y="143153"/>
                  <a:pt x="477207" y="143534"/>
                </a:cubicBezTo>
                <a:cubicBezTo>
                  <a:pt x="476930" y="143914"/>
                  <a:pt x="476480" y="144243"/>
                  <a:pt x="475857" y="144520"/>
                </a:cubicBezTo>
                <a:cubicBezTo>
                  <a:pt x="475234" y="144797"/>
                  <a:pt x="474369" y="145005"/>
                  <a:pt x="473262" y="145143"/>
                </a:cubicBezTo>
                <a:cubicBezTo>
                  <a:pt x="472154" y="145281"/>
                  <a:pt x="470735" y="145351"/>
                  <a:pt x="469005" y="145351"/>
                </a:cubicBezTo>
                <a:cubicBezTo>
                  <a:pt x="467344" y="145351"/>
                  <a:pt x="465960" y="145281"/>
                  <a:pt x="464852" y="145143"/>
                </a:cubicBezTo>
                <a:cubicBezTo>
                  <a:pt x="463745" y="145005"/>
                  <a:pt x="462862" y="144797"/>
                  <a:pt x="462205" y="144520"/>
                </a:cubicBezTo>
                <a:cubicBezTo>
                  <a:pt x="461547" y="144243"/>
                  <a:pt x="461097" y="143914"/>
                  <a:pt x="460855" y="143534"/>
                </a:cubicBezTo>
                <a:cubicBezTo>
                  <a:pt x="460613" y="143153"/>
                  <a:pt x="460492" y="142686"/>
                  <a:pt x="460492" y="142132"/>
                </a:cubicBezTo>
                <a:lnTo>
                  <a:pt x="460492" y="48692"/>
                </a:lnTo>
                <a:cubicBezTo>
                  <a:pt x="460492" y="48208"/>
                  <a:pt x="460613" y="47758"/>
                  <a:pt x="460855" y="47343"/>
                </a:cubicBezTo>
                <a:cubicBezTo>
                  <a:pt x="461097" y="46928"/>
                  <a:pt x="461547" y="46581"/>
                  <a:pt x="462205" y="46305"/>
                </a:cubicBezTo>
                <a:cubicBezTo>
                  <a:pt x="462862" y="46028"/>
                  <a:pt x="463745" y="45820"/>
                  <a:pt x="464852" y="45682"/>
                </a:cubicBezTo>
                <a:cubicBezTo>
                  <a:pt x="465960" y="45543"/>
                  <a:pt x="467344" y="45474"/>
                  <a:pt x="469005" y="45474"/>
                </a:cubicBezTo>
                <a:cubicBezTo>
                  <a:pt x="470735" y="45474"/>
                  <a:pt x="472154" y="45543"/>
                  <a:pt x="473262" y="45682"/>
                </a:cubicBezTo>
                <a:cubicBezTo>
                  <a:pt x="474369" y="45820"/>
                  <a:pt x="475234" y="46028"/>
                  <a:pt x="475857" y="46305"/>
                </a:cubicBezTo>
                <a:cubicBezTo>
                  <a:pt x="476480" y="46581"/>
                  <a:pt x="476930" y="46928"/>
                  <a:pt x="477207" y="47343"/>
                </a:cubicBezTo>
                <a:cubicBezTo>
                  <a:pt x="477484" y="47758"/>
                  <a:pt x="477622" y="48208"/>
                  <a:pt x="477622" y="48692"/>
                </a:cubicBezTo>
                <a:lnTo>
                  <a:pt x="477622" y="142132"/>
                </a:lnTo>
                <a:moveTo>
                  <a:pt x="479595" y="17027"/>
                </a:moveTo>
                <a:cubicBezTo>
                  <a:pt x="479595" y="21041"/>
                  <a:pt x="478834" y="23775"/>
                  <a:pt x="477311" y="25229"/>
                </a:cubicBezTo>
                <a:cubicBezTo>
                  <a:pt x="475788" y="26682"/>
                  <a:pt x="472985" y="27409"/>
                  <a:pt x="468901" y="27409"/>
                </a:cubicBezTo>
                <a:cubicBezTo>
                  <a:pt x="464887" y="27409"/>
                  <a:pt x="462136" y="26700"/>
                  <a:pt x="460647" y="25281"/>
                </a:cubicBezTo>
                <a:cubicBezTo>
                  <a:pt x="459159" y="23862"/>
                  <a:pt x="458415" y="21180"/>
                  <a:pt x="458415" y="17234"/>
                </a:cubicBezTo>
                <a:cubicBezTo>
                  <a:pt x="458415" y="13220"/>
                  <a:pt x="459177" y="10486"/>
                  <a:pt x="460699" y="9033"/>
                </a:cubicBezTo>
                <a:cubicBezTo>
                  <a:pt x="462222" y="7579"/>
                  <a:pt x="465025" y="6852"/>
                  <a:pt x="469109" y="6852"/>
                </a:cubicBezTo>
                <a:cubicBezTo>
                  <a:pt x="473123" y="6852"/>
                  <a:pt x="475875" y="7562"/>
                  <a:pt x="477363" y="8981"/>
                </a:cubicBezTo>
                <a:cubicBezTo>
                  <a:pt x="478851" y="10399"/>
                  <a:pt x="479595" y="13082"/>
                  <a:pt x="479595" y="17027"/>
                </a:cubicBezTo>
                <a:close/>
                <a:moveTo>
                  <a:pt x="589390" y="142132"/>
                </a:moveTo>
                <a:cubicBezTo>
                  <a:pt x="589390" y="142686"/>
                  <a:pt x="589252" y="143153"/>
                  <a:pt x="588975" y="143534"/>
                </a:cubicBezTo>
                <a:cubicBezTo>
                  <a:pt x="588698" y="143914"/>
                  <a:pt x="588248" y="144243"/>
                  <a:pt x="587625" y="144520"/>
                </a:cubicBezTo>
                <a:cubicBezTo>
                  <a:pt x="587002" y="144797"/>
                  <a:pt x="586137" y="145005"/>
                  <a:pt x="585030" y="145143"/>
                </a:cubicBezTo>
                <a:cubicBezTo>
                  <a:pt x="583922" y="145281"/>
                  <a:pt x="582538" y="145351"/>
                  <a:pt x="580877" y="145351"/>
                </a:cubicBezTo>
                <a:cubicBezTo>
                  <a:pt x="579146" y="145351"/>
                  <a:pt x="577727" y="145281"/>
                  <a:pt x="576620" y="145143"/>
                </a:cubicBezTo>
                <a:cubicBezTo>
                  <a:pt x="575513" y="145005"/>
                  <a:pt x="574647" y="144797"/>
                  <a:pt x="574024" y="144520"/>
                </a:cubicBezTo>
                <a:cubicBezTo>
                  <a:pt x="573402" y="144243"/>
                  <a:pt x="572952" y="143914"/>
                  <a:pt x="572675" y="143534"/>
                </a:cubicBezTo>
                <a:cubicBezTo>
                  <a:pt x="572398" y="143153"/>
                  <a:pt x="572259" y="142686"/>
                  <a:pt x="572259" y="142132"/>
                </a:cubicBezTo>
                <a:lnTo>
                  <a:pt x="572259" y="87418"/>
                </a:lnTo>
                <a:cubicBezTo>
                  <a:pt x="572259" y="82089"/>
                  <a:pt x="571844" y="77797"/>
                  <a:pt x="571014" y="74544"/>
                </a:cubicBezTo>
                <a:cubicBezTo>
                  <a:pt x="570183" y="71291"/>
                  <a:pt x="568972" y="68488"/>
                  <a:pt x="567380" y="66135"/>
                </a:cubicBezTo>
                <a:cubicBezTo>
                  <a:pt x="565788" y="63781"/>
                  <a:pt x="563729" y="61982"/>
                  <a:pt x="561202" y="60736"/>
                </a:cubicBezTo>
                <a:cubicBezTo>
                  <a:pt x="558676" y="59490"/>
                  <a:pt x="555752" y="58867"/>
                  <a:pt x="552429" y="58867"/>
                </a:cubicBezTo>
                <a:cubicBezTo>
                  <a:pt x="548138" y="58867"/>
                  <a:pt x="543847" y="60390"/>
                  <a:pt x="539556" y="63435"/>
                </a:cubicBezTo>
                <a:cubicBezTo>
                  <a:pt x="535264" y="66481"/>
                  <a:pt x="530765" y="70945"/>
                  <a:pt x="526059" y="76828"/>
                </a:cubicBezTo>
                <a:lnTo>
                  <a:pt x="526059" y="142132"/>
                </a:lnTo>
                <a:cubicBezTo>
                  <a:pt x="526059" y="142686"/>
                  <a:pt x="525920" y="143153"/>
                  <a:pt x="525643" y="143534"/>
                </a:cubicBezTo>
                <a:cubicBezTo>
                  <a:pt x="525367" y="143914"/>
                  <a:pt x="524917" y="144243"/>
                  <a:pt x="524294" y="144520"/>
                </a:cubicBezTo>
                <a:cubicBezTo>
                  <a:pt x="523671" y="144797"/>
                  <a:pt x="522806" y="145005"/>
                  <a:pt x="521698" y="145143"/>
                </a:cubicBezTo>
                <a:cubicBezTo>
                  <a:pt x="520591" y="145281"/>
                  <a:pt x="519172" y="145351"/>
                  <a:pt x="517441" y="145351"/>
                </a:cubicBezTo>
                <a:cubicBezTo>
                  <a:pt x="515780" y="145351"/>
                  <a:pt x="514396" y="145281"/>
                  <a:pt x="513289" y="145143"/>
                </a:cubicBezTo>
                <a:cubicBezTo>
                  <a:pt x="512181" y="145005"/>
                  <a:pt x="511299" y="144797"/>
                  <a:pt x="510641" y="144520"/>
                </a:cubicBezTo>
                <a:cubicBezTo>
                  <a:pt x="509984" y="144243"/>
                  <a:pt x="509534" y="143914"/>
                  <a:pt x="509291" y="143534"/>
                </a:cubicBezTo>
                <a:cubicBezTo>
                  <a:pt x="509049" y="143153"/>
                  <a:pt x="508928" y="142686"/>
                  <a:pt x="508928" y="142132"/>
                </a:cubicBezTo>
                <a:lnTo>
                  <a:pt x="508928" y="48692"/>
                </a:lnTo>
                <a:cubicBezTo>
                  <a:pt x="508928" y="48139"/>
                  <a:pt x="509032" y="47672"/>
                  <a:pt x="509240" y="47291"/>
                </a:cubicBezTo>
                <a:cubicBezTo>
                  <a:pt x="509447" y="46910"/>
                  <a:pt x="509862" y="46564"/>
                  <a:pt x="510485" y="46253"/>
                </a:cubicBezTo>
                <a:cubicBezTo>
                  <a:pt x="511108" y="45941"/>
                  <a:pt x="511904" y="45734"/>
                  <a:pt x="512873" y="45630"/>
                </a:cubicBezTo>
                <a:cubicBezTo>
                  <a:pt x="513842" y="45526"/>
                  <a:pt x="515123" y="45474"/>
                  <a:pt x="516715" y="45474"/>
                </a:cubicBezTo>
                <a:cubicBezTo>
                  <a:pt x="518237" y="45474"/>
                  <a:pt x="519501" y="45526"/>
                  <a:pt x="520504" y="45630"/>
                </a:cubicBezTo>
                <a:cubicBezTo>
                  <a:pt x="521508" y="45734"/>
                  <a:pt x="522287" y="45941"/>
                  <a:pt x="522840" y="46253"/>
                </a:cubicBezTo>
                <a:cubicBezTo>
                  <a:pt x="523394" y="46564"/>
                  <a:pt x="523792" y="46910"/>
                  <a:pt x="524034" y="47291"/>
                </a:cubicBezTo>
                <a:cubicBezTo>
                  <a:pt x="524276" y="47672"/>
                  <a:pt x="524398" y="48139"/>
                  <a:pt x="524398" y="48692"/>
                </a:cubicBezTo>
                <a:lnTo>
                  <a:pt x="524398" y="61047"/>
                </a:lnTo>
                <a:cubicBezTo>
                  <a:pt x="529658" y="55164"/>
                  <a:pt x="534901" y="50855"/>
                  <a:pt x="540127" y="48121"/>
                </a:cubicBezTo>
                <a:cubicBezTo>
                  <a:pt x="545352" y="45387"/>
                  <a:pt x="550630" y="44020"/>
                  <a:pt x="555959" y="44020"/>
                </a:cubicBezTo>
                <a:cubicBezTo>
                  <a:pt x="562189" y="44020"/>
                  <a:pt x="567432" y="45076"/>
                  <a:pt x="571688" y="47187"/>
                </a:cubicBezTo>
                <a:cubicBezTo>
                  <a:pt x="575945" y="49298"/>
                  <a:pt x="579389" y="52119"/>
                  <a:pt x="582019" y="55649"/>
                </a:cubicBezTo>
                <a:cubicBezTo>
                  <a:pt x="584649" y="59178"/>
                  <a:pt x="586535" y="63314"/>
                  <a:pt x="587677" y="68055"/>
                </a:cubicBezTo>
                <a:cubicBezTo>
                  <a:pt x="588819" y="72796"/>
                  <a:pt x="589390" y="78489"/>
                  <a:pt x="589390" y="85134"/>
                </a:cubicBezTo>
                <a:lnTo>
                  <a:pt x="589390" y="142132"/>
                </a:lnTo>
                <a:close/>
                <a:moveTo>
                  <a:pt x="698589" y="52845"/>
                </a:moveTo>
                <a:cubicBezTo>
                  <a:pt x="698589" y="55268"/>
                  <a:pt x="698260" y="57016"/>
                  <a:pt x="697603" y="58088"/>
                </a:cubicBezTo>
                <a:cubicBezTo>
                  <a:pt x="696945" y="59161"/>
                  <a:pt x="696097" y="59698"/>
                  <a:pt x="695059" y="59698"/>
                </a:cubicBezTo>
                <a:lnTo>
                  <a:pt x="681666" y="59698"/>
                </a:lnTo>
                <a:cubicBezTo>
                  <a:pt x="684089" y="62196"/>
                  <a:pt x="685784" y="64956"/>
                  <a:pt x="686753" y="67977"/>
                </a:cubicBezTo>
                <a:cubicBezTo>
                  <a:pt x="687722" y="70997"/>
                  <a:pt x="688207" y="74137"/>
                  <a:pt x="688207" y="77399"/>
                </a:cubicBezTo>
                <a:cubicBezTo>
                  <a:pt x="688207" y="82789"/>
                  <a:pt x="687342" y="87558"/>
                  <a:pt x="685611" y="91704"/>
                </a:cubicBezTo>
                <a:cubicBezTo>
                  <a:pt x="683881" y="95850"/>
                  <a:pt x="681406" y="99358"/>
                  <a:pt x="678188" y="102226"/>
                </a:cubicBezTo>
                <a:cubicBezTo>
                  <a:pt x="674969" y="105094"/>
                  <a:pt x="671145" y="107288"/>
                  <a:pt x="666716" y="108809"/>
                </a:cubicBezTo>
                <a:cubicBezTo>
                  <a:pt x="662286" y="110329"/>
                  <a:pt x="657372" y="111089"/>
                  <a:pt x="651973" y="111089"/>
                </a:cubicBezTo>
                <a:cubicBezTo>
                  <a:pt x="648166" y="111089"/>
                  <a:pt x="644550" y="110589"/>
                  <a:pt x="641124" y="109587"/>
                </a:cubicBezTo>
                <a:cubicBezTo>
                  <a:pt x="637697" y="108586"/>
                  <a:pt x="635050" y="107325"/>
                  <a:pt x="633181" y="105804"/>
                </a:cubicBezTo>
                <a:cubicBezTo>
                  <a:pt x="631935" y="107050"/>
                  <a:pt x="630914" y="108469"/>
                  <a:pt x="630118" y="110061"/>
                </a:cubicBezTo>
                <a:cubicBezTo>
                  <a:pt x="629322" y="111651"/>
                  <a:pt x="628924" y="113483"/>
                  <a:pt x="628924" y="115557"/>
                </a:cubicBezTo>
                <a:cubicBezTo>
                  <a:pt x="628924" y="117980"/>
                  <a:pt x="630049" y="119987"/>
                  <a:pt x="632299" y="121579"/>
                </a:cubicBezTo>
                <a:cubicBezTo>
                  <a:pt x="634548" y="123168"/>
                  <a:pt x="637542" y="124033"/>
                  <a:pt x="641279" y="124171"/>
                </a:cubicBezTo>
                <a:lnTo>
                  <a:pt x="665677" y="125212"/>
                </a:lnTo>
                <a:cubicBezTo>
                  <a:pt x="670315" y="125351"/>
                  <a:pt x="674572" y="125993"/>
                  <a:pt x="678448" y="127140"/>
                </a:cubicBezTo>
                <a:cubicBezTo>
                  <a:pt x="682324" y="128286"/>
                  <a:pt x="685680" y="129919"/>
                  <a:pt x="688518" y="132039"/>
                </a:cubicBezTo>
                <a:cubicBezTo>
                  <a:pt x="691356" y="134156"/>
                  <a:pt x="693571" y="136760"/>
                  <a:pt x="695163" y="139851"/>
                </a:cubicBezTo>
                <a:cubicBezTo>
                  <a:pt x="696755" y="142942"/>
                  <a:pt x="697551" y="146537"/>
                  <a:pt x="697551" y="150636"/>
                </a:cubicBezTo>
                <a:cubicBezTo>
                  <a:pt x="697551" y="154942"/>
                  <a:pt x="696651" y="159040"/>
                  <a:pt x="694851" y="162929"/>
                </a:cubicBezTo>
                <a:cubicBezTo>
                  <a:pt x="693052" y="166820"/>
                  <a:pt x="690301" y="170241"/>
                  <a:pt x="686598" y="173191"/>
                </a:cubicBezTo>
                <a:cubicBezTo>
                  <a:pt x="682895" y="176144"/>
                  <a:pt x="678171" y="178471"/>
                  <a:pt x="672426" y="180173"/>
                </a:cubicBezTo>
                <a:cubicBezTo>
                  <a:pt x="666681" y="181875"/>
                  <a:pt x="659898" y="182727"/>
                  <a:pt x="652077" y="182727"/>
                </a:cubicBezTo>
                <a:cubicBezTo>
                  <a:pt x="644532" y="182727"/>
                  <a:pt x="638113" y="182085"/>
                  <a:pt x="632818" y="180803"/>
                </a:cubicBezTo>
                <a:cubicBezTo>
                  <a:pt x="627523" y="179522"/>
                  <a:pt x="623180" y="177773"/>
                  <a:pt x="619788" y="175556"/>
                </a:cubicBezTo>
                <a:cubicBezTo>
                  <a:pt x="616397" y="173341"/>
                  <a:pt x="613940" y="170693"/>
                  <a:pt x="612417" y="167611"/>
                </a:cubicBezTo>
                <a:cubicBezTo>
                  <a:pt x="610894" y="164529"/>
                  <a:pt x="610133" y="161186"/>
                  <a:pt x="610133" y="157582"/>
                </a:cubicBezTo>
                <a:cubicBezTo>
                  <a:pt x="610133" y="155298"/>
                  <a:pt x="610410" y="153082"/>
                  <a:pt x="610963" y="150934"/>
                </a:cubicBezTo>
                <a:cubicBezTo>
                  <a:pt x="611517" y="148787"/>
                  <a:pt x="612365" y="146743"/>
                  <a:pt x="613507" y="144802"/>
                </a:cubicBezTo>
                <a:cubicBezTo>
                  <a:pt x="614649" y="142864"/>
                  <a:pt x="616068" y="141013"/>
                  <a:pt x="617764" y="139248"/>
                </a:cubicBezTo>
                <a:cubicBezTo>
                  <a:pt x="619459" y="137481"/>
                  <a:pt x="621415" y="135731"/>
                  <a:pt x="623630" y="133998"/>
                </a:cubicBezTo>
                <a:cubicBezTo>
                  <a:pt x="620238" y="132262"/>
                  <a:pt x="617729" y="130073"/>
                  <a:pt x="616102" y="127432"/>
                </a:cubicBezTo>
                <a:cubicBezTo>
                  <a:pt x="614476" y="124789"/>
                  <a:pt x="613663" y="121938"/>
                  <a:pt x="613663" y="118879"/>
                </a:cubicBezTo>
                <a:cubicBezTo>
                  <a:pt x="613663" y="114640"/>
                  <a:pt x="614528" y="110852"/>
                  <a:pt x="616258" y="107514"/>
                </a:cubicBezTo>
                <a:cubicBezTo>
                  <a:pt x="617989" y="104177"/>
                  <a:pt x="620134" y="101187"/>
                  <a:pt x="622695" y="98546"/>
                </a:cubicBezTo>
                <a:cubicBezTo>
                  <a:pt x="620550" y="95990"/>
                  <a:pt x="618854" y="93104"/>
                  <a:pt x="617608" y="89890"/>
                </a:cubicBezTo>
                <a:cubicBezTo>
                  <a:pt x="616362" y="86676"/>
                  <a:pt x="615739" y="82789"/>
                  <a:pt x="615739" y="78230"/>
                </a:cubicBezTo>
                <a:cubicBezTo>
                  <a:pt x="615739" y="72909"/>
                  <a:pt x="616639" y="68141"/>
                  <a:pt x="618438" y="63925"/>
                </a:cubicBezTo>
                <a:cubicBezTo>
                  <a:pt x="620238" y="59709"/>
                  <a:pt x="622730" y="56150"/>
                  <a:pt x="625914" y="53248"/>
                </a:cubicBezTo>
                <a:cubicBezTo>
                  <a:pt x="629098" y="50345"/>
                  <a:pt x="632922" y="48116"/>
                  <a:pt x="637386" y="46561"/>
                </a:cubicBezTo>
                <a:cubicBezTo>
                  <a:pt x="641850" y="45006"/>
                  <a:pt x="646713" y="44228"/>
                  <a:pt x="651973" y="44228"/>
                </a:cubicBezTo>
                <a:cubicBezTo>
                  <a:pt x="654811" y="44228"/>
                  <a:pt x="657458" y="44375"/>
                  <a:pt x="659915" y="44669"/>
                </a:cubicBezTo>
                <a:cubicBezTo>
                  <a:pt x="662372" y="44961"/>
                  <a:pt x="664674" y="45368"/>
                  <a:pt x="666819" y="45889"/>
                </a:cubicBezTo>
                <a:lnTo>
                  <a:pt x="695059" y="45889"/>
                </a:lnTo>
                <a:cubicBezTo>
                  <a:pt x="696236" y="45889"/>
                  <a:pt x="697118" y="46460"/>
                  <a:pt x="697706" y="47602"/>
                </a:cubicBezTo>
                <a:cubicBezTo>
                  <a:pt x="698295" y="48744"/>
                  <a:pt x="698589" y="50492"/>
                  <a:pt x="698589" y="52845"/>
                </a:cubicBezTo>
                <a:moveTo>
                  <a:pt x="671803" y="77503"/>
                </a:moveTo>
                <a:cubicBezTo>
                  <a:pt x="671803" y="71153"/>
                  <a:pt x="670055" y="66199"/>
                  <a:pt x="666560" y="62644"/>
                </a:cubicBezTo>
                <a:cubicBezTo>
                  <a:pt x="663065" y="59088"/>
                  <a:pt x="658098" y="57310"/>
                  <a:pt x="651661" y="57310"/>
                </a:cubicBezTo>
                <a:cubicBezTo>
                  <a:pt x="648339" y="57310"/>
                  <a:pt x="645449" y="57862"/>
                  <a:pt x="642992" y="58968"/>
                </a:cubicBezTo>
                <a:cubicBezTo>
                  <a:pt x="640535" y="60071"/>
                  <a:pt x="638493" y="61589"/>
                  <a:pt x="636867" y="63523"/>
                </a:cubicBezTo>
                <a:cubicBezTo>
                  <a:pt x="635240" y="65456"/>
                  <a:pt x="634029" y="67683"/>
                  <a:pt x="633233" y="70203"/>
                </a:cubicBezTo>
                <a:cubicBezTo>
                  <a:pt x="632437" y="72723"/>
                  <a:pt x="632039" y="75364"/>
                  <a:pt x="632039" y="78126"/>
                </a:cubicBezTo>
                <a:cubicBezTo>
                  <a:pt x="632039" y="84269"/>
                  <a:pt x="633787" y="89101"/>
                  <a:pt x="637282" y="92622"/>
                </a:cubicBezTo>
                <a:cubicBezTo>
                  <a:pt x="640777" y="96143"/>
                  <a:pt x="645674" y="97904"/>
                  <a:pt x="651973" y="97904"/>
                </a:cubicBezTo>
                <a:cubicBezTo>
                  <a:pt x="655364" y="97904"/>
                  <a:pt x="658306" y="97370"/>
                  <a:pt x="660798" y="96301"/>
                </a:cubicBezTo>
                <a:cubicBezTo>
                  <a:pt x="663290" y="95231"/>
                  <a:pt x="665349" y="93746"/>
                  <a:pt x="666975" y="91847"/>
                </a:cubicBezTo>
                <a:cubicBezTo>
                  <a:pt x="668602" y="89948"/>
                  <a:pt x="669813" y="87755"/>
                  <a:pt x="670609" y="85270"/>
                </a:cubicBezTo>
                <a:cubicBezTo>
                  <a:pt x="671405" y="82785"/>
                  <a:pt x="671803" y="80196"/>
                  <a:pt x="671803" y="77503"/>
                </a:cubicBezTo>
                <a:moveTo>
                  <a:pt x="680420" y="151567"/>
                </a:moveTo>
                <a:cubicBezTo>
                  <a:pt x="680420" y="147524"/>
                  <a:pt x="678776" y="144407"/>
                  <a:pt x="675489" y="142213"/>
                </a:cubicBezTo>
                <a:cubicBezTo>
                  <a:pt x="672201" y="140018"/>
                  <a:pt x="667754" y="138851"/>
                  <a:pt x="662147" y="138713"/>
                </a:cubicBezTo>
                <a:lnTo>
                  <a:pt x="637957" y="137875"/>
                </a:lnTo>
                <a:cubicBezTo>
                  <a:pt x="635742" y="139617"/>
                  <a:pt x="633925" y="141271"/>
                  <a:pt x="632506" y="142839"/>
                </a:cubicBezTo>
                <a:cubicBezTo>
                  <a:pt x="631087" y="144408"/>
                  <a:pt x="629963" y="145905"/>
                  <a:pt x="629132" y="147333"/>
                </a:cubicBezTo>
                <a:cubicBezTo>
                  <a:pt x="628302" y="148761"/>
                  <a:pt x="627731" y="150171"/>
                  <a:pt x="627419" y="151564"/>
                </a:cubicBezTo>
                <a:cubicBezTo>
                  <a:pt x="627108" y="152959"/>
                  <a:pt x="626952" y="154388"/>
                  <a:pt x="626952" y="155850"/>
                </a:cubicBezTo>
                <a:cubicBezTo>
                  <a:pt x="626952" y="160379"/>
                  <a:pt x="629236" y="163810"/>
                  <a:pt x="633804" y="166144"/>
                </a:cubicBezTo>
                <a:cubicBezTo>
                  <a:pt x="638372" y="168478"/>
                  <a:pt x="644740" y="169645"/>
                  <a:pt x="652907" y="169645"/>
                </a:cubicBezTo>
                <a:cubicBezTo>
                  <a:pt x="658098" y="169645"/>
                  <a:pt x="662442" y="169140"/>
                  <a:pt x="665937" y="168130"/>
                </a:cubicBezTo>
                <a:cubicBezTo>
                  <a:pt x="669432" y="167120"/>
                  <a:pt x="672253" y="165779"/>
                  <a:pt x="674398" y="164107"/>
                </a:cubicBezTo>
                <a:cubicBezTo>
                  <a:pt x="676544" y="162435"/>
                  <a:pt x="678084" y="160518"/>
                  <a:pt x="679019" y="158358"/>
                </a:cubicBezTo>
                <a:cubicBezTo>
                  <a:pt x="679953" y="156199"/>
                  <a:pt x="680420" y="153935"/>
                  <a:pt x="680420" y="151567"/>
                </a:cubicBezTo>
                <a:close/>
                <a:moveTo>
                  <a:pt x="848297" y="91363"/>
                </a:moveTo>
                <a:cubicBezTo>
                  <a:pt x="848297" y="94063"/>
                  <a:pt x="847622" y="95983"/>
                  <a:pt x="846272" y="97125"/>
                </a:cubicBezTo>
                <a:cubicBezTo>
                  <a:pt x="844922" y="98267"/>
                  <a:pt x="843382" y="98838"/>
                  <a:pt x="841652" y="98838"/>
                </a:cubicBezTo>
                <a:lnTo>
                  <a:pt x="780397" y="98838"/>
                </a:lnTo>
                <a:cubicBezTo>
                  <a:pt x="780397" y="104045"/>
                  <a:pt x="780916" y="108731"/>
                  <a:pt x="781954" y="112897"/>
                </a:cubicBezTo>
                <a:cubicBezTo>
                  <a:pt x="782993" y="117062"/>
                  <a:pt x="784723" y="120638"/>
                  <a:pt x="787145" y="123623"/>
                </a:cubicBezTo>
                <a:cubicBezTo>
                  <a:pt x="789568" y="126608"/>
                  <a:pt x="792717" y="128899"/>
                  <a:pt x="796593" y="130498"/>
                </a:cubicBezTo>
                <a:cubicBezTo>
                  <a:pt x="800469" y="132094"/>
                  <a:pt x="805210" y="132892"/>
                  <a:pt x="810817" y="132892"/>
                </a:cubicBezTo>
                <a:cubicBezTo>
                  <a:pt x="815247" y="132892"/>
                  <a:pt x="819192" y="132529"/>
                  <a:pt x="822653" y="131802"/>
                </a:cubicBezTo>
                <a:cubicBezTo>
                  <a:pt x="826113" y="131075"/>
                  <a:pt x="829107" y="130262"/>
                  <a:pt x="831633" y="129362"/>
                </a:cubicBezTo>
                <a:cubicBezTo>
                  <a:pt x="834159" y="128462"/>
                  <a:pt x="836236" y="127649"/>
                  <a:pt x="837862" y="126922"/>
                </a:cubicBezTo>
                <a:cubicBezTo>
                  <a:pt x="839489" y="126196"/>
                  <a:pt x="840718" y="125832"/>
                  <a:pt x="841548" y="125832"/>
                </a:cubicBezTo>
                <a:cubicBezTo>
                  <a:pt x="842033" y="125832"/>
                  <a:pt x="842465" y="125953"/>
                  <a:pt x="842846" y="126196"/>
                </a:cubicBezTo>
                <a:cubicBezTo>
                  <a:pt x="843227" y="126438"/>
                  <a:pt x="843521" y="126801"/>
                  <a:pt x="843728" y="127286"/>
                </a:cubicBezTo>
                <a:cubicBezTo>
                  <a:pt x="843936" y="127770"/>
                  <a:pt x="844092" y="128445"/>
                  <a:pt x="844196" y="129310"/>
                </a:cubicBezTo>
                <a:cubicBezTo>
                  <a:pt x="844299" y="130175"/>
                  <a:pt x="844351" y="131231"/>
                  <a:pt x="844351" y="132477"/>
                </a:cubicBezTo>
                <a:cubicBezTo>
                  <a:pt x="844351" y="133377"/>
                  <a:pt x="844317" y="134155"/>
                  <a:pt x="844248" y="134813"/>
                </a:cubicBezTo>
                <a:cubicBezTo>
                  <a:pt x="844178" y="135470"/>
                  <a:pt x="844092" y="136059"/>
                  <a:pt x="843988" y="136578"/>
                </a:cubicBezTo>
                <a:cubicBezTo>
                  <a:pt x="843884" y="137097"/>
                  <a:pt x="843711" y="137564"/>
                  <a:pt x="843469" y="137979"/>
                </a:cubicBezTo>
                <a:cubicBezTo>
                  <a:pt x="843227" y="138395"/>
                  <a:pt x="842915" y="138793"/>
                  <a:pt x="842534" y="139173"/>
                </a:cubicBezTo>
                <a:cubicBezTo>
                  <a:pt x="842154" y="139554"/>
                  <a:pt x="841029" y="140177"/>
                  <a:pt x="839160" y="141042"/>
                </a:cubicBezTo>
                <a:cubicBezTo>
                  <a:pt x="837291" y="141907"/>
                  <a:pt x="834869" y="142755"/>
                  <a:pt x="831893" y="143586"/>
                </a:cubicBezTo>
                <a:cubicBezTo>
                  <a:pt x="828916" y="144416"/>
                  <a:pt x="825473" y="145160"/>
                  <a:pt x="821562" y="145818"/>
                </a:cubicBezTo>
                <a:cubicBezTo>
                  <a:pt x="817652" y="146475"/>
                  <a:pt x="813482" y="146804"/>
                  <a:pt x="809052" y="146804"/>
                </a:cubicBezTo>
                <a:cubicBezTo>
                  <a:pt x="801369" y="146804"/>
                  <a:pt x="794638" y="145730"/>
                  <a:pt x="788859" y="143582"/>
                </a:cubicBezTo>
                <a:cubicBezTo>
                  <a:pt x="783079" y="141435"/>
                  <a:pt x="778217" y="138248"/>
                  <a:pt x="774272" y="134021"/>
                </a:cubicBezTo>
                <a:cubicBezTo>
                  <a:pt x="770326" y="129795"/>
                  <a:pt x="767350" y="124494"/>
                  <a:pt x="765343" y="118120"/>
                </a:cubicBezTo>
                <a:cubicBezTo>
                  <a:pt x="763336" y="111746"/>
                  <a:pt x="762332" y="104332"/>
                  <a:pt x="762332" y="95880"/>
                </a:cubicBezTo>
                <a:cubicBezTo>
                  <a:pt x="762332" y="87842"/>
                  <a:pt x="763370" y="80619"/>
                  <a:pt x="765447" y="74210"/>
                </a:cubicBezTo>
                <a:cubicBezTo>
                  <a:pt x="767523" y="67801"/>
                  <a:pt x="770517" y="62362"/>
                  <a:pt x="774427" y="57894"/>
                </a:cubicBezTo>
                <a:cubicBezTo>
                  <a:pt x="778338" y="53425"/>
                  <a:pt x="783062" y="49996"/>
                  <a:pt x="788599" y="47606"/>
                </a:cubicBezTo>
                <a:cubicBezTo>
                  <a:pt x="794136" y="45216"/>
                  <a:pt x="800331" y="44020"/>
                  <a:pt x="807183" y="44020"/>
                </a:cubicBezTo>
                <a:cubicBezTo>
                  <a:pt x="814520" y="44020"/>
                  <a:pt x="820766" y="45197"/>
                  <a:pt x="825923" y="47550"/>
                </a:cubicBezTo>
                <a:cubicBezTo>
                  <a:pt x="831079" y="49904"/>
                  <a:pt x="835319" y="53070"/>
                  <a:pt x="838641" y="57050"/>
                </a:cubicBezTo>
                <a:cubicBezTo>
                  <a:pt x="841963" y="61030"/>
                  <a:pt x="844403" y="65702"/>
                  <a:pt x="845961" y="71066"/>
                </a:cubicBezTo>
                <a:cubicBezTo>
                  <a:pt x="847518" y="76430"/>
                  <a:pt x="848297" y="82158"/>
                  <a:pt x="848297" y="88249"/>
                </a:cubicBezTo>
                <a:lnTo>
                  <a:pt x="848297" y="91363"/>
                </a:lnTo>
                <a:moveTo>
                  <a:pt x="831062" y="86276"/>
                </a:moveTo>
                <a:cubicBezTo>
                  <a:pt x="831270" y="77278"/>
                  <a:pt x="829280" y="70218"/>
                  <a:pt x="825092" y="65096"/>
                </a:cubicBezTo>
                <a:cubicBezTo>
                  <a:pt x="820905" y="59974"/>
                  <a:pt x="814693" y="57414"/>
                  <a:pt x="806456" y="57414"/>
                </a:cubicBezTo>
                <a:cubicBezTo>
                  <a:pt x="802234" y="57414"/>
                  <a:pt x="798531" y="58209"/>
                  <a:pt x="795347" y="59801"/>
                </a:cubicBezTo>
                <a:cubicBezTo>
                  <a:pt x="792164" y="61393"/>
                  <a:pt x="789499" y="63504"/>
                  <a:pt x="787353" y="66135"/>
                </a:cubicBezTo>
                <a:cubicBezTo>
                  <a:pt x="785207" y="68765"/>
                  <a:pt x="783546" y="71827"/>
                  <a:pt x="782370" y="75323"/>
                </a:cubicBezTo>
                <a:cubicBezTo>
                  <a:pt x="781193" y="78818"/>
                  <a:pt x="780535" y="82469"/>
                  <a:pt x="780397" y="86276"/>
                </a:cubicBezTo>
                <a:lnTo>
                  <a:pt x="831062" y="86276"/>
                </a:lnTo>
                <a:close/>
                <a:moveTo>
                  <a:pt x="1012839" y="142132"/>
                </a:moveTo>
                <a:cubicBezTo>
                  <a:pt x="1012839" y="142686"/>
                  <a:pt x="1012701" y="143153"/>
                  <a:pt x="1012424" y="143534"/>
                </a:cubicBezTo>
                <a:cubicBezTo>
                  <a:pt x="1012147" y="143914"/>
                  <a:pt x="1011697" y="144243"/>
                  <a:pt x="1011074" y="144520"/>
                </a:cubicBezTo>
                <a:cubicBezTo>
                  <a:pt x="1010451" y="144797"/>
                  <a:pt x="1009586" y="145005"/>
                  <a:pt x="1008479" y="145143"/>
                </a:cubicBezTo>
                <a:cubicBezTo>
                  <a:pt x="1007371" y="145281"/>
                  <a:pt x="1005987" y="145351"/>
                  <a:pt x="1004326" y="145351"/>
                </a:cubicBezTo>
                <a:cubicBezTo>
                  <a:pt x="1002595" y="145351"/>
                  <a:pt x="1001176" y="145281"/>
                  <a:pt x="1000069" y="145143"/>
                </a:cubicBezTo>
                <a:cubicBezTo>
                  <a:pt x="998962" y="145005"/>
                  <a:pt x="998079" y="144797"/>
                  <a:pt x="997422" y="144520"/>
                </a:cubicBezTo>
                <a:cubicBezTo>
                  <a:pt x="996764" y="144243"/>
                  <a:pt x="996297" y="143914"/>
                  <a:pt x="996020" y="143534"/>
                </a:cubicBezTo>
                <a:cubicBezTo>
                  <a:pt x="995743" y="143153"/>
                  <a:pt x="995605" y="142686"/>
                  <a:pt x="995605" y="142132"/>
                </a:cubicBezTo>
                <a:lnTo>
                  <a:pt x="995605" y="85342"/>
                </a:lnTo>
                <a:cubicBezTo>
                  <a:pt x="995605" y="81396"/>
                  <a:pt x="995259" y="77797"/>
                  <a:pt x="994566" y="74544"/>
                </a:cubicBezTo>
                <a:cubicBezTo>
                  <a:pt x="993874" y="71291"/>
                  <a:pt x="992767" y="68488"/>
                  <a:pt x="991244" y="66135"/>
                </a:cubicBezTo>
                <a:cubicBezTo>
                  <a:pt x="989721" y="63781"/>
                  <a:pt x="987783" y="61982"/>
                  <a:pt x="985430" y="60736"/>
                </a:cubicBezTo>
                <a:cubicBezTo>
                  <a:pt x="983077" y="59490"/>
                  <a:pt x="980308" y="58867"/>
                  <a:pt x="977124" y="58867"/>
                </a:cubicBezTo>
                <a:cubicBezTo>
                  <a:pt x="973179" y="58867"/>
                  <a:pt x="969217" y="60390"/>
                  <a:pt x="965237" y="63435"/>
                </a:cubicBezTo>
                <a:cubicBezTo>
                  <a:pt x="961257" y="66481"/>
                  <a:pt x="956879" y="70945"/>
                  <a:pt x="952103" y="76828"/>
                </a:cubicBezTo>
                <a:lnTo>
                  <a:pt x="952103" y="142132"/>
                </a:lnTo>
                <a:cubicBezTo>
                  <a:pt x="952103" y="142686"/>
                  <a:pt x="951965" y="143153"/>
                  <a:pt x="951688" y="143534"/>
                </a:cubicBezTo>
                <a:cubicBezTo>
                  <a:pt x="951411" y="143914"/>
                  <a:pt x="950944" y="144243"/>
                  <a:pt x="950286" y="144520"/>
                </a:cubicBezTo>
                <a:cubicBezTo>
                  <a:pt x="949629" y="144797"/>
                  <a:pt x="948746" y="145005"/>
                  <a:pt x="947639" y="145143"/>
                </a:cubicBezTo>
                <a:cubicBezTo>
                  <a:pt x="946532" y="145281"/>
                  <a:pt x="945147" y="145351"/>
                  <a:pt x="943486" y="145351"/>
                </a:cubicBezTo>
                <a:cubicBezTo>
                  <a:pt x="941894" y="145351"/>
                  <a:pt x="940527" y="145281"/>
                  <a:pt x="939385" y="145143"/>
                </a:cubicBezTo>
                <a:cubicBezTo>
                  <a:pt x="938243" y="145005"/>
                  <a:pt x="937343" y="144797"/>
                  <a:pt x="936686" y="144520"/>
                </a:cubicBezTo>
                <a:cubicBezTo>
                  <a:pt x="936028" y="144243"/>
                  <a:pt x="935578" y="143914"/>
                  <a:pt x="935336" y="143534"/>
                </a:cubicBezTo>
                <a:cubicBezTo>
                  <a:pt x="935094" y="143153"/>
                  <a:pt x="934973" y="142686"/>
                  <a:pt x="934973" y="142132"/>
                </a:cubicBezTo>
                <a:lnTo>
                  <a:pt x="934973" y="85342"/>
                </a:lnTo>
                <a:cubicBezTo>
                  <a:pt x="934973" y="81396"/>
                  <a:pt x="934592" y="77797"/>
                  <a:pt x="933831" y="74544"/>
                </a:cubicBezTo>
                <a:cubicBezTo>
                  <a:pt x="933069" y="71291"/>
                  <a:pt x="931927" y="68488"/>
                  <a:pt x="930405" y="66135"/>
                </a:cubicBezTo>
                <a:cubicBezTo>
                  <a:pt x="928882" y="63781"/>
                  <a:pt x="926961" y="61982"/>
                  <a:pt x="924642" y="60736"/>
                </a:cubicBezTo>
                <a:cubicBezTo>
                  <a:pt x="922324" y="59490"/>
                  <a:pt x="919572" y="58867"/>
                  <a:pt x="916389" y="58867"/>
                </a:cubicBezTo>
                <a:cubicBezTo>
                  <a:pt x="912443" y="58867"/>
                  <a:pt x="908464" y="60390"/>
                  <a:pt x="904449" y="63435"/>
                </a:cubicBezTo>
                <a:cubicBezTo>
                  <a:pt x="900435" y="66481"/>
                  <a:pt x="896074" y="70945"/>
                  <a:pt x="891368" y="76828"/>
                </a:cubicBezTo>
                <a:lnTo>
                  <a:pt x="891368" y="142132"/>
                </a:lnTo>
                <a:cubicBezTo>
                  <a:pt x="891368" y="142686"/>
                  <a:pt x="891229" y="143153"/>
                  <a:pt x="890952" y="143534"/>
                </a:cubicBezTo>
                <a:cubicBezTo>
                  <a:pt x="890675" y="143914"/>
                  <a:pt x="890225" y="144243"/>
                  <a:pt x="889603" y="144520"/>
                </a:cubicBezTo>
                <a:cubicBezTo>
                  <a:pt x="888980" y="144797"/>
                  <a:pt x="888114" y="145005"/>
                  <a:pt x="887007" y="145143"/>
                </a:cubicBezTo>
                <a:cubicBezTo>
                  <a:pt x="885900" y="145281"/>
                  <a:pt x="884481" y="145351"/>
                  <a:pt x="882750" y="145351"/>
                </a:cubicBezTo>
                <a:cubicBezTo>
                  <a:pt x="881089" y="145351"/>
                  <a:pt x="879705" y="145281"/>
                  <a:pt x="878597" y="145143"/>
                </a:cubicBezTo>
                <a:cubicBezTo>
                  <a:pt x="877490" y="145005"/>
                  <a:pt x="876607" y="144797"/>
                  <a:pt x="875950" y="144520"/>
                </a:cubicBezTo>
                <a:cubicBezTo>
                  <a:pt x="875292" y="144243"/>
                  <a:pt x="874843" y="143914"/>
                  <a:pt x="874600" y="143534"/>
                </a:cubicBezTo>
                <a:cubicBezTo>
                  <a:pt x="874358" y="143153"/>
                  <a:pt x="874237" y="142686"/>
                  <a:pt x="874237" y="142132"/>
                </a:cubicBezTo>
                <a:lnTo>
                  <a:pt x="874237" y="48692"/>
                </a:lnTo>
                <a:cubicBezTo>
                  <a:pt x="874237" y="48139"/>
                  <a:pt x="874341" y="47672"/>
                  <a:pt x="874548" y="47291"/>
                </a:cubicBezTo>
                <a:cubicBezTo>
                  <a:pt x="874756" y="46910"/>
                  <a:pt x="875171" y="46564"/>
                  <a:pt x="875794" y="46253"/>
                </a:cubicBezTo>
                <a:cubicBezTo>
                  <a:pt x="876417" y="45941"/>
                  <a:pt x="877213" y="45734"/>
                  <a:pt x="878182" y="45630"/>
                </a:cubicBezTo>
                <a:cubicBezTo>
                  <a:pt x="879151" y="45526"/>
                  <a:pt x="880432" y="45474"/>
                  <a:pt x="882024" y="45474"/>
                </a:cubicBezTo>
                <a:cubicBezTo>
                  <a:pt x="883546" y="45474"/>
                  <a:pt x="884809" y="45526"/>
                  <a:pt x="885813" y="45630"/>
                </a:cubicBezTo>
                <a:cubicBezTo>
                  <a:pt x="886817" y="45734"/>
                  <a:pt x="887595" y="45941"/>
                  <a:pt x="888149" y="46253"/>
                </a:cubicBezTo>
                <a:cubicBezTo>
                  <a:pt x="888703" y="46564"/>
                  <a:pt x="889101" y="46910"/>
                  <a:pt x="889343" y="47291"/>
                </a:cubicBezTo>
                <a:cubicBezTo>
                  <a:pt x="889585" y="47672"/>
                  <a:pt x="889706" y="48139"/>
                  <a:pt x="889706" y="48692"/>
                </a:cubicBezTo>
                <a:lnTo>
                  <a:pt x="889706" y="61047"/>
                </a:lnTo>
                <a:cubicBezTo>
                  <a:pt x="894967" y="55164"/>
                  <a:pt x="900071" y="50855"/>
                  <a:pt x="905020" y="48121"/>
                </a:cubicBezTo>
                <a:cubicBezTo>
                  <a:pt x="909969" y="45387"/>
                  <a:pt x="914970" y="44020"/>
                  <a:pt x="920022" y="44020"/>
                </a:cubicBezTo>
                <a:cubicBezTo>
                  <a:pt x="923898" y="44020"/>
                  <a:pt x="927376" y="44470"/>
                  <a:pt x="930456" y="45370"/>
                </a:cubicBezTo>
                <a:cubicBezTo>
                  <a:pt x="933537" y="46270"/>
                  <a:pt x="936253" y="47533"/>
                  <a:pt x="938606" y="49160"/>
                </a:cubicBezTo>
                <a:cubicBezTo>
                  <a:pt x="940960" y="50786"/>
                  <a:pt x="942967" y="52724"/>
                  <a:pt x="944628" y="54974"/>
                </a:cubicBezTo>
                <a:cubicBezTo>
                  <a:pt x="946289" y="57223"/>
                  <a:pt x="947674" y="59732"/>
                  <a:pt x="948781" y="62501"/>
                </a:cubicBezTo>
                <a:cubicBezTo>
                  <a:pt x="951896" y="59109"/>
                  <a:pt x="954855" y="56237"/>
                  <a:pt x="957658" y="53884"/>
                </a:cubicBezTo>
                <a:cubicBezTo>
                  <a:pt x="960461" y="51530"/>
                  <a:pt x="963160" y="49627"/>
                  <a:pt x="965756" y="48173"/>
                </a:cubicBezTo>
                <a:cubicBezTo>
                  <a:pt x="968351" y="46720"/>
                  <a:pt x="970878" y="45664"/>
                  <a:pt x="973335" y="45007"/>
                </a:cubicBezTo>
                <a:cubicBezTo>
                  <a:pt x="975792" y="44349"/>
                  <a:pt x="978266" y="44020"/>
                  <a:pt x="980758" y="44020"/>
                </a:cubicBezTo>
                <a:cubicBezTo>
                  <a:pt x="986780" y="44020"/>
                  <a:pt x="991833" y="45076"/>
                  <a:pt x="995916" y="47187"/>
                </a:cubicBezTo>
                <a:cubicBezTo>
                  <a:pt x="1000000" y="49298"/>
                  <a:pt x="1003305" y="52119"/>
                  <a:pt x="1005831" y="55649"/>
                </a:cubicBezTo>
                <a:cubicBezTo>
                  <a:pt x="1008358" y="59178"/>
                  <a:pt x="1010157" y="63314"/>
                  <a:pt x="1011230" y="68055"/>
                </a:cubicBezTo>
                <a:cubicBezTo>
                  <a:pt x="1012303" y="72796"/>
                  <a:pt x="1012839" y="77797"/>
                  <a:pt x="1012839" y="83058"/>
                </a:cubicBezTo>
                <a:lnTo>
                  <a:pt x="1012839" y="142132"/>
                </a:lnTo>
                <a:close/>
                <a:moveTo>
                  <a:pt x="1113454" y="142236"/>
                </a:moveTo>
                <a:cubicBezTo>
                  <a:pt x="1113454" y="143067"/>
                  <a:pt x="1113178" y="143690"/>
                  <a:pt x="1112624" y="144105"/>
                </a:cubicBezTo>
                <a:cubicBezTo>
                  <a:pt x="1112070" y="144520"/>
                  <a:pt x="1111309" y="144832"/>
                  <a:pt x="1110340" y="145039"/>
                </a:cubicBezTo>
                <a:cubicBezTo>
                  <a:pt x="1109371" y="145247"/>
                  <a:pt x="1107952" y="145351"/>
                  <a:pt x="1106083" y="145351"/>
                </a:cubicBezTo>
                <a:cubicBezTo>
                  <a:pt x="1104283" y="145351"/>
                  <a:pt x="1102847" y="145247"/>
                  <a:pt x="1101774" y="145039"/>
                </a:cubicBezTo>
                <a:cubicBezTo>
                  <a:pt x="1100702" y="144832"/>
                  <a:pt x="1099923" y="144520"/>
                  <a:pt x="1099438" y="144105"/>
                </a:cubicBezTo>
                <a:cubicBezTo>
                  <a:pt x="1098954" y="143690"/>
                  <a:pt x="1098712" y="143067"/>
                  <a:pt x="1098712" y="142236"/>
                </a:cubicBezTo>
                <a:lnTo>
                  <a:pt x="1098712" y="132892"/>
                </a:lnTo>
                <a:cubicBezTo>
                  <a:pt x="1094628" y="137253"/>
                  <a:pt x="1090077" y="140661"/>
                  <a:pt x="1085059" y="143119"/>
                </a:cubicBezTo>
                <a:cubicBezTo>
                  <a:pt x="1080041" y="145576"/>
                  <a:pt x="1074729" y="146804"/>
                  <a:pt x="1069122" y="146804"/>
                </a:cubicBezTo>
                <a:cubicBezTo>
                  <a:pt x="1064208" y="146804"/>
                  <a:pt x="1059761" y="146162"/>
                  <a:pt x="1055781" y="144877"/>
                </a:cubicBezTo>
                <a:cubicBezTo>
                  <a:pt x="1051801" y="143592"/>
                  <a:pt x="1048410" y="141734"/>
                  <a:pt x="1045607" y="139303"/>
                </a:cubicBezTo>
                <a:cubicBezTo>
                  <a:pt x="1042804" y="136872"/>
                  <a:pt x="1040623" y="133886"/>
                  <a:pt x="1039066" y="130345"/>
                </a:cubicBezTo>
                <a:cubicBezTo>
                  <a:pt x="1037509" y="126802"/>
                  <a:pt x="1036730" y="122773"/>
                  <a:pt x="1036730" y="118256"/>
                </a:cubicBezTo>
                <a:cubicBezTo>
                  <a:pt x="1036730" y="112979"/>
                  <a:pt x="1037803" y="108395"/>
                  <a:pt x="1039948" y="104506"/>
                </a:cubicBezTo>
                <a:cubicBezTo>
                  <a:pt x="1042094" y="100615"/>
                  <a:pt x="1045174" y="97385"/>
                  <a:pt x="1049189" y="94815"/>
                </a:cubicBezTo>
                <a:cubicBezTo>
                  <a:pt x="1053203" y="92246"/>
                  <a:pt x="1058117" y="90319"/>
                  <a:pt x="1063931" y="89034"/>
                </a:cubicBezTo>
                <a:cubicBezTo>
                  <a:pt x="1069745" y="87749"/>
                  <a:pt x="1076286" y="87107"/>
                  <a:pt x="1083554" y="87107"/>
                </a:cubicBezTo>
                <a:lnTo>
                  <a:pt x="1096428" y="87107"/>
                </a:lnTo>
                <a:lnTo>
                  <a:pt x="1096428" y="79865"/>
                </a:lnTo>
                <a:cubicBezTo>
                  <a:pt x="1096428" y="76279"/>
                  <a:pt x="1096047" y="73107"/>
                  <a:pt x="1095286" y="70349"/>
                </a:cubicBezTo>
                <a:cubicBezTo>
                  <a:pt x="1094524" y="67589"/>
                  <a:pt x="1093296" y="65295"/>
                  <a:pt x="1091600" y="63468"/>
                </a:cubicBezTo>
                <a:cubicBezTo>
                  <a:pt x="1089904" y="61640"/>
                  <a:pt x="1087707" y="60261"/>
                  <a:pt x="1085007" y="59331"/>
                </a:cubicBezTo>
                <a:cubicBezTo>
                  <a:pt x="1082308" y="58399"/>
                  <a:pt x="1078986" y="57933"/>
                  <a:pt x="1075040" y="57933"/>
                </a:cubicBezTo>
                <a:cubicBezTo>
                  <a:pt x="1070818" y="57933"/>
                  <a:pt x="1067029" y="58429"/>
                  <a:pt x="1063672" y="59422"/>
                </a:cubicBezTo>
                <a:cubicBezTo>
                  <a:pt x="1060315" y="60415"/>
                  <a:pt x="1057373" y="61510"/>
                  <a:pt x="1054847" y="62708"/>
                </a:cubicBezTo>
                <a:cubicBezTo>
                  <a:pt x="1052321" y="63907"/>
                  <a:pt x="1050210" y="65002"/>
                  <a:pt x="1048514" y="65995"/>
                </a:cubicBezTo>
                <a:cubicBezTo>
                  <a:pt x="1046818" y="66988"/>
                  <a:pt x="1045555" y="67484"/>
                  <a:pt x="1044724" y="67484"/>
                </a:cubicBezTo>
                <a:cubicBezTo>
                  <a:pt x="1044171" y="67484"/>
                  <a:pt x="1043686" y="67346"/>
                  <a:pt x="1043271" y="67069"/>
                </a:cubicBezTo>
                <a:cubicBezTo>
                  <a:pt x="1042855" y="66792"/>
                  <a:pt x="1042492" y="66377"/>
                  <a:pt x="1042181" y="65823"/>
                </a:cubicBezTo>
                <a:cubicBezTo>
                  <a:pt x="1041869" y="65269"/>
                  <a:pt x="1041644" y="64560"/>
                  <a:pt x="1041506" y="63695"/>
                </a:cubicBezTo>
                <a:cubicBezTo>
                  <a:pt x="1041367" y="62830"/>
                  <a:pt x="1041298" y="61878"/>
                  <a:pt x="1041298" y="60840"/>
                </a:cubicBezTo>
                <a:cubicBezTo>
                  <a:pt x="1041298" y="59109"/>
                  <a:pt x="1041419" y="57742"/>
                  <a:pt x="1041662" y="56739"/>
                </a:cubicBezTo>
                <a:cubicBezTo>
                  <a:pt x="1041904" y="55735"/>
                  <a:pt x="1042492" y="54783"/>
                  <a:pt x="1043427" y="53884"/>
                </a:cubicBezTo>
                <a:cubicBezTo>
                  <a:pt x="1044361" y="52984"/>
                  <a:pt x="1045970" y="51936"/>
                  <a:pt x="1048254" y="50740"/>
                </a:cubicBezTo>
                <a:cubicBezTo>
                  <a:pt x="1050538" y="49541"/>
                  <a:pt x="1053168" y="48447"/>
                  <a:pt x="1056145" y="47456"/>
                </a:cubicBezTo>
                <a:cubicBezTo>
                  <a:pt x="1059121" y="46466"/>
                  <a:pt x="1062374" y="45646"/>
                  <a:pt x="1065904" y="44997"/>
                </a:cubicBezTo>
                <a:cubicBezTo>
                  <a:pt x="1069434" y="44346"/>
                  <a:pt x="1072998" y="44020"/>
                  <a:pt x="1076598" y="44020"/>
                </a:cubicBezTo>
                <a:cubicBezTo>
                  <a:pt x="1083311" y="44020"/>
                  <a:pt x="1089022" y="44782"/>
                  <a:pt x="1093728" y="46305"/>
                </a:cubicBezTo>
                <a:cubicBezTo>
                  <a:pt x="1098435" y="47827"/>
                  <a:pt x="1102242" y="50059"/>
                  <a:pt x="1105149" y="53001"/>
                </a:cubicBezTo>
                <a:cubicBezTo>
                  <a:pt x="1108056" y="55943"/>
                  <a:pt x="1110167" y="59594"/>
                  <a:pt x="1111482" y="63954"/>
                </a:cubicBezTo>
                <a:cubicBezTo>
                  <a:pt x="1112797" y="68315"/>
                  <a:pt x="1113454" y="73402"/>
                  <a:pt x="1113454" y="79216"/>
                </a:cubicBezTo>
                <a:lnTo>
                  <a:pt x="1113454" y="142236"/>
                </a:lnTo>
                <a:moveTo>
                  <a:pt x="1096428" y="99461"/>
                </a:moveTo>
                <a:lnTo>
                  <a:pt x="1081789" y="99461"/>
                </a:lnTo>
                <a:cubicBezTo>
                  <a:pt x="1077082" y="99461"/>
                  <a:pt x="1072998" y="99863"/>
                  <a:pt x="1069538" y="100665"/>
                </a:cubicBezTo>
                <a:cubicBezTo>
                  <a:pt x="1066077" y="101465"/>
                  <a:pt x="1063205" y="102649"/>
                  <a:pt x="1060921" y="104214"/>
                </a:cubicBezTo>
                <a:cubicBezTo>
                  <a:pt x="1058636" y="105780"/>
                  <a:pt x="1056958" y="107661"/>
                  <a:pt x="1055885" y="109857"/>
                </a:cubicBezTo>
                <a:cubicBezTo>
                  <a:pt x="1054812" y="112050"/>
                  <a:pt x="1054276" y="114574"/>
                  <a:pt x="1054276" y="117429"/>
                </a:cubicBezTo>
                <a:cubicBezTo>
                  <a:pt x="1054276" y="122304"/>
                  <a:pt x="1055816" y="126187"/>
                  <a:pt x="1058896" y="129077"/>
                </a:cubicBezTo>
                <a:cubicBezTo>
                  <a:pt x="1061976" y="131966"/>
                  <a:pt x="1066285" y="133411"/>
                  <a:pt x="1071822" y="133411"/>
                </a:cubicBezTo>
                <a:cubicBezTo>
                  <a:pt x="1076321" y="133411"/>
                  <a:pt x="1080491" y="132263"/>
                  <a:pt x="1084332" y="129966"/>
                </a:cubicBezTo>
                <a:cubicBezTo>
                  <a:pt x="1088174" y="127666"/>
                  <a:pt x="1092206" y="124149"/>
                  <a:pt x="1096428" y="119415"/>
                </a:cubicBezTo>
                <a:lnTo>
                  <a:pt x="1096428" y="99461"/>
                </a:lnTo>
                <a:close/>
                <a:moveTo>
                  <a:pt x="1161404" y="142132"/>
                </a:moveTo>
                <a:cubicBezTo>
                  <a:pt x="1161404" y="142686"/>
                  <a:pt x="1161266" y="143153"/>
                  <a:pt x="1160989" y="143534"/>
                </a:cubicBezTo>
                <a:cubicBezTo>
                  <a:pt x="1160712" y="143914"/>
                  <a:pt x="1160262" y="144243"/>
                  <a:pt x="1159639" y="144520"/>
                </a:cubicBezTo>
                <a:cubicBezTo>
                  <a:pt x="1159016" y="144797"/>
                  <a:pt x="1158151" y="145005"/>
                  <a:pt x="1157044" y="145143"/>
                </a:cubicBezTo>
                <a:cubicBezTo>
                  <a:pt x="1155936" y="145281"/>
                  <a:pt x="1154518" y="145351"/>
                  <a:pt x="1152787" y="145351"/>
                </a:cubicBezTo>
                <a:cubicBezTo>
                  <a:pt x="1151126" y="145351"/>
                  <a:pt x="1149742" y="145281"/>
                  <a:pt x="1148634" y="145143"/>
                </a:cubicBezTo>
                <a:cubicBezTo>
                  <a:pt x="1147527" y="145005"/>
                  <a:pt x="1146644" y="144797"/>
                  <a:pt x="1145987" y="144520"/>
                </a:cubicBezTo>
                <a:cubicBezTo>
                  <a:pt x="1145329" y="144243"/>
                  <a:pt x="1144879" y="143914"/>
                  <a:pt x="1144637" y="143534"/>
                </a:cubicBezTo>
                <a:cubicBezTo>
                  <a:pt x="1144395" y="143153"/>
                  <a:pt x="1144274" y="142686"/>
                  <a:pt x="1144274" y="142132"/>
                </a:cubicBezTo>
                <a:lnTo>
                  <a:pt x="1144274" y="48692"/>
                </a:lnTo>
                <a:cubicBezTo>
                  <a:pt x="1144274" y="48208"/>
                  <a:pt x="1144395" y="47758"/>
                  <a:pt x="1144637" y="47343"/>
                </a:cubicBezTo>
                <a:cubicBezTo>
                  <a:pt x="1144879" y="46928"/>
                  <a:pt x="1145329" y="46581"/>
                  <a:pt x="1145987" y="46305"/>
                </a:cubicBezTo>
                <a:cubicBezTo>
                  <a:pt x="1146644" y="46028"/>
                  <a:pt x="1147527" y="45820"/>
                  <a:pt x="1148634" y="45682"/>
                </a:cubicBezTo>
                <a:cubicBezTo>
                  <a:pt x="1149742" y="45543"/>
                  <a:pt x="1151126" y="45474"/>
                  <a:pt x="1152787" y="45474"/>
                </a:cubicBezTo>
                <a:cubicBezTo>
                  <a:pt x="1154518" y="45474"/>
                  <a:pt x="1155936" y="45543"/>
                  <a:pt x="1157044" y="45682"/>
                </a:cubicBezTo>
                <a:cubicBezTo>
                  <a:pt x="1158151" y="45820"/>
                  <a:pt x="1159016" y="46028"/>
                  <a:pt x="1159639" y="46305"/>
                </a:cubicBezTo>
                <a:cubicBezTo>
                  <a:pt x="1160262" y="46581"/>
                  <a:pt x="1160712" y="46928"/>
                  <a:pt x="1160989" y="47343"/>
                </a:cubicBezTo>
                <a:cubicBezTo>
                  <a:pt x="1161266" y="47758"/>
                  <a:pt x="1161404" y="48208"/>
                  <a:pt x="1161404" y="48692"/>
                </a:cubicBezTo>
                <a:lnTo>
                  <a:pt x="1161404" y="142132"/>
                </a:lnTo>
                <a:moveTo>
                  <a:pt x="1163377" y="17027"/>
                </a:moveTo>
                <a:cubicBezTo>
                  <a:pt x="1163377" y="21041"/>
                  <a:pt x="1162616" y="23775"/>
                  <a:pt x="1161093" y="25229"/>
                </a:cubicBezTo>
                <a:cubicBezTo>
                  <a:pt x="1159570" y="26682"/>
                  <a:pt x="1156767" y="27409"/>
                  <a:pt x="1152683" y="27409"/>
                </a:cubicBezTo>
                <a:cubicBezTo>
                  <a:pt x="1148669" y="27409"/>
                  <a:pt x="1145918" y="26700"/>
                  <a:pt x="1144430" y="25281"/>
                </a:cubicBezTo>
                <a:cubicBezTo>
                  <a:pt x="1142941" y="23862"/>
                  <a:pt x="1142197" y="21180"/>
                  <a:pt x="1142197" y="17234"/>
                </a:cubicBezTo>
                <a:cubicBezTo>
                  <a:pt x="1142197" y="13220"/>
                  <a:pt x="1142959" y="10486"/>
                  <a:pt x="1144481" y="9033"/>
                </a:cubicBezTo>
                <a:cubicBezTo>
                  <a:pt x="1146004" y="7579"/>
                  <a:pt x="1148807" y="6852"/>
                  <a:pt x="1152891" y="6852"/>
                </a:cubicBezTo>
                <a:cubicBezTo>
                  <a:pt x="1156905" y="6852"/>
                  <a:pt x="1159657" y="7562"/>
                  <a:pt x="1161145" y="8981"/>
                </a:cubicBezTo>
                <a:cubicBezTo>
                  <a:pt x="1162633" y="10399"/>
                  <a:pt x="1163377" y="13082"/>
                  <a:pt x="1163377" y="17027"/>
                </a:cubicBezTo>
                <a:close/>
                <a:moveTo>
                  <a:pt x="1209883" y="142129"/>
                </a:moveTo>
                <a:cubicBezTo>
                  <a:pt x="1209883" y="142683"/>
                  <a:pt x="1209745" y="143151"/>
                  <a:pt x="1209468" y="143534"/>
                </a:cubicBezTo>
                <a:cubicBezTo>
                  <a:pt x="1209191" y="143914"/>
                  <a:pt x="1208741" y="144243"/>
                  <a:pt x="1208118" y="144520"/>
                </a:cubicBezTo>
                <a:cubicBezTo>
                  <a:pt x="1207495" y="144797"/>
                  <a:pt x="1206630" y="145005"/>
                  <a:pt x="1205523" y="145143"/>
                </a:cubicBezTo>
                <a:cubicBezTo>
                  <a:pt x="1204415" y="145281"/>
                  <a:pt x="1202996" y="145351"/>
                  <a:pt x="1201266" y="145351"/>
                </a:cubicBezTo>
                <a:cubicBezTo>
                  <a:pt x="1199605" y="145351"/>
                  <a:pt x="1198221" y="145281"/>
                  <a:pt x="1197113" y="145143"/>
                </a:cubicBezTo>
                <a:cubicBezTo>
                  <a:pt x="1196006" y="145005"/>
                  <a:pt x="1195123" y="144797"/>
                  <a:pt x="1194466" y="144520"/>
                </a:cubicBezTo>
                <a:cubicBezTo>
                  <a:pt x="1193808" y="144243"/>
                  <a:pt x="1193358" y="143914"/>
                  <a:pt x="1193116" y="143534"/>
                </a:cubicBezTo>
                <a:cubicBezTo>
                  <a:pt x="1192874" y="143151"/>
                  <a:pt x="1192753" y="142683"/>
                  <a:pt x="1192753" y="142129"/>
                </a:cubicBezTo>
                <a:lnTo>
                  <a:pt x="1192753" y="3326"/>
                </a:lnTo>
                <a:cubicBezTo>
                  <a:pt x="1192753" y="2772"/>
                  <a:pt x="1192874" y="2287"/>
                  <a:pt x="1193116" y="1872"/>
                </a:cubicBezTo>
                <a:cubicBezTo>
                  <a:pt x="1193358" y="1455"/>
                  <a:pt x="1193808" y="1107"/>
                  <a:pt x="1194466" y="831"/>
                </a:cubicBezTo>
                <a:cubicBezTo>
                  <a:pt x="1195123" y="554"/>
                  <a:pt x="1196006" y="346"/>
                  <a:pt x="1197113" y="208"/>
                </a:cubicBezTo>
                <a:cubicBezTo>
                  <a:pt x="1198221" y="69"/>
                  <a:pt x="1199605" y="0"/>
                  <a:pt x="1201266" y="0"/>
                </a:cubicBezTo>
                <a:cubicBezTo>
                  <a:pt x="1202996" y="0"/>
                  <a:pt x="1204415" y="69"/>
                  <a:pt x="1205523" y="208"/>
                </a:cubicBezTo>
                <a:cubicBezTo>
                  <a:pt x="1206630" y="346"/>
                  <a:pt x="1207495" y="554"/>
                  <a:pt x="1208118" y="831"/>
                </a:cubicBezTo>
                <a:cubicBezTo>
                  <a:pt x="1208741" y="1107"/>
                  <a:pt x="1209191" y="1455"/>
                  <a:pt x="1209468" y="1872"/>
                </a:cubicBezTo>
                <a:cubicBezTo>
                  <a:pt x="1209745" y="2287"/>
                  <a:pt x="1209883" y="2772"/>
                  <a:pt x="1209883" y="3326"/>
                </a:cubicBezTo>
                <a:lnTo>
                  <a:pt x="1209883" y="1421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281A27-E416-4A32-A288-D5CF93C8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170" y="3009204"/>
            <a:ext cx="2279979" cy="865880"/>
          </a:xfrm>
          <a:custGeom xmlns:a="http://schemas.openxmlformats.org/drawingml/2006/main">
            <a:pathLst>
              <a:path w="2279979" h="865880" fill="none">
                <a:moveTo>
                  <a:pt x="0" y="0"/>
                </a:moveTo>
                <a:lnTo>
                  <a:pt x="2279979" y="0"/>
                </a:lnTo>
                <a:lnTo>
                  <a:pt x="2279979" y="865880"/>
                </a:lnTo>
                <a:lnTo>
                  <a:pt x="0" y="86588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741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42" name="Text From:">
            <a:extLst xmlns:a="http://schemas.openxmlformats.org/drawingml/2006/main">
              <a:ext uri="{FF2B5EF4-FFF2-40B4-BE49-F238E27FC236}">
                <a16:creationId xmlns:a16="http://schemas.microsoft.com/office/drawing/2014/main" id="{1A1AD11C-4092-4CD0-85DF-AA4FE98B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267" y="3118868"/>
            <a:ext cx="470387" cy="136422"/>
          </a:xfrm>
          <a:custGeom xmlns:a="http://schemas.openxmlformats.org/drawingml/2006/main">
            <a:pathLst>
              <a:path w="470387" h="136422">
                <a:moveTo>
                  <a:pt x="70599" y="7683"/>
                </a:moveTo>
                <a:cubicBezTo>
                  <a:pt x="70599" y="8998"/>
                  <a:pt x="70530" y="10140"/>
                  <a:pt x="70391" y="11109"/>
                </a:cubicBezTo>
                <a:cubicBezTo>
                  <a:pt x="70253" y="12078"/>
                  <a:pt x="70011" y="12857"/>
                  <a:pt x="69664" y="13445"/>
                </a:cubicBezTo>
                <a:cubicBezTo>
                  <a:pt x="69318" y="14033"/>
                  <a:pt x="68920" y="14466"/>
                  <a:pt x="68471" y="14743"/>
                </a:cubicBezTo>
                <a:cubicBezTo>
                  <a:pt x="68021" y="15020"/>
                  <a:pt x="67553" y="15158"/>
                  <a:pt x="67069" y="15158"/>
                </a:cubicBezTo>
                <a:lnTo>
                  <a:pt x="17857" y="15158"/>
                </a:lnTo>
                <a:lnTo>
                  <a:pt x="17857" y="60736"/>
                </a:lnTo>
                <a:lnTo>
                  <a:pt x="64370" y="60736"/>
                </a:lnTo>
                <a:cubicBezTo>
                  <a:pt x="64854" y="60736"/>
                  <a:pt x="65321" y="60857"/>
                  <a:pt x="65771" y="61099"/>
                </a:cubicBezTo>
                <a:cubicBezTo>
                  <a:pt x="66221" y="61341"/>
                  <a:pt x="66619" y="61739"/>
                  <a:pt x="66965" y="62293"/>
                </a:cubicBezTo>
                <a:cubicBezTo>
                  <a:pt x="67311" y="62847"/>
                  <a:pt x="67553" y="63591"/>
                  <a:pt x="67692" y="64525"/>
                </a:cubicBezTo>
                <a:cubicBezTo>
                  <a:pt x="67830" y="65460"/>
                  <a:pt x="67900" y="66654"/>
                  <a:pt x="67900" y="68107"/>
                </a:cubicBezTo>
                <a:cubicBezTo>
                  <a:pt x="67900" y="69422"/>
                  <a:pt x="67830" y="70547"/>
                  <a:pt x="67692" y="71481"/>
                </a:cubicBezTo>
                <a:cubicBezTo>
                  <a:pt x="67553" y="72416"/>
                  <a:pt x="67311" y="73177"/>
                  <a:pt x="66965" y="73765"/>
                </a:cubicBezTo>
                <a:cubicBezTo>
                  <a:pt x="66619" y="74354"/>
                  <a:pt x="66221" y="74804"/>
                  <a:pt x="65771" y="75115"/>
                </a:cubicBezTo>
                <a:cubicBezTo>
                  <a:pt x="65321" y="75427"/>
                  <a:pt x="64854" y="75582"/>
                  <a:pt x="64370" y="75582"/>
                </a:cubicBezTo>
                <a:lnTo>
                  <a:pt x="17857" y="75582"/>
                </a:lnTo>
                <a:lnTo>
                  <a:pt x="17857" y="131640"/>
                </a:lnTo>
                <a:cubicBezTo>
                  <a:pt x="17857" y="132126"/>
                  <a:pt x="17719" y="132595"/>
                  <a:pt x="17442" y="133045"/>
                </a:cubicBezTo>
                <a:cubicBezTo>
                  <a:pt x="17165" y="133494"/>
                  <a:pt x="16681" y="133842"/>
                  <a:pt x="15989" y="134086"/>
                </a:cubicBezTo>
                <a:cubicBezTo>
                  <a:pt x="15296" y="134328"/>
                  <a:pt x="14397" y="134536"/>
                  <a:pt x="13289" y="134709"/>
                </a:cubicBezTo>
                <a:cubicBezTo>
                  <a:pt x="12182" y="134882"/>
                  <a:pt x="10728" y="134968"/>
                  <a:pt x="8929" y="134968"/>
                </a:cubicBezTo>
                <a:cubicBezTo>
                  <a:pt x="7268" y="134968"/>
                  <a:pt x="5849" y="134882"/>
                  <a:pt x="4672" y="134709"/>
                </a:cubicBezTo>
                <a:cubicBezTo>
                  <a:pt x="3495" y="134536"/>
                  <a:pt x="2561" y="134328"/>
                  <a:pt x="1869" y="134086"/>
                </a:cubicBezTo>
                <a:cubicBezTo>
                  <a:pt x="1177" y="133844"/>
                  <a:pt x="692" y="133498"/>
                  <a:pt x="415" y="133048"/>
                </a:cubicBezTo>
                <a:cubicBezTo>
                  <a:pt x="138" y="132598"/>
                  <a:pt x="0" y="132131"/>
                  <a:pt x="0" y="131646"/>
                </a:cubicBezTo>
                <a:lnTo>
                  <a:pt x="0" y="7268"/>
                </a:lnTo>
                <a:cubicBezTo>
                  <a:pt x="0" y="4568"/>
                  <a:pt x="709" y="2682"/>
                  <a:pt x="2128" y="1609"/>
                </a:cubicBezTo>
                <a:cubicBezTo>
                  <a:pt x="3547" y="536"/>
                  <a:pt x="5053" y="0"/>
                  <a:pt x="6645" y="0"/>
                </a:cubicBezTo>
                <a:lnTo>
                  <a:pt x="67069" y="0"/>
                </a:lnTo>
                <a:cubicBezTo>
                  <a:pt x="67553" y="0"/>
                  <a:pt x="68021" y="138"/>
                  <a:pt x="68471" y="415"/>
                </a:cubicBezTo>
                <a:cubicBezTo>
                  <a:pt x="68920" y="692"/>
                  <a:pt x="69318" y="1142"/>
                  <a:pt x="69664" y="1765"/>
                </a:cubicBezTo>
                <a:cubicBezTo>
                  <a:pt x="70011" y="2388"/>
                  <a:pt x="70253" y="3201"/>
                  <a:pt x="70391" y="4205"/>
                </a:cubicBezTo>
                <a:cubicBezTo>
                  <a:pt x="70530" y="5208"/>
                  <a:pt x="70599" y="6368"/>
                  <a:pt x="70599" y="7683"/>
                </a:cubicBezTo>
                <a:close/>
                <a:moveTo>
                  <a:pt x="149511" y="44436"/>
                </a:moveTo>
                <a:cubicBezTo>
                  <a:pt x="149511" y="45959"/>
                  <a:pt x="149476" y="47239"/>
                  <a:pt x="149407" y="48277"/>
                </a:cubicBezTo>
                <a:cubicBezTo>
                  <a:pt x="149338" y="49315"/>
                  <a:pt x="149199" y="50129"/>
                  <a:pt x="148992" y="50717"/>
                </a:cubicBezTo>
                <a:cubicBezTo>
                  <a:pt x="148784" y="51305"/>
                  <a:pt x="148524" y="51755"/>
                  <a:pt x="148213" y="52067"/>
                </a:cubicBezTo>
                <a:cubicBezTo>
                  <a:pt x="147901" y="52378"/>
                  <a:pt x="147469" y="52534"/>
                  <a:pt x="146915" y="52534"/>
                </a:cubicBezTo>
                <a:cubicBezTo>
                  <a:pt x="146361" y="52534"/>
                  <a:pt x="145687" y="52378"/>
                  <a:pt x="144891" y="52067"/>
                </a:cubicBezTo>
                <a:cubicBezTo>
                  <a:pt x="144095" y="51755"/>
                  <a:pt x="143195" y="51444"/>
                  <a:pt x="142191" y="51132"/>
                </a:cubicBezTo>
                <a:cubicBezTo>
                  <a:pt x="141188" y="50821"/>
                  <a:pt x="140063" y="50527"/>
                  <a:pt x="138817" y="50250"/>
                </a:cubicBezTo>
                <a:cubicBezTo>
                  <a:pt x="137571" y="49973"/>
                  <a:pt x="136221" y="49835"/>
                  <a:pt x="134768" y="49835"/>
                </a:cubicBezTo>
                <a:cubicBezTo>
                  <a:pt x="133038" y="49835"/>
                  <a:pt x="131342" y="50181"/>
                  <a:pt x="129681" y="50873"/>
                </a:cubicBezTo>
                <a:cubicBezTo>
                  <a:pt x="128020" y="51565"/>
                  <a:pt x="126272" y="52707"/>
                  <a:pt x="124438" y="54299"/>
                </a:cubicBezTo>
                <a:cubicBezTo>
                  <a:pt x="122603" y="55891"/>
                  <a:pt x="120683" y="58002"/>
                  <a:pt x="118676" y="60632"/>
                </a:cubicBezTo>
                <a:cubicBezTo>
                  <a:pt x="116668" y="63262"/>
                  <a:pt x="114453" y="66481"/>
                  <a:pt x="112031" y="70287"/>
                </a:cubicBezTo>
                <a:lnTo>
                  <a:pt x="112031" y="131750"/>
                </a:lnTo>
                <a:cubicBezTo>
                  <a:pt x="112031" y="132304"/>
                  <a:pt x="111893" y="132771"/>
                  <a:pt x="111616" y="133152"/>
                </a:cubicBezTo>
                <a:cubicBezTo>
                  <a:pt x="111339" y="133532"/>
                  <a:pt x="110889" y="133861"/>
                  <a:pt x="110266" y="134138"/>
                </a:cubicBezTo>
                <a:cubicBezTo>
                  <a:pt x="109643" y="134415"/>
                  <a:pt x="108778" y="134622"/>
                  <a:pt x="107670" y="134761"/>
                </a:cubicBezTo>
                <a:cubicBezTo>
                  <a:pt x="106563" y="134899"/>
                  <a:pt x="105144" y="134968"/>
                  <a:pt x="103414" y="134968"/>
                </a:cubicBezTo>
                <a:cubicBezTo>
                  <a:pt x="101753" y="134968"/>
                  <a:pt x="100368" y="134899"/>
                  <a:pt x="99261" y="134761"/>
                </a:cubicBezTo>
                <a:cubicBezTo>
                  <a:pt x="98153" y="134622"/>
                  <a:pt x="97271" y="134415"/>
                  <a:pt x="96613" y="134138"/>
                </a:cubicBezTo>
                <a:cubicBezTo>
                  <a:pt x="95956" y="133861"/>
                  <a:pt x="95506" y="133532"/>
                  <a:pt x="95264" y="133152"/>
                </a:cubicBezTo>
                <a:cubicBezTo>
                  <a:pt x="95021" y="132771"/>
                  <a:pt x="94900" y="132304"/>
                  <a:pt x="94900" y="131750"/>
                </a:cubicBezTo>
                <a:lnTo>
                  <a:pt x="94900" y="38310"/>
                </a:lnTo>
                <a:cubicBezTo>
                  <a:pt x="94900" y="37757"/>
                  <a:pt x="95004" y="37289"/>
                  <a:pt x="95212" y="36909"/>
                </a:cubicBezTo>
                <a:cubicBezTo>
                  <a:pt x="95419" y="36528"/>
                  <a:pt x="95835" y="36182"/>
                  <a:pt x="96458" y="35870"/>
                </a:cubicBezTo>
                <a:cubicBezTo>
                  <a:pt x="97081" y="35559"/>
                  <a:pt x="97877" y="35351"/>
                  <a:pt x="98846" y="35248"/>
                </a:cubicBezTo>
                <a:cubicBezTo>
                  <a:pt x="99815" y="35144"/>
                  <a:pt x="101095" y="35092"/>
                  <a:pt x="102687" y="35092"/>
                </a:cubicBezTo>
                <a:cubicBezTo>
                  <a:pt x="104210" y="35092"/>
                  <a:pt x="105473" y="35144"/>
                  <a:pt x="106476" y="35248"/>
                </a:cubicBezTo>
                <a:cubicBezTo>
                  <a:pt x="107480" y="35351"/>
                  <a:pt x="108259" y="35559"/>
                  <a:pt x="108812" y="35870"/>
                </a:cubicBezTo>
                <a:cubicBezTo>
                  <a:pt x="109366" y="36182"/>
                  <a:pt x="109764" y="36528"/>
                  <a:pt x="110006" y="36909"/>
                </a:cubicBezTo>
                <a:cubicBezTo>
                  <a:pt x="110249" y="37289"/>
                  <a:pt x="110370" y="37757"/>
                  <a:pt x="110370" y="38310"/>
                </a:cubicBezTo>
                <a:lnTo>
                  <a:pt x="110370" y="51911"/>
                </a:lnTo>
                <a:cubicBezTo>
                  <a:pt x="112931" y="48173"/>
                  <a:pt x="115336" y="45128"/>
                  <a:pt x="117585" y="42775"/>
                </a:cubicBezTo>
                <a:cubicBezTo>
                  <a:pt x="119835" y="40421"/>
                  <a:pt x="121963" y="38570"/>
                  <a:pt x="123970" y="37220"/>
                </a:cubicBezTo>
                <a:cubicBezTo>
                  <a:pt x="125978" y="35870"/>
                  <a:pt x="127968" y="34936"/>
                  <a:pt x="129940" y="34417"/>
                </a:cubicBezTo>
                <a:cubicBezTo>
                  <a:pt x="131913" y="33898"/>
                  <a:pt x="133903" y="33638"/>
                  <a:pt x="135910" y="33638"/>
                </a:cubicBezTo>
                <a:cubicBezTo>
                  <a:pt x="136810" y="33638"/>
                  <a:pt x="137831" y="33690"/>
                  <a:pt x="138973" y="33794"/>
                </a:cubicBezTo>
                <a:cubicBezTo>
                  <a:pt x="140115" y="33898"/>
                  <a:pt x="141309" y="34088"/>
                  <a:pt x="142555" y="34365"/>
                </a:cubicBezTo>
                <a:cubicBezTo>
                  <a:pt x="143800" y="34642"/>
                  <a:pt x="144925" y="34953"/>
                  <a:pt x="145929" y="35299"/>
                </a:cubicBezTo>
                <a:cubicBezTo>
                  <a:pt x="146932" y="35646"/>
                  <a:pt x="147642" y="35992"/>
                  <a:pt x="148057" y="36338"/>
                </a:cubicBezTo>
                <a:cubicBezTo>
                  <a:pt x="148472" y="36684"/>
                  <a:pt x="148749" y="37013"/>
                  <a:pt x="148888" y="37324"/>
                </a:cubicBezTo>
                <a:cubicBezTo>
                  <a:pt x="149026" y="37635"/>
                  <a:pt x="149147" y="38033"/>
                  <a:pt x="149251" y="38518"/>
                </a:cubicBezTo>
                <a:cubicBezTo>
                  <a:pt x="149355" y="39002"/>
                  <a:pt x="149424" y="39712"/>
                  <a:pt x="149459" y="40646"/>
                </a:cubicBezTo>
                <a:cubicBezTo>
                  <a:pt x="149493" y="41581"/>
                  <a:pt x="149511" y="42844"/>
                  <a:pt x="149511" y="44436"/>
                </a:cubicBezTo>
                <a:close/>
                <a:moveTo>
                  <a:pt x="251669" y="84044"/>
                </a:moveTo>
                <a:cubicBezTo>
                  <a:pt x="251669" y="91664"/>
                  <a:pt x="250665" y="98678"/>
                  <a:pt x="248658" y="105087"/>
                </a:cubicBezTo>
                <a:cubicBezTo>
                  <a:pt x="246651" y="111496"/>
                  <a:pt x="243657" y="117022"/>
                  <a:pt x="239677" y="121666"/>
                </a:cubicBezTo>
                <a:cubicBezTo>
                  <a:pt x="235697" y="126308"/>
                  <a:pt x="230714" y="129928"/>
                  <a:pt x="224727" y="132525"/>
                </a:cubicBezTo>
                <a:cubicBezTo>
                  <a:pt x="218740" y="135123"/>
                  <a:pt x="211801" y="136422"/>
                  <a:pt x="203911" y="136422"/>
                </a:cubicBezTo>
                <a:cubicBezTo>
                  <a:pt x="196228" y="136422"/>
                  <a:pt x="189531" y="135279"/>
                  <a:pt x="183821" y="132993"/>
                </a:cubicBezTo>
                <a:cubicBezTo>
                  <a:pt x="178111" y="130706"/>
                  <a:pt x="173352" y="127381"/>
                  <a:pt x="169545" y="123016"/>
                </a:cubicBezTo>
                <a:cubicBezTo>
                  <a:pt x="165739" y="118651"/>
                  <a:pt x="162901" y="113351"/>
                  <a:pt x="161032" y="107115"/>
                </a:cubicBezTo>
                <a:cubicBezTo>
                  <a:pt x="159163" y="100879"/>
                  <a:pt x="158229" y="93812"/>
                  <a:pt x="158229" y="85913"/>
                </a:cubicBezTo>
                <a:cubicBezTo>
                  <a:pt x="158229" y="78293"/>
                  <a:pt x="159215" y="71278"/>
                  <a:pt x="161188" y="64869"/>
                </a:cubicBezTo>
                <a:cubicBezTo>
                  <a:pt x="163160" y="58460"/>
                  <a:pt x="166137" y="52935"/>
                  <a:pt x="170117" y="48293"/>
                </a:cubicBezTo>
                <a:cubicBezTo>
                  <a:pt x="174096" y="43650"/>
                  <a:pt x="179062" y="40046"/>
                  <a:pt x="185015" y="37483"/>
                </a:cubicBezTo>
                <a:cubicBezTo>
                  <a:pt x="190967" y="34920"/>
                  <a:pt x="197923" y="33638"/>
                  <a:pt x="205883" y="33638"/>
                </a:cubicBezTo>
                <a:cubicBezTo>
                  <a:pt x="213566" y="33638"/>
                  <a:pt x="220262" y="34781"/>
                  <a:pt x="225973" y="37068"/>
                </a:cubicBezTo>
                <a:cubicBezTo>
                  <a:pt x="231683" y="39354"/>
                  <a:pt x="236441" y="42679"/>
                  <a:pt x="240248" y="47044"/>
                </a:cubicBezTo>
                <a:cubicBezTo>
                  <a:pt x="244055" y="51409"/>
                  <a:pt x="246910" y="56709"/>
                  <a:pt x="248814" y="62945"/>
                </a:cubicBezTo>
                <a:cubicBezTo>
                  <a:pt x="250717" y="69181"/>
                  <a:pt x="251669" y="76214"/>
                  <a:pt x="251669" y="84044"/>
                </a:cubicBezTo>
                <a:moveTo>
                  <a:pt x="233604" y="85186"/>
                </a:moveTo>
                <a:cubicBezTo>
                  <a:pt x="233604" y="80127"/>
                  <a:pt x="233136" y="75344"/>
                  <a:pt x="232202" y="70839"/>
                </a:cubicBezTo>
                <a:cubicBezTo>
                  <a:pt x="231268" y="66334"/>
                  <a:pt x="229728" y="62383"/>
                  <a:pt x="227582" y="58987"/>
                </a:cubicBezTo>
                <a:cubicBezTo>
                  <a:pt x="225436" y="55591"/>
                  <a:pt x="222529" y="52906"/>
                  <a:pt x="218861" y="50931"/>
                </a:cubicBezTo>
                <a:cubicBezTo>
                  <a:pt x="215193" y="48954"/>
                  <a:pt x="210624" y="47966"/>
                  <a:pt x="205156" y="47966"/>
                </a:cubicBezTo>
                <a:cubicBezTo>
                  <a:pt x="200104" y="47966"/>
                  <a:pt x="195761" y="48867"/>
                  <a:pt x="192127" y="50668"/>
                </a:cubicBezTo>
                <a:cubicBezTo>
                  <a:pt x="188493" y="52470"/>
                  <a:pt x="185499" y="55018"/>
                  <a:pt x="183146" y="58312"/>
                </a:cubicBezTo>
                <a:cubicBezTo>
                  <a:pt x="180793" y="61604"/>
                  <a:pt x="179045" y="65503"/>
                  <a:pt x="177903" y="70008"/>
                </a:cubicBezTo>
                <a:cubicBezTo>
                  <a:pt x="176761" y="74512"/>
                  <a:pt x="176190" y="79432"/>
                  <a:pt x="176190" y="84771"/>
                </a:cubicBezTo>
                <a:cubicBezTo>
                  <a:pt x="176190" y="89899"/>
                  <a:pt x="176657" y="94716"/>
                  <a:pt x="177592" y="99221"/>
                </a:cubicBezTo>
                <a:cubicBezTo>
                  <a:pt x="178526" y="103727"/>
                  <a:pt x="180083" y="107660"/>
                  <a:pt x="182264" y="111021"/>
                </a:cubicBezTo>
                <a:cubicBezTo>
                  <a:pt x="184444" y="114383"/>
                  <a:pt x="187368" y="117052"/>
                  <a:pt x="191037" y="119029"/>
                </a:cubicBezTo>
                <a:cubicBezTo>
                  <a:pt x="194705" y="121003"/>
                  <a:pt x="199273" y="121991"/>
                  <a:pt x="204741" y="121991"/>
                </a:cubicBezTo>
                <a:cubicBezTo>
                  <a:pt x="209725" y="121991"/>
                  <a:pt x="214050" y="121090"/>
                  <a:pt x="217719" y="119288"/>
                </a:cubicBezTo>
                <a:cubicBezTo>
                  <a:pt x="221387" y="117486"/>
                  <a:pt x="224398" y="114957"/>
                  <a:pt x="226751" y="111699"/>
                </a:cubicBezTo>
                <a:cubicBezTo>
                  <a:pt x="229105" y="108440"/>
                  <a:pt x="230835" y="104558"/>
                  <a:pt x="231942" y="100055"/>
                </a:cubicBezTo>
                <a:cubicBezTo>
                  <a:pt x="233050" y="95550"/>
                  <a:pt x="233604" y="90593"/>
                  <a:pt x="233604" y="85186"/>
                </a:cubicBezTo>
                <a:close/>
                <a:moveTo>
                  <a:pt x="414916" y="131750"/>
                </a:moveTo>
                <a:cubicBezTo>
                  <a:pt x="414916" y="132304"/>
                  <a:pt x="414778" y="132771"/>
                  <a:pt x="414501" y="133152"/>
                </a:cubicBezTo>
                <a:cubicBezTo>
                  <a:pt x="414224" y="133532"/>
                  <a:pt x="413774" y="133861"/>
                  <a:pt x="413151" y="134138"/>
                </a:cubicBezTo>
                <a:cubicBezTo>
                  <a:pt x="412528" y="134415"/>
                  <a:pt x="411663" y="134622"/>
                  <a:pt x="410556" y="134761"/>
                </a:cubicBezTo>
                <a:cubicBezTo>
                  <a:pt x="409448" y="134899"/>
                  <a:pt x="408064" y="134968"/>
                  <a:pt x="406403" y="134968"/>
                </a:cubicBezTo>
                <a:cubicBezTo>
                  <a:pt x="404672" y="134968"/>
                  <a:pt x="403254" y="134899"/>
                  <a:pt x="402146" y="134761"/>
                </a:cubicBezTo>
                <a:cubicBezTo>
                  <a:pt x="401039" y="134622"/>
                  <a:pt x="400156" y="134415"/>
                  <a:pt x="399499" y="134138"/>
                </a:cubicBezTo>
                <a:cubicBezTo>
                  <a:pt x="398841" y="133861"/>
                  <a:pt x="398374" y="133532"/>
                  <a:pt x="398097" y="133152"/>
                </a:cubicBezTo>
                <a:cubicBezTo>
                  <a:pt x="397820" y="132771"/>
                  <a:pt x="397682" y="132304"/>
                  <a:pt x="397682" y="131750"/>
                </a:cubicBezTo>
                <a:lnTo>
                  <a:pt x="397682" y="74959"/>
                </a:lnTo>
                <a:cubicBezTo>
                  <a:pt x="397682" y="71014"/>
                  <a:pt x="397336" y="67415"/>
                  <a:pt x="396644" y="64162"/>
                </a:cubicBezTo>
                <a:cubicBezTo>
                  <a:pt x="395951" y="60909"/>
                  <a:pt x="394844" y="58106"/>
                  <a:pt x="393321" y="55752"/>
                </a:cubicBezTo>
                <a:cubicBezTo>
                  <a:pt x="391799" y="53399"/>
                  <a:pt x="389860" y="51599"/>
                  <a:pt x="387507" y="50354"/>
                </a:cubicBezTo>
                <a:cubicBezTo>
                  <a:pt x="385154" y="49108"/>
                  <a:pt x="382385" y="48485"/>
                  <a:pt x="379201" y="48485"/>
                </a:cubicBezTo>
                <a:cubicBezTo>
                  <a:pt x="375256" y="48485"/>
                  <a:pt x="371294" y="50008"/>
                  <a:pt x="367314" y="53053"/>
                </a:cubicBezTo>
                <a:cubicBezTo>
                  <a:pt x="363334" y="56098"/>
                  <a:pt x="358956" y="60563"/>
                  <a:pt x="354180" y="66446"/>
                </a:cubicBezTo>
                <a:lnTo>
                  <a:pt x="354180" y="131750"/>
                </a:lnTo>
                <a:cubicBezTo>
                  <a:pt x="354180" y="132304"/>
                  <a:pt x="354042" y="132771"/>
                  <a:pt x="353765" y="133152"/>
                </a:cubicBezTo>
                <a:cubicBezTo>
                  <a:pt x="353488" y="133532"/>
                  <a:pt x="353021" y="133861"/>
                  <a:pt x="352363" y="134138"/>
                </a:cubicBezTo>
                <a:cubicBezTo>
                  <a:pt x="351706" y="134415"/>
                  <a:pt x="350823" y="134622"/>
                  <a:pt x="349716" y="134761"/>
                </a:cubicBezTo>
                <a:cubicBezTo>
                  <a:pt x="348609" y="134899"/>
                  <a:pt x="347224" y="134968"/>
                  <a:pt x="345563" y="134968"/>
                </a:cubicBezTo>
                <a:cubicBezTo>
                  <a:pt x="343971" y="134968"/>
                  <a:pt x="342604" y="134899"/>
                  <a:pt x="341462" y="134761"/>
                </a:cubicBezTo>
                <a:cubicBezTo>
                  <a:pt x="340320" y="134622"/>
                  <a:pt x="339420" y="134415"/>
                  <a:pt x="338763" y="134138"/>
                </a:cubicBezTo>
                <a:cubicBezTo>
                  <a:pt x="338105" y="133861"/>
                  <a:pt x="337655" y="133532"/>
                  <a:pt x="337413" y="133152"/>
                </a:cubicBezTo>
                <a:cubicBezTo>
                  <a:pt x="337171" y="132771"/>
                  <a:pt x="337050" y="132304"/>
                  <a:pt x="337050" y="131750"/>
                </a:cubicBezTo>
                <a:lnTo>
                  <a:pt x="337050" y="74959"/>
                </a:lnTo>
                <a:cubicBezTo>
                  <a:pt x="337050" y="71014"/>
                  <a:pt x="336669" y="67415"/>
                  <a:pt x="335908" y="64162"/>
                </a:cubicBezTo>
                <a:cubicBezTo>
                  <a:pt x="335146" y="60909"/>
                  <a:pt x="334004" y="58106"/>
                  <a:pt x="332482" y="55752"/>
                </a:cubicBezTo>
                <a:cubicBezTo>
                  <a:pt x="330959" y="53399"/>
                  <a:pt x="329038" y="51599"/>
                  <a:pt x="326719" y="50354"/>
                </a:cubicBezTo>
                <a:cubicBezTo>
                  <a:pt x="324401" y="49108"/>
                  <a:pt x="321650" y="48485"/>
                  <a:pt x="318466" y="48485"/>
                </a:cubicBezTo>
                <a:cubicBezTo>
                  <a:pt x="314520" y="48485"/>
                  <a:pt x="310541" y="50008"/>
                  <a:pt x="306526" y="53053"/>
                </a:cubicBezTo>
                <a:cubicBezTo>
                  <a:pt x="302512" y="56098"/>
                  <a:pt x="298151" y="60563"/>
                  <a:pt x="293445" y="66446"/>
                </a:cubicBezTo>
                <a:lnTo>
                  <a:pt x="293445" y="131750"/>
                </a:lnTo>
                <a:cubicBezTo>
                  <a:pt x="293445" y="132304"/>
                  <a:pt x="293306" y="132771"/>
                  <a:pt x="293029" y="133152"/>
                </a:cubicBezTo>
                <a:cubicBezTo>
                  <a:pt x="292752" y="133532"/>
                  <a:pt x="292303" y="133861"/>
                  <a:pt x="291680" y="134138"/>
                </a:cubicBezTo>
                <a:cubicBezTo>
                  <a:pt x="291057" y="134415"/>
                  <a:pt x="290191" y="134622"/>
                  <a:pt x="289084" y="134761"/>
                </a:cubicBezTo>
                <a:cubicBezTo>
                  <a:pt x="287977" y="134899"/>
                  <a:pt x="286558" y="134968"/>
                  <a:pt x="284827" y="134968"/>
                </a:cubicBezTo>
                <a:cubicBezTo>
                  <a:pt x="283166" y="134968"/>
                  <a:pt x="281782" y="134899"/>
                  <a:pt x="280674" y="134761"/>
                </a:cubicBezTo>
                <a:cubicBezTo>
                  <a:pt x="279567" y="134622"/>
                  <a:pt x="278685" y="134415"/>
                  <a:pt x="278027" y="134138"/>
                </a:cubicBezTo>
                <a:cubicBezTo>
                  <a:pt x="277369" y="133861"/>
                  <a:pt x="276920" y="133532"/>
                  <a:pt x="276677" y="133152"/>
                </a:cubicBezTo>
                <a:cubicBezTo>
                  <a:pt x="276435" y="132771"/>
                  <a:pt x="276314" y="132304"/>
                  <a:pt x="276314" y="131750"/>
                </a:cubicBezTo>
                <a:lnTo>
                  <a:pt x="276314" y="38310"/>
                </a:lnTo>
                <a:cubicBezTo>
                  <a:pt x="276314" y="37757"/>
                  <a:pt x="276418" y="37289"/>
                  <a:pt x="276625" y="36909"/>
                </a:cubicBezTo>
                <a:cubicBezTo>
                  <a:pt x="276833" y="36528"/>
                  <a:pt x="277248" y="36182"/>
                  <a:pt x="277871" y="35870"/>
                </a:cubicBezTo>
                <a:cubicBezTo>
                  <a:pt x="278494" y="35559"/>
                  <a:pt x="279290" y="35351"/>
                  <a:pt x="280259" y="35248"/>
                </a:cubicBezTo>
                <a:cubicBezTo>
                  <a:pt x="281228" y="35144"/>
                  <a:pt x="282509" y="35092"/>
                  <a:pt x="284101" y="35092"/>
                </a:cubicBezTo>
                <a:cubicBezTo>
                  <a:pt x="285623" y="35092"/>
                  <a:pt x="286886" y="35144"/>
                  <a:pt x="287890" y="35248"/>
                </a:cubicBezTo>
                <a:cubicBezTo>
                  <a:pt x="288894" y="35351"/>
                  <a:pt x="289672" y="35559"/>
                  <a:pt x="290226" y="35870"/>
                </a:cubicBezTo>
                <a:cubicBezTo>
                  <a:pt x="290780" y="36182"/>
                  <a:pt x="291178" y="36528"/>
                  <a:pt x="291420" y="36909"/>
                </a:cubicBezTo>
                <a:cubicBezTo>
                  <a:pt x="291662" y="37289"/>
                  <a:pt x="291783" y="37757"/>
                  <a:pt x="291783" y="38310"/>
                </a:cubicBezTo>
                <a:lnTo>
                  <a:pt x="291783" y="50665"/>
                </a:lnTo>
                <a:cubicBezTo>
                  <a:pt x="297044" y="44782"/>
                  <a:pt x="302148" y="40473"/>
                  <a:pt x="307097" y="37739"/>
                </a:cubicBezTo>
                <a:cubicBezTo>
                  <a:pt x="312046" y="35005"/>
                  <a:pt x="317047" y="33638"/>
                  <a:pt x="322099" y="33638"/>
                </a:cubicBezTo>
                <a:cubicBezTo>
                  <a:pt x="325975" y="33638"/>
                  <a:pt x="329453" y="34088"/>
                  <a:pt x="332533" y="34988"/>
                </a:cubicBezTo>
                <a:cubicBezTo>
                  <a:pt x="335614" y="35888"/>
                  <a:pt x="338330" y="37151"/>
                  <a:pt x="340684" y="38777"/>
                </a:cubicBezTo>
                <a:cubicBezTo>
                  <a:pt x="343037" y="40404"/>
                  <a:pt x="345044" y="42342"/>
                  <a:pt x="346705" y="44592"/>
                </a:cubicBezTo>
                <a:cubicBezTo>
                  <a:pt x="348366" y="46841"/>
                  <a:pt x="349751" y="49350"/>
                  <a:pt x="350858" y="52119"/>
                </a:cubicBezTo>
                <a:cubicBezTo>
                  <a:pt x="353973" y="48727"/>
                  <a:pt x="356932" y="45855"/>
                  <a:pt x="359735" y="43501"/>
                </a:cubicBezTo>
                <a:cubicBezTo>
                  <a:pt x="362538" y="41148"/>
                  <a:pt x="365237" y="39245"/>
                  <a:pt x="367833" y="37791"/>
                </a:cubicBezTo>
                <a:cubicBezTo>
                  <a:pt x="370428" y="36338"/>
                  <a:pt x="372955" y="35282"/>
                  <a:pt x="375412" y="34625"/>
                </a:cubicBezTo>
                <a:cubicBezTo>
                  <a:pt x="377869" y="33967"/>
                  <a:pt x="380343" y="33638"/>
                  <a:pt x="382835" y="33638"/>
                </a:cubicBezTo>
                <a:cubicBezTo>
                  <a:pt x="388857" y="33638"/>
                  <a:pt x="393910" y="34694"/>
                  <a:pt x="397993" y="36805"/>
                </a:cubicBezTo>
                <a:cubicBezTo>
                  <a:pt x="402077" y="38916"/>
                  <a:pt x="405382" y="41736"/>
                  <a:pt x="407908" y="45266"/>
                </a:cubicBezTo>
                <a:cubicBezTo>
                  <a:pt x="410435" y="48796"/>
                  <a:pt x="412234" y="52932"/>
                  <a:pt x="413307" y="57673"/>
                </a:cubicBezTo>
                <a:cubicBezTo>
                  <a:pt x="414380" y="62414"/>
                  <a:pt x="414916" y="67415"/>
                  <a:pt x="414916" y="72675"/>
                </a:cubicBezTo>
                <a:lnTo>
                  <a:pt x="414916" y="131750"/>
                </a:lnTo>
                <a:close/>
                <a:moveTo>
                  <a:pt x="470387" y="51236"/>
                </a:moveTo>
                <a:cubicBezTo>
                  <a:pt x="470387" y="53462"/>
                  <a:pt x="470232" y="55339"/>
                  <a:pt x="469920" y="56868"/>
                </a:cubicBezTo>
                <a:cubicBezTo>
                  <a:pt x="469609" y="58398"/>
                  <a:pt x="469020" y="59632"/>
                  <a:pt x="468155" y="60570"/>
                </a:cubicBezTo>
                <a:cubicBezTo>
                  <a:pt x="467290" y="61507"/>
                  <a:pt x="466165" y="62167"/>
                  <a:pt x="464781" y="62549"/>
                </a:cubicBezTo>
                <a:cubicBezTo>
                  <a:pt x="463397" y="62932"/>
                  <a:pt x="461632" y="63124"/>
                  <a:pt x="459486" y="63124"/>
                </a:cubicBezTo>
                <a:cubicBezTo>
                  <a:pt x="457271" y="63124"/>
                  <a:pt x="455472" y="62932"/>
                  <a:pt x="454087" y="62549"/>
                </a:cubicBezTo>
                <a:cubicBezTo>
                  <a:pt x="452703" y="62167"/>
                  <a:pt x="451596" y="61507"/>
                  <a:pt x="450765" y="60570"/>
                </a:cubicBezTo>
                <a:cubicBezTo>
                  <a:pt x="449934" y="59632"/>
                  <a:pt x="449363" y="58398"/>
                  <a:pt x="449052" y="56868"/>
                </a:cubicBezTo>
                <a:cubicBezTo>
                  <a:pt x="448740" y="55339"/>
                  <a:pt x="448585" y="53462"/>
                  <a:pt x="448585" y="51236"/>
                </a:cubicBezTo>
                <a:cubicBezTo>
                  <a:pt x="448585" y="48872"/>
                  <a:pt x="448740" y="46908"/>
                  <a:pt x="449052" y="45344"/>
                </a:cubicBezTo>
                <a:cubicBezTo>
                  <a:pt x="449363" y="43780"/>
                  <a:pt x="449934" y="42530"/>
                  <a:pt x="450765" y="41594"/>
                </a:cubicBezTo>
                <a:cubicBezTo>
                  <a:pt x="451596" y="40655"/>
                  <a:pt x="452703" y="39994"/>
                  <a:pt x="454087" y="39611"/>
                </a:cubicBezTo>
                <a:cubicBezTo>
                  <a:pt x="455472" y="39228"/>
                  <a:pt x="457271" y="39037"/>
                  <a:pt x="459486" y="39037"/>
                </a:cubicBezTo>
                <a:cubicBezTo>
                  <a:pt x="461632" y="39037"/>
                  <a:pt x="463397" y="39228"/>
                  <a:pt x="464781" y="39611"/>
                </a:cubicBezTo>
                <a:cubicBezTo>
                  <a:pt x="466165" y="39994"/>
                  <a:pt x="467290" y="40655"/>
                  <a:pt x="468155" y="41594"/>
                </a:cubicBezTo>
                <a:cubicBezTo>
                  <a:pt x="469020" y="42530"/>
                  <a:pt x="469609" y="43780"/>
                  <a:pt x="469920" y="45344"/>
                </a:cubicBezTo>
                <a:cubicBezTo>
                  <a:pt x="470232" y="46908"/>
                  <a:pt x="470387" y="48872"/>
                  <a:pt x="470387" y="51236"/>
                </a:cubicBezTo>
                <a:moveTo>
                  <a:pt x="470387" y="123392"/>
                </a:moveTo>
                <a:cubicBezTo>
                  <a:pt x="470387" y="125687"/>
                  <a:pt x="470232" y="127599"/>
                  <a:pt x="469920" y="129128"/>
                </a:cubicBezTo>
                <a:cubicBezTo>
                  <a:pt x="469609" y="130658"/>
                  <a:pt x="469020" y="131892"/>
                  <a:pt x="468155" y="132830"/>
                </a:cubicBezTo>
                <a:cubicBezTo>
                  <a:pt x="467290" y="133767"/>
                  <a:pt x="466165" y="134427"/>
                  <a:pt x="464781" y="134810"/>
                </a:cubicBezTo>
                <a:cubicBezTo>
                  <a:pt x="463397" y="135192"/>
                  <a:pt x="461632" y="135384"/>
                  <a:pt x="459486" y="135384"/>
                </a:cubicBezTo>
                <a:cubicBezTo>
                  <a:pt x="457271" y="135384"/>
                  <a:pt x="455472" y="135192"/>
                  <a:pt x="454087" y="134810"/>
                </a:cubicBezTo>
                <a:cubicBezTo>
                  <a:pt x="452703" y="134427"/>
                  <a:pt x="451596" y="133767"/>
                  <a:pt x="450765" y="132830"/>
                </a:cubicBezTo>
                <a:cubicBezTo>
                  <a:pt x="449934" y="131892"/>
                  <a:pt x="449363" y="130658"/>
                  <a:pt x="449052" y="129128"/>
                </a:cubicBezTo>
                <a:cubicBezTo>
                  <a:pt x="448740" y="127599"/>
                  <a:pt x="448585" y="125687"/>
                  <a:pt x="448585" y="123392"/>
                </a:cubicBezTo>
                <a:cubicBezTo>
                  <a:pt x="448585" y="121097"/>
                  <a:pt x="448740" y="119168"/>
                  <a:pt x="449052" y="117604"/>
                </a:cubicBezTo>
                <a:cubicBezTo>
                  <a:pt x="449363" y="116040"/>
                  <a:pt x="449934" y="114808"/>
                  <a:pt x="450765" y="113906"/>
                </a:cubicBezTo>
                <a:cubicBezTo>
                  <a:pt x="451596" y="113001"/>
                  <a:pt x="452703" y="112341"/>
                  <a:pt x="454087" y="111923"/>
                </a:cubicBezTo>
                <a:cubicBezTo>
                  <a:pt x="455472" y="111506"/>
                  <a:pt x="457271" y="111297"/>
                  <a:pt x="459486" y="111297"/>
                </a:cubicBezTo>
                <a:cubicBezTo>
                  <a:pt x="461632" y="111297"/>
                  <a:pt x="463397" y="111506"/>
                  <a:pt x="464781" y="111923"/>
                </a:cubicBezTo>
                <a:cubicBezTo>
                  <a:pt x="466165" y="112341"/>
                  <a:pt x="467290" y="113001"/>
                  <a:pt x="468155" y="113906"/>
                </a:cubicBezTo>
                <a:cubicBezTo>
                  <a:pt x="469020" y="114808"/>
                  <a:pt x="469609" y="116040"/>
                  <a:pt x="469920" y="117604"/>
                </a:cubicBezTo>
                <a:cubicBezTo>
                  <a:pt x="470232" y="119168"/>
                  <a:pt x="470387" y="121097"/>
                  <a:pt x="470387" y="1233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alice+1@b.com">
            <a:extLst xmlns:a="http://schemas.openxmlformats.org/drawingml/2006/main">
              <a:ext uri="{FF2B5EF4-FFF2-40B4-BE49-F238E27FC236}">
                <a16:creationId xmlns:a16="http://schemas.microsoft.com/office/drawing/2014/main" id="{8F5EAD68-91B8-498B-BD33-C96BE189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808" y="3108486"/>
            <a:ext cx="1304160" cy="170060"/>
          </a:xfrm>
          <a:custGeom xmlns:a="http://schemas.openxmlformats.org/drawingml/2006/main">
            <a:pathLst>
              <a:path w="1304160" h="170060">
                <a:moveTo>
                  <a:pt x="76724" y="142236"/>
                </a:moveTo>
                <a:cubicBezTo>
                  <a:pt x="76724" y="143067"/>
                  <a:pt x="76448" y="143690"/>
                  <a:pt x="75894" y="144105"/>
                </a:cubicBezTo>
                <a:cubicBezTo>
                  <a:pt x="75340" y="144520"/>
                  <a:pt x="74579" y="144832"/>
                  <a:pt x="73610" y="145039"/>
                </a:cubicBezTo>
                <a:cubicBezTo>
                  <a:pt x="72641" y="145247"/>
                  <a:pt x="71222" y="145351"/>
                  <a:pt x="69353" y="145351"/>
                </a:cubicBezTo>
                <a:cubicBezTo>
                  <a:pt x="67553" y="145351"/>
                  <a:pt x="66117" y="145247"/>
                  <a:pt x="65044" y="145039"/>
                </a:cubicBezTo>
                <a:cubicBezTo>
                  <a:pt x="63972" y="144832"/>
                  <a:pt x="63193" y="144520"/>
                  <a:pt x="62708" y="144105"/>
                </a:cubicBezTo>
                <a:cubicBezTo>
                  <a:pt x="62224" y="143690"/>
                  <a:pt x="61982" y="143067"/>
                  <a:pt x="61982" y="142236"/>
                </a:cubicBezTo>
                <a:lnTo>
                  <a:pt x="61982" y="132892"/>
                </a:lnTo>
                <a:cubicBezTo>
                  <a:pt x="57898" y="137253"/>
                  <a:pt x="53347" y="140661"/>
                  <a:pt x="48329" y="143119"/>
                </a:cubicBezTo>
                <a:cubicBezTo>
                  <a:pt x="43311" y="145576"/>
                  <a:pt x="37999" y="146804"/>
                  <a:pt x="32392" y="146804"/>
                </a:cubicBezTo>
                <a:cubicBezTo>
                  <a:pt x="27478" y="146804"/>
                  <a:pt x="23031" y="146162"/>
                  <a:pt x="19051" y="144877"/>
                </a:cubicBezTo>
                <a:cubicBezTo>
                  <a:pt x="15071" y="143592"/>
                  <a:pt x="11680" y="141734"/>
                  <a:pt x="8877" y="139303"/>
                </a:cubicBezTo>
                <a:cubicBezTo>
                  <a:pt x="6074" y="136872"/>
                  <a:pt x="3893" y="133886"/>
                  <a:pt x="2336" y="130345"/>
                </a:cubicBezTo>
                <a:cubicBezTo>
                  <a:pt x="779" y="126802"/>
                  <a:pt x="0" y="122773"/>
                  <a:pt x="0" y="118256"/>
                </a:cubicBezTo>
                <a:cubicBezTo>
                  <a:pt x="0" y="112979"/>
                  <a:pt x="1073" y="108395"/>
                  <a:pt x="3218" y="104506"/>
                </a:cubicBezTo>
                <a:cubicBezTo>
                  <a:pt x="5364" y="100615"/>
                  <a:pt x="8444" y="97385"/>
                  <a:pt x="12459" y="94815"/>
                </a:cubicBezTo>
                <a:cubicBezTo>
                  <a:pt x="16473" y="92246"/>
                  <a:pt x="21387" y="90319"/>
                  <a:pt x="27201" y="89034"/>
                </a:cubicBezTo>
                <a:cubicBezTo>
                  <a:pt x="33015" y="87749"/>
                  <a:pt x="39556" y="87107"/>
                  <a:pt x="46824" y="87107"/>
                </a:cubicBezTo>
                <a:lnTo>
                  <a:pt x="59698" y="87107"/>
                </a:lnTo>
                <a:lnTo>
                  <a:pt x="59698" y="79865"/>
                </a:lnTo>
                <a:cubicBezTo>
                  <a:pt x="59698" y="76279"/>
                  <a:pt x="59317" y="73107"/>
                  <a:pt x="58556" y="70349"/>
                </a:cubicBezTo>
                <a:cubicBezTo>
                  <a:pt x="57794" y="67589"/>
                  <a:pt x="56566" y="65295"/>
                  <a:pt x="54870" y="63468"/>
                </a:cubicBezTo>
                <a:cubicBezTo>
                  <a:pt x="53174" y="61640"/>
                  <a:pt x="50977" y="60261"/>
                  <a:pt x="48277" y="59331"/>
                </a:cubicBezTo>
                <a:cubicBezTo>
                  <a:pt x="45578" y="58399"/>
                  <a:pt x="42256" y="57933"/>
                  <a:pt x="38310" y="57933"/>
                </a:cubicBezTo>
                <a:cubicBezTo>
                  <a:pt x="34088" y="57933"/>
                  <a:pt x="30299" y="58429"/>
                  <a:pt x="26942" y="59422"/>
                </a:cubicBezTo>
                <a:cubicBezTo>
                  <a:pt x="23585" y="60415"/>
                  <a:pt x="20643" y="61510"/>
                  <a:pt x="18117" y="62708"/>
                </a:cubicBezTo>
                <a:cubicBezTo>
                  <a:pt x="15591" y="63907"/>
                  <a:pt x="13480" y="65002"/>
                  <a:pt x="11784" y="65995"/>
                </a:cubicBezTo>
                <a:cubicBezTo>
                  <a:pt x="10088" y="66988"/>
                  <a:pt x="8825" y="67484"/>
                  <a:pt x="7994" y="67484"/>
                </a:cubicBezTo>
                <a:cubicBezTo>
                  <a:pt x="7441" y="67484"/>
                  <a:pt x="6956" y="67346"/>
                  <a:pt x="6541" y="67069"/>
                </a:cubicBezTo>
                <a:cubicBezTo>
                  <a:pt x="6125" y="66792"/>
                  <a:pt x="5762" y="66377"/>
                  <a:pt x="5451" y="65823"/>
                </a:cubicBezTo>
                <a:cubicBezTo>
                  <a:pt x="5139" y="65269"/>
                  <a:pt x="4914" y="64560"/>
                  <a:pt x="4776" y="63695"/>
                </a:cubicBezTo>
                <a:cubicBezTo>
                  <a:pt x="4637" y="62830"/>
                  <a:pt x="4568" y="61878"/>
                  <a:pt x="4568" y="60840"/>
                </a:cubicBezTo>
                <a:cubicBezTo>
                  <a:pt x="4568" y="59109"/>
                  <a:pt x="4689" y="57742"/>
                  <a:pt x="4932" y="56739"/>
                </a:cubicBezTo>
                <a:cubicBezTo>
                  <a:pt x="5174" y="55735"/>
                  <a:pt x="5762" y="54783"/>
                  <a:pt x="6697" y="53884"/>
                </a:cubicBezTo>
                <a:cubicBezTo>
                  <a:pt x="7631" y="52984"/>
                  <a:pt x="9240" y="51936"/>
                  <a:pt x="11524" y="50740"/>
                </a:cubicBezTo>
                <a:cubicBezTo>
                  <a:pt x="13808" y="49541"/>
                  <a:pt x="16438" y="48447"/>
                  <a:pt x="19415" y="47456"/>
                </a:cubicBezTo>
                <a:cubicBezTo>
                  <a:pt x="22391" y="46466"/>
                  <a:pt x="25644" y="45646"/>
                  <a:pt x="29174" y="44997"/>
                </a:cubicBezTo>
                <a:cubicBezTo>
                  <a:pt x="32704" y="44346"/>
                  <a:pt x="36268" y="44020"/>
                  <a:pt x="39868" y="44020"/>
                </a:cubicBezTo>
                <a:cubicBezTo>
                  <a:pt x="46581" y="44020"/>
                  <a:pt x="52292" y="44782"/>
                  <a:pt x="56998" y="46305"/>
                </a:cubicBezTo>
                <a:cubicBezTo>
                  <a:pt x="61705" y="47827"/>
                  <a:pt x="65512" y="50059"/>
                  <a:pt x="68419" y="53001"/>
                </a:cubicBezTo>
                <a:cubicBezTo>
                  <a:pt x="71326" y="55943"/>
                  <a:pt x="73437" y="59594"/>
                  <a:pt x="74752" y="63954"/>
                </a:cubicBezTo>
                <a:cubicBezTo>
                  <a:pt x="76067" y="68315"/>
                  <a:pt x="76724" y="73402"/>
                  <a:pt x="76724" y="79216"/>
                </a:cubicBezTo>
                <a:lnTo>
                  <a:pt x="76724" y="142236"/>
                </a:lnTo>
                <a:moveTo>
                  <a:pt x="59698" y="99461"/>
                </a:moveTo>
                <a:lnTo>
                  <a:pt x="45059" y="99461"/>
                </a:lnTo>
                <a:cubicBezTo>
                  <a:pt x="40352" y="99461"/>
                  <a:pt x="36268" y="99863"/>
                  <a:pt x="32808" y="100665"/>
                </a:cubicBezTo>
                <a:cubicBezTo>
                  <a:pt x="29347" y="101465"/>
                  <a:pt x="26475" y="102649"/>
                  <a:pt x="24191" y="104214"/>
                </a:cubicBezTo>
                <a:cubicBezTo>
                  <a:pt x="21906" y="105780"/>
                  <a:pt x="20228" y="107661"/>
                  <a:pt x="19155" y="109857"/>
                </a:cubicBezTo>
                <a:cubicBezTo>
                  <a:pt x="18082" y="112050"/>
                  <a:pt x="17546" y="114574"/>
                  <a:pt x="17546" y="117429"/>
                </a:cubicBezTo>
                <a:cubicBezTo>
                  <a:pt x="17546" y="122304"/>
                  <a:pt x="19086" y="126187"/>
                  <a:pt x="22166" y="129077"/>
                </a:cubicBezTo>
                <a:cubicBezTo>
                  <a:pt x="25246" y="131966"/>
                  <a:pt x="29555" y="133411"/>
                  <a:pt x="35092" y="133411"/>
                </a:cubicBezTo>
                <a:cubicBezTo>
                  <a:pt x="39591" y="133411"/>
                  <a:pt x="43761" y="132263"/>
                  <a:pt x="47602" y="129966"/>
                </a:cubicBezTo>
                <a:cubicBezTo>
                  <a:pt x="51444" y="127666"/>
                  <a:pt x="55475" y="124149"/>
                  <a:pt x="59698" y="119415"/>
                </a:cubicBezTo>
                <a:lnTo>
                  <a:pt x="59698" y="99461"/>
                </a:lnTo>
                <a:close/>
                <a:moveTo>
                  <a:pt x="124738" y="142129"/>
                </a:moveTo>
                <a:cubicBezTo>
                  <a:pt x="124738" y="142683"/>
                  <a:pt x="124600" y="143151"/>
                  <a:pt x="124323" y="143534"/>
                </a:cubicBezTo>
                <a:cubicBezTo>
                  <a:pt x="124046" y="143914"/>
                  <a:pt x="123596" y="144243"/>
                  <a:pt x="122973" y="144520"/>
                </a:cubicBezTo>
                <a:cubicBezTo>
                  <a:pt x="122350" y="144797"/>
                  <a:pt x="121485" y="145005"/>
                  <a:pt x="120378" y="145143"/>
                </a:cubicBezTo>
                <a:cubicBezTo>
                  <a:pt x="119270" y="145281"/>
                  <a:pt x="117851" y="145351"/>
                  <a:pt x="116121" y="145351"/>
                </a:cubicBezTo>
                <a:cubicBezTo>
                  <a:pt x="114460" y="145351"/>
                  <a:pt x="113075" y="145281"/>
                  <a:pt x="111968" y="145143"/>
                </a:cubicBezTo>
                <a:cubicBezTo>
                  <a:pt x="110861" y="145005"/>
                  <a:pt x="109978" y="144797"/>
                  <a:pt x="109321" y="144520"/>
                </a:cubicBezTo>
                <a:cubicBezTo>
                  <a:pt x="108663" y="144243"/>
                  <a:pt x="108213" y="143914"/>
                  <a:pt x="107971" y="143534"/>
                </a:cubicBezTo>
                <a:cubicBezTo>
                  <a:pt x="107729" y="143151"/>
                  <a:pt x="107608" y="142683"/>
                  <a:pt x="107608" y="142129"/>
                </a:cubicBezTo>
                <a:lnTo>
                  <a:pt x="107608" y="3326"/>
                </a:lnTo>
                <a:cubicBezTo>
                  <a:pt x="107608" y="2772"/>
                  <a:pt x="107729" y="2287"/>
                  <a:pt x="107971" y="1872"/>
                </a:cubicBezTo>
                <a:cubicBezTo>
                  <a:pt x="108213" y="1455"/>
                  <a:pt x="108663" y="1107"/>
                  <a:pt x="109321" y="831"/>
                </a:cubicBezTo>
                <a:cubicBezTo>
                  <a:pt x="109978" y="554"/>
                  <a:pt x="110861" y="346"/>
                  <a:pt x="111968" y="208"/>
                </a:cubicBezTo>
                <a:cubicBezTo>
                  <a:pt x="113075" y="69"/>
                  <a:pt x="114460" y="0"/>
                  <a:pt x="116121" y="0"/>
                </a:cubicBezTo>
                <a:cubicBezTo>
                  <a:pt x="117851" y="0"/>
                  <a:pt x="119270" y="69"/>
                  <a:pt x="120378" y="208"/>
                </a:cubicBezTo>
                <a:cubicBezTo>
                  <a:pt x="121485" y="346"/>
                  <a:pt x="122350" y="554"/>
                  <a:pt x="122973" y="831"/>
                </a:cubicBezTo>
                <a:cubicBezTo>
                  <a:pt x="123596" y="1107"/>
                  <a:pt x="124046" y="1455"/>
                  <a:pt x="124323" y="1872"/>
                </a:cubicBezTo>
                <a:cubicBezTo>
                  <a:pt x="124600" y="2287"/>
                  <a:pt x="124738" y="2772"/>
                  <a:pt x="124738" y="3326"/>
                </a:cubicBezTo>
                <a:lnTo>
                  <a:pt x="124738" y="142129"/>
                </a:lnTo>
                <a:close/>
                <a:moveTo>
                  <a:pt x="173281" y="142132"/>
                </a:moveTo>
                <a:cubicBezTo>
                  <a:pt x="173281" y="142686"/>
                  <a:pt x="173143" y="143153"/>
                  <a:pt x="172866" y="143534"/>
                </a:cubicBezTo>
                <a:cubicBezTo>
                  <a:pt x="172589" y="143914"/>
                  <a:pt x="172139" y="144243"/>
                  <a:pt x="171516" y="144520"/>
                </a:cubicBezTo>
                <a:cubicBezTo>
                  <a:pt x="170893" y="144797"/>
                  <a:pt x="170028" y="145005"/>
                  <a:pt x="168921" y="145143"/>
                </a:cubicBezTo>
                <a:cubicBezTo>
                  <a:pt x="167813" y="145281"/>
                  <a:pt x="166394" y="145351"/>
                  <a:pt x="164664" y="145351"/>
                </a:cubicBezTo>
                <a:cubicBezTo>
                  <a:pt x="163003" y="145351"/>
                  <a:pt x="161618" y="145281"/>
                  <a:pt x="160511" y="145143"/>
                </a:cubicBezTo>
                <a:cubicBezTo>
                  <a:pt x="159404" y="145005"/>
                  <a:pt x="158521" y="144797"/>
                  <a:pt x="157863" y="144520"/>
                </a:cubicBezTo>
                <a:cubicBezTo>
                  <a:pt x="157206" y="144243"/>
                  <a:pt x="156756" y="143914"/>
                  <a:pt x="156514" y="143534"/>
                </a:cubicBezTo>
                <a:cubicBezTo>
                  <a:pt x="156272" y="143153"/>
                  <a:pt x="156150" y="142686"/>
                  <a:pt x="156150" y="142132"/>
                </a:cubicBezTo>
                <a:lnTo>
                  <a:pt x="156150" y="48692"/>
                </a:lnTo>
                <a:cubicBezTo>
                  <a:pt x="156150" y="48208"/>
                  <a:pt x="156272" y="47758"/>
                  <a:pt x="156514" y="47343"/>
                </a:cubicBezTo>
                <a:cubicBezTo>
                  <a:pt x="156756" y="46928"/>
                  <a:pt x="157206" y="46581"/>
                  <a:pt x="157863" y="46305"/>
                </a:cubicBezTo>
                <a:cubicBezTo>
                  <a:pt x="158521" y="46028"/>
                  <a:pt x="159404" y="45820"/>
                  <a:pt x="160511" y="45682"/>
                </a:cubicBezTo>
                <a:cubicBezTo>
                  <a:pt x="161618" y="45543"/>
                  <a:pt x="163003" y="45474"/>
                  <a:pt x="164664" y="45474"/>
                </a:cubicBezTo>
                <a:cubicBezTo>
                  <a:pt x="166394" y="45474"/>
                  <a:pt x="167813" y="45543"/>
                  <a:pt x="168921" y="45682"/>
                </a:cubicBezTo>
                <a:cubicBezTo>
                  <a:pt x="170028" y="45820"/>
                  <a:pt x="170893" y="46028"/>
                  <a:pt x="171516" y="46305"/>
                </a:cubicBezTo>
                <a:cubicBezTo>
                  <a:pt x="172139" y="46581"/>
                  <a:pt x="172589" y="46928"/>
                  <a:pt x="172866" y="47343"/>
                </a:cubicBezTo>
                <a:cubicBezTo>
                  <a:pt x="173143" y="47758"/>
                  <a:pt x="173281" y="48208"/>
                  <a:pt x="173281" y="48692"/>
                </a:cubicBezTo>
                <a:lnTo>
                  <a:pt x="173281" y="142132"/>
                </a:lnTo>
                <a:moveTo>
                  <a:pt x="175254" y="17027"/>
                </a:moveTo>
                <a:cubicBezTo>
                  <a:pt x="175254" y="21041"/>
                  <a:pt x="174492" y="23775"/>
                  <a:pt x="172970" y="25229"/>
                </a:cubicBezTo>
                <a:cubicBezTo>
                  <a:pt x="171447" y="26682"/>
                  <a:pt x="168644" y="27409"/>
                  <a:pt x="164560" y="27409"/>
                </a:cubicBezTo>
                <a:cubicBezTo>
                  <a:pt x="160546" y="27409"/>
                  <a:pt x="157794" y="26700"/>
                  <a:pt x="156306" y="25281"/>
                </a:cubicBezTo>
                <a:cubicBezTo>
                  <a:pt x="154818" y="23862"/>
                  <a:pt x="154074" y="21180"/>
                  <a:pt x="154074" y="17234"/>
                </a:cubicBezTo>
                <a:cubicBezTo>
                  <a:pt x="154074" y="13220"/>
                  <a:pt x="154835" y="10486"/>
                  <a:pt x="156358" y="9033"/>
                </a:cubicBezTo>
                <a:cubicBezTo>
                  <a:pt x="157881" y="7579"/>
                  <a:pt x="160684" y="6852"/>
                  <a:pt x="164768" y="6852"/>
                </a:cubicBezTo>
                <a:cubicBezTo>
                  <a:pt x="168782" y="6852"/>
                  <a:pt x="171533" y="7562"/>
                  <a:pt x="173021" y="8981"/>
                </a:cubicBezTo>
                <a:cubicBezTo>
                  <a:pt x="174510" y="10399"/>
                  <a:pt x="175254" y="13082"/>
                  <a:pt x="175254" y="17027"/>
                </a:cubicBezTo>
                <a:close/>
                <a:moveTo>
                  <a:pt x="271866" y="128012"/>
                </a:moveTo>
                <a:cubicBezTo>
                  <a:pt x="271866" y="129189"/>
                  <a:pt x="271832" y="130210"/>
                  <a:pt x="271762" y="131075"/>
                </a:cubicBezTo>
                <a:cubicBezTo>
                  <a:pt x="271693" y="131940"/>
                  <a:pt x="271572" y="132667"/>
                  <a:pt x="271399" y="133255"/>
                </a:cubicBezTo>
                <a:cubicBezTo>
                  <a:pt x="271226" y="133844"/>
                  <a:pt x="271018" y="134363"/>
                  <a:pt x="270776" y="134813"/>
                </a:cubicBezTo>
                <a:cubicBezTo>
                  <a:pt x="270534" y="135263"/>
                  <a:pt x="269980" y="135920"/>
                  <a:pt x="269115" y="136785"/>
                </a:cubicBezTo>
                <a:cubicBezTo>
                  <a:pt x="268250" y="137651"/>
                  <a:pt x="266779" y="138723"/>
                  <a:pt x="264702" y="140004"/>
                </a:cubicBezTo>
                <a:cubicBezTo>
                  <a:pt x="262626" y="141284"/>
                  <a:pt x="260290" y="142426"/>
                  <a:pt x="257694" y="143430"/>
                </a:cubicBezTo>
                <a:cubicBezTo>
                  <a:pt x="255099" y="144434"/>
                  <a:pt x="252278" y="145247"/>
                  <a:pt x="249233" y="145870"/>
                </a:cubicBezTo>
                <a:cubicBezTo>
                  <a:pt x="246188" y="146493"/>
                  <a:pt x="243038" y="146804"/>
                  <a:pt x="239785" y="146804"/>
                </a:cubicBezTo>
                <a:cubicBezTo>
                  <a:pt x="233071" y="146804"/>
                  <a:pt x="227119" y="145695"/>
                  <a:pt x="221928" y="143475"/>
                </a:cubicBezTo>
                <a:cubicBezTo>
                  <a:pt x="216737" y="141256"/>
                  <a:pt x="212393" y="138014"/>
                  <a:pt x="208898" y="133749"/>
                </a:cubicBezTo>
                <a:cubicBezTo>
                  <a:pt x="205403" y="129483"/>
                  <a:pt x="202738" y="124247"/>
                  <a:pt x="200904" y="118039"/>
                </a:cubicBezTo>
                <a:cubicBezTo>
                  <a:pt x="199070" y="111831"/>
                  <a:pt x="198153" y="104671"/>
                  <a:pt x="198153" y="96558"/>
                </a:cubicBezTo>
                <a:cubicBezTo>
                  <a:pt x="198153" y="87333"/>
                  <a:pt x="199277" y="79409"/>
                  <a:pt x="201527" y="72786"/>
                </a:cubicBezTo>
                <a:cubicBezTo>
                  <a:pt x="203776" y="66163"/>
                  <a:pt x="206856" y="60736"/>
                  <a:pt x="210767" y="56505"/>
                </a:cubicBezTo>
                <a:cubicBezTo>
                  <a:pt x="214678" y="52274"/>
                  <a:pt x="219280" y="49136"/>
                  <a:pt x="224575" y="47090"/>
                </a:cubicBezTo>
                <a:cubicBezTo>
                  <a:pt x="229870" y="45044"/>
                  <a:pt x="235598" y="44020"/>
                  <a:pt x="241758" y="44020"/>
                </a:cubicBezTo>
                <a:cubicBezTo>
                  <a:pt x="244734" y="44020"/>
                  <a:pt x="247624" y="44297"/>
                  <a:pt x="250427" y="44851"/>
                </a:cubicBezTo>
                <a:cubicBezTo>
                  <a:pt x="253230" y="45405"/>
                  <a:pt x="255808" y="46132"/>
                  <a:pt x="258162" y="47031"/>
                </a:cubicBezTo>
                <a:cubicBezTo>
                  <a:pt x="260515" y="47931"/>
                  <a:pt x="262609" y="48969"/>
                  <a:pt x="264443" y="50146"/>
                </a:cubicBezTo>
                <a:cubicBezTo>
                  <a:pt x="266277" y="51323"/>
                  <a:pt x="267609" y="52326"/>
                  <a:pt x="268440" y="53157"/>
                </a:cubicBezTo>
                <a:cubicBezTo>
                  <a:pt x="269271" y="53987"/>
                  <a:pt x="269842" y="54645"/>
                  <a:pt x="270153" y="55129"/>
                </a:cubicBezTo>
                <a:cubicBezTo>
                  <a:pt x="270465" y="55614"/>
                  <a:pt x="270724" y="56185"/>
                  <a:pt x="270932" y="56842"/>
                </a:cubicBezTo>
                <a:cubicBezTo>
                  <a:pt x="271139" y="57500"/>
                  <a:pt x="271278" y="58244"/>
                  <a:pt x="271347" y="59075"/>
                </a:cubicBezTo>
                <a:cubicBezTo>
                  <a:pt x="271416" y="59905"/>
                  <a:pt x="271451" y="60943"/>
                  <a:pt x="271451" y="62189"/>
                </a:cubicBezTo>
                <a:cubicBezTo>
                  <a:pt x="271451" y="64889"/>
                  <a:pt x="271139" y="66775"/>
                  <a:pt x="270516" y="67848"/>
                </a:cubicBezTo>
                <a:cubicBezTo>
                  <a:pt x="269894" y="68920"/>
                  <a:pt x="269132" y="69457"/>
                  <a:pt x="268232" y="69457"/>
                </a:cubicBezTo>
                <a:cubicBezTo>
                  <a:pt x="267194" y="69457"/>
                  <a:pt x="266000" y="68886"/>
                  <a:pt x="264651" y="67744"/>
                </a:cubicBezTo>
                <a:cubicBezTo>
                  <a:pt x="263301" y="66602"/>
                  <a:pt x="261588" y="65339"/>
                  <a:pt x="259511" y="63954"/>
                </a:cubicBezTo>
                <a:cubicBezTo>
                  <a:pt x="257435" y="62570"/>
                  <a:pt x="254926" y="61307"/>
                  <a:pt x="251984" y="60165"/>
                </a:cubicBezTo>
                <a:cubicBezTo>
                  <a:pt x="249043" y="59023"/>
                  <a:pt x="245565" y="58452"/>
                  <a:pt x="241550" y="58452"/>
                </a:cubicBezTo>
                <a:cubicBezTo>
                  <a:pt x="233314" y="58452"/>
                  <a:pt x="226998" y="61628"/>
                  <a:pt x="222603" y="67981"/>
                </a:cubicBezTo>
                <a:cubicBezTo>
                  <a:pt x="218208" y="74331"/>
                  <a:pt x="216010" y="83544"/>
                  <a:pt x="216010" y="95620"/>
                </a:cubicBezTo>
                <a:cubicBezTo>
                  <a:pt x="216010" y="101659"/>
                  <a:pt x="216581" y="106952"/>
                  <a:pt x="217723" y="111498"/>
                </a:cubicBezTo>
                <a:cubicBezTo>
                  <a:pt x="218865" y="116045"/>
                  <a:pt x="220544" y="119845"/>
                  <a:pt x="222758" y="122899"/>
                </a:cubicBezTo>
                <a:cubicBezTo>
                  <a:pt x="224973" y="125953"/>
                  <a:pt x="227690" y="128227"/>
                  <a:pt x="230908" y="129719"/>
                </a:cubicBezTo>
                <a:cubicBezTo>
                  <a:pt x="234127" y="131211"/>
                  <a:pt x="237813" y="131958"/>
                  <a:pt x="241965" y="131958"/>
                </a:cubicBezTo>
                <a:cubicBezTo>
                  <a:pt x="245911" y="131958"/>
                  <a:pt x="249371" y="131335"/>
                  <a:pt x="252348" y="130089"/>
                </a:cubicBezTo>
                <a:cubicBezTo>
                  <a:pt x="255324" y="128843"/>
                  <a:pt x="257902" y="127476"/>
                  <a:pt x="260082" y="125988"/>
                </a:cubicBezTo>
                <a:cubicBezTo>
                  <a:pt x="262263" y="124500"/>
                  <a:pt x="264097" y="123150"/>
                  <a:pt x="265585" y="121939"/>
                </a:cubicBezTo>
                <a:cubicBezTo>
                  <a:pt x="267073" y="120728"/>
                  <a:pt x="268232" y="120122"/>
                  <a:pt x="269063" y="120122"/>
                </a:cubicBezTo>
                <a:cubicBezTo>
                  <a:pt x="269547" y="120122"/>
                  <a:pt x="269963" y="120260"/>
                  <a:pt x="270309" y="120537"/>
                </a:cubicBezTo>
                <a:cubicBezTo>
                  <a:pt x="270655" y="120814"/>
                  <a:pt x="270949" y="121281"/>
                  <a:pt x="271191" y="121939"/>
                </a:cubicBezTo>
                <a:cubicBezTo>
                  <a:pt x="271434" y="122596"/>
                  <a:pt x="271607" y="123427"/>
                  <a:pt x="271710" y="124431"/>
                </a:cubicBezTo>
                <a:cubicBezTo>
                  <a:pt x="271814" y="125434"/>
                  <a:pt x="271866" y="126628"/>
                  <a:pt x="271866" y="128012"/>
                </a:cubicBezTo>
                <a:close/>
                <a:moveTo>
                  <a:pt x="374008" y="91363"/>
                </a:moveTo>
                <a:cubicBezTo>
                  <a:pt x="374008" y="94063"/>
                  <a:pt x="373334" y="95983"/>
                  <a:pt x="371984" y="97125"/>
                </a:cubicBezTo>
                <a:cubicBezTo>
                  <a:pt x="370634" y="98267"/>
                  <a:pt x="369094" y="98838"/>
                  <a:pt x="367364" y="98838"/>
                </a:cubicBezTo>
                <a:lnTo>
                  <a:pt x="306109" y="98838"/>
                </a:lnTo>
                <a:cubicBezTo>
                  <a:pt x="306109" y="104045"/>
                  <a:pt x="306628" y="108731"/>
                  <a:pt x="307666" y="112897"/>
                </a:cubicBezTo>
                <a:cubicBezTo>
                  <a:pt x="308704" y="117062"/>
                  <a:pt x="310435" y="120638"/>
                  <a:pt x="312857" y="123623"/>
                </a:cubicBezTo>
                <a:cubicBezTo>
                  <a:pt x="315280" y="126608"/>
                  <a:pt x="318429" y="128899"/>
                  <a:pt x="322305" y="130498"/>
                </a:cubicBezTo>
                <a:cubicBezTo>
                  <a:pt x="326181" y="132094"/>
                  <a:pt x="330922" y="132892"/>
                  <a:pt x="336529" y="132892"/>
                </a:cubicBezTo>
                <a:cubicBezTo>
                  <a:pt x="340958" y="132892"/>
                  <a:pt x="344904" y="132529"/>
                  <a:pt x="348364" y="131802"/>
                </a:cubicBezTo>
                <a:cubicBezTo>
                  <a:pt x="351825" y="131075"/>
                  <a:pt x="354819" y="130262"/>
                  <a:pt x="357345" y="129362"/>
                </a:cubicBezTo>
                <a:cubicBezTo>
                  <a:pt x="359871" y="128462"/>
                  <a:pt x="361948" y="127649"/>
                  <a:pt x="363574" y="126922"/>
                </a:cubicBezTo>
                <a:cubicBezTo>
                  <a:pt x="365201" y="126196"/>
                  <a:pt x="366429" y="125832"/>
                  <a:pt x="367260" y="125832"/>
                </a:cubicBezTo>
                <a:cubicBezTo>
                  <a:pt x="367744" y="125832"/>
                  <a:pt x="368177" y="125953"/>
                  <a:pt x="368558" y="126196"/>
                </a:cubicBezTo>
                <a:cubicBezTo>
                  <a:pt x="368938" y="126438"/>
                  <a:pt x="369233" y="126801"/>
                  <a:pt x="369440" y="127286"/>
                </a:cubicBezTo>
                <a:cubicBezTo>
                  <a:pt x="369648" y="127770"/>
                  <a:pt x="369804" y="128445"/>
                  <a:pt x="369907" y="129310"/>
                </a:cubicBezTo>
                <a:cubicBezTo>
                  <a:pt x="370011" y="130175"/>
                  <a:pt x="370063" y="131231"/>
                  <a:pt x="370063" y="132477"/>
                </a:cubicBezTo>
                <a:cubicBezTo>
                  <a:pt x="370063" y="133377"/>
                  <a:pt x="370029" y="134155"/>
                  <a:pt x="369959" y="134813"/>
                </a:cubicBezTo>
                <a:cubicBezTo>
                  <a:pt x="369890" y="135470"/>
                  <a:pt x="369804" y="136059"/>
                  <a:pt x="369700" y="136578"/>
                </a:cubicBezTo>
                <a:cubicBezTo>
                  <a:pt x="369596" y="137097"/>
                  <a:pt x="369423" y="137564"/>
                  <a:pt x="369181" y="137979"/>
                </a:cubicBezTo>
                <a:cubicBezTo>
                  <a:pt x="368938" y="138395"/>
                  <a:pt x="368627" y="138793"/>
                  <a:pt x="368246" y="139173"/>
                </a:cubicBezTo>
                <a:cubicBezTo>
                  <a:pt x="367866" y="139554"/>
                  <a:pt x="366741" y="140177"/>
                  <a:pt x="364872" y="141042"/>
                </a:cubicBezTo>
                <a:cubicBezTo>
                  <a:pt x="363003" y="141907"/>
                  <a:pt x="360581" y="142755"/>
                  <a:pt x="357604" y="143586"/>
                </a:cubicBezTo>
                <a:cubicBezTo>
                  <a:pt x="354628" y="144416"/>
                  <a:pt x="351185" y="145160"/>
                  <a:pt x="347274" y="145818"/>
                </a:cubicBezTo>
                <a:cubicBezTo>
                  <a:pt x="343364" y="146475"/>
                  <a:pt x="339193" y="146804"/>
                  <a:pt x="334764" y="146804"/>
                </a:cubicBezTo>
                <a:cubicBezTo>
                  <a:pt x="327081" y="146804"/>
                  <a:pt x="320350" y="145730"/>
                  <a:pt x="314570" y="143582"/>
                </a:cubicBezTo>
                <a:cubicBezTo>
                  <a:pt x="308791" y="141435"/>
                  <a:pt x="303929" y="138248"/>
                  <a:pt x="299983" y="134021"/>
                </a:cubicBezTo>
                <a:cubicBezTo>
                  <a:pt x="296038" y="129795"/>
                  <a:pt x="293062" y="124494"/>
                  <a:pt x="291055" y="118120"/>
                </a:cubicBezTo>
                <a:cubicBezTo>
                  <a:pt x="289047" y="111746"/>
                  <a:pt x="288044" y="104332"/>
                  <a:pt x="288044" y="95880"/>
                </a:cubicBezTo>
                <a:cubicBezTo>
                  <a:pt x="288044" y="87842"/>
                  <a:pt x="289082" y="80619"/>
                  <a:pt x="291158" y="74210"/>
                </a:cubicBezTo>
                <a:cubicBezTo>
                  <a:pt x="293235" y="67801"/>
                  <a:pt x="296228" y="62362"/>
                  <a:pt x="300139" y="57894"/>
                </a:cubicBezTo>
                <a:cubicBezTo>
                  <a:pt x="304050" y="53425"/>
                  <a:pt x="308774" y="49996"/>
                  <a:pt x="314311" y="47606"/>
                </a:cubicBezTo>
                <a:cubicBezTo>
                  <a:pt x="319848" y="45216"/>
                  <a:pt x="326043" y="44020"/>
                  <a:pt x="332895" y="44020"/>
                </a:cubicBezTo>
                <a:cubicBezTo>
                  <a:pt x="340232" y="44020"/>
                  <a:pt x="346478" y="45197"/>
                  <a:pt x="351635" y="47550"/>
                </a:cubicBezTo>
                <a:cubicBezTo>
                  <a:pt x="356791" y="49904"/>
                  <a:pt x="361031" y="53070"/>
                  <a:pt x="364353" y="57050"/>
                </a:cubicBezTo>
                <a:cubicBezTo>
                  <a:pt x="367675" y="61030"/>
                  <a:pt x="370115" y="65702"/>
                  <a:pt x="371672" y="71066"/>
                </a:cubicBezTo>
                <a:cubicBezTo>
                  <a:pt x="373230" y="76430"/>
                  <a:pt x="374008" y="82158"/>
                  <a:pt x="374008" y="88249"/>
                </a:cubicBezTo>
                <a:lnTo>
                  <a:pt x="374008" y="91363"/>
                </a:lnTo>
                <a:moveTo>
                  <a:pt x="356774" y="86276"/>
                </a:moveTo>
                <a:cubicBezTo>
                  <a:pt x="356982" y="77278"/>
                  <a:pt x="354992" y="70218"/>
                  <a:pt x="350804" y="65096"/>
                </a:cubicBezTo>
                <a:cubicBezTo>
                  <a:pt x="346617" y="59974"/>
                  <a:pt x="340405" y="57414"/>
                  <a:pt x="332168" y="57414"/>
                </a:cubicBezTo>
                <a:cubicBezTo>
                  <a:pt x="327946" y="57414"/>
                  <a:pt x="324243" y="58209"/>
                  <a:pt x="321059" y="59801"/>
                </a:cubicBezTo>
                <a:cubicBezTo>
                  <a:pt x="317875" y="61393"/>
                  <a:pt x="315211" y="63504"/>
                  <a:pt x="313065" y="66135"/>
                </a:cubicBezTo>
                <a:cubicBezTo>
                  <a:pt x="310919" y="68765"/>
                  <a:pt x="309258" y="71827"/>
                  <a:pt x="308081" y="75323"/>
                </a:cubicBezTo>
                <a:cubicBezTo>
                  <a:pt x="306905" y="78818"/>
                  <a:pt x="306247" y="82469"/>
                  <a:pt x="306109" y="86276"/>
                </a:cubicBezTo>
                <a:lnTo>
                  <a:pt x="356774" y="86276"/>
                </a:lnTo>
                <a:close/>
                <a:moveTo>
                  <a:pt x="482759" y="84926"/>
                </a:moveTo>
                <a:cubicBezTo>
                  <a:pt x="482759" y="86241"/>
                  <a:pt x="482655" y="87366"/>
                  <a:pt x="482447" y="88301"/>
                </a:cubicBezTo>
                <a:cubicBezTo>
                  <a:pt x="482240" y="89235"/>
                  <a:pt x="481963" y="90014"/>
                  <a:pt x="481617" y="90637"/>
                </a:cubicBezTo>
                <a:cubicBezTo>
                  <a:pt x="481271" y="91259"/>
                  <a:pt x="480855" y="91709"/>
                  <a:pt x="480371" y="91986"/>
                </a:cubicBezTo>
                <a:cubicBezTo>
                  <a:pt x="479886" y="92263"/>
                  <a:pt x="479367" y="92402"/>
                  <a:pt x="478813" y="92402"/>
                </a:cubicBezTo>
                <a:lnTo>
                  <a:pt x="444760" y="92402"/>
                </a:lnTo>
                <a:lnTo>
                  <a:pt x="444760" y="130193"/>
                </a:lnTo>
                <a:cubicBezTo>
                  <a:pt x="444760" y="130746"/>
                  <a:pt x="444621" y="131214"/>
                  <a:pt x="444345" y="131594"/>
                </a:cubicBezTo>
                <a:cubicBezTo>
                  <a:pt x="444068" y="131975"/>
                  <a:pt x="443635" y="132304"/>
                  <a:pt x="443047" y="132581"/>
                </a:cubicBezTo>
                <a:cubicBezTo>
                  <a:pt x="442458" y="132857"/>
                  <a:pt x="441680" y="133082"/>
                  <a:pt x="440711" y="133255"/>
                </a:cubicBezTo>
                <a:cubicBezTo>
                  <a:pt x="439742" y="133428"/>
                  <a:pt x="438531" y="133515"/>
                  <a:pt x="437077" y="133515"/>
                </a:cubicBezTo>
                <a:cubicBezTo>
                  <a:pt x="435693" y="133515"/>
                  <a:pt x="434499" y="133428"/>
                  <a:pt x="433495" y="133255"/>
                </a:cubicBezTo>
                <a:cubicBezTo>
                  <a:pt x="432492" y="133082"/>
                  <a:pt x="431696" y="132857"/>
                  <a:pt x="431107" y="132581"/>
                </a:cubicBezTo>
                <a:cubicBezTo>
                  <a:pt x="430519" y="132304"/>
                  <a:pt x="430086" y="131975"/>
                  <a:pt x="429810" y="131594"/>
                </a:cubicBezTo>
                <a:cubicBezTo>
                  <a:pt x="429533" y="131214"/>
                  <a:pt x="429394" y="130746"/>
                  <a:pt x="429394" y="130193"/>
                </a:cubicBezTo>
                <a:lnTo>
                  <a:pt x="429394" y="92402"/>
                </a:lnTo>
                <a:lnTo>
                  <a:pt x="395341" y="92402"/>
                </a:lnTo>
                <a:cubicBezTo>
                  <a:pt x="394718" y="92402"/>
                  <a:pt x="394181" y="92263"/>
                  <a:pt x="393731" y="91986"/>
                </a:cubicBezTo>
                <a:cubicBezTo>
                  <a:pt x="393282" y="91709"/>
                  <a:pt x="392884" y="91259"/>
                  <a:pt x="392537" y="90637"/>
                </a:cubicBezTo>
                <a:cubicBezTo>
                  <a:pt x="392191" y="90014"/>
                  <a:pt x="391915" y="89235"/>
                  <a:pt x="391707" y="88301"/>
                </a:cubicBezTo>
                <a:cubicBezTo>
                  <a:pt x="391499" y="87366"/>
                  <a:pt x="391395" y="86241"/>
                  <a:pt x="391395" y="84926"/>
                </a:cubicBezTo>
                <a:cubicBezTo>
                  <a:pt x="391395" y="83680"/>
                  <a:pt x="391499" y="82590"/>
                  <a:pt x="391707" y="81656"/>
                </a:cubicBezTo>
                <a:cubicBezTo>
                  <a:pt x="391915" y="80722"/>
                  <a:pt x="392191" y="79943"/>
                  <a:pt x="392537" y="79320"/>
                </a:cubicBezTo>
                <a:cubicBezTo>
                  <a:pt x="392884" y="78697"/>
                  <a:pt x="393282" y="78247"/>
                  <a:pt x="393731" y="77970"/>
                </a:cubicBezTo>
                <a:cubicBezTo>
                  <a:pt x="394181" y="77693"/>
                  <a:pt x="394683" y="77555"/>
                  <a:pt x="395237" y="77555"/>
                </a:cubicBezTo>
                <a:lnTo>
                  <a:pt x="429394" y="77555"/>
                </a:lnTo>
                <a:lnTo>
                  <a:pt x="429394" y="39670"/>
                </a:lnTo>
                <a:cubicBezTo>
                  <a:pt x="429394" y="39114"/>
                  <a:pt x="429533" y="38611"/>
                  <a:pt x="429810" y="38161"/>
                </a:cubicBezTo>
                <a:cubicBezTo>
                  <a:pt x="430086" y="37709"/>
                  <a:pt x="430519" y="37327"/>
                  <a:pt x="431107" y="37016"/>
                </a:cubicBezTo>
                <a:cubicBezTo>
                  <a:pt x="431696" y="36702"/>
                  <a:pt x="432492" y="36459"/>
                  <a:pt x="433495" y="36286"/>
                </a:cubicBezTo>
                <a:cubicBezTo>
                  <a:pt x="434499" y="36113"/>
                  <a:pt x="435693" y="36026"/>
                  <a:pt x="437077" y="36026"/>
                </a:cubicBezTo>
                <a:cubicBezTo>
                  <a:pt x="438531" y="36026"/>
                  <a:pt x="439742" y="36113"/>
                  <a:pt x="440711" y="36286"/>
                </a:cubicBezTo>
                <a:cubicBezTo>
                  <a:pt x="441680" y="36459"/>
                  <a:pt x="442458" y="36702"/>
                  <a:pt x="443047" y="37016"/>
                </a:cubicBezTo>
                <a:cubicBezTo>
                  <a:pt x="443635" y="37327"/>
                  <a:pt x="444068" y="37709"/>
                  <a:pt x="444345" y="38161"/>
                </a:cubicBezTo>
                <a:cubicBezTo>
                  <a:pt x="444621" y="38611"/>
                  <a:pt x="444760" y="39114"/>
                  <a:pt x="444760" y="39670"/>
                </a:cubicBezTo>
                <a:lnTo>
                  <a:pt x="444760" y="77555"/>
                </a:lnTo>
                <a:lnTo>
                  <a:pt x="478917" y="77555"/>
                </a:lnTo>
                <a:cubicBezTo>
                  <a:pt x="479471" y="77555"/>
                  <a:pt x="479973" y="77693"/>
                  <a:pt x="480423" y="77970"/>
                </a:cubicBezTo>
                <a:cubicBezTo>
                  <a:pt x="480873" y="78247"/>
                  <a:pt x="481288" y="78697"/>
                  <a:pt x="481669" y="79320"/>
                </a:cubicBezTo>
                <a:cubicBezTo>
                  <a:pt x="482049" y="79943"/>
                  <a:pt x="482326" y="80722"/>
                  <a:pt x="482499" y="81656"/>
                </a:cubicBezTo>
                <a:cubicBezTo>
                  <a:pt x="482672" y="82590"/>
                  <a:pt x="482759" y="83680"/>
                  <a:pt x="482759" y="84926"/>
                </a:cubicBezTo>
                <a:close/>
                <a:moveTo>
                  <a:pt x="586110" y="137668"/>
                </a:moveTo>
                <a:cubicBezTo>
                  <a:pt x="586110" y="138983"/>
                  <a:pt x="586006" y="140090"/>
                  <a:pt x="585799" y="140990"/>
                </a:cubicBezTo>
                <a:cubicBezTo>
                  <a:pt x="585591" y="141890"/>
                  <a:pt x="585314" y="142617"/>
                  <a:pt x="584968" y="143170"/>
                </a:cubicBezTo>
                <a:cubicBezTo>
                  <a:pt x="584622" y="143724"/>
                  <a:pt x="584224" y="144122"/>
                  <a:pt x="583774" y="144364"/>
                </a:cubicBezTo>
                <a:cubicBezTo>
                  <a:pt x="583324" y="144607"/>
                  <a:pt x="582857" y="144728"/>
                  <a:pt x="582373" y="144728"/>
                </a:cubicBezTo>
                <a:lnTo>
                  <a:pt x="512189" y="144728"/>
                </a:lnTo>
                <a:cubicBezTo>
                  <a:pt x="511705" y="144728"/>
                  <a:pt x="511255" y="144607"/>
                  <a:pt x="510839" y="144364"/>
                </a:cubicBezTo>
                <a:cubicBezTo>
                  <a:pt x="510424" y="144122"/>
                  <a:pt x="510026" y="143724"/>
                  <a:pt x="509645" y="143170"/>
                </a:cubicBezTo>
                <a:cubicBezTo>
                  <a:pt x="509265" y="142617"/>
                  <a:pt x="508971" y="141890"/>
                  <a:pt x="508763" y="140990"/>
                </a:cubicBezTo>
                <a:cubicBezTo>
                  <a:pt x="508555" y="140090"/>
                  <a:pt x="508451" y="138983"/>
                  <a:pt x="508451" y="137668"/>
                </a:cubicBezTo>
                <a:cubicBezTo>
                  <a:pt x="508451" y="136422"/>
                  <a:pt x="508555" y="135349"/>
                  <a:pt x="508763" y="134449"/>
                </a:cubicBezTo>
                <a:cubicBezTo>
                  <a:pt x="508971" y="133550"/>
                  <a:pt x="509230" y="132806"/>
                  <a:pt x="509542" y="132217"/>
                </a:cubicBezTo>
                <a:cubicBezTo>
                  <a:pt x="509853" y="131629"/>
                  <a:pt x="510234" y="131179"/>
                  <a:pt x="510684" y="130868"/>
                </a:cubicBezTo>
                <a:cubicBezTo>
                  <a:pt x="511134" y="130556"/>
                  <a:pt x="511635" y="130400"/>
                  <a:pt x="512189" y="130400"/>
                </a:cubicBezTo>
                <a:lnTo>
                  <a:pt x="540221" y="130400"/>
                </a:lnTo>
                <a:lnTo>
                  <a:pt x="540221" y="28136"/>
                </a:lnTo>
                <a:lnTo>
                  <a:pt x="514266" y="43709"/>
                </a:lnTo>
                <a:cubicBezTo>
                  <a:pt x="512950" y="44401"/>
                  <a:pt x="511895" y="44816"/>
                  <a:pt x="511099" y="44955"/>
                </a:cubicBezTo>
                <a:cubicBezTo>
                  <a:pt x="510303" y="45093"/>
                  <a:pt x="509663" y="44938"/>
                  <a:pt x="509178" y="44488"/>
                </a:cubicBezTo>
                <a:cubicBezTo>
                  <a:pt x="508694" y="44038"/>
                  <a:pt x="508365" y="43293"/>
                  <a:pt x="508192" y="42252"/>
                </a:cubicBezTo>
                <a:cubicBezTo>
                  <a:pt x="508019" y="41210"/>
                  <a:pt x="507932" y="39890"/>
                  <a:pt x="507932" y="38294"/>
                </a:cubicBezTo>
                <a:cubicBezTo>
                  <a:pt x="507932" y="37113"/>
                  <a:pt x="507984" y="36106"/>
                  <a:pt x="508088" y="35273"/>
                </a:cubicBezTo>
                <a:cubicBezTo>
                  <a:pt x="508192" y="34441"/>
                  <a:pt x="508348" y="33746"/>
                  <a:pt x="508555" y="33191"/>
                </a:cubicBezTo>
                <a:cubicBezTo>
                  <a:pt x="508763" y="32635"/>
                  <a:pt x="509057" y="32149"/>
                  <a:pt x="509438" y="31734"/>
                </a:cubicBezTo>
                <a:cubicBezTo>
                  <a:pt x="509818" y="31316"/>
                  <a:pt x="510320" y="30900"/>
                  <a:pt x="510943" y="30485"/>
                </a:cubicBezTo>
                <a:lnTo>
                  <a:pt x="541882" y="10593"/>
                </a:lnTo>
                <a:cubicBezTo>
                  <a:pt x="542159" y="10385"/>
                  <a:pt x="542505" y="10212"/>
                  <a:pt x="542920" y="10074"/>
                </a:cubicBezTo>
                <a:cubicBezTo>
                  <a:pt x="543336" y="9933"/>
                  <a:pt x="543855" y="9794"/>
                  <a:pt x="544478" y="9655"/>
                </a:cubicBezTo>
                <a:cubicBezTo>
                  <a:pt x="545101" y="9517"/>
                  <a:pt x="545827" y="9431"/>
                  <a:pt x="546658" y="9396"/>
                </a:cubicBezTo>
                <a:cubicBezTo>
                  <a:pt x="547489" y="9361"/>
                  <a:pt x="548527" y="9344"/>
                  <a:pt x="549773" y="9344"/>
                </a:cubicBezTo>
                <a:cubicBezTo>
                  <a:pt x="551434" y="9344"/>
                  <a:pt x="552818" y="9413"/>
                  <a:pt x="553925" y="9552"/>
                </a:cubicBezTo>
                <a:cubicBezTo>
                  <a:pt x="555033" y="9690"/>
                  <a:pt x="555898" y="9880"/>
                  <a:pt x="556521" y="10123"/>
                </a:cubicBezTo>
                <a:cubicBezTo>
                  <a:pt x="557144" y="10365"/>
                  <a:pt x="557559" y="10677"/>
                  <a:pt x="557767" y="11060"/>
                </a:cubicBezTo>
                <a:cubicBezTo>
                  <a:pt x="557975" y="11441"/>
                  <a:pt x="558078" y="11839"/>
                  <a:pt x="558078" y="12254"/>
                </a:cubicBezTo>
                <a:lnTo>
                  <a:pt x="558078" y="130400"/>
                </a:lnTo>
                <a:lnTo>
                  <a:pt x="582373" y="130400"/>
                </a:lnTo>
                <a:cubicBezTo>
                  <a:pt x="582926" y="130400"/>
                  <a:pt x="583446" y="130556"/>
                  <a:pt x="583930" y="130868"/>
                </a:cubicBezTo>
                <a:cubicBezTo>
                  <a:pt x="584415" y="131179"/>
                  <a:pt x="584813" y="131629"/>
                  <a:pt x="585124" y="132217"/>
                </a:cubicBezTo>
                <a:cubicBezTo>
                  <a:pt x="585435" y="132806"/>
                  <a:pt x="585678" y="133550"/>
                  <a:pt x="585851" y="134449"/>
                </a:cubicBezTo>
                <a:cubicBezTo>
                  <a:pt x="586024" y="135349"/>
                  <a:pt x="586110" y="136422"/>
                  <a:pt x="586110" y="137668"/>
                </a:cubicBezTo>
                <a:close/>
                <a:moveTo>
                  <a:pt x="769024" y="64937"/>
                </a:moveTo>
                <a:cubicBezTo>
                  <a:pt x="769024" y="69648"/>
                  <a:pt x="768730" y="74463"/>
                  <a:pt x="768142" y="79382"/>
                </a:cubicBezTo>
                <a:cubicBezTo>
                  <a:pt x="767554" y="84300"/>
                  <a:pt x="766602" y="89080"/>
                  <a:pt x="765287" y="93722"/>
                </a:cubicBezTo>
                <a:cubicBezTo>
                  <a:pt x="763972" y="98364"/>
                  <a:pt x="762241" y="102746"/>
                  <a:pt x="760096" y="106868"/>
                </a:cubicBezTo>
                <a:cubicBezTo>
                  <a:pt x="757950" y="110989"/>
                  <a:pt x="755320" y="114609"/>
                  <a:pt x="752205" y="117728"/>
                </a:cubicBezTo>
                <a:cubicBezTo>
                  <a:pt x="749091" y="120844"/>
                  <a:pt x="745474" y="123286"/>
                  <a:pt x="741356" y="125053"/>
                </a:cubicBezTo>
                <a:cubicBezTo>
                  <a:pt x="737238" y="126818"/>
                  <a:pt x="732514" y="127701"/>
                  <a:pt x="727184" y="127701"/>
                </a:cubicBezTo>
                <a:cubicBezTo>
                  <a:pt x="724346" y="127701"/>
                  <a:pt x="721716" y="127372"/>
                  <a:pt x="719294" y="126715"/>
                </a:cubicBezTo>
                <a:cubicBezTo>
                  <a:pt x="716871" y="126055"/>
                  <a:pt x="714726" y="125102"/>
                  <a:pt x="712857" y="123856"/>
                </a:cubicBezTo>
                <a:cubicBezTo>
                  <a:pt x="710988" y="122608"/>
                  <a:pt x="709413" y="120997"/>
                  <a:pt x="708133" y="119022"/>
                </a:cubicBezTo>
                <a:cubicBezTo>
                  <a:pt x="706852" y="117045"/>
                  <a:pt x="705970" y="114775"/>
                  <a:pt x="705485" y="112212"/>
                </a:cubicBezTo>
                <a:cubicBezTo>
                  <a:pt x="702717" y="114985"/>
                  <a:pt x="700035" y="117359"/>
                  <a:pt x="697439" y="119334"/>
                </a:cubicBezTo>
                <a:cubicBezTo>
                  <a:pt x="694844" y="121308"/>
                  <a:pt x="692300" y="122920"/>
                  <a:pt x="689808" y="124168"/>
                </a:cubicBezTo>
                <a:cubicBezTo>
                  <a:pt x="687317" y="125414"/>
                  <a:pt x="684877" y="126314"/>
                  <a:pt x="682489" y="126870"/>
                </a:cubicBezTo>
                <a:cubicBezTo>
                  <a:pt x="680101" y="127424"/>
                  <a:pt x="677765" y="127701"/>
                  <a:pt x="675481" y="127701"/>
                </a:cubicBezTo>
                <a:cubicBezTo>
                  <a:pt x="672505" y="127701"/>
                  <a:pt x="669875" y="127407"/>
                  <a:pt x="667590" y="126818"/>
                </a:cubicBezTo>
                <a:cubicBezTo>
                  <a:pt x="665306" y="126228"/>
                  <a:pt x="663282" y="125362"/>
                  <a:pt x="661517" y="124220"/>
                </a:cubicBezTo>
                <a:cubicBezTo>
                  <a:pt x="659752" y="123075"/>
                  <a:pt x="658246" y="121672"/>
                  <a:pt x="657001" y="120008"/>
                </a:cubicBezTo>
                <a:cubicBezTo>
                  <a:pt x="655755" y="118345"/>
                  <a:pt x="654717" y="116474"/>
                  <a:pt x="653886" y="114396"/>
                </a:cubicBezTo>
                <a:cubicBezTo>
                  <a:pt x="653055" y="112317"/>
                  <a:pt x="652467" y="110031"/>
                  <a:pt x="652121" y="107537"/>
                </a:cubicBezTo>
                <a:cubicBezTo>
                  <a:pt x="651775" y="105041"/>
                  <a:pt x="651602" y="102337"/>
                  <a:pt x="651602" y="99426"/>
                </a:cubicBezTo>
                <a:cubicBezTo>
                  <a:pt x="651602" y="96445"/>
                  <a:pt x="651844" y="93032"/>
                  <a:pt x="652329" y="89186"/>
                </a:cubicBezTo>
                <a:cubicBezTo>
                  <a:pt x="652813" y="85341"/>
                  <a:pt x="653609" y="81374"/>
                  <a:pt x="654717" y="77286"/>
                </a:cubicBezTo>
                <a:cubicBezTo>
                  <a:pt x="655824" y="73196"/>
                  <a:pt x="657347" y="69193"/>
                  <a:pt x="659285" y="65278"/>
                </a:cubicBezTo>
                <a:cubicBezTo>
                  <a:pt x="661223" y="61363"/>
                  <a:pt x="663628" y="57863"/>
                  <a:pt x="666500" y="54779"/>
                </a:cubicBezTo>
                <a:cubicBezTo>
                  <a:pt x="669373" y="51695"/>
                  <a:pt x="672782" y="49200"/>
                  <a:pt x="676727" y="47294"/>
                </a:cubicBezTo>
                <a:cubicBezTo>
                  <a:pt x="680672" y="45389"/>
                  <a:pt x="685275" y="44436"/>
                  <a:pt x="690535" y="44436"/>
                </a:cubicBezTo>
                <a:cubicBezTo>
                  <a:pt x="692750" y="44436"/>
                  <a:pt x="694878" y="44696"/>
                  <a:pt x="696920" y="45218"/>
                </a:cubicBezTo>
                <a:cubicBezTo>
                  <a:pt x="698962" y="45737"/>
                  <a:pt x="700917" y="46551"/>
                  <a:pt x="702786" y="47661"/>
                </a:cubicBezTo>
                <a:cubicBezTo>
                  <a:pt x="704655" y="48768"/>
                  <a:pt x="706454" y="50154"/>
                  <a:pt x="708185" y="51817"/>
                </a:cubicBezTo>
                <a:cubicBezTo>
                  <a:pt x="709915" y="53480"/>
                  <a:pt x="711680" y="55455"/>
                  <a:pt x="713480" y="57741"/>
                </a:cubicBezTo>
                <a:lnTo>
                  <a:pt x="715245" y="48592"/>
                </a:lnTo>
                <a:cubicBezTo>
                  <a:pt x="715522" y="47623"/>
                  <a:pt x="716144" y="46896"/>
                  <a:pt x="717113" y="46412"/>
                </a:cubicBezTo>
                <a:cubicBezTo>
                  <a:pt x="718082" y="45925"/>
                  <a:pt x="719882" y="45682"/>
                  <a:pt x="722512" y="45682"/>
                </a:cubicBezTo>
                <a:cubicBezTo>
                  <a:pt x="723758" y="45682"/>
                  <a:pt x="724814" y="45751"/>
                  <a:pt x="725679" y="45889"/>
                </a:cubicBezTo>
                <a:cubicBezTo>
                  <a:pt x="726544" y="46028"/>
                  <a:pt x="727219" y="46218"/>
                  <a:pt x="727703" y="46460"/>
                </a:cubicBezTo>
                <a:cubicBezTo>
                  <a:pt x="728188" y="46703"/>
                  <a:pt x="728517" y="46998"/>
                  <a:pt x="728690" y="47346"/>
                </a:cubicBezTo>
                <a:cubicBezTo>
                  <a:pt x="728863" y="47692"/>
                  <a:pt x="728880" y="48107"/>
                  <a:pt x="728742" y="48592"/>
                </a:cubicBezTo>
                <a:lnTo>
                  <a:pt x="719501" y="96412"/>
                </a:lnTo>
                <a:cubicBezTo>
                  <a:pt x="718394" y="102446"/>
                  <a:pt x="718671" y="106903"/>
                  <a:pt x="720332" y="109782"/>
                </a:cubicBezTo>
                <a:cubicBezTo>
                  <a:pt x="721993" y="112661"/>
                  <a:pt x="725142" y="114100"/>
                  <a:pt x="729780" y="114100"/>
                </a:cubicBezTo>
                <a:cubicBezTo>
                  <a:pt x="732618" y="114100"/>
                  <a:pt x="735178" y="113391"/>
                  <a:pt x="737463" y="111972"/>
                </a:cubicBezTo>
                <a:cubicBezTo>
                  <a:pt x="739747" y="110551"/>
                  <a:pt x="741754" y="108628"/>
                  <a:pt x="743484" y="106203"/>
                </a:cubicBezTo>
                <a:cubicBezTo>
                  <a:pt x="745215" y="103776"/>
                  <a:pt x="746668" y="100953"/>
                  <a:pt x="747845" y="97732"/>
                </a:cubicBezTo>
                <a:cubicBezTo>
                  <a:pt x="749021" y="94509"/>
                  <a:pt x="749990" y="91113"/>
                  <a:pt x="750752" y="87545"/>
                </a:cubicBezTo>
                <a:cubicBezTo>
                  <a:pt x="751513" y="83976"/>
                  <a:pt x="752067" y="80320"/>
                  <a:pt x="752413" y="76578"/>
                </a:cubicBezTo>
                <a:cubicBezTo>
                  <a:pt x="752759" y="72836"/>
                  <a:pt x="752932" y="69233"/>
                  <a:pt x="752932" y="65768"/>
                </a:cubicBezTo>
                <a:cubicBezTo>
                  <a:pt x="752932" y="59740"/>
                  <a:pt x="752119" y="54007"/>
                  <a:pt x="750492" y="48569"/>
                </a:cubicBezTo>
                <a:cubicBezTo>
                  <a:pt x="748866" y="43129"/>
                  <a:pt x="746080" y="38348"/>
                  <a:pt x="742135" y="34226"/>
                </a:cubicBezTo>
                <a:cubicBezTo>
                  <a:pt x="738189" y="30103"/>
                  <a:pt x="732912" y="26812"/>
                  <a:pt x="726302" y="24353"/>
                </a:cubicBezTo>
                <a:cubicBezTo>
                  <a:pt x="719692" y="21891"/>
                  <a:pt x="711403" y="20661"/>
                  <a:pt x="701436" y="20661"/>
                </a:cubicBezTo>
                <a:cubicBezTo>
                  <a:pt x="693269" y="20661"/>
                  <a:pt x="686002" y="21561"/>
                  <a:pt x="679634" y="23363"/>
                </a:cubicBezTo>
                <a:cubicBezTo>
                  <a:pt x="673266" y="25163"/>
                  <a:pt x="667660" y="27604"/>
                  <a:pt x="662815" y="30686"/>
                </a:cubicBezTo>
                <a:cubicBezTo>
                  <a:pt x="657970" y="33768"/>
                  <a:pt x="653817" y="37319"/>
                  <a:pt x="650356" y="41337"/>
                </a:cubicBezTo>
                <a:cubicBezTo>
                  <a:pt x="646895" y="45354"/>
                  <a:pt x="643971" y="49631"/>
                  <a:pt x="641583" y="54169"/>
                </a:cubicBezTo>
                <a:cubicBezTo>
                  <a:pt x="639195" y="58707"/>
                  <a:pt x="637274" y="63349"/>
                  <a:pt x="635821" y="68094"/>
                </a:cubicBezTo>
                <a:cubicBezTo>
                  <a:pt x="634367" y="72838"/>
                  <a:pt x="633260" y="77409"/>
                  <a:pt x="632499" y="81808"/>
                </a:cubicBezTo>
                <a:cubicBezTo>
                  <a:pt x="631737" y="86206"/>
                  <a:pt x="631235" y="90345"/>
                  <a:pt x="630993" y="94225"/>
                </a:cubicBezTo>
                <a:cubicBezTo>
                  <a:pt x="630751" y="98103"/>
                  <a:pt x="630630" y="101393"/>
                  <a:pt x="630630" y="104094"/>
                </a:cubicBezTo>
                <a:cubicBezTo>
                  <a:pt x="630630" y="111782"/>
                  <a:pt x="631512" y="118812"/>
                  <a:pt x="633277" y="125187"/>
                </a:cubicBezTo>
                <a:cubicBezTo>
                  <a:pt x="635042" y="131559"/>
                  <a:pt x="638105" y="137065"/>
                  <a:pt x="642466" y="141707"/>
                </a:cubicBezTo>
                <a:cubicBezTo>
                  <a:pt x="646826" y="146347"/>
                  <a:pt x="652675" y="149948"/>
                  <a:pt x="660011" y="152511"/>
                </a:cubicBezTo>
                <a:cubicBezTo>
                  <a:pt x="667348" y="155074"/>
                  <a:pt x="676588" y="156356"/>
                  <a:pt x="687732" y="156356"/>
                </a:cubicBezTo>
                <a:cubicBezTo>
                  <a:pt x="692785" y="156356"/>
                  <a:pt x="697353" y="156067"/>
                  <a:pt x="701436" y="155490"/>
                </a:cubicBezTo>
                <a:cubicBezTo>
                  <a:pt x="705520" y="154912"/>
                  <a:pt x="709067" y="154301"/>
                  <a:pt x="712078" y="153656"/>
                </a:cubicBezTo>
                <a:cubicBezTo>
                  <a:pt x="715089" y="153012"/>
                  <a:pt x="717529" y="152401"/>
                  <a:pt x="719398" y="151823"/>
                </a:cubicBezTo>
                <a:cubicBezTo>
                  <a:pt x="721266" y="151246"/>
                  <a:pt x="722547" y="150957"/>
                  <a:pt x="723239" y="150957"/>
                </a:cubicBezTo>
                <a:cubicBezTo>
                  <a:pt x="723654" y="150957"/>
                  <a:pt x="724018" y="151078"/>
                  <a:pt x="724329" y="151320"/>
                </a:cubicBezTo>
                <a:cubicBezTo>
                  <a:pt x="724641" y="151563"/>
                  <a:pt x="724883" y="151943"/>
                  <a:pt x="725056" y="152462"/>
                </a:cubicBezTo>
                <a:cubicBezTo>
                  <a:pt x="725229" y="152982"/>
                  <a:pt x="725350" y="153639"/>
                  <a:pt x="725419" y="154435"/>
                </a:cubicBezTo>
                <a:cubicBezTo>
                  <a:pt x="725488" y="155231"/>
                  <a:pt x="725523" y="156217"/>
                  <a:pt x="725523" y="157394"/>
                </a:cubicBezTo>
                <a:cubicBezTo>
                  <a:pt x="725523" y="158363"/>
                  <a:pt x="725506" y="159159"/>
                  <a:pt x="725471" y="159782"/>
                </a:cubicBezTo>
                <a:cubicBezTo>
                  <a:pt x="725437" y="160405"/>
                  <a:pt x="725350" y="160976"/>
                  <a:pt x="725212" y="161495"/>
                </a:cubicBezTo>
                <a:cubicBezTo>
                  <a:pt x="725073" y="162014"/>
                  <a:pt x="724883" y="162481"/>
                  <a:pt x="724641" y="162897"/>
                </a:cubicBezTo>
                <a:cubicBezTo>
                  <a:pt x="724398" y="163312"/>
                  <a:pt x="724070" y="163693"/>
                  <a:pt x="723654" y="164039"/>
                </a:cubicBezTo>
                <a:cubicBezTo>
                  <a:pt x="723239" y="164385"/>
                  <a:pt x="722045" y="164897"/>
                  <a:pt x="720072" y="165576"/>
                </a:cubicBezTo>
                <a:cubicBezTo>
                  <a:pt x="718100" y="166256"/>
                  <a:pt x="715435" y="166935"/>
                  <a:pt x="712078" y="167614"/>
                </a:cubicBezTo>
                <a:cubicBezTo>
                  <a:pt x="708721" y="168293"/>
                  <a:pt x="704793" y="168871"/>
                  <a:pt x="700294" y="169347"/>
                </a:cubicBezTo>
                <a:cubicBezTo>
                  <a:pt x="695795" y="169822"/>
                  <a:pt x="690847" y="170060"/>
                  <a:pt x="685448" y="170060"/>
                </a:cubicBezTo>
                <a:cubicBezTo>
                  <a:pt x="672505" y="170060"/>
                  <a:pt x="661551" y="168536"/>
                  <a:pt x="652588" y="165489"/>
                </a:cubicBezTo>
                <a:cubicBezTo>
                  <a:pt x="643625" y="162441"/>
                  <a:pt x="636323" y="158078"/>
                  <a:pt x="630682" y="152398"/>
                </a:cubicBezTo>
                <a:cubicBezTo>
                  <a:pt x="625041" y="146720"/>
                  <a:pt x="620974" y="139899"/>
                  <a:pt x="618483" y="131935"/>
                </a:cubicBezTo>
                <a:cubicBezTo>
                  <a:pt x="615991" y="123969"/>
                  <a:pt x="614745" y="115068"/>
                  <a:pt x="614745" y="105233"/>
                </a:cubicBezTo>
                <a:cubicBezTo>
                  <a:pt x="614745" y="101632"/>
                  <a:pt x="614935" y="97494"/>
                  <a:pt x="615316" y="92820"/>
                </a:cubicBezTo>
                <a:cubicBezTo>
                  <a:pt x="615697" y="88144"/>
                  <a:pt x="616424" y="83157"/>
                  <a:pt x="617496" y="77860"/>
                </a:cubicBezTo>
                <a:cubicBezTo>
                  <a:pt x="618569" y="72561"/>
                  <a:pt x="620075" y="67159"/>
                  <a:pt x="622013" y="61654"/>
                </a:cubicBezTo>
                <a:cubicBezTo>
                  <a:pt x="623951" y="56147"/>
                  <a:pt x="626460" y="50762"/>
                  <a:pt x="629540" y="45500"/>
                </a:cubicBezTo>
                <a:cubicBezTo>
                  <a:pt x="632620" y="40235"/>
                  <a:pt x="636357" y="35266"/>
                  <a:pt x="640752" y="30592"/>
                </a:cubicBezTo>
                <a:cubicBezTo>
                  <a:pt x="645148" y="25915"/>
                  <a:pt x="650339" y="21829"/>
                  <a:pt x="656326" y="18331"/>
                </a:cubicBezTo>
                <a:cubicBezTo>
                  <a:pt x="662313" y="14834"/>
                  <a:pt x="669165" y="12081"/>
                  <a:pt x="676882" y="10074"/>
                </a:cubicBezTo>
                <a:cubicBezTo>
                  <a:pt x="684600" y="8065"/>
                  <a:pt x="693338" y="7060"/>
                  <a:pt x="703098" y="7060"/>
                </a:cubicBezTo>
                <a:cubicBezTo>
                  <a:pt x="714449" y="7060"/>
                  <a:pt x="724260" y="8428"/>
                  <a:pt x="732531" y="11164"/>
                </a:cubicBezTo>
                <a:cubicBezTo>
                  <a:pt x="740802" y="13900"/>
                  <a:pt x="747637" y="17762"/>
                  <a:pt x="753036" y="22750"/>
                </a:cubicBezTo>
                <a:cubicBezTo>
                  <a:pt x="758435" y="27738"/>
                  <a:pt x="762449" y="33817"/>
                  <a:pt x="765079" y="40987"/>
                </a:cubicBezTo>
                <a:cubicBezTo>
                  <a:pt x="767709" y="48157"/>
                  <a:pt x="769024" y="56141"/>
                  <a:pt x="769024" y="64937"/>
                </a:cubicBezTo>
                <a:moveTo>
                  <a:pt x="708808" y="71670"/>
                </a:moveTo>
                <a:cubicBezTo>
                  <a:pt x="706178" y="67229"/>
                  <a:pt x="703478" y="63830"/>
                  <a:pt x="700710" y="61472"/>
                </a:cubicBezTo>
                <a:cubicBezTo>
                  <a:pt x="697941" y="59113"/>
                  <a:pt x="694792" y="57933"/>
                  <a:pt x="691262" y="57933"/>
                </a:cubicBezTo>
                <a:cubicBezTo>
                  <a:pt x="688355" y="57933"/>
                  <a:pt x="685725" y="58643"/>
                  <a:pt x="683371" y="60064"/>
                </a:cubicBezTo>
                <a:cubicBezTo>
                  <a:pt x="681018" y="61485"/>
                  <a:pt x="678976" y="63323"/>
                  <a:pt x="677246" y="65577"/>
                </a:cubicBezTo>
                <a:cubicBezTo>
                  <a:pt x="675515" y="67830"/>
                  <a:pt x="674045" y="70379"/>
                  <a:pt x="672833" y="73224"/>
                </a:cubicBezTo>
                <a:cubicBezTo>
                  <a:pt x="671622" y="76066"/>
                  <a:pt x="670636" y="78978"/>
                  <a:pt x="669875" y="81961"/>
                </a:cubicBezTo>
                <a:cubicBezTo>
                  <a:pt x="669113" y="84941"/>
                  <a:pt x="668577" y="87837"/>
                  <a:pt x="668265" y="90646"/>
                </a:cubicBezTo>
                <a:cubicBezTo>
                  <a:pt x="667954" y="93454"/>
                  <a:pt x="667798" y="95933"/>
                  <a:pt x="667798" y="98083"/>
                </a:cubicBezTo>
                <a:cubicBezTo>
                  <a:pt x="667798" y="103213"/>
                  <a:pt x="668715" y="107166"/>
                  <a:pt x="670549" y="109941"/>
                </a:cubicBezTo>
                <a:cubicBezTo>
                  <a:pt x="672384" y="112714"/>
                  <a:pt x="675481" y="114100"/>
                  <a:pt x="679841" y="114100"/>
                </a:cubicBezTo>
                <a:cubicBezTo>
                  <a:pt x="681503" y="114100"/>
                  <a:pt x="683198" y="113806"/>
                  <a:pt x="684929" y="113218"/>
                </a:cubicBezTo>
                <a:cubicBezTo>
                  <a:pt x="686659" y="112627"/>
                  <a:pt x="688493" y="111725"/>
                  <a:pt x="690431" y="110512"/>
                </a:cubicBezTo>
                <a:cubicBezTo>
                  <a:pt x="692369" y="109296"/>
                  <a:pt x="694428" y="107700"/>
                  <a:pt x="696609" y="105723"/>
                </a:cubicBezTo>
                <a:cubicBezTo>
                  <a:pt x="698789" y="103746"/>
                  <a:pt x="701194" y="101405"/>
                  <a:pt x="703824" y="98699"/>
                </a:cubicBezTo>
                <a:lnTo>
                  <a:pt x="708808" y="71670"/>
                </a:lnTo>
                <a:moveTo>
                  <a:pt x="597095" y="10382"/>
                </a:moveTo>
                <a:lnTo>
                  <a:pt x="597095" y="10382"/>
                </a:lnTo>
                <a:close/>
                <a:moveTo>
                  <a:pt x="888247" y="94218"/>
                </a:moveTo>
                <a:cubicBezTo>
                  <a:pt x="888247" y="102323"/>
                  <a:pt x="887364" y="109614"/>
                  <a:pt x="885599" y="116092"/>
                </a:cubicBezTo>
                <a:cubicBezTo>
                  <a:pt x="883834" y="122570"/>
                  <a:pt x="881239" y="128097"/>
                  <a:pt x="877812" y="132671"/>
                </a:cubicBezTo>
                <a:cubicBezTo>
                  <a:pt x="874386" y="137244"/>
                  <a:pt x="870182" y="140742"/>
                  <a:pt x="865198" y="143167"/>
                </a:cubicBezTo>
                <a:cubicBezTo>
                  <a:pt x="860215" y="145592"/>
                  <a:pt x="854504" y="146804"/>
                  <a:pt x="848068" y="146804"/>
                </a:cubicBezTo>
                <a:cubicBezTo>
                  <a:pt x="845091" y="146804"/>
                  <a:pt x="842340" y="146509"/>
                  <a:pt x="839814" y="145918"/>
                </a:cubicBezTo>
                <a:cubicBezTo>
                  <a:pt x="837287" y="145330"/>
                  <a:pt x="834813" y="144378"/>
                  <a:pt x="832390" y="143063"/>
                </a:cubicBezTo>
                <a:cubicBezTo>
                  <a:pt x="829968" y="141746"/>
                  <a:pt x="827545" y="140083"/>
                  <a:pt x="825123" y="138073"/>
                </a:cubicBezTo>
                <a:cubicBezTo>
                  <a:pt x="822700" y="136064"/>
                  <a:pt x="820139" y="133639"/>
                  <a:pt x="817440" y="130799"/>
                </a:cubicBezTo>
                <a:lnTo>
                  <a:pt x="817440" y="142152"/>
                </a:lnTo>
                <a:cubicBezTo>
                  <a:pt x="817440" y="142701"/>
                  <a:pt x="817302" y="143182"/>
                  <a:pt x="817025" y="143595"/>
                </a:cubicBezTo>
                <a:cubicBezTo>
                  <a:pt x="816748" y="144009"/>
                  <a:pt x="816298" y="144336"/>
                  <a:pt x="815675" y="144578"/>
                </a:cubicBezTo>
                <a:cubicBezTo>
                  <a:pt x="815052" y="144819"/>
                  <a:pt x="814273" y="145007"/>
                  <a:pt x="813339" y="145143"/>
                </a:cubicBezTo>
                <a:cubicBezTo>
                  <a:pt x="812405" y="145281"/>
                  <a:pt x="811211" y="145351"/>
                  <a:pt x="809757" y="145351"/>
                </a:cubicBezTo>
                <a:cubicBezTo>
                  <a:pt x="808373" y="145351"/>
                  <a:pt x="807196" y="145281"/>
                  <a:pt x="806227" y="145143"/>
                </a:cubicBezTo>
                <a:cubicBezTo>
                  <a:pt x="805258" y="145005"/>
                  <a:pt x="804462" y="144814"/>
                  <a:pt x="803839" y="144572"/>
                </a:cubicBezTo>
                <a:cubicBezTo>
                  <a:pt x="803216" y="144330"/>
                  <a:pt x="802801" y="144001"/>
                  <a:pt x="802594" y="143586"/>
                </a:cubicBezTo>
                <a:cubicBezTo>
                  <a:pt x="802386" y="143168"/>
                  <a:pt x="802282" y="142683"/>
                  <a:pt x="802282" y="142129"/>
                </a:cubicBezTo>
                <a:lnTo>
                  <a:pt x="802282" y="3326"/>
                </a:lnTo>
                <a:cubicBezTo>
                  <a:pt x="802282" y="2772"/>
                  <a:pt x="802403" y="2287"/>
                  <a:pt x="802645" y="1872"/>
                </a:cubicBezTo>
                <a:cubicBezTo>
                  <a:pt x="802888" y="1455"/>
                  <a:pt x="803338" y="1107"/>
                  <a:pt x="803995" y="831"/>
                </a:cubicBezTo>
                <a:cubicBezTo>
                  <a:pt x="804653" y="554"/>
                  <a:pt x="805535" y="346"/>
                  <a:pt x="806643" y="208"/>
                </a:cubicBezTo>
                <a:cubicBezTo>
                  <a:pt x="807750" y="69"/>
                  <a:pt x="809134" y="0"/>
                  <a:pt x="810795" y="0"/>
                </a:cubicBezTo>
                <a:cubicBezTo>
                  <a:pt x="812526" y="0"/>
                  <a:pt x="813945" y="69"/>
                  <a:pt x="815052" y="208"/>
                </a:cubicBezTo>
                <a:cubicBezTo>
                  <a:pt x="816160" y="346"/>
                  <a:pt x="817025" y="555"/>
                  <a:pt x="817648" y="834"/>
                </a:cubicBezTo>
                <a:cubicBezTo>
                  <a:pt x="818271" y="1111"/>
                  <a:pt x="818721" y="1458"/>
                  <a:pt x="818997" y="1875"/>
                </a:cubicBezTo>
                <a:cubicBezTo>
                  <a:pt x="819274" y="2291"/>
                  <a:pt x="819413" y="2775"/>
                  <a:pt x="819413" y="3329"/>
                </a:cubicBezTo>
                <a:lnTo>
                  <a:pt x="819413" y="59402"/>
                </a:lnTo>
                <a:cubicBezTo>
                  <a:pt x="822181" y="56562"/>
                  <a:pt x="824863" y="54172"/>
                  <a:pt x="827459" y="52232"/>
                </a:cubicBezTo>
                <a:cubicBezTo>
                  <a:pt x="830054" y="50292"/>
                  <a:pt x="832598" y="48716"/>
                  <a:pt x="835090" y="47505"/>
                </a:cubicBezTo>
                <a:cubicBezTo>
                  <a:pt x="837581" y="46292"/>
                  <a:pt x="840073" y="45408"/>
                  <a:pt x="842565" y="44854"/>
                </a:cubicBezTo>
                <a:cubicBezTo>
                  <a:pt x="845057" y="44298"/>
                  <a:pt x="847687" y="44020"/>
                  <a:pt x="850455" y="44020"/>
                </a:cubicBezTo>
                <a:cubicBezTo>
                  <a:pt x="857238" y="44020"/>
                  <a:pt x="863035" y="45372"/>
                  <a:pt x="867846" y="48076"/>
                </a:cubicBezTo>
                <a:cubicBezTo>
                  <a:pt x="872656" y="50778"/>
                  <a:pt x="876567" y="54397"/>
                  <a:pt x="879577" y="58935"/>
                </a:cubicBezTo>
                <a:cubicBezTo>
                  <a:pt x="882588" y="63473"/>
                  <a:pt x="884786" y="68791"/>
                  <a:pt x="886170" y="74888"/>
                </a:cubicBezTo>
                <a:cubicBezTo>
                  <a:pt x="887554" y="80983"/>
                  <a:pt x="888247" y="87427"/>
                  <a:pt x="888247" y="94218"/>
                </a:cubicBezTo>
                <a:moveTo>
                  <a:pt x="870182" y="96191"/>
                </a:moveTo>
                <a:cubicBezTo>
                  <a:pt x="870182" y="91409"/>
                  <a:pt x="869818" y="86765"/>
                  <a:pt x="869091" y="82259"/>
                </a:cubicBezTo>
                <a:cubicBezTo>
                  <a:pt x="868365" y="77754"/>
                  <a:pt x="867102" y="73769"/>
                  <a:pt x="865302" y="70304"/>
                </a:cubicBezTo>
                <a:cubicBezTo>
                  <a:pt x="863502" y="66839"/>
                  <a:pt x="861114" y="64049"/>
                  <a:pt x="858138" y="61936"/>
                </a:cubicBezTo>
                <a:cubicBezTo>
                  <a:pt x="855162" y="59821"/>
                  <a:pt x="851459" y="58763"/>
                  <a:pt x="847029" y="58763"/>
                </a:cubicBezTo>
                <a:cubicBezTo>
                  <a:pt x="844814" y="58763"/>
                  <a:pt x="842634" y="59076"/>
                  <a:pt x="840489" y="59701"/>
                </a:cubicBezTo>
                <a:cubicBezTo>
                  <a:pt x="838343" y="60324"/>
                  <a:pt x="836163" y="61363"/>
                  <a:pt x="833948" y="62819"/>
                </a:cubicBezTo>
                <a:cubicBezTo>
                  <a:pt x="831733" y="64274"/>
                  <a:pt x="829431" y="66146"/>
                  <a:pt x="827044" y="68435"/>
                </a:cubicBezTo>
                <a:cubicBezTo>
                  <a:pt x="824656" y="70723"/>
                  <a:pt x="822112" y="73601"/>
                  <a:pt x="819413" y="77068"/>
                </a:cubicBezTo>
                <a:lnTo>
                  <a:pt x="819413" y="114379"/>
                </a:lnTo>
                <a:cubicBezTo>
                  <a:pt x="824119" y="120135"/>
                  <a:pt x="828618" y="124521"/>
                  <a:pt x="832910" y="127539"/>
                </a:cubicBezTo>
                <a:cubicBezTo>
                  <a:pt x="837201" y="130554"/>
                  <a:pt x="841665" y="132061"/>
                  <a:pt x="846303" y="132061"/>
                </a:cubicBezTo>
                <a:cubicBezTo>
                  <a:pt x="850594" y="132061"/>
                  <a:pt x="854262" y="131022"/>
                  <a:pt x="857308" y="128944"/>
                </a:cubicBezTo>
                <a:cubicBezTo>
                  <a:pt x="860353" y="126863"/>
                  <a:pt x="862828" y="124107"/>
                  <a:pt x="864731" y="120677"/>
                </a:cubicBezTo>
                <a:cubicBezTo>
                  <a:pt x="866634" y="117246"/>
                  <a:pt x="868019" y="113399"/>
                  <a:pt x="868884" y="109136"/>
                </a:cubicBezTo>
                <a:cubicBezTo>
                  <a:pt x="869749" y="104873"/>
                  <a:pt x="870182" y="100558"/>
                  <a:pt x="870182" y="96191"/>
                </a:cubicBezTo>
                <a:close/>
                <a:moveTo>
                  <a:pt x="935877" y="133463"/>
                </a:moveTo>
                <a:cubicBezTo>
                  <a:pt x="935877" y="138399"/>
                  <a:pt x="935063" y="141683"/>
                  <a:pt x="933437" y="143316"/>
                </a:cubicBezTo>
                <a:cubicBezTo>
                  <a:pt x="931810" y="144949"/>
                  <a:pt x="928851" y="145766"/>
                  <a:pt x="924560" y="145766"/>
                </a:cubicBezTo>
                <a:cubicBezTo>
                  <a:pt x="920407" y="145766"/>
                  <a:pt x="917535" y="144967"/>
                  <a:pt x="915943" y="143368"/>
                </a:cubicBezTo>
                <a:cubicBezTo>
                  <a:pt x="914351" y="141770"/>
                  <a:pt x="913555" y="138572"/>
                  <a:pt x="913555" y="133775"/>
                </a:cubicBezTo>
                <a:cubicBezTo>
                  <a:pt x="913555" y="128839"/>
                  <a:pt x="914368" y="125554"/>
                  <a:pt x="915995" y="123921"/>
                </a:cubicBezTo>
                <a:cubicBezTo>
                  <a:pt x="917621" y="122288"/>
                  <a:pt x="920580" y="121472"/>
                  <a:pt x="924871" y="121472"/>
                </a:cubicBezTo>
                <a:cubicBezTo>
                  <a:pt x="929024" y="121472"/>
                  <a:pt x="931897" y="122271"/>
                  <a:pt x="933489" y="123869"/>
                </a:cubicBezTo>
                <a:cubicBezTo>
                  <a:pt x="935081" y="125468"/>
                  <a:pt x="935877" y="128666"/>
                  <a:pt x="935877" y="133463"/>
                </a:cubicBezTo>
                <a:close/>
                <a:moveTo>
                  <a:pt x="1033371" y="128012"/>
                </a:moveTo>
                <a:cubicBezTo>
                  <a:pt x="1033371" y="129189"/>
                  <a:pt x="1033336" y="130210"/>
                  <a:pt x="1033267" y="131075"/>
                </a:cubicBezTo>
                <a:cubicBezTo>
                  <a:pt x="1033198" y="131940"/>
                  <a:pt x="1033077" y="132667"/>
                  <a:pt x="1032904" y="133255"/>
                </a:cubicBezTo>
                <a:cubicBezTo>
                  <a:pt x="1032730" y="133844"/>
                  <a:pt x="1032523" y="134363"/>
                  <a:pt x="1032281" y="134813"/>
                </a:cubicBezTo>
                <a:cubicBezTo>
                  <a:pt x="1032038" y="135263"/>
                  <a:pt x="1031485" y="135920"/>
                  <a:pt x="1030619" y="136785"/>
                </a:cubicBezTo>
                <a:cubicBezTo>
                  <a:pt x="1029754" y="137651"/>
                  <a:pt x="1028283" y="138723"/>
                  <a:pt x="1026207" y="140004"/>
                </a:cubicBezTo>
                <a:cubicBezTo>
                  <a:pt x="1024131" y="141284"/>
                  <a:pt x="1021795" y="142426"/>
                  <a:pt x="1019199" y="143430"/>
                </a:cubicBezTo>
                <a:cubicBezTo>
                  <a:pt x="1016603" y="144434"/>
                  <a:pt x="1013783" y="145247"/>
                  <a:pt x="1010738" y="145870"/>
                </a:cubicBezTo>
                <a:cubicBezTo>
                  <a:pt x="1007692" y="146493"/>
                  <a:pt x="1004543" y="146804"/>
                  <a:pt x="1001290" y="146804"/>
                </a:cubicBezTo>
                <a:cubicBezTo>
                  <a:pt x="994576" y="146804"/>
                  <a:pt x="988623" y="145695"/>
                  <a:pt x="983432" y="143475"/>
                </a:cubicBezTo>
                <a:cubicBezTo>
                  <a:pt x="978241" y="141256"/>
                  <a:pt x="973898" y="138014"/>
                  <a:pt x="970403" y="133749"/>
                </a:cubicBezTo>
                <a:cubicBezTo>
                  <a:pt x="966907" y="129483"/>
                  <a:pt x="964243" y="124247"/>
                  <a:pt x="962408" y="118039"/>
                </a:cubicBezTo>
                <a:cubicBezTo>
                  <a:pt x="960574" y="111831"/>
                  <a:pt x="959657" y="104671"/>
                  <a:pt x="959657" y="96558"/>
                </a:cubicBezTo>
                <a:cubicBezTo>
                  <a:pt x="959657" y="87333"/>
                  <a:pt x="960782" y="79409"/>
                  <a:pt x="963031" y="72786"/>
                </a:cubicBezTo>
                <a:cubicBezTo>
                  <a:pt x="965281" y="66163"/>
                  <a:pt x="968361" y="60736"/>
                  <a:pt x="972272" y="56505"/>
                </a:cubicBezTo>
                <a:cubicBezTo>
                  <a:pt x="976182" y="52274"/>
                  <a:pt x="980785" y="49136"/>
                  <a:pt x="986080" y="47090"/>
                </a:cubicBezTo>
                <a:cubicBezTo>
                  <a:pt x="991375" y="45044"/>
                  <a:pt x="997102" y="44020"/>
                  <a:pt x="1003262" y="44020"/>
                </a:cubicBezTo>
                <a:cubicBezTo>
                  <a:pt x="1006239" y="44020"/>
                  <a:pt x="1009128" y="44297"/>
                  <a:pt x="1011932" y="44851"/>
                </a:cubicBezTo>
                <a:cubicBezTo>
                  <a:pt x="1014735" y="45405"/>
                  <a:pt x="1017313" y="46132"/>
                  <a:pt x="1019666" y="47031"/>
                </a:cubicBezTo>
                <a:cubicBezTo>
                  <a:pt x="1022020" y="47931"/>
                  <a:pt x="1024113" y="48969"/>
                  <a:pt x="1025947" y="50146"/>
                </a:cubicBezTo>
                <a:cubicBezTo>
                  <a:pt x="1027782" y="51323"/>
                  <a:pt x="1029114" y="52326"/>
                  <a:pt x="1029945" y="53157"/>
                </a:cubicBezTo>
                <a:cubicBezTo>
                  <a:pt x="1030775" y="53987"/>
                  <a:pt x="1031346" y="54645"/>
                  <a:pt x="1031658" y="55129"/>
                </a:cubicBezTo>
                <a:cubicBezTo>
                  <a:pt x="1031969" y="55614"/>
                  <a:pt x="1032229" y="56185"/>
                  <a:pt x="1032436" y="56842"/>
                </a:cubicBezTo>
                <a:cubicBezTo>
                  <a:pt x="1032644" y="57500"/>
                  <a:pt x="1032782" y="58244"/>
                  <a:pt x="1032852" y="59075"/>
                </a:cubicBezTo>
                <a:cubicBezTo>
                  <a:pt x="1032921" y="59905"/>
                  <a:pt x="1032955" y="60943"/>
                  <a:pt x="1032955" y="62189"/>
                </a:cubicBezTo>
                <a:cubicBezTo>
                  <a:pt x="1032955" y="64889"/>
                  <a:pt x="1032644" y="66775"/>
                  <a:pt x="1032021" y="67848"/>
                </a:cubicBezTo>
                <a:cubicBezTo>
                  <a:pt x="1031398" y="68920"/>
                  <a:pt x="1030637" y="69457"/>
                  <a:pt x="1029737" y="69457"/>
                </a:cubicBezTo>
                <a:cubicBezTo>
                  <a:pt x="1028699" y="69457"/>
                  <a:pt x="1027505" y="68886"/>
                  <a:pt x="1026155" y="67744"/>
                </a:cubicBezTo>
                <a:cubicBezTo>
                  <a:pt x="1024805" y="66602"/>
                  <a:pt x="1023092" y="65339"/>
                  <a:pt x="1021016" y="63954"/>
                </a:cubicBezTo>
                <a:cubicBezTo>
                  <a:pt x="1018939" y="62570"/>
                  <a:pt x="1016430" y="61307"/>
                  <a:pt x="1013489" y="60165"/>
                </a:cubicBezTo>
                <a:cubicBezTo>
                  <a:pt x="1010547" y="59023"/>
                  <a:pt x="1007069" y="58452"/>
                  <a:pt x="1003055" y="58452"/>
                </a:cubicBezTo>
                <a:cubicBezTo>
                  <a:pt x="994818" y="58452"/>
                  <a:pt x="988502" y="61628"/>
                  <a:pt x="984107" y="67981"/>
                </a:cubicBezTo>
                <a:cubicBezTo>
                  <a:pt x="979712" y="74331"/>
                  <a:pt x="977515" y="83544"/>
                  <a:pt x="977515" y="95620"/>
                </a:cubicBezTo>
                <a:cubicBezTo>
                  <a:pt x="977515" y="101659"/>
                  <a:pt x="978086" y="106952"/>
                  <a:pt x="979228" y="111498"/>
                </a:cubicBezTo>
                <a:cubicBezTo>
                  <a:pt x="980370" y="116045"/>
                  <a:pt x="982048" y="119845"/>
                  <a:pt x="984263" y="122899"/>
                </a:cubicBezTo>
                <a:cubicBezTo>
                  <a:pt x="986478" y="125953"/>
                  <a:pt x="989195" y="128227"/>
                  <a:pt x="992413" y="129719"/>
                </a:cubicBezTo>
                <a:cubicBezTo>
                  <a:pt x="995631" y="131211"/>
                  <a:pt x="999317" y="131958"/>
                  <a:pt x="1003470" y="131958"/>
                </a:cubicBezTo>
                <a:cubicBezTo>
                  <a:pt x="1007415" y="131958"/>
                  <a:pt x="1010876" y="131335"/>
                  <a:pt x="1013852" y="130089"/>
                </a:cubicBezTo>
                <a:cubicBezTo>
                  <a:pt x="1016828" y="128843"/>
                  <a:pt x="1019407" y="127476"/>
                  <a:pt x="1021587" y="125988"/>
                </a:cubicBezTo>
                <a:cubicBezTo>
                  <a:pt x="1023767" y="124500"/>
                  <a:pt x="1025601" y="123150"/>
                  <a:pt x="1027090" y="121939"/>
                </a:cubicBezTo>
                <a:cubicBezTo>
                  <a:pt x="1028578" y="120728"/>
                  <a:pt x="1029737" y="120122"/>
                  <a:pt x="1030568" y="120122"/>
                </a:cubicBezTo>
                <a:cubicBezTo>
                  <a:pt x="1031052" y="120122"/>
                  <a:pt x="1031467" y="120260"/>
                  <a:pt x="1031813" y="120537"/>
                </a:cubicBezTo>
                <a:cubicBezTo>
                  <a:pt x="1032159" y="120814"/>
                  <a:pt x="1032454" y="121281"/>
                  <a:pt x="1032696" y="121939"/>
                </a:cubicBezTo>
                <a:cubicBezTo>
                  <a:pt x="1032938" y="122596"/>
                  <a:pt x="1033111" y="123427"/>
                  <a:pt x="1033215" y="124431"/>
                </a:cubicBezTo>
                <a:cubicBezTo>
                  <a:pt x="1033319" y="125434"/>
                  <a:pt x="1033371" y="126628"/>
                  <a:pt x="1033371" y="128012"/>
                </a:cubicBezTo>
                <a:close/>
                <a:moveTo>
                  <a:pt x="1140869" y="94426"/>
                </a:moveTo>
                <a:cubicBezTo>
                  <a:pt x="1140869" y="102046"/>
                  <a:pt x="1139866" y="109061"/>
                  <a:pt x="1137858" y="115469"/>
                </a:cubicBezTo>
                <a:cubicBezTo>
                  <a:pt x="1135851" y="121878"/>
                  <a:pt x="1132858" y="127405"/>
                  <a:pt x="1128878" y="132048"/>
                </a:cubicBezTo>
                <a:cubicBezTo>
                  <a:pt x="1124898" y="136690"/>
                  <a:pt x="1119915" y="140310"/>
                  <a:pt x="1113928" y="142908"/>
                </a:cubicBezTo>
                <a:cubicBezTo>
                  <a:pt x="1107940" y="145505"/>
                  <a:pt x="1101002" y="146804"/>
                  <a:pt x="1093111" y="146804"/>
                </a:cubicBezTo>
                <a:cubicBezTo>
                  <a:pt x="1085428" y="146804"/>
                  <a:pt x="1078732" y="145661"/>
                  <a:pt x="1073022" y="143375"/>
                </a:cubicBezTo>
                <a:cubicBezTo>
                  <a:pt x="1067311" y="141089"/>
                  <a:pt x="1062553" y="137763"/>
                  <a:pt x="1058746" y="133398"/>
                </a:cubicBezTo>
                <a:cubicBezTo>
                  <a:pt x="1054939" y="129033"/>
                  <a:pt x="1052102" y="123733"/>
                  <a:pt x="1050233" y="117497"/>
                </a:cubicBezTo>
                <a:cubicBezTo>
                  <a:pt x="1048364" y="111261"/>
                  <a:pt x="1047430" y="104194"/>
                  <a:pt x="1047430" y="96295"/>
                </a:cubicBezTo>
                <a:cubicBezTo>
                  <a:pt x="1047430" y="88675"/>
                  <a:pt x="1048416" y="81660"/>
                  <a:pt x="1050389" y="75251"/>
                </a:cubicBezTo>
                <a:cubicBezTo>
                  <a:pt x="1052361" y="68843"/>
                  <a:pt x="1055337" y="63317"/>
                  <a:pt x="1059317" y="58676"/>
                </a:cubicBezTo>
                <a:cubicBezTo>
                  <a:pt x="1063297" y="54032"/>
                  <a:pt x="1068263" y="50428"/>
                  <a:pt x="1074216" y="47865"/>
                </a:cubicBezTo>
                <a:cubicBezTo>
                  <a:pt x="1080168" y="45302"/>
                  <a:pt x="1087124" y="44020"/>
                  <a:pt x="1095084" y="44020"/>
                </a:cubicBezTo>
                <a:cubicBezTo>
                  <a:pt x="1102767" y="44020"/>
                  <a:pt x="1109463" y="45164"/>
                  <a:pt x="1115173" y="47450"/>
                </a:cubicBezTo>
                <a:cubicBezTo>
                  <a:pt x="1120884" y="49736"/>
                  <a:pt x="1125642" y="53062"/>
                  <a:pt x="1129449" y="57426"/>
                </a:cubicBezTo>
                <a:cubicBezTo>
                  <a:pt x="1133256" y="61791"/>
                  <a:pt x="1136111" y="67092"/>
                  <a:pt x="1138014" y="73327"/>
                </a:cubicBezTo>
                <a:cubicBezTo>
                  <a:pt x="1139918" y="79563"/>
                  <a:pt x="1140869" y="86596"/>
                  <a:pt x="1140869" y="94426"/>
                </a:cubicBezTo>
                <a:moveTo>
                  <a:pt x="1122804" y="95568"/>
                </a:moveTo>
                <a:cubicBezTo>
                  <a:pt x="1122804" y="90509"/>
                  <a:pt x="1122337" y="85727"/>
                  <a:pt x="1121403" y="81221"/>
                </a:cubicBezTo>
                <a:cubicBezTo>
                  <a:pt x="1120468" y="76716"/>
                  <a:pt x="1118928" y="72765"/>
                  <a:pt x="1116783" y="69369"/>
                </a:cubicBezTo>
                <a:cubicBezTo>
                  <a:pt x="1114637" y="65973"/>
                  <a:pt x="1111730" y="63288"/>
                  <a:pt x="1108062" y="61313"/>
                </a:cubicBezTo>
                <a:cubicBezTo>
                  <a:pt x="1104393" y="59336"/>
                  <a:pt x="1099825" y="58348"/>
                  <a:pt x="1094357" y="58348"/>
                </a:cubicBezTo>
                <a:cubicBezTo>
                  <a:pt x="1089304" y="58348"/>
                  <a:pt x="1084961" y="59249"/>
                  <a:pt x="1081327" y="61051"/>
                </a:cubicBezTo>
                <a:cubicBezTo>
                  <a:pt x="1077694" y="62852"/>
                  <a:pt x="1074700" y="65400"/>
                  <a:pt x="1072347" y="68694"/>
                </a:cubicBezTo>
                <a:cubicBezTo>
                  <a:pt x="1069994" y="71986"/>
                  <a:pt x="1068246" y="75885"/>
                  <a:pt x="1067104" y="80391"/>
                </a:cubicBezTo>
                <a:cubicBezTo>
                  <a:pt x="1065962" y="84894"/>
                  <a:pt x="1065391" y="89815"/>
                  <a:pt x="1065391" y="95153"/>
                </a:cubicBezTo>
                <a:cubicBezTo>
                  <a:pt x="1065391" y="100281"/>
                  <a:pt x="1065858" y="105098"/>
                  <a:pt x="1066792" y="109603"/>
                </a:cubicBezTo>
                <a:cubicBezTo>
                  <a:pt x="1067727" y="114109"/>
                  <a:pt x="1069284" y="118042"/>
                  <a:pt x="1071464" y="121404"/>
                </a:cubicBezTo>
                <a:cubicBezTo>
                  <a:pt x="1073645" y="124765"/>
                  <a:pt x="1076569" y="127434"/>
                  <a:pt x="1080237" y="129411"/>
                </a:cubicBezTo>
                <a:cubicBezTo>
                  <a:pt x="1083906" y="131386"/>
                  <a:pt x="1088474" y="132373"/>
                  <a:pt x="1093942" y="132373"/>
                </a:cubicBezTo>
                <a:cubicBezTo>
                  <a:pt x="1098925" y="132373"/>
                  <a:pt x="1103251" y="131472"/>
                  <a:pt x="1106920" y="129670"/>
                </a:cubicBezTo>
                <a:cubicBezTo>
                  <a:pt x="1110588" y="127869"/>
                  <a:pt x="1113599" y="125339"/>
                  <a:pt x="1115952" y="122082"/>
                </a:cubicBezTo>
                <a:cubicBezTo>
                  <a:pt x="1118305" y="118822"/>
                  <a:pt x="1120036" y="114941"/>
                  <a:pt x="1121143" y="110437"/>
                </a:cubicBezTo>
                <a:cubicBezTo>
                  <a:pt x="1122251" y="105932"/>
                  <a:pt x="1122804" y="100975"/>
                  <a:pt x="1122804" y="95568"/>
                </a:cubicBezTo>
                <a:close/>
                <a:moveTo>
                  <a:pt x="1304160" y="142132"/>
                </a:moveTo>
                <a:cubicBezTo>
                  <a:pt x="1304160" y="142686"/>
                  <a:pt x="1304021" y="143153"/>
                  <a:pt x="1303744" y="143534"/>
                </a:cubicBezTo>
                <a:cubicBezTo>
                  <a:pt x="1303468" y="143914"/>
                  <a:pt x="1303018" y="144243"/>
                  <a:pt x="1302395" y="144520"/>
                </a:cubicBezTo>
                <a:cubicBezTo>
                  <a:pt x="1301772" y="144797"/>
                  <a:pt x="1300907" y="145005"/>
                  <a:pt x="1299799" y="145143"/>
                </a:cubicBezTo>
                <a:cubicBezTo>
                  <a:pt x="1298692" y="145281"/>
                  <a:pt x="1297307" y="145351"/>
                  <a:pt x="1295646" y="145351"/>
                </a:cubicBezTo>
                <a:cubicBezTo>
                  <a:pt x="1293916" y="145351"/>
                  <a:pt x="1292497" y="145281"/>
                  <a:pt x="1291390" y="145143"/>
                </a:cubicBezTo>
                <a:cubicBezTo>
                  <a:pt x="1290282" y="145005"/>
                  <a:pt x="1289400" y="144797"/>
                  <a:pt x="1288742" y="144520"/>
                </a:cubicBezTo>
                <a:cubicBezTo>
                  <a:pt x="1288085" y="144243"/>
                  <a:pt x="1287617" y="143914"/>
                  <a:pt x="1287341" y="143534"/>
                </a:cubicBezTo>
                <a:cubicBezTo>
                  <a:pt x="1287064" y="143153"/>
                  <a:pt x="1286925" y="142686"/>
                  <a:pt x="1286925" y="142132"/>
                </a:cubicBezTo>
                <a:lnTo>
                  <a:pt x="1286925" y="85342"/>
                </a:lnTo>
                <a:cubicBezTo>
                  <a:pt x="1286925" y="81396"/>
                  <a:pt x="1286579" y="77797"/>
                  <a:pt x="1285887" y="74544"/>
                </a:cubicBezTo>
                <a:cubicBezTo>
                  <a:pt x="1285195" y="71291"/>
                  <a:pt x="1284087" y="68488"/>
                  <a:pt x="1282565" y="66135"/>
                </a:cubicBezTo>
                <a:cubicBezTo>
                  <a:pt x="1281042" y="63781"/>
                  <a:pt x="1279104" y="61982"/>
                  <a:pt x="1276751" y="60736"/>
                </a:cubicBezTo>
                <a:cubicBezTo>
                  <a:pt x="1274397" y="59490"/>
                  <a:pt x="1271629" y="58867"/>
                  <a:pt x="1268445" y="58867"/>
                </a:cubicBezTo>
                <a:cubicBezTo>
                  <a:pt x="1264500" y="58867"/>
                  <a:pt x="1260537" y="60390"/>
                  <a:pt x="1256557" y="63435"/>
                </a:cubicBezTo>
                <a:cubicBezTo>
                  <a:pt x="1252577" y="66481"/>
                  <a:pt x="1248200" y="70945"/>
                  <a:pt x="1243424" y="76828"/>
                </a:cubicBezTo>
                <a:lnTo>
                  <a:pt x="1243424" y="142132"/>
                </a:lnTo>
                <a:cubicBezTo>
                  <a:pt x="1243424" y="142686"/>
                  <a:pt x="1243285" y="143153"/>
                  <a:pt x="1243009" y="143534"/>
                </a:cubicBezTo>
                <a:cubicBezTo>
                  <a:pt x="1242732" y="143914"/>
                  <a:pt x="1242265" y="144243"/>
                  <a:pt x="1241607" y="144520"/>
                </a:cubicBezTo>
                <a:cubicBezTo>
                  <a:pt x="1240949" y="144797"/>
                  <a:pt x="1240067" y="145005"/>
                  <a:pt x="1238960" y="145143"/>
                </a:cubicBezTo>
                <a:cubicBezTo>
                  <a:pt x="1237852" y="145281"/>
                  <a:pt x="1236468" y="145351"/>
                  <a:pt x="1234807" y="145351"/>
                </a:cubicBezTo>
                <a:cubicBezTo>
                  <a:pt x="1233215" y="145351"/>
                  <a:pt x="1231848" y="145281"/>
                  <a:pt x="1230706" y="145143"/>
                </a:cubicBezTo>
                <a:cubicBezTo>
                  <a:pt x="1229564" y="145005"/>
                  <a:pt x="1228664" y="144797"/>
                  <a:pt x="1228006" y="144520"/>
                </a:cubicBezTo>
                <a:cubicBezTo>
                  <a:pt x="1227349" y="144243"/>
                  <a:pt x="1226899" y="143914"/>
                  <a:pt x="1226657" y="143534"/>
                </a:cubicBezTo>
                <a:cubicBezTo>
                  <a:pt x="1226414" y="143153"/>
                  <a:pt x="1226293" y="142686"/>
                  <a:pt x="1226293" y="142132"/>
                </a:cubicBezTo>
                <a:lnTo>
                  <a:pt x="1226293" y="85342"/>
                </a:lnTo>
                <a:cubicBezTo>
                  <a:pt x="1226293" y="81396"/>
                  <a:pt x="1225913" y="77797"/>
                  <a:pt x="1225151" y="74544"/>
                </a:cubicBezTo>
                <a:cubicBezTo>
                  <a:pt x="1224390" y="71291"/>
                  <a:pt x="1223248" y="68488"/>
                  <a:pt x="1221725" y="66135"/>
                </a:cubicBezTo>
                <a:cubicBezTo>
                  <a:pt x="1220202" y="63781"/>
                  <a:pt x="1218282" y="61982"/>
                  <a:pt x="1215963" y="60736"/>
                </a:cubicBezTo>
                <a:cubicBezTo>
                  <a:pt x="1213644" y="59490"/>
                  <a:pt x="1210893" y="58867"/>
                  <a:pt x="1207709" y="58867"/>
                </a:cubicBezTo>
                <a:cubicBezTo>
                  <a:pt x="1203764" y="58867"/>
                  <a:pt x="1199784" y="60390"/>
                  <a:pt x="1195770" y="63435"/>
                </a:cubicBezTo>
                <a:cubicBezTo>
                  <a:pt x="1191755" y="66481"/>
                  <a:pt x="1187395" y="70945"/>
                  <a:pt x="1182688" y="76828"/>
                </a:cubicBezTo>
                <a:lnTo>
                  <a:pt x="1182688" y="142132"/>
                </a:lnTo>
                <a:cubicBezTo>
                  <a:pt x="1182688" y="142686"/>
                  <a:pt x="1182550" y="143153"/>
                  <a:pt x="1182273" y="143534"/>
                </a:cubicBezTo>
                <a:cubicBezTo>
                  <a:pt x="1181996" y="143914"/>
                  <a:pt x="1181546" y="144243"/>
                  <a:pt x="1180923" y="144520"/>
                </a:cubicBezTo>
                <a:cubicBezTo>
                  <a:pt x="1180300" y="144797"/>
                  <a:pt x="1179435" y="145005"/>
                  <a:pt x="1178328" y="145143"/>
                </a:cubicBezTo>
                <a:cubicBezTo>
                  <a:pt x="1177220" y="145281"/>
                  <a:pt x="1175801" y="145351"/>
                  <a:pt x="1174071" y="145351"/>
                </a:cubicBezTo>
                <a:cubicBezTo>
                  <a:pt x="1172410" y="145351"/>
                  <a:pt x="1171025" y="145281"/>
                  <a:pt x="1169918" y="145143"/>
                </a:cubicBezTo>
                <a:cubicBezTo>
                  <a:pt x="1168811" y="145005"/>
                  <a:pt x="1167928" y="144797"/>
                  <a:pt x="1167270" y="144520"/>
                </a:cubicBezTo>
                <a:cubicBezTo>
                  <a:pt x="1166613" y="144243"/>
                  <a:pt x="1166163" y="143914"/>
                  <a:pt x="1165921" y="143534"/>
                </a:cubicBezTo>
                <a:cubicBezTo>
                  <a:pt x="1165679" y="143153"/>
                  <a:pt x="1165557" y="142686"/>
                  <a:pt x="1165557" y="142132"/>
                </a:cubicBezTo>
                <a:lnTo>
                  <a:pt x="1165557" y="48692"/>
                </a:lnTo>
                <a:cubicBezTo>
                  <a:pt x="1165557" y="48139"/>
                  <a:pt x="1165661" y="47672"/>
                  <a:pt x="1165869" y="47291"/>
                </a:cubicBezTo>
                <a:cubicBezTo>
                  <a:pt x="1166077" y="46910"/>
                  <a:pt x="1166492" y="46564"/>
                  <a:pt x="1167115" y="46253"/>
                </a:cubicBezTo>
                <a:cubicBezTo>
                  <a:pt x="1167738" y="45941"/>
                  <a:pt x="1168534" y="45734"/>
                  <a:pt x="1169503" y="45630"/>
                </a:cubicBezTo>
                <a:cubicBezTo>
                  <a:pt x="1170472" y="45526"/>
                  <a:pt x="1171752" y="45474"/>
                  <a:pt x="1173344" y="45474"/>
                </a:cubicBezTo>
                <a:cubicBezTo>
                  <a:pt x="1174867" y="45474"/>
                  <a:pt x="1176130" y="45526"/>
                  <a:pt x="1177134" y="45630"/>
                </a:cubicBezTo>
                <a:cubicBezTo>
                  <a:pt x="1178137" y="45734"/>
                  <a:pt x="1178916" y="45941"/>
                  <a:pt x="1179470" y="46253"/>
                </a:cubicBezTo>
                <a:cubicBezTo>
                  <a:pt x="1180023" y="46564"/>
                  <a:pt x="1180421" y="46910"/>
                  <a:pt x="1180664" y="47291"/>
                </a:cubicBezTo>
                <a:cubicBezTo>
                  <a:pt x="1180906" y="47672"/>
                  <a:pt x="1181027" y="48139"/>
                  <a:pt x="1181027" y="48692"/>
                </a:cubicBezTo>
                <a:lnTo>
                  <a:pt x="1181027" y="61047"/>
                </a:lnTo>
                <a:cubicBezTo>
                  <a:pt x="1186287" y="55164"/>
                  <a:pt x="1191392" y="50855"/>
                  <a:pt x="1196341" y="48121"/>
                </a:cubicBezTo>
                <a:cubicBezTo>
                  <a:pt x="1201289" y="45387"/>
                  <a:pt x="1206290" y="44020"/>
                  <a:pt x="1211343" y="44020"/>
                </a:cubicBezTo>
                <a:cubicBezTo>
                  <a:pt x="1215219" y="44020"/>
                  <a:pt x="1218697" y="44470"/>
                  <a:pt x="1221777" y="45370"/>
                </a:cubicBezTo>
                <a:cubicBezTo>
                  <a:pt x="1224857" y="46270"/>
                  <a:pt x="1227574" y="47533"/>
                  <a:pt x="1229927" y="49160"/>
                </a:cubicBezTo>
                <a:cubicBezTo>
                  <a:pt x="1232280" y="50786"/>
                  <a:pt x="1234288" y="52724"/>
                  <a:pt x="1235949" y="54974"/>
                </a:cubicBezTo>
                <a:cubicBezTo>
                  <a:pt x="1237610" y="57223"/>
                  <a:pt x="1238994" y="59732"/>
                  <a:pt x="1240102" y="62501"/>
                </a:cubicBezTo>
                <a:cubicBezTo>
                  <a:pt x="1243216" y="59109"/>
                  <a:pt x="1246175" y="56237"/>
                  <a:pt x="1248978" y="53884"/>
                </a:cubicBezTo>
                <a:cubicBezTo>
                  <a:pt x="1251782" y="51530"/>
                  <a:pt x="1254481" y="49627"/>
                  <a:pt x="1257076" y="48173"/>
                </a:cubicBezTo>
                <a:cubicBezTo>
                  <a:pt x="1259672" y="46720"/>
                  <a:pt x="1262198" y="45664"/>
                  <a:pt x="1264655" y="45007"/>
                </a:cubicBezTo>
                <a:cubicBezTo>
                  <a:pt x="1267113" y="44349"/>
                  <a:pt x="1269587" y="44020"/>
                  <a:pt x="1272079" y="44020"/>
                </a:cubicBezTo>
                <a:cubicBezTo>
                  <a:pt x="1278100" y="44020"/>
                  <a:pt x="1283153" y="45076"/>
                  <a:pt x="1287237" y="47187"/>
                </a:cubicBezTo>
                <a:cubicBezTo>
                  <a:pt x="1291320" y="49298"/>
                  <a:pt x="1294625" y="52119"/>
                  <a:pt x="1297152" y="55649"/>
                </a:cubicBezTo>
                <a:cubicBezTo>
                  <a:pt x="1299678" y="59178"/>
                  <a:pt x="1301478" y="63314"/>
                  <a:pt x="1302550" y="68055"/>
                </a:cubicBezTo>
                <a:cubicBezTo>
                  <a:pt x="1303623" y="72796"/>
                  <a:pt x="1304160" y="77797"/>
                  <a:pt x="1304160" y="83058"/>
                </a:cubicBezTo>
                <a:lnTo>
                  <a:pt x="1304160" y="142132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T">
            <a:extLst xmlns:a="http://schemas.openxmlformats.org/drawingml/2006/main">
              <a:ext uri="{FF2B5EF4-FFF2-40B4-BE49-F238E27FC236}">
                <a16:creationId xmlns:a16="http://schemas.microsoft.com/office/drawing/2014/main" id="{C9DAFDE8-AE83-480C-9FC3-AE819C3A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967" y="3372483"/>
            <a:ext cx="100500" cy="134968"/>
          </a:xfrm>
          <a:custGeom xmlns:a="http://schemas.openxmlformats.org/drawingml/2006/main">
            <a:pathLst>
              <a:path w="100500" h="134968">
                <a:moveTo>
                  <a:pt x="100500" y="7683"/>
                </a:moveTo>
                <a:cubicBezTo>
                  <a:pt x="100500" y="8998"/>
                  <a:pt x="100430" y="10140"/>
                  <a:pt x="100292" y="11109"/>
                </a:cubicBezTo>
                <a:cubicBezTo>
                  <a:pt x="100154" y="12078"/>
                  <a:pt x="99929" y="12857"/>
                  <a:pt x="99617" y="13445"/>
                </a:cubicBezTo>
                <a:cubicBezTo>
                  <a:pt x="99306" y="14033"/>
                  <a:pt x="98925" y="14466"/>
                  <a:pt x="98475" y="14743"/>
                </a:cubicBezTo>
                <a:cubicBezTo>
                  <a:pt x="98025" y="15020"/>
                  <a:pt x="97523" y="15158"/>
                  <a:pt x="96970" y="15158"/>
                </a:cubicBezTo>
                <a:lnTo>
                  <a:pt x="59178" y="15158"/>
                </a:lnTo>
                <a:lnTo>
                  <a:pt x="59178" y="131646"/>
                </a:lnTo>
                <a:cubicBezTo>
                  <a:pt x="59178" y="132200"/>
                  <a:pt x="59040" y="132684"/>
                  <a:pt x="58763" y="133100"/>
                </a:cubicBezTo>
                <a:cubicBezTo>
                  <a:pt x="58486" y="133515"/>
                  <a:pt x="58002" y="133844"/>
                  <a:pt x="57310" y="134086"/>
                </a:cubicBezTo>
                <a:cubicBezTo>
                  <a:pt x="56618" y="134328"/>
                  <a:pt x="55700" y="134536"/>
                  <a:pt x="54558" y="134709"/>
                </a:cubicBezTo>
                <a:cubicBezTo>
                  <a:pt x="53416" y="134882"/>
                  <a:pt x="51980" y="134968"/>
                  <a:pt x="50250" y="134968"/>
                </a:cubicBezTo>
                <a:cubicBezTo>
                  <a:pt x="48589" y="134968"/>
                  <a:pt x="47170" y="134882"/>
                  <a:pt x="45993" y="134709"/>
                </a:cubicBezTo>
                <a:cubicBezTo>
                  <a:pt x="44816" y="134536"/>
                  <a:pt x="43882" y="134328"/>
                  <a:pt x="43190" y="134086"/>
                </a:cubicBezTo>
                <a:cubicBezTo>
                  <a:pt x="42498" y="133844"/>
                  <a:pt x="42013" y="133515"/>
                  <a:pt x="41736" y="133100"/>
                </a:cubicBezTo>
                <a:cubicBezTo>
                  <a:pt x="41460" y="132684"/>
                  <a:pt x="41321" y="132200"/>
                  <a:pt x="41321" y="131646"/>
                </a:cubicBezTo>
                <a:lnTo>
                  <a:pt x="41321" y="15158"/>
                </a:lnTo>
                <a:lnTo>
                  <a:pt x="3530" y="15158"/>
                </a:lnTo>
                <a:cubicBezTo>
                  <a:pt x="2976" y="15158"/>
                  <a:pt x="2474" y="15020"/>
                  <a:pt x="2025" y="14743"/>
                </a:cubicBezTo>
                <a:cubicBezTo>
                  <a:pt x="1575" y="14466"/>
                  <a:pt x="1211" y="14033"/>
                  <a:pt x="934" y="13445"/>
                </a:cubicBezTo>
                <a:cubicBezTo>
                  <a:pt x="658" y="12857"/>
                  <a:pt x="433" y="12078"/>
                  <a:pt x="260" y="11109"/>
                </a:cubicBezTo>
                <a:cubicBezTo>
                  <a:pt x="87" y="10140"/>
                  <a:pt x="0" y="8998"/>
                  <a:pt x="0" y="7683"/>
                </a:cubicBezTo>
                <a:cubicBezTo>
                  <a:pt x="0" y="6368"/>
                  <a:pt x="87" y="5208"/>
                  <a:pt x="260" y="4205"/>
                </a:cubicBezTo>
                <a:cubicBezTo>
                  <a:pt x="433" y="3201"/>
                  <a:pt x="658" y="2388"/>
                  <a:pt x="934" y="1765"/>
                </a:cubicBezTo>
                <a:cubicBezTo>
                  <a:pt x="1211" y="1142"/>
                  <a:pt x="1575" y="692"/>
                  <a:pt x="2025" y="415"/>
                </a:cubicBezTo>
                <a:cubicBezTo>
                  <a:pt x="2474" y="138"/>
                  <a:pt x="2976" y="0"/>
                  <a:pt x="3530" y="0"/>
                </a:cubicBezTo>
                <a:lnTo>
                  <a:pt x="96970" y="0"/>
                </a:lnTo>
                <a:cubicBezTo>
                  <a:pt x="97523" y="0"/>
                  <a:pt x="98025" y="138"/>
                  <a:pt x="98475" y="415"/>
                </a:cubicBezTo>
                <a:cubicBezTo>
                  <a:pt x="98925" y="692"/>
                  <a:pt x="99306" y="1142"/>
                  <a:pt x="99617" y="1765"/>
                </a:cubicBezTo>
                <a:cubicBezTo>
                  <a:pt x="99929" y="2388"/>
                  <a:pt x="100154" y="3201"/>
                  <a:pt x="100292" y="4205"/>
                </a:cubicBezTo>
                <a:cubicBezTo>
                  <a:pt x="100430" y="5208"/>
                  <a:pt x="100500" y="6368"/>
                  <a:pt x="100500" y="76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o:">
            <a:extLst xmlns:a="http://schemas.openxmlformats.org/drawingml/2006/main">
              <a:ext uri="{FF2B5EF4-FFF2-40B4-BE49-F238E27FC236}">
                <a16:creationId xmlns:a16="http://schemas.microsoft.com/office/drawing/2014/main" id="{CA2E9851-215B-4411-B028-D847F026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698" y="3406121"/>
            <a:ext cx="143460" cy="102784"/>
          </a:xfrm>
          <a:custGeom xmlns:a="http://schemas.openxmlformats.org/drawingml/2006/main">
            <a:pathLst>
              <a:path w="143460" h="102784">
                <a:moveTo>
                  <a:pt x="93440" y="50406"/>
                </a:moveTo>
                <a:cubicBezTo>
                  <a:pt x="93440" y="58026"/>
                  <a:pt x="92436" y="65040"/>
                  <a:pt x="90429" y="71449"/>
                </a:cubicBezTo>
                <a:cubicBezTo>
                  <a:pt x="88422" y="77858"/>
                  <a:pt x="85428" y="83384"/>
                  <a:pt x="81448" y="88028"/>
                </a:cubicBezTo>
                <a:cubicBezTo>
                  <a:pt x="77468" y="92670"/>
                  <a:pt x="72485" y="96289"/>
                  <a:pt x="66498" y="98887"/>
                </a:cubicBezTo>
                <a:cubicBezTo>
                  <a:pt x="60511" y="101485"/>
                  <a:pt x="53572" y="102784"/>
                  <a:pt x="45682" y="102784"/>
                </a:cubicBezTo>
                <a:cubicBezTo>
                  <a:pt x="37999" y="102784"/>
                  <a:pt x="31302" y="101641"/>
                  <a:pt x="25592" y="99354"/>
                </a:cubicBezTo>
                <a:cubicBezTo>
                  <a:pt x="19882" y="97068"/>
                  <a:pt x="15123" y="93743"/>
                  <a:pt x="11317" y="89378"/>
                </a:cubicBezTo>
                <a:cubicBezTo>
                  <a:pt x="7510" y="85013"/>
                  <a:pt x="4672" y="79713"/>
                  <a:pt x="2803" y="73477"/>
                </a:cubicBezTo>
                <a:cubicBezTo>
                  <a:pt x="934" y="67241"/>
                  <a:pt x="0" y="60173"/>
                  <a:pt x="0" y="52274"/>
                </a:cubicBezTo>
                <a:cubicBezTo>
                  <a:pt x="0" y="44654"/>
                  <a:pt x="986" y="37640"/>
                  <a:pt x="2959" y="31231"/>
                </a:cubicBezTo>
                <a:cubicBezTo>
                  <a:pt x="4932" y="24822"/>
                  <a:pt x="7908" y="19297"/>
                  <a:pt x="11888" y="14655"/>
                </a:cubicBezTo>
                <a:cubicBezTo>
                  <a:pt x="15867" y="10011"/>
                  <a:pt x="20834" y="6408"/>
                  <a:pt x="26786" y="3845"/>
                </a:cubicBezTo>
                <a:cubicBezTo>
                  <a:pt x="32739" y="1282"/>
                  <a:pt x="39695" y="0"/>
                  <a:pt x="47654" y="0"/>
                </a:cubicBezTo>
                <a:cubicBezTo>
                  <a:pt x="55337" y="0"/>
                  <a:pt x="62034" y="1143"/>
                  <a:pt x="67744" y="3429"/>
                </a:cubicBezTo>
                <a:cubicBezTo>
                  <a:pt x="73454" y="5716"/>
                  <a:pt x="78213" y="9041"/>
                  <a:pt x="82019" y="13406"/>
                </a:cubicBezTo>
                <a:cubicBezTo>
                  <a:pt x="85826" y="17771"/>
                  <a:pt x="88681" y="23071"/>
                  <a:pt x="90585" y="29307"/>
                </a:cubicBezTo>
                <a:cubicBezTo>
                  <a:pt x="92488" y="35543"/>
                  <a:pt x="93440" y="42576"/>
                  <a:pt x="93440" y="50406"/>
                </a:cubicBezTo>
                <a:moveTo>
                  <a:pt x="75375" y="51548"/>
                </a:moveTo>
                <a:cubicBezTo>
                  <a:pt x="75375" y="46488"/>
                  <a:pt x="74908" y="41706"/>
                  <a:pt x="73973" y="37201"/>
                </a:cubicBezTo>
                <a:cubicBezTo>
                  <a:pt x="73039" y="32695"/>
                  <a:pt x="71499" y="28745"/>
                  <a:pt x="69353" y="25349"/>
                </a:cubicBezTo>
                <a:cubicBezTo>
                  <a:pt x="67207" y="21953"/>
                  <a:pt x="64300" y="19268"/>
                  <a:pt x="60632" y="17293"/>
                </a:cubicBezTo>
                <a:cubicBezTo>
                  <a:pt x="56964" y="15316"/>
                  <a:pt x="52395" y="14327"/>
                  <a:pt x="46928" y="14327"/>
                </a:cubicBezTo>
                <a:cubicBezTo>
                  <a:pt x="41875" y="14327"/>
                  <a:pt x="37532" y="15228"/>
                  <a:pt x="33898" y="17030"/>
                </a:cubicBezTo>
                <a:cubicBezTo>
                  <a:pt x="30264" y="18832"/>
                  <a:pt x="27271" y="21380"/>
                  <a:pt x="24917" y="24674"/>
                </a:cubicBezTo>
                <a:cubicBezTo>
                  <a:pt x="22564" y="27966"/>
                  <a:pt x="20816" y="31865"/>
                  <a:pt x="19674" y="36370"/>
                </a:cubicBezTo>
                <a:cubicBezTo>
                  <a:pt x="18532" y="40873"/>
                  <a:pt x="17961" y="45794"/>
                  <a:pt x="17961" y="51132"/>
                </a:cubicBezTo>
                <a:cubicBezTo>
                  <a:pt x="17961" y="56261"/>
                  <a:pt x="18428" y="61078"/>
                  <a:pt x="19363" y="65583"/>
                </a:cubicBezTo>
                <a:cubicBezTo>
                  <a:pt x="20297" y="70088"/>
                  <a:pt x="21855" y="74022"/>
                  <a:pt x="24035" y="77383"/>
                </a:cubicBezTo>
                <a:cubicBezTo>
                  <a:pt x="26215" y="80744"/>
                  <a:pt x="29139" y="83413"/>
                  <a:pt x="32808" y="85390"/>
                </a:cubicBezTo>
                <a:cubicBezTo>
                  <a:pt x="36476" y="87365"/>
                  <a:pt x="41044" y="88352"/>
                  <a:pt x="46512" y="88352"/>
                </a:cubicBezTo>
                <a:cubicBezTo>
                  <a:pt x="51496" y="88352"/>
                  <a:pt x="55822" y="87452"/>
                  <a:pt x="59490" y="85650"/>
                </a:cubicBezTo>
                <a:cubicBezTo>
                  <a:pt x="63158" y="83848"/>
                  <a:pt x="66169" y="81319"/>
                  <a:pt x="68522" y="78061"/>
                </a:cubicBezTo>
                <a:cubicBezTo>
                  <a:pt x="70876" y="74802"/>
                  <a:pt x="72606" y="70920"/>
                  <a:pt x="73714" y="66417"/>
                </a:cubicBezTo>
                <a:cubicBezTo>
                  <a:pt x="74821" y="61911"/>
                  <a:pt x="75375" y="56955"/>
                  <a:pt x="75375" y="51548"/>
                </a:cubicBezTo>
                <a:close/>
                <a:moveTo>
                  <a:pt x="143460" y="17598"/>
                </a:moveTo>
                <a:cubicBezTo>
                  <a:pt x="143460" y="19823"/>
                  <a:pt x="143304" y="21701"/>
                  <a:pt x="142993" y="23230"/>
                </a:cubicBezTo>
                <a:cubicBezTo>
                  <a:pt x="142681" y="24759"/>
                  <a:pt x="142093" y="25993"/>
                  <a:pt x="141228" y="26932"/>
                </a:cubicBezTo>
                <a:cubicBezTo>
                  <a:pt x="140363" y="27869"/>
                  <a:pt x="139238" y="28528"/>
                  <a:pt x="137854" y="28911"/>
                </a:cubicBezTo>
                <a:cubicBezTo>
                  <a:pt x="136469" y="29294"/>
                  <a:pt x="134704" y="29485"/>
                  <a:pt x="132559" y="29485"/>
                </a:cubicBezTo>
                <a:cubicBezTo>
                  <a:pt x="130344" y="29485"/>
                  <a:pt x="128544" y="29294"/>
                  <a:pt x="127160" y="28911"/>
                </a:cubicBezTo>
                <a:cubicBezTo>
                  <a:pt x="125776" y="28528"/>
                  <a:pt x="124668" y="27869"/>
                  <a:pt x="123838" y="26932"/>
                </a:cubicBezTo>
                <a:cubicBezTo>
                  <a:pt x="123007" y="25993"/>
                  <a:pt x="122436" y="24759"/>
                  <a:pt x="122125" y="23230"/>
                </a:cubicBezTo>
                <a:cubicBezTo>
                  <a:pt x="121813" y="21701"/>
                  <a:pt x="121658" y="19823"/>
                  <a:pt x="121658" y="17598"/>
                </a:cubicBezTo>
                <a:cubicBezTo>
                  <a:pt x="121658" y="15234"/>
                  <a:pt x="121813" y="13270"/>
                  <a:pt x="122125" y="11706"/>
                </a:cubicBezTo>
                <a:cubicBezTo>
                  <a:pt x="122436" y="10142"/>
                  <a:pt x="123007" y="8892"/>
                  <a:pt x="123838" y="7955"/>
                </a:cubicBezTo>
                <a:cubicBezTo>
                  <a:pt x="124668" y="7017"/>
                  <a:pt x="125776" y="6356"/>
                  <a:pt x="127160" y="5973"/>
                </a:cubicBezTo>
                <a:cubicBezTo>
                  <a:pt x="128544" y="5590"/>
                  <a:pt x="130344" y="5399"/>
                  <a:pt x="132559" y="5399"/>
                </a:cubicBezTo>
                <a:cubicBezTo>
                  <a:pt x="134704" y="5399"/>
                  <a:pt x="136469" y="5590"/>
                  <a:pt x="137854" y="5973"/>
                </a:cubicBezTo>
                <a:cubicBezTo>
                  <a:pt x="139238" y="6356"/>
                  <a:pt x="140363" y="7017"/>
                  <a:pt x="141228" y="7955"/>
                </a:cubicBezTo>
                <a:cubicBezTo>
                  <a:pt x="142093" y="8892"/>
                  <a:pt x="142681" y="10142"/>
                  <a:pt x="142993" y="11706"/>
                </a:cubicBezTo>
                <a:cubicBezTo>
                  <a:pt x="143304" y="13270"/>
                  <a:pt x="143460" y="15234"/>
                  <a:pt x="143460" y="17598"/>
                </a:cubicBezTo>
                <a:moveTo>
                  <a:pt x="143460" y="89754"/>
                </a:moveTo>
                <a:cubicBezTo>
                  <a:pt x="143460" y="92049"/>
                  <a:pt x="143304" y="93961"/>
                  <a:pt x="142993" y="95490"/>
                </a:cubicBezTo>
                <a:cubicBezTo>
                  <a:pt x="142681" y="97019"/>
                  <a:pt x="142093" y="98253"/>
                  <a:pt x="141228" y="99192"/>
                </a:cubicBezTo>
                <a:cubicBezTo>
                  <a:pt x="140363" y="100129"/>
                  <a:pt x="139238" y="100788"/>
                  <a:pt x="137854" y="101171"/>
                </a:cubicBezTo>
                <a:cubicBezTo>
                  <a:pt x="136469" y="101554"/>
                  <a:pt x="134704" y="101745"/>
                  <a:pt x="132559" y="101745"/>
                </a:cubicBezTo>
                <a:cubicBezTo>
                  <a:pt x="130344" y="101745"/>
                  <a:pt x="128544" y="101554"/>
                  <a:pt x="127160" y="101171"/>
                </a:cubicBezTo>
                <a:cubicBezTo>
                  <a:pt x="125776" y="100788"/>
                  <a:pt x="124668" y="100129"/>
                  <a:pt x="123838" y="99192"/>
                </a:cubicBezTo>
                <a:cubicBezTo>
                  <a:pt x="123007" y="98253"/>
                  <a:pt x="122436" y="97019"/>
                  <a:pt x="122125" y="95490"/>
                </a:cubicBezTo>
                <a:cubicBezTo>
                  <a:pt x="121813" y="93961"/>
                  <a:pt x="121658" y="92049"/>
                  <a:pt x="121658" y="89754"/>
                </a:cubicBezTo>
                <a:cubicBezTo>
                  <a:pt x="121658" y="87459"/>
                  <a:pt x="121813" y="85530"/>
                  <a:pt x="122125" y="83966"/>
                </a:cubicBezTo>
                <a:cubicBezTo>
                  <a:pt x="122436" y="82402"/>
                  <a:pt x="123007" y="81169"/>
                  <a:pt x="123838" y="80267"/>
                </a:cubicBezTo>
                <a:cubicBezTo>
                  <a:pt x="124668" y="79363"/>
                  <a:pt x="125776" y="78702"/>
                  <a:pt x="127160" y="78285"/>
                </a:cubicBezTo>
                <a:cubicBezTo>
                  <a:pt x="128544" y="77868"/>
                  <a:pt x="130344" y="77659"/>
                  <a:pt x="132559" y="77659"/>
                </a:cubicBezTo>
                <a:cubicBezTo>
                  <a:pt x="134704" y="77659"/>
                  <a:pt x="136469" y="77868"/>
                  <a:pt x="137854" y="78285"/>
                </a:cubicBezTo>
                <a:cubicBezTo>
                  <a:pt x="139238" y="78702"/>
                  <a:pt x="140363" y="79363"/>
                  <a:pt x="141228" y="80267"/>
                </a:cubicBezTo>
                <a:cubicBezTo>
                  <a:pt x="142093" y="81169"/>
                  <a:pt x="142681" y="82402"/>
                  <a:pt x="142993" y="83966"/>
                </a:cubicBezTo>
                <a:cubicBezTo>
                  <a:pt x="143304" y="85530"/>
                  <a:pt x="143460" y="87459"/>
                  <a:pt x="143460" y="897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bob@victim.com">
            <a:extLst xmlns:a="http://schemas.openxmlformats.org/drawingml/2006/main">
              <a:ext uri="{FF2B5EF4-FFF2-40B4-BE49-F238E27FC236}">
                <a16:creationId xmlns:a16="http://schemas.microsoft.com/office/drawing/2014/main" id="{AD229ECD-97EC-416E-94D0-F2972315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4463" y="3362101"/>
            <a:ext cx="1435586" cy="170060"/>
          </a:xfrm>
          <a:custGeom xmlns:a="http://schemas.openxmlformats.org/drawingml/2006/main">
            <a:pathLst>
              <a:path w="1435586" h="170060">
                <a:moveTo>
                  <a:pt x="85965" y="94218"/>
                </a:moveTo>
                <a:cubicBezTo>
                  <a:pt x="85965" y="102323"/>
                  <a:pt x="85082" y="109614"/>
                  <a:pt x="83317" y="116092"/>
                </a:cubicBezTo>
                <a:cubicBezTo>
                  <a:pt x="81552" y="122570"/>
                  <a:pt x="78957" y="128097"/>
                  <a:pt x="75530" y="132671"/>
                </a:cubicBezTo>
                <a:cubicBezTo>
                  <a:pt x="72104" y="137244"/>
                  <a:pt x="67900" y="140742"/>
                  <a:pt x="62916" y="143167"/>
                </a:cubicBezTo>
                <a:cubicBezTo>
                  <a:pt x="57933" y="145592"/>
                  <a:pt x="52222" y="146804"/>
                  <a:pt x="45785" y="146804"/>
                </a:cubicBezTo>
                <a:cubicBezTo>
                  <a:pt x="42809" y="146804"/>
                  <a:pt x="40058" y="146509"/>
                  <a:pt x="37532" y="145918"/>
                </a:cubicBezTo>
                <a:cubicBezTo>
                  <a:pt x="35005" y="145330"/>
                  <a:pt x="32531" y="144378"/>
                  <a:pt x="30108" y="143063"/>
                </a:cubicBezTo>
                <a:cubicBezTo>
                  <a:pt x="27686" y="141746"/>
                  <a:pt x="25263" y="140083"/>
                  <a:pt x="22841" y="138073"/>
                </a:cubicBezTo>
                <a:cubicBezTo>
                  <a:pt x="20418" y="136064"/>
                  <a:pt x="17857" y="133639"/>
                  <a:pt x="15158" y="130799"/>
                </a:cubicBezTo>
                <a:lnTo>
                  <a:pt x="15158" y="142152"/>
                </a:lnTo>
                <a:cubicBezTo>
                  <a:pt x="15158" y="142701"/>
                  <a:pt x="15020" y="143182"/>
                  <a:pt x="14743" y="143595"/>
                </a:cubicBezTo>
                <a:cubicBezTo>
                  <a:pt x="14466" y="144009"/>
                  <a:pt x="14016" y="144336"/>
                  <a:pt x="13393" y="144578"/>
                </a:cubicBezTo>
                <a:cubicBezTo>
                  <a:pt x="12770" y="144819"/>
                  <a:pt x="11991" y="145007"/>
                  <a:pt x="11057" y="145143"/>
                </a:cubicBezTo>
                <a:cubicBezTo>
                  <a:pt x="10123" y="145281"/>
                  <a:pt x="8929" y="145351"/>
                  <a:pt x="7475" y="145351"/>
                </a:cubicBezTo>
                <a:cubicBezTo>
                  <a:pt x="6091" y="145351"/>
                  <a:pt x="4914" y="145281"/>
                  <a:pt x="3945" y="145143"/>
                </a:cubicBezTo>
                <a:cubicBezTo>
                  <a:pt x="2976" y="145005"/>
                  <a:pt x="2180" y="144814"/>
                  <a:pt x="1557" y="144572"/>
                </a:cubicBezTo>
                <a:cubicBezTo>
                  <a:pt x="934" y="144330"/>
                  <a:pt x="519" y="144001"/>
                  <a:pt x="311" y="143586"/>
                </a:cubicBezTo>
                <a:cubicBezTo>
                  <a:pt x="104" y="143168"/>
                  <a:pt x="0" y="142683"/>
                  <a:pt x="0" y="142129"/>
                </a:cubicBezTo>
                <a:lnTo>
                  <a:pt x="0" y="3326"/>
                </a:lnTo>
                <a:cubicBezTo>
                  <a:pt x="0" y="2772"/>
                  <a:pt x="121" y="2287"/>
                  <a:pt x="363" y="1872"/>
                </a:cubicBezTo>
                <a:cubicBezTo>
                  <a:pt x="606" y="1455"/>
                  <a:pt x="1056" y="1107"/>
                  <a:pt x="1713" y="831"/>
                </a:cubicBezTo>
                <a:cubicBezTo>
                  <a:pt x="2371" y="554"/>
                  <a:pt x="3253" y="346"/>
                  <a:pt x="4361" y="208"/>
                </a:cubicBezTo>
                <a:cubicBezTo>
                  <a:pt x="5468" y="69"/>
                  <a:pt x="6852" y="0"/>
                  <a:pt x="8513" y="0"/>
                </a:cubicBezTo>
                <a:cubicBezTo>
                  <a:pt x="10244" y="0"/>
                  <a:pt x="11663" y="69"/>
                  <a:pt x="12770" y="208"/>
                </a:cubicBezTo>
                <a:cubicBezTo>
                  <a:pt x="13878" y="346"/>
                  <a:pt x="14743" y="555"/>
                  <a:pt x="15366" y="834"/>
                </a:cubicBezTo>
                <a:cubicBezTo>
                  <a:pt x="15989" y="1111"/>
                  <a:pt x="16438" y="1458"/>
                  <a:pt x="16715" y="1875"/>
                </a:cubicBezTo>
                <a:cubicBezTo>
                  <a:pt x="16992" y="2291"/>
                  <a:pt x="17131" y="2775"/>
                  <a:pt x="17131" y="3329"/>
                </a:cubicBezTo>
                <a:lnTo>
                  <a:pt x="17131" y="59402"/>
                </a:lnTo>
                <a:cubicBezTo>
                  <a:pt x="19899" y="56562"/>
                  <a:pt x="22581" y="54172"/>
                  <a:pt x="25177" y="52232"/>
                </a:cubicBezTo>
                <a:cubicBezTo>
                  <a:pt x="27772" y="50292"/>
                  <a:pt x="30316" y="48716"/>
                  <a:pt x="32808" y="47505"/>
                </a:cubicBezTo>
                <a:cubicBezTo>
                  <a:pt x="35299" y="46292"/>
                  <a:pt x="37791" y="45408"/>
                  <a:pt x="40283" y="44854"/>
                </a:cubicBezTo>
                <a:cubicBezTo>
                  <a:pt x="42775" y="44298"/>
                  <a:pt x="45405" y="44020"/>
                  <a:pt x="48173" y="44020"/>
                </a:cubicBezTo>
                <a:cubicBezTo>
                  <a:pt x="54956" y="44020"/>
                  <a:pt x="60753" y="45372"/>
                  <a:pt x="65564" y="48076"/>
                </a:cubicBezTo>
                <a:cubicBezTo>
                  <a:pt x="70374" y="50778"/>
                  <a:pt x="74285" y="54397"/>
                  <a:pt x="77295" y="58935"/>
                </a:cubicBezTo>
                <a:cubicBezTo>
                  <a:pt x="80306" y="63473"/>
                  <a:pt x="82504" y="68791"/>
                  <a:pt x="83888" y="74888"/>
                </a:cubicBezTo>
                <a:cubicBezTo>
                  <a:pt x="85272" y="80983"/>
                  <a:pt x="85965" y="87427"/>
                  <a:pt x="85965" y="94218"/>
                </a:cubicBezTo>
                <a:moveTo>
                  <a:pt x="67900" y="96191"/>
                </a:moveTo>
                <a:cubicBezTo>
                  <a:pt x="67900" y="91409"/>
                  <a:pt x="67536" y="86765"/>
                  <a:pt x="66809" y="82259"/>
                </a:cubicBezTo>
                <a:cubicBezTo>
                  <a:pt x="66083" y="77754"/>
                  <a:pt x="64819" y="73769"/>
                  <a:pt x="63020" y="70304"/>
                </a:cubicBezTo>
                <a:cubicBezTo>
                  <a:pt x="61220" y="66839"/>
                  <a:pt x="58832" y="64049"/>
                  <a:pt x="55856" y="61936"/>
                </a:cubicBezTo>
                <a:cubicBezTo>
                  <a:pt x="52880" y="59821"/>
                  <a:pt x="49177" y="58763"/>
                  <a:pt x="44747" y="58763"/>
                </a:cubicBezTo>
                <a:cubicBezTo>
                  <a:pt x="42532" y="58763"/>
                  <a:pt x="40352" y="59076"/>
                  <a:pt x="38206" y="59701"/>
                </a:cubicBezTo>
                <a:cubicBezTo>
                  <a:pt x="36061" y="60324"/>
                  <a:pt x="33881" y="61363"/>
                  <a:pt x="31666" y="62819"/>
                </a:cubicBezTo>
                <a:cubicBezTo>
                  <a:pt x="29451" y="64274"/>
                  <a:pt x="27149" y="66146"/>
                  <a:pt x="24762" y="68435"/>
                </a:cubicBezTo>
                <a:cubicBezTo>
                  <a:pt x="22374" y="70723"/>
                  <a:pt x="19830" y="73601"/>
                  <a:pt x="17131" y="77068"/>
                </a:cubicBezTo>
                <a:lnTo>
                  <a:pt x="17131" y="114379"/>
                </a:lnTo>
                <a:cubicBezTo>
                  <a:pt x="21837" y="120135"/>
                  <a:pt x="26336" y="124521"/>
                  <a:pt x="30627" y="127539"/>
                </a:cubicBezTo>
                <a:cubicBezTo>
                  <a:pt x="34919" y="130554"/>
                  <a:pt x="39383" y="132061"/>
                  <a:pt x="44020" y="132061"/>
                </a:cubicBezTo>
                <a:cubicBezTo>
                  <a:pt x="48312" y="132061"/>
                  <a:pt x="51980" y="131022"/>
                  <a:pt x="55026" y="128944"/>
                </a:cubicBezTo>
                <a:cubicBezTo>
                  <a:pt x="58071" y="126863"/>
                  <a:pt x="60545" y="124107"/>
                  <a:pt x="62449" y="120677"/>
                </a:cubicBezTo>
                <a:cubicBezTo>
                  <a:pt x="64352" y="117246"/>
                  <a:pt x="65737" y="113399"/>
                  <a:pt x="66602" y="109136"/>
                </a:cubicBezTo>
                <a:cubicBezTo>
                  <a:pt x="67467" y="104873"/>
                  <a:pt x="67900" y="100558"/>
                  <a:pt x="67900" y="96191"/>
                </a:cubicBezTo>
                <a:close/>
                <a:moveTo>
                  <a:pt x="198443" y="94426"/>
                </a:moveTo>
                <a:cubicBezTo>
                  <a:pt x="198443" y="102046"/>
                  <a:pt x="197440" y="109061"/>
                  <a:pt x="195432" y="115469"/>
                </a:cubicBezTo>
                <a:cubicBezTo>
                  <a:pt x="193425" y="121878"/>
                  <a:pt x="190432" y="127405"/>
                  <a:pt x="186452" y="132048"/>
                </a:cubicBezTo>
                <a:cubicBezTo>
                  <a:pt x="182472" y="136690"/>
                  <a:pt x="177488" y="140310"/>
                  <a:pt x="171501" y="142908"/>
                </a:cubicBezTo>
                <a:cubicBezTo>
                  <a:pt x="165514" y="145505"/>
                  <a:pt x="158576" y="146804"/>
                  <a:pt x="150685" y="146804"/>
                </a:cubicBezTo>
                <a:cubicBezTo>
                  <a:pt x="143002" y="146804"/>
                  <a:pt x="136306" y="145661"/>
                  <a:pt x="130596" y="143375"/>
                </a:cubicBezTo>
                <a:cubicBezTo>
                  <a:pt x="124885" y="141089"/>
                  <a:pt x="120127" y="137763"/>
                  <a:pt x="116320" y="133398"/>
                </a:cubicBezTo>
                <a:cubicBezTo>
                  <a:pt x="112513" y="129033"/>
                  <a:pt x="109675" y="123733"/>
                  <a:pt x="107807" y="117497"/>
                </a:cubicBezTo>
                <a:cubicBezTo>
                  <a:pt x="105938" y="111261"/>
                  <a:pt x="105003" y="104194"/>
                  <a:pt x="105003" y="96295"/>
                </a:cubicBezTo>
                <a:cubicBezTo>
                  <a:pt x="105003" y="88675"/>
                  <a:pt x="105990" y="81660"/>
                  <a:pt x="107962" y="75251"/>
                </a:cubicBezTo>
                <a:cubicBezTo>
                  <a:pt x="109935" y="68843"/>
                  <a:pt x="112911" y="63317"/>
                  <a:pt x="116891" y="58676"/>
                </a:cubicBezTo>
                <a:cubicBezTo>
                  <a:pt x="120871" y="54032"/>
                  <a:pt x="125837" y="50428"/>
                  <a:pt x="131790" y="47865"/>
                </a:cubicBezTo>
                <a:cubicBezTo>
                  <a:pt x="137742" y="45302"/>
                  <a:pt x="144698" y="44020"/>
                  <a:pt x="152658" y="44020"/>
                </a:cubicBezTo>
                <a:cubicBezTo>
                  <a:pt x="160341" y="44020"/>
                  <a:pt x="167037" y="45164"/>
                  <a:pt x="172747" y="47450"/>
                </a:cubicBezTo>
                <a:cubicBezTo>
                  <a:pt x="178457" y="49736"/>
                  <a:pt x="183216" y="53062"/>
                  <a:pt x="187023" y="57426"/>
                </a:cubicBezTo>
                <a:cubicBezTo>
                  <a:pt x="190830" y="61791"/>
                  <a:pt x="193685" y="67092"/>
                  <a:pt x="195588" y="73327"/>
                </a:cubicBezTo>
                <a:cubicBezTo>
                  <a:pt x="197491" y="79563"/>
                  <a:pt x="198443" y="86596"/>
                  <a:pt x="198443" y="94426"/>
                </a:cubicBezTo>
                <a:moveTo>
                  <a:pt x="180378" y="95568"/>
                </a:moveTo>
                <a:cubicBezTo>
                  <a:pt x="180378" y="90509"/>
                  <a:pt x="179911" y="85727"/>
                  <a:pt x="178977" y="81221"/>
                </a:cubicBezTo>
                <a:cubicBezTo>
                  <a:pt x="178042" y="76716"/>
                  <a:pt x="176502" y="72765"/>
                  <a:pt x="174357" y="69369"/>
                </a:cubicBezTo>
                <a:cubicBezTo>
                  <a:pt x="172211" y="65973"/>
                  <a:pt x="169304" y="63288"/>
                  <a:pt x="165635" y="61313"/>
                </a:cubicBezTo>
                <a:cubicBezTo>
                  <a:pt x="161967" y="59336"/>
                  <a:pt x="157399" y="58348"/>
                  <a:pt x="151931" y="58348"/>
                </a:cubicBezTo>
                <a:cubicBezTo>
                  <a:pt x="146878" y="58348"/>
                  <a:pt x="142535" y="59249"/>
                  <a:pt x="138901" y="61051"/>
                </a:cubicBezTo>
                <a:cubicBezTo>
                  <a:pt x="135268" y="62852"/>
                  <a:pt x="132274" y="65400"/>
                  <a:pt x="129921" y="68694"/>
                </a:cubicBezTo>
                <a:cubicBezTo>
                  <a:pt x="127567" y="71986"/>
                  <a:pt x="125820" y="75885"/>
                  <a:pt x="124678" y="80391"/>
                </a:cubicBezTo>
                <a:cubicBezTo>
                  <a:pt x="123536" y="84894"/>
                  <a:pt x="122965" y="89815"/>
                  <a:pt x="122965" y="95153"/>
                </a:cubicBezTo>
                <a:cubicBezTo>
                  <a:pt x="122965" y="100281"/>
                  <a:pt x="123432" y="105098"/>
                  <a:pt x="124366" y="109603"/>
                </a:cubicBezTo>
                <a:cubicBezTo>
                  <a:pt x="125301" y="114109"/>
                  <a:pt x="126858" y="118042"/>
                  <a:pt x="129038" y="121404"/>
                </a:cubicBezTo>
                <a:cubicBezTo>
                  <a:pt x="131219" y="124765"/>
                  <a:pt x="134143" y="127434"/>
                  <a:pt x="137811" y="129411"/>
                </a:cubicBezTo>
                <a:cubicBezTo>
                  <a:pt x="141480" y="131386"/>
                  <a:pt x="146048" y="132373"/>
                  <a:pt x="151516" y="132373"/>
                </a:cubicBezTo>
                <a:cubicBezTo>
                  <a:pt x="156499" y="132373"/>
                  <a:pt x="160825" y="131472"/>
                  <a:pt x="164493" y="129670"/>
                </a:cubicBezTo>
                <a:cubicBezTo>
                  <a:pt x="168162" y="127869"/>
                  <a:pt x="171173" y="125339"/>
                  <a:pt x="173526" y="122082"/>
                </a:cubicBezTo>
                <a:cubicBezTo>
                  <a:pt x="175879" y="118822"/>
                  <a:pt x="177610" y="114941"/>
                  <a:pt x="178717" y="110437"/>
                </a:cubicBezTo>
                <a:cubicBezTo>
                  <a:pt x="179824" y="105932"/>
                  <a:pt x="180378" y="100975"/>
                  <a:pt x="180378" y="95568"/>
                </a:cubicBezTo>
                <a:close/>
                <a:moveTo>
                  <a:pt x="309053" y="94218"/>
                </a:moveTo>
                <a:cubicBezTo>
                  <a:pt x="309053" y="102323"/>
                  <a:pt x="308171" y="109614"/>
                  <a:pt x="306406" y="116092"/>
                </a:cubicBezTo>
                <a:cubicBezTo>
                  <a:pt x="304641" y="122570"/>
                  <a:pt x="302045" y="128097"/>
                  <a:pt x="298619" y="132671"/>
                </a:cubicBezTo>
                <a:cubicBezTo>
                  <a:pt x="295193" y="137244"/>
                  <a:pt x="290988" y="140742"/>
                  <a:pt x="286005" y="143167"/>
                </a:cubicBezTo>
                <a:cubicBezTo>
                  <a:pt x="281021" y="145592"/>
                  <a:pt x="275311" y="146804"/>
                  <a:pt x="268874" y="146804"/>
                </a:cubicBezTo>
                <a:cubicBezTo>
                  <a:pt x="265898" y="146804"/>
                  <a:pt x="263146" y="146509"/>
                  <a:pt x="260620" y="145918"/>
                </a:cubicBezTo>
                <a:cubicBezTo>
                  <a:pt x="258094" y="145330"/>
                  <a:pt x="255619" y="144378"/>
                  <a:pt x="253197" y="143063"/>
                </a:cubicBezTo>
                <a:cubicBezTo>
                  <a:pt x="250774" y="141746"/>
                  <a:pt x="248352" y="140083"/>
                  <a:pt x="245929" y="138073"/>
                </a:cubicBezTo>
                <a:cubicBezTo>
                  <a:pt x="243507" y="136064"/>
                  <a:pt x="240946" y="133639"/>
                  <a:pt x="238246" y="130799"/>
                </a:cubicBezTo>
                <a:lnTo>
                  <a:pt x="238246" y="142152"/>
                </a:lnTo>
                <a:cubicBezTo>
                  <a:pt x="238246" y="142701"/>
                  <a:pt x="238108" y="143182"/>
                  <a:pt x="237831" y="143595"/>
                </a:cubicBezTo>
                <a:cubicBezTo>
                  <a:pt x="237554" y="144009"/>
                  <a:pt x="237104" y="144336"/>
                  <a:pt x="236482" y="144578"/>
                </a:cubicBezTo>
                <a:cubicBezTo>
                  <a:pt x="235859" y="144819"/>
                  <a:pt x="235080" y="145007"/>
                  <a:pt x="234146" y="145143"/>
                </a:cubicBezTo>
                <a:cubicBezTo>
                  <a:pt x="233211" y="145281"/>
                  <a:pt x="232017" y="145351"/>
                  <a:pt x="230564" y="145351"/>
                </a:cubicBezTo>
                <a:cubicBezTo>
                  <a:pt x="229179" y="145351"/>
                  <a:pt x="228003" y="145281"/>
                  <a:pt x="227034" y="145143"/>
                </a:cubicBezTo>
                <a:cubicBezTo>
                  <a:pt x="226065" y="145005"/>
                  <a:pt x="225269" y="144814"/>
                  <a:pt x="224646" y="144572"/>
                </a:cubicBezTo>
                <a:cubicBezTo>
                  <a:pt x="224023" y="144330"/>
                  <a:pt x="223608" y="144001"/>
                  <a:pt x="223400" y="143586"/>
                </a:cubicBezTo>
                <a:cubicBezTo>
                  <a:pt x="223192" y="143168"/>
                  <a:pt x="223088" y="142683"/>
                  <a:pt x="223088" y="142129"/>
                </a:cubicBezTo>
                <a:lnTo>
                  <a:pt x="223088" y="3326"/>
                </a:lnTo>
                <a:cubicBezTo>
                  <a:pt x="223088" y="2772"/>
                  <a:pt x="223210" y="2287"/>
                  <a:pt x="223452" y="1872"/>
                </a:cubicBezTo>
                <a:cubicBezTo>
                  <a:pt x="223694" y="1455"/>
                  <a:pt x="224144" y="1107"/>
                  <a:pt x="224802" y="831"/>
                </a:cubicBezTo>
                <a:cubicBezTo>
                  <a:pt x="225459" y="554"/>
                  <a:pt x="226342" y="346"/>
                  <a:pt x="227449" y="208"/>
                </a:cubicBezTo>
                <a:cubicBezTo>
                  <a:pt x="228556" y="69"/>
                  <a:pt x="229941" y="0"/>
                  <a:pt x="231602" y="0"/>
                </a:cubicBezTo>
                <a:cubicBezTo>
                  <a:pt x="233332" y="0"/>
                  <a:pt x="234751" y="69"/>
                  <a:pt x="235859" y="208"/>
                </a:cubicBezTo>
                <a:cubicBezTo>
                  <a:pt x="236966" y="346"/>
                  <a:pt x="237831" y="555"/>
                  <a:pt x="238454" y="834"/>
                </a:cubicBezTo>
                <a:cubicBezTo>
                  <a:pt x="239077" y="1111"/>
                  <a:pt x="239527" y="1458"/>
                  <a:pt x="239804" y="1875"/>
                </a:cubicBezTo>
                <a:cubicBezTo>
                  <a:pt x="240081" y="2291"/>
                  <a:pt x="240219" y="2775"/>
                  <a:pt x="240219" y="3329"/>
                </a:cubicBezTo>
                <a:lnTo>
                  <a:pt x="240219" y="59402"/>
                </a:lnTo>
                <a:cubicBezTo>
                  <a:pt x="242988" y="56562"/>
                  <a:pt x="245670" y="54172"/>
                  <a:pt x="248265" y="52232"/>
                </a:cubicBezTo>
                <a:cubicBezTo>
                  <a:pt x="250861" y="50292"/>
                  <a:pt x="253404" y="48716"/>
                  <a:pt x="255896" y="47505"/>
                </a:cubicBezTo>
                <a:cubicBezTo>
                  <a:pt x="258388" y="46292"/>
                  <a:pt x="260880" y="45408"/>
                  <a:pt x="263371" y="44854"/>
                </a:cubicBezTo>
                <a:cubicBezTo>
                  <a:pt x="265863" y="44298"/>
                  <a:pt x="268493" y="44020"/>
                  <a:pt x="271262" y="44020"/>
                </a:cubicBezTo>
                <a:cubicBezTo>
                  <a:pt x="278045" y="44020"/>
                  <a:pt x="283842" y="45372"/>
                  <a:pt x="288652" y="48076"/>
                </a:cubicBezTo>
                <a:cubicBezTo>
                  <a:pt x="293462" y="50778"/>
                  <a:pt x="297373" y="54397"/>
                  <a:pt x="300384" y="58935"/>
                </a:cubicBezTo>
                <a:cubicBezTo>
                  <a:pt x="303395" y="63473"/>
                  <a:pt x="305592" y="68791"/>
                  <a:pt x="306977" y="74888"/>
                </a:cubicBezTo>
                <a:cubicBezTo>
                  <a:pt x="308361" y="80983"/>
                  <a:pt x="309053" y="87427"/>
                  <a:pt x="309053" y="94218"/>
                </a:cubicBezTo>
                <a:moveTo>
                  <a:pt x="290988" y="96191"/>
                </a:moveTo>
                <a:cubicBezTo>
                  <a:pt x="290988" y="91409"/>
                  <a:pt x="290625" y="86765"/>
                  <a:pt x="289898" y="82259"/>
                </a:cubicBezTo>
                <a:cubicBezTo>
                  <a:pt x="289171" y="77754"/>
                  <a:pt x="287908" y="73769"/>
                  <a:pt x="286108" y="70304"/>
                </a:cubicBezTo>
                <a:cubicBezTo>
                  <a:pt x="284309" y="66839"/>
                  <a:pt x="281921" y="64049"/>
                  <a:pt x="278945" y="61936"/>
                </a:cubicBezTo>
                <a:cubicBezTo>
                  <a:pt x="275968" y="59821"/>
                  <a:pt x="272265" y="58763"/>
                  <a:pt x="267836" y="58763"/>
                </a:cubicBezTo>
                <a:cubicBezTo>
                  <a:pt x="265621" y="58763"/>
                  <a:pt x="263441" y="59076"/>
                  <a:pt x="261295" y="59701"/>
                </a:cubicBezTo>
                <a:cubicBezTo>
                  <a:pt x="259149" y="60324"/>
                  <a:pt x="256969" y="61363"/>
                  <a:pt x="254754" y="62819"/>
                </a:cubicBezTo>
                <a:cubicBezTo>
                  <a:pt x="252539" y="64274"/>
                  <a:pt x="250238" y="66146"/>
                  <a:pt x="247850" y="68435"/>
                </a:cubicBezTo>
                <a:cubicBezTo>
                  <a:pt x="245462" y="70723"/>
                  <a:pt x="242918" y="73601"/>
                  <a:pt x="240219" y="77068"/>
                </a:cubicBezTo>
                <a:lnTo>
                  <a:pt x="240219" y="114379"/>
                </a:lnTo>
                <a:cubicBezTo>
                  <a:pt x="244926" y="120135"/>
                  <a:pt x="249425" y="124521"/>
                  <a:pt x="253716" y="127539"/>
                </a:cubicBezTo>
                <a:cubicBezTo>
                  <a:pt x="258007" y="130554"/>
                  <a:pt x="262472" y="132061"/>
                  <a:pt x="267109" y="132061"/>
                </a:cubicBezTo>
                <a:cubicBezTo>
                  <a:pt x="271400" y="132061"/>
                  <a:pt x="275069" y="131022"/>
                  <a:pt x="278114" y="128944"/>
                </a:cubicBezTo>
                <a:cubicBezTo>
                  <a:pt x="281160" y="126863"/>
                  <a:pt x="283634" y="124107"/>
                  <a:pt x="285537" y="120677"/>
                </a:cubicBezTo>
                <a:cubicBezTo>
                  <a:pt x="287441" y="117246"/>
                  <a:pt x="288825" y="113399"/>
                  <a:pt x="289690" y="109136"/>
                </a:cubicBezTo>
                <a:cubicBezTo>
                  <a:pt x="290555" y="104873"/>
                  <a:pt x="290988" y="100558"/>
                  <a:pt x="290988" y="96191"/>
                </a:cubicBezTo>
                <a:close/>
                <a:moveTo>
                  <a:pt x="490677" y="64937"/>
                </a:moveTo>
                <a:cubicBezTo>
                  <a:pt x="490677" y="69648"/>
                  <a:pt x="490383" y="74463"/>
                  <a:pt x="489795" y="79382"/>
                </a:cubicBezTo>
                <a:cubicBezTo>
                  <a:pt x="489206" y="84300"/>
                  <a:pt x="488255" y="89080"/>
                  <a:pt x="486939" y="93722"/>
                </a:cubicBezTo>
                <a:cubicBezTo>
                  <a:pt x="485624" y="98364"/>
                  <a:pt x="483894" y="102746"/>
                  <a:pt x="481748" y="106868"/>
                </a:cubicBezTo>
                <a:cubicBezTo>
                  <a:pt x="479603" y="110989"/>
                  <a:pt x="476973" y="114609"/>
                  <a:pt x="473858" y="117728"/>
                </a:cubicBezTo>
                <a:cubicBezTo>
                  <a:pt x="470743" y="120844"/>
                  <a:pt x="467127" y="123286"/>
                  <a:pt x="463008" y="125053"/>
                </a:cubicBezTo>
                <a:cubicBezTo>
                  <a:pt x="458890" y="126818"/>
                  <a:pt x="454166" y="127701"/>
                  <a:pt x="448837" y="127701"/>
                </a:cubicBezTo>
                <a:cubicBezTo>
                  <a:pt x="445999" y="127701"/>
                  <a:pt x="443369" y="127372"/>
                  <a:pt x="440946" y="126715"/>
                </a:cubicBezTo>
                <a:cubicBezTo>
                  <a:pt x="438524" y="126055"/>
                  <a:pt x="436378" y="125102"/>
                  <a:pt x="434509" y="123856"/>
                </a:cubicBezTo>
                <a:cubicBezTo>
                  <a:pt x="432641" y="122608"/>
                  <a:pt x="431066" y="120997"/>
                  <a:pt x="429785" y="119022"/>
                </a:cubicBezTo>
                <a:cubicBezTo>
                  <a:pt x="428505" y="117045"/>
                  <a:pt x="427623" y="114775"/>
                  <a:pt x="427138" y="112212"/>
                </a:cubicBezTo>
                <a:cubicBezTo>
                  <a:pt x="424369" y="114985"/>
                  <a:pt x="421687" y="117359"/>
                  <a:pt x="419092" y="119334"/>
                </a:cubicBezTo>
                <a:cubicBezTo>
                  <a:pt x="416496" y="121308"/>
                  <a:pt x="413953" y="122920"/>
                  <a:pt x="411461" y="124168"/>
                </a:cubicBezTo>
                <a:cubicBezTo>
                  <a:pt x="408969" y="125414"/>
                  <a:pt x="406529" y="126314"/>
                  <a:pt x="404141" y="126870"/>
                </a:cubicBezTo>
                <a:cubicBezTo>
                  <a:pt x="401754" y="127424"/>
                  <a:pt x="399418" y="127701"/>
                  <a:pt x="397133" y="127701"/>
                </a:cubicBezTo>
                <a:cubicBezTo>
                  <a:pt x="394157" y="127701"/>
                  <a:pt x="391527" y="127407"/>
                  <a:pt x="389243" y="126818"/>
                </a:cubicBezTo>
                <a:cubicBezTo>
                  <a:pt x="386959" y="126228"/>
                  <a:pt x="384934" y="125362"/>
                  <a:pt x="383169" y="124220"/>
                </a:cubicBezTo>
                <a:cubicBezTo>
                  <a:pt x="381404" y="123075"/>
                  <a:pt x="379899" y="121672"/>
                  <a:pt x="378653" y="120008"/>
                </a:cubicBezTo>
                <a:cubicBezTo>
                  <a:pt x="377407" y="118345"/>
                  <a:pt x="376369" y="116474"/>
                  <a:pt x="375539" y="114396"/>
                </a:cubicBezTo>
                <a:cubicBezTo>
                  <a:pt x="374708" y="112317"/>
                  <a:pt x="374120" y="110031"/>
                  <a:pt x="373774" y="107537"/>
                </a:cubicBezTo>
                <a:cubicBezTo>
                  <a:pt x="373427" y="105041"/>
                  <a:pt x="373254" y="102337"/>
                  <a:pt x="373254" y="99426"/>
                </a:cubicBezTo>
                <a:cubicBezTo>
                  <a:pt x="373254" y="96445"/>
                  <a:pt x="373497" y="93032"/>
                  <a:pt x="373981" y="89186"/>
                </a:cubicBezTo>
                <a:cubicBezTo>
                  <a:pt x="374466" y="85341"/>
                  <a:pt x="375262" y="81374"/>
                  <a:pt x="376369" y="77286"/>
                </a:cubicBezTo>
                <a:cubicBezTo>
                  <a:pt x="377477" y="73196"/>
                  <a:pt x="378999" y="69193"/>
                  <a:pt x="380937" y="65278"/>
                </a:cubicBezTo>
                <a:cubicBezTo>
                  <a:pt x="382875" y="61363"/>
                  <a:pt x="385280" y="57863"/>
                  <a:pt x="388153" y="54779"/>
                </a:cubicBezTo>
                <a:cubicBezTo>
                  <a:pt x="391025" y="51695"/>
                  <a:pt x="394434" y="49200"/>
                  <a:pt x="398379" y="47294"/>
                </a:cubicBezTo>
                <a:cubicBezTo>
                  <a:pt x="402325" y="45389"/>
                  <a:pt x="406927" y="44436"/>
                  <a:pt x="412188" y="44436"/>
                </a:cubicBezTo>
                <a:cubicBezTo>
                  <a:pt x="414403" y="44436"/>
                  <a:pt x="416531" y="44696"/>
                  <a:pt x="418573" y="45218"/>
                </a:cubicBezTo>
                <a:cubicBezTo>
                  <a:pt x="420615" y="45737"/>
                  <a:pt x="422570" y="46551"/>
                  <a:pt x="424439" y="47661"/>
                </a:cubicBezTo>
                <a:cubicBezTo>
                  <a:pt x="426307" y="48768"/>
                  <a:pt x="428107" y="50154"/>
                  <a:pt x="429837" y="51817"/>
                </a:cubicBezTo>
                <a:cubicBezTo>
                  <a:pt x="431568" y="53480"/>
                  <a:pt x="433333" y="55455"/>
                  <a:pt x="435132" y="57741"/>
                </a:cubicBezTo>
                <a:lnTo>
                  <a:pt x="436897" y="48592"/>
                </a:lnTo>
                <a:cubicBezTo>
                  <a:pt x="437174" y="47623"/>
                  <a:pt x="437797" y="46896"/>
                  <a:pt x="438766" y="46412"/>
                </a:cubicBezTo>
                <a:cubicBezTo>
                  <a:pt x="439735" y="45925"/>
                  <a:pt x="441535" y="45682"/>
                  <a:pt x="444165" y="45682"/>
                </a:cubicBezTo>
                <a:cubicBezTo>
                  <a:pt x="445411" y="45682"/>
                  <a:pt x="446466" y="45751"/>
                  <a:pt x="447331" y="45889"/>
                </a:cubicBezTo>
                <a:cubicBezTo>
                  <a:pt x="448197" y="46028"/>
                  <a:pt x="448871" y="46218"/>
                  <a:pt x="449356" y="46460"/>
                </a:cubicBezTo>
                <a:cubicBezTo>
                  <a:pt x="449840" y="46703"/>
                  <a:pt x="450169" y="46998"/>
                  <a:pt x="450342" y="47346"/>
                </a:cubicBezTo>
                <a:cubicBezTo>
                  <a:pt x="450515" y="47692"/>
                  <a:pt x="450533" y="48107"/>
                  <a:pt x="450394" y="48592"/>
                </a:cubicBezTo>
                <a:lnTo>
                  <a:pt x="441154" y="96412"/>
                </a:lnTo>
                <a:cubicBezTo>
                  <a:pt x="440047" y="102446"/>
                  <a:pt x="440323" y="106903"/>
                  <a:pt x="441985" y="109782"/>
                </a:cubicBezTo>
                <a:cubicBezTo>
                  <a:pt x="443646" y="112661"/>
                  <a:pt x="446795" y="114100"/>
                  <a:pt x="451432" y="114100"/>
                </a:cubicBezTo>
                <a:cubicBezTo>
                  <a:pt x="454270" y="114100"/>
                  <a:pt x="456831" y="113391"/>
                  <a:pt x="459115" y="111972"/>
                </a:cubicBezTo>
                <a:cubicBezTo>
                  <a:pt x="461399" y="110551"/>
                  <a:pt x="463406" y="108628"/>
                  <a:pt x="465137" y="106203"/>
                </a:cubicBezTo>
                <a:cubicBezTo>
                  <a:pt x="466867" y="103776"/>
                  <a:pt x="468321" y="100953"/>
                  <a:pt x="469497" y="97732"/>
                </a:cubicBezTo>
                <a:cubicBezTo>
                  <a:pt x="470674" y="94509"/>
                  <a:pt x="471643" y="91113"/>
                  <a:pt x="472404" y="87545"/>
                </a:cubicBezTo>
                <a:cubicBezTo>
                  <a:pt x="473166" y="83976"/>
                  <a:pt x="473719" y="80320"/>
                  <a:pt x="474066" y="76578"/>
                </a:cubicBezTo>
                <a:cubicBezTo>
                  <a:pt x="474412" y="72836"/>
                  <a:pt x="474585" y="69233"/>
                  <a:pt x="474585" y="65768"/>
                </a:cubicBezTo>
                <a:cubicBezTo>
                  <a:pt x="474585" y="59740"/>
                  <a:pt x="473771" y="54007"/>
                  <a:pt x="472145" y="48569"/>
                </a:cubicBezTo>
                <a:cubicBezTo>
                  <a:pt x="470518" y="43129"/>
                  <a:pt x="467732" y="38348"/>
                  <a:pt x="463787" y="34226"/>
                </a:cubicBezTo>
                <a:cubicBezTo>
                  <a:pt x="459842" y="30103"/>
                  <a:pt x="454564" y="26812"/>
                  <a:pt x="447954" y="24353"/>
                </a:cubicBezTo>
                <a:cubicBezTo>
                  <a:pt x="441344" y="21891"/>
                  <a:pt x="433056" y="20661"/>
                  <a:pt x="423089" y="20661"/>
                </a:cubicBezTo>
                <a:cubicBezTo>
                  <a:pt x="414922" y="20661"/>
                  <a:pt x="407654" y="21561"/>
                  <a:pt x="401286" y="23363"/>
                </a:cubicBezTo>
                <a:cubicBezTo>
                  <a:pt x="394919" y="25163"/>
                  <a:pt x="389312" y="27604"/>
                  <a:pt x="384467" y="30686"/>
                </a:cubicBezTo>
                <a:cubicBezTo>
                  <a:pt x="379622" y="33768"/>
                  <a:pt x="375469" y="37319"/>
                  <a:pt x="372009" y="41337"/>
                </a:cubicBezTo>
                <a:cubicBezTo>
                  <a:pt x="368548" y="45354"/>
                  <a:pt x="365624" y="49631"/>
                  <a:pt x="363236" y="54169"/>
                </a:cubicBezTo>
                <a:cubicBezTo>
                  <a:pt x="360848" y="58707"/>
                  <a:pt x="358927" y="63349"/>
                  <a:pt x="357474" y="68094"/>
                </a:cubicBezTo>
                <a:cubicBezTo>
                  <a:pt x="356020" y="72838"/>
                  <a:pt x="354913" y="77409"/>
                  <a:pt x="354151" y="81808"/>
                </a:cubicBezTo>
                <a:cubicBezTo>
                  <a:pt x="353390" y="86206"/>
                  <a:pt x="352888" y="90345"/>
                  <a:pt x="352646" y="94225"/>
                </a:cubicBezTo>
                <a:cubicBezTo>
                  <a:pt x="352404" y="98103"/>
                  <a:pt x="352282" y="101393"/>
                  <a:pt x="352282" y="104094"/>
                </a:cubicBezTo>
                <a:cubicBezTo>
                  <a:pt x="352282" y="111782"/>
                  <a:pt x="353165" y="118812"/>
                  <a:pt x="354930" y="125187"/>
                </a:cubicBezTo>
                <a:cubicBezTo>
                  <a:pt x="356695" y="131559"/>
                  <a:pt x="359758" y="137065"/>
                  <a:pt x="364118" y="141707"/>
                </a:cubicBezTo>
                <a:cubicBezTo>
                  <a:pt x="368479" y="146347"/>
                  <a:pt x="374327" y="149948"/>
                  <a:pt x="381664" y="152511"/>
                </a:cubicBezTo>
                <a:cubicBezTo>
                  <a:pt x="389001" y="155074"/>
                  <a:pt x="398241" y="156356"/>
                  <a:pt x="409384" y="156356"/>
                </a:cubicBezTo>
                <a:cubicBezTo>
                  <a:pt x="414437" y="156356"/>
                  <a:pt x="419005" y="156067"/>
                  <a:pt x="423089" y="155490"/>
                </a:cubicBezTo>
                <a:cubicBezTo>
                  <a:pt x="427173" y="154912"/>
                  <a:pt x="430720" y="154301"/>
                  <a:pt x="433731" y="153656"/>
                </a:cubicBezTo>
                <a:cubicBezTo>
                  <a:pt x="436742" y="153012"/>
                  <a:pt x="439181" y="152401"/>
                  <a:pt x="441050" y="151823"/>
                </a:cubicBezTo>
                <a:cubicBezTo>
                  <a:pt x="442919" y="151246"/>
                  <a:pt x="444199" y="150957"/>
                  <a:pt x="444892" y="150957"/>
                </a:cubicBezTo>
                <a:cubicBezTo>
                  <a:pt x="445307" y="150957"/>
                  <a:pt x="445670" y="151078"/>
                  <a:pt x="445982" y="151320"/>
                </a:cubicBezTo>
                <a:cubicBezTo>
                  <a:pt x="446293" y="151563"/>
                  <a:pt x="446535" y="151943"/>
                  <a:pt x="446708" y="152462"/>
                </a:cubicBezTo>
                <a:cubicBezTo>
                  <a:pt x="446881" y="152982"/>
                  <a:pt x="447003" y="153639"/>
                  <a:pt x="447072" y="154435"/>
                </a:cubicBezTo>
                <a:cubicBezTo>
                  <a:pt x="447141" y="155231"/>
                  <a:pt x="447176" y="156217"/>
                  <a:pt x="447176" y="157394"/>
                </a:cubicBezTo>
                <a:cubicBezTo>
                  <a:pt x="447176" y="158363"/>
                  <a:pt x="447158" y="159159"/>
                  <a:pt x="447124" y="159782"/>
                </a:cubicBezTo>
                <a:cubicBezTo>
                  <a:pt x="447089" y="160405"/>
                  <a:pt x="447003" y="160976"/>
                  <a:pt x="446864" y="161495"/>
                </a:cubicBezTo>
                <a:cubicBezTo>
                  <a:pt x="446726" y="162014"/>
                  <a:pt x="446535" y="162481"/>
                  <a:pt x="446293" y="162897"/>
                </a:cubicBezTo>
                <a:cubicBezTo>
                  <a:pt x="446051" y="163312"/>
                  <a:pt x="445722" y="163693"/>
                  <a:pt x="445307" y="164039"/>
                </a:cubicBezTo>
                <a:cubicBezTo>
                  <a:pt x="444892" y="164385"/>
                  <a:pt x="443698" y="164897"/>
                  <a:pt x="441725" y="165576"/>
                </a:cubicBezTo>
                <a:cubicBezTo>
                  <a:pt x="439752" y="166256"/>
                  <a:pt x="437088" y="166935"/>
                  <a:pt x="433731" y="167614"/>
                </a:cubicBezTo>
                <a:cubicBezTo>
                  <a:pt x="430374" y="168293"/>
                  <a:pt x="426446" y="168871"/>
                  <a:pt x="421947" y="169347"/>
                </a:cubicBezTo>
                <a:cubicBezTo>
                  <a:pt x="417448" y="169822"/>
                  <a:pt x="412499" y="170060"/>
                  <a:pt x="407100" y="170060"/>
                </a:cubicBezTo>
                <a:cubicBezTo>
                  <a:pt x="394157" y="170060"/>
                  <a:pt x="383204" y="168536"/>
                  <a:pt x="374241" y="165489"/>
                </a:cubicBezTo>
                <a:cubicBezTo>
                  <a:pt x="365277" y="162441"/>
                  <a:pt x="357975" y="158078"/>
                  <a:pt x="352334" y="152398"/>
                </a:cubicBezTo>
                <a:cubicBezTo>
                  <a:pt x="346693" y="146720"/>
                  <a:pt x="342627" y="139899"/>
                  <a:pt x="340135" y="131935"/>
                </a:cubicBezTo>
                <a:cubicBezTo>
                  <a:pt x="337644" y="123969"/>
                  <a:pt x="336398" y="115068"/>
                  <a:pt x="336398" y="105233"/>
                </a:cubicBezTo>
                <a:cubicBezTo>
                  <a:pt x="336398" y="101632"/>
                  <a:pt x="336588" y="97494"/>
                  <a:pt x="336969" y="92820"/>
                </a:cubicBezTo>
                <a:cubicBezTo>
                  <a:pt x="337349" y="88144"/>
                  <a:pt x="338076" y="83157"/>
                  <a:pt x="339149" y="77860"/>
                </a:cubicBezTo>
                <a:cubicBezTo>
                  <a:pt x="340222" y="72561"/>
                  <a:pt x="341727" y="67159"/>
                  <a:pt x="343665" y="61654"/>
                </a:cubicBezTo>
                <a:cubicBezTo>
                  <a:pt x="345603" y="56147"/>
                  <a:pt x="348112" y="50762"/>
                  <a:pt x="351192" y="45500"/>
                </a:cubicBezTo>
                <a:cubicBezTo>
                  <a:pt x="354272" y="40235"/>
                  <a:pt x="358010" y="35266"/>
                  <a:pt x="362405" y="30592"/>
                </a:cubicBezTo>
                <a:cubicBezTo>
                  <a:pt x="366800" y="25915"/>
                  <a:pt x="371991" y="21829"/>
                  <a:pt x="377978" y="18331"/>
                </a:cubicBezTo>
                <a:cubicBezTo>
                  <a:pt x="383965" y="14834"/>
                  <a:pt x="390818" y="12081"/>
                  <a:pt x="398535" y="10074"/>
                </a:cubicBezTo>
                <a:cubicBezTo>
                  <a:pt x="406253" y="8065"/>
                  <a:pt x="414991" y="7060"/>
                  <a:pt x="424750" y="7060"/>
                </a:cubicBezTo>
                <a:cubicBezTo>
                  <a:pt x="436101" y="7060"/>
                  <a:pt x="445912" y="8428"/>
                  <a:pt x="454184" y="11164"/>
                </a:cubicBezTo>
                <a:cubicBezTo>
                  <a:pt x="462455" y="13900"/>
                  <a:pt x="469290" y="17762"/>
                  <a:pt x="474688" y="22750"/>
                </a:cubicBezTo>
                <a:cubicBezTo>
                  <a:pt x="480087" y="27738"/>
                  <a:pt x="484102" y="33817"/>
                  <a:pt x="486732" y="40987"/>
                </a:cubicBezTo>
                <a:cubicBezTo>
                  <a:pt x="489362" y="48157"/>
                  <a:pt x="490677" y="56141"/>
                  <a:pt x="490677" y="64937"/>
                </a:cubicBezTo>
                <a:moveTo>
                  <a:pt x="430460" y="71670"/>
                </a:moveTo>
                <a:cubicBezTo>
                  <a:pt x="427830" y="67229"/>
                  <a:pt x="425131" y="63830"/>
                  <a:pt x="422362" y="61472"/>
                </a:cubicBezTo>
                <a:cubicBezTo>
                  <a:pt x="419594" y="59113"/>
                  <a:pt x="416444" y="57933"/>
                  <a:pt x="412914" y="57933"/>
                </a:cubicBezTo>
                <a:cubicBezTo>
                  <a:pt x="410007" y="57933"/>
                  <a:pt x="407377" y="58643"/>
                  <a:pt x="405024" y="60064"/>
                </a:cubicBezTo>
                <a:cubicBezTo>
                  <a:pt x="402671" y="61485"/>
                  <a:pt x="400629" y="63323"/>
                  <a:pt x="398898" y="65577"/>
                </a:cubicBezTo>
                <a:cubicBezTo>
                  <a:pt x="397168" y="67830"/>
                  <a:pt x="395697" y="70379"/>
                  <a:pt x="394486" y="73224"/>
                </a:cubicBezTo>
                <a:cubicBezTo>
                  <a:pt x="393275" y="76066"/>
                  <a:pt x="392288" y="78978"/>
                  <a:pt x="391527" y="81961"/>
                </a:cubicBezTo>
                <a:cubicBezTo>
                  <a:pt x="390766" y="84941"/>
                  <a:pt x="390229" y="87837"/>
                  <a:pt x="389918" y="90646"/>
                </a:cubicBezTo>
                <a:cubicBezTo>
                  <a:pt x="389606" y="93454"/>
                  <a:pt x="389451" y="95933"/>
                  <a:pt x="389451" y="98083"/>
                </a:cubicBezTo>
                <a:cubicBezTo>
                  <a:pt x="389451" y="103213"/>
                  <a:pt x="390368" y="107166"/>
                  <a:pt x="392202" y="109941"/>
                </a:cubicBezTo>
                <a:cubicBezTo>
                  <a:pt x="394036" y="112714"/>
                  <a:pt x="397133" y="114100"/>
                  <a:pt x="401494" y="114100"/>
                </a:cubicBezTo>
                <a:cubicBezTo>
                  <a:pt x="403155" y="114100"/>
                  <a:pt x="404851" y="113806"/>
                  <a:pt x="406581" y="113218"/>
                </a:cubicBezTo>
                <a:cubicBezTo>
                  <a:pt x="408312" y="112627"/>
                  <a:pt x="410146" y="111725"/>
                  <a:pt x="412084" y="110512"/>
                </a:cubicBezTo>
                <a:cubicBezTo>
                  <a:pt x="414022" y="109296"/>
                  <a:pt x="416081" y="107700"/>
                  <a:pt x="418261" y="105723"/>
                </a:cubicBezTo>
                <a:cubicBezTo>
                  <a:pt x="420442" y="103746"/>
                  <a:pt x="422847" y="101405"/>
                  <a:pt x="425477" y="98699"/>
                </a:cubicBezTo>
                <a:lnTo>
                  <a:pt x="430460" y="71670"/>
                </a:lnTo>
                <a:moveTo>
                  <a:pt x="318748" y="10382"/>
                </a:moveTo>
                <a:lnTo>
                  <a:pt x="318748" y="10382"/>
                </a:lnTo>
                <a:close/>
                <a:moveTo>
                  <a:pt x="600619" y="48485"/>
                </a:moveTo>
                <a:cubicBezTo>
                  <a:pt x="600619" y="48762"/>
                  <a:pt x="600602" y="49056"/>
                  <a:pt x="600567" y="49367"/>
                </a:cubicBezTo>
                <a:cubicBezTo>
                  <a:pt x="600533" y="49679"/>
                  <a:pt x="600481" y="50008"/>
                  <a:pt x="600412" y="50354"/>
                </a:cubicBezTo>
                <a:cubicBezTo>
                  <a:pt x="600342" y="50700"/>
                  <a:pt x="600256" y="51080"/>
                  <a:pt x="600152" y="51496"/>
                </a:cubicBezTo>
                <a:cubicBezTo>
                  <a:pt x="600048" y="51911"/>
                  <a:pt x="599927" y="52361"/>
                  <a:pt x="599789" y="52845"/>
                </a:cubicBezTo>
                <a:lnTo>
                  <a:pt x="567915" y="141613"/>
                </a:lnTo>
                <a:cubicBezTo>
                  <a:pt x="567638" y="142374"/>
                  <a:pt x="567275" y="142997"/>
                  <a:pt x="566825" y="143482"/>
                </a:cubicBezTo>
                <a:cubicBezTo>
                  <a:pt x="566375" y="143966"/>
                  <a:pt x="565700" y="144347"/>
                  <a:pt x="564801" y="144624"/>
                </a:cubicBezTo>
                <a:cubicBezTo>
                  <a:pt x="563901" y="144901"/>
                  <a:pt x="562759" y="145091"/>
                  <a:pt x="561375" y="145195"/>
                </a:cubicBezTo>
                <a:cubicBezTo>
                  <a:pt x="559990" y="145299"/>
                  <a:pt x="558260" y="145351"/>
                  <a:pt x="556183" y="145351"/>
                </a:cubicBezTo>
                <a:cubicBezTo>
                  <a:pt x="554107" y="145351"/>
                  <a:pt x="552377" y="145281"/>
                  <a:pt x="550992" y="145143"/>
                </a:cubicBezTo>
                <a:cubicBezTo>
                  <a:pt x="549608" y="145005"/>
                  <a:pt x="548483" y="144797"/>
                  <a:pt x="547618" y="144520"/>
                </a:cubicBezTo>
                <a:cubicBezTo>
                  <a:pt x="546753" y="144243"/>
                  <a:pt x="546078" y="143863"/>
                  <a:pt x="545594" y="143378"/>
                </a:cubicBezTo>
                <a:cubicBezTo>
                  <a:pt x="545109" y="142894"/>
                  <a:pt x="544728" y="142305"/>
                  <a:pt x="544452" y="141613"/>
                </a:cubicBezTo>
                <a:lnTo>
                  <a:pt x="512682" y="52845"/>
                </a:lnTo>
                <a:cubicBezTo>
                  <a:pt x="512405" y="52015"/>
                  <a:pt x="512180" y="51288"/>
                  <a:pt x="512007" y="50665"/>
                </a:cubicBezTo>
                <a:cubicBezTo>
                  <a:pt x="511834" y="50042"/>
                  <a:pt x="511730" y="49575"/>
                  <a:pt x="511696" y="49264"/>
                </a:cubicBezTo>
                <a:cubicBezTo>
                  <a:pt x="511661" y="48952"/>
                  <a:pt x="511644" y="48692"/>
                  <a:pt x="511644" y="48485"/>
                </a:cubicBezTo>
                <a:cubicBezTo>
                  <a:pt x="511644" y="47931"/>
                  <a:pt x="511782" y="47447"/>
                  <a:pt x="512059" y="47031"/>
                </a:cubicBezTo>
                <a:cubicBezTo>
                  <a:pt x="512336" y="46616"/>
                  <a:pt x="512803" y="46287"/>
                  <a:pt x="513461" y="46045"/>
                </a:cubicBezTo>
                <a:cubicBezTo>
                  <a:pt x="514118" y="45803"/>
                  <a:pt x="514983" y="45647"/>
                  <a:pt x="516056" y="45578"/>
                </a:cubicBezTo>
                <a:cubicBezTo>
                  <a:pt x="517129" y="45509"/>
                  <a:pt x="518461" y="45474"/>
                  <a:pt x="520053" y="45474"/>
                </a:cubicBezTo>
                <a:cubicBezTo>
                  <a:pt x="522061" y="45474"/>
                  <a:pt x="523670" y="45526"/>
                  <a:pt x="524881" y="45630"/>
                </a:cubicBezTo>
                <a:cubicBezTo>
                  <a:pt x="526092" y="45734"/>
                  <a:pt x="527027" y="45924"/>
                  <a:pt x="527684" y="46201"/>
                </a:cubicBezTo>
                <a:cubicBezTo>
                  <a:pt x="528342" y="46478"/>
                  <a:pt x="528826" y="46824"/>
                  <a:pt x="529138" y="47239"/>
                </a:cubicBezTo>
                <a:cubicBezTo>
                  <a:pt x="529449" y="47654"/>
                  <a:pt x="529743" y="48173"/>
                  <a:pt x="530020" y="48796"/>
                </a:cubicBezTo>
                <a:lnTo>
                  <a:pt x="556391" y="125832"/>
                </a:lnTo>
                <a:lnTo>
                  <a:pt x="556806" y="127078"/>
                </a:lnTo>
                <a:lnTo>
                  <a:pt x="557118" y="125832"/>
                </a:lnTo>
                <a:lnTo>
                  <a:pt x="583177" y="48796"/>
                </a:lnTo>
                <a:cubicBezTo>
                  <a:pt x="583316" y="48173"/>
                  <a:pt x="583558" y="47654"/>
                  <a:pt x="583904" y="47239"/>
                </a:cubicBezTo>
                <a:cubicBezTo>
                  <a:pt x="584250" y="46824"/>
                  <a:pt x="584752" y="46478"/>
                  <a:pt x="585409" y="46201"/>
                </a:cubicBezTo>
                <a:cubicBezTo>
                  <a:pt x="586067" y="45924"/>
                  <a:pt x="586967" y="45734"/>
                  <a:pt x="588109" y="45630"/>
                </a:cubicBezTo>
                <a:cubicBezTo>
                  <a:pt x="589251" y="45526"/>
                  <a:pt x="590756" y="45474"/>
                  <a:pt x="592625" y="45474"/>
                </a:cubicBezTo>
                <a:cubicBezTo>
                  <a:pt x="594217" y="45474"/>
                  <a:pt x="595532" y="45509"/>
                  <a:pt x="596570" y="45578"/>
                </a:cubicBezTo>
                <a:cubicBezTo>
                  <a:pt x="597608" y="45647"/>
                  <a:pt x="598422" y="45820"/>
                  <a:pt x="599010" y="46097"/>
                </a:cubicBezTo>
                <a:cubicBezTo>
                  <a:pt x="599598" y="46374"/>
                  <a:pt x="600014" y="46703"/>
                  <a:pt x="600256" y="47083"/>
                </a:cubicBezTo>
                <a:cubicBezTo>
                  <a:pt x="600498" y="47464"/>
                  <a:pt x="600619" y="47931"/>
                  <a:pt x="600619" y="48485"/>
                </a:cubicBezTo>
                <a:close/>
                <a:moveTo>
                  <a:pt x="636514" y="142132"/>
                </a:moveTo>
                <a:cubicBezTo>
                  <a:pt x="636514" y="142686"/>
                  <a:pt x="636375" y="143153"/>
                  <a:pt x="636098" y="143534"/>
                </a:cubicBezTo>
                <a:cubicBezTo>
                  <a:pt x="635822" y="143914"/>
                  <a:pt x="635372" y="144243"/>
                  <a:pt x="634749" y="144520"/>
                </a:cubicBezTo>
                <a:cubicBezTo>
                  <a:pt x="634126" y="144797"/>
                  <a:pt x="633261" y="145005"/>
                  <a:pt x="632153" y="145143"/>
                </a:cubicBezTo>
                <a:cubicBezTo>
                  <a:pt x="631046" y="145281"/>
                  <a:pt x="629627" y="145351"/>
                  <a:pt x="627897" y="145351"/>
                </a:cubicBezTo>
                <a:cubicBezTo>
                  <a:pt x="626235" y="145351"/>
                  <a:pt x="624851" y="145281"/>
                  <a:pt x="623744" y="145143"/>
                </a:cubicBezTo>
                <a:cubicBezTo>
                  <a:pt x="622636" y="145005"/>
                  <a:pt x="621754" y="144797"/>
                  <a:pt x="621096" y="144520"/>
                </a:cubicBezTo>
                <a:cubicBezTo>
                  <a:pt x="620439" y="144243"/>
                  <a:pt x="619989" y="143914"/>
                  <a:pt x="619747" y="143534"/>
                </a:cubicBezTo>
                <a:cubicBezTo>
                  <a:pt x="619504" y="143153"/>
                  <a:pt x="619383" y="142686"/>
                  <a:pt x="619383" y="142132"/>
                </a:cubicBezTo>
                <a:lnTo>
                  <a:pt x="619383" y="48692"/>
                </a:lnTo>
                <a:cubicBezTo>
                  <a:pt x="619383" y="48208"/>
                  <a:pt x="619504" y="47758"/>
                  <a:pt x="619747" y="47343"/>
                </a:cubicBezTo>
                <a:cubicBezTo>
                  <a:pt x="619989" y="46928"/>
                  <a:pt x="620439" y="46581"/>
                  <a:pt x="621096" y="46305"/>
                </a:cubicBezTo>
                <a:cubicBezTo>
                  <a:pt x="621754" y="46028"/>
                  <a:pt x="622636" y="45820"/>
                  <a:pt x="623744" y="45682"/>
                </a:cubicBezTo>
                <a:cubicBezTo>
                  <a:pt x="624851" y="45543"/>
                  <a:pt x="626235" y="45474"/>
                  <a:pt x="627897" y="45474"/>
                </a:cubicBezTo>
                <a:cubicBezTo>
                  <a:pt x="629627" y="45474"/>
                  <a:pt x="631046" y="45543"/>
                  <a:pt x="632153" y="45682"/>
                </a:cubicBezTo>
                <a:cubicBezTo>
                  <a:pt x="633261" y="45820"/>
                  <a:pt x="634126" y="46028"/>
                  <a:pt x="634749" y="46305"/>
                </a:cubicBezTo>
                <a:cubicBezTo>
                  <a:pt x="635372" y="46581"/>
                  <a:pt x="635822" y="46928"/>
                  <a:pt x="636098" y="47343"/>
                </a:cubicBezTo>
                <a:cubicBezTo>
                  <a:pt x="636375" y="47758"/>
                  <a:pt x="636514" y="48208"/>
                  <a:pt x="636514" y="48692"/>
                </a:cubicBezTo>
                <a:lnTo>
                  <a:pt x="636514" y="142132"/>
                </a:lnTo>
                <a:moveTo>
                  <a:pt x="638486" y="17027"/>
                </a:moveTo>
                <a:cubicBezTo>
                  <a:pt x="638486" y="21041"/>
                  <a:pt x="637725" y="23775"/>
                  <a:pt x="636202" y="25229"/>
                </a:cubicBezTo>
                <a:cubicBezTo>
                  <a:pt x="634680" y="26682"/>
                  <a:pt x="631876" y="27409"/>
                  <a:pt x="627793" y="27409"/>
                </a:cubicBezTo>
                <a:cubicBezTo>
                  <a:pt x="623778" y="27409"/>
                  <a:pt x="621027" y="26700"/>
                  <a:pt x="619539" y="25281"/>
                </a:cubicBezTo>
                <a:cubicBezTo>
                  <a:pt x="618051" y="23862"/>
                  <a:pt x="617307" y="21180"/>
                  <a:pt x="617307" y="17234"/>
                </a:cubicBezTo>
                <a:cubicBezTo>
                  <a:pt x="617307" y="13220"/>
                  <a:pt x="618068" y="10486"/>
                  <a:pt x="619591" y="9033"/>
                </a:cubicBezTo>
                <a:cubicBezTo>
                  <a:pt x="621114" y="7579"/>
                  <a:pt x="623917" y="6852"/>
                  <a:pt x="628000" y="6852"/>
                </a:cubicBezTo>
                <a:cubicBezTo>
                  <a:pt x="632015" y="6852"/>
                  <a:pt x="634766" y="7562"/>
                  <a:pt x="636254" y="8981"/>
                </a:cubicBezTo>
                <a:cubicBezTo>
                  <a:pt x="637742" y="10399"/>
                  <a:pt x="638486" y="13082"/>
                  <a:pt x="638486" y="17027"/>
                </a:cubicBezTo>
                <a:close/>
                <a:moveTo>
                  <a:pt x="734950" y="128012"/>
                </a:moveTo>
                <a:cubicBezTo>
                  <a:pt x="734950" y="129189"/>
                  <a:pt x="734915" y="130210"/>
                  <a:pt x="734846" y="131075"/>
                </a:cubicBezTo>
                <a:cubicBezTo>
                  <a:pt x="734777" y="131940"/>
                  <a:pt x="734656" y="132667"/>
                  <a:pt x="734483" y="133255"/>
                </a:cubicBezTo>
                <a:cubicBezTo>
                  <a:pt x="734310" y="133844"/>
                  <a:pt x="734102" y="134363"/>
                  <a:pt x="733860" y="134813"/>
                </a:cubicBezTo>
                <a:cubicBezTo>
                  <a:pt x="733618" y="135263"/>
                  <a:pt x="733064" y="135920"/>
                  <a:pt x="732199" y="136785"/>
                </a:cubicBezTo>
                <a:cubicBezTo>
                  <a:pt x="731333" y="137651"/>
                  <a:pt x="729863" y="138723"/>
                  <a:pt x="727786" y="140004"/>
                </a:cubicBezTo>
                <a:cubicBezTo>
                  <a:pt x="725710" y="141284"/>
                  <a:pt x="723374" y="142426"/>
                  <a:pt x="720778" y="143430"/>
                </a:cubicBezTo>
                <a:cubicBezTo>
                  <a:pt x="718183" y="144434"/>
                  <a:pt x="715362" y="145247"/>
                  <a:pt x="712317" y="145870"/>
                </a:cubicBezTo>
                <a:cubicBezTo>
                  <a:pt x="709271" y="146493"/>
                  <a:pt x="706122" y="146804"/>
                  <a:pt x="702869" y="146804"/>
                </a:cubicBezTo>
                <a:cubicBezTo>
                  <a:pt x="696155" y="146804"/>
                  <a:pt x="690203" y="145695"/>
                  <a:pt x="685012" y="143475"/>
                </a:cubicBezTo>
                <a:cubicBezTo>
                  <a:pt x="679820" y="141256"/>
                  <a:pt x="675477" y="138014"/>
                  <a:pt x="671982" y="133749"/>
                </a:cubicBezTo>
                <a:cubicBezTo>
                  <a:pt x="668487" y="129483"/>
                  <a:pt x="665822" y="124247"/>
                  <a:pt x="663988" y="118039"/>
                </a:cubicBezTo>
                <a:cubicBezTo>
                  <a:pt x="662153" y="111831"/>
                  <a:pt x="661236" y="104671"/>
                  <a:pt x="661236" y="96558"/>
                </a:cubicBezTo>
                <a:cubicBezTo>
                  <a:pt x="661236" y="87333"/>
                  <a:pt x="662361" y="79409"/>
                  <a:pt x="664611" y="72786"/>
                </a:cubicBezTo>
                <a:cubicBezTo>
                  <a:pt x="666860" y="66163"/>
                  <a:pt x="669940" y="60736"/>
                  <a:pt x="673851" y="56505"/>
                </a:cubicBezTo>
                <a:cubicBezTo>
                  <a:pt x="677761" y="52274"/>
                  <a:pt x="682364" y="49136"/>
                  <a:pt x="687659" y="47090"/>
                </a:cubicBezTo>
                <a:cubicBezTo>
                  <a:pt x="692954" y="45044"/>
                  <a:pt x="698681" y="44020"/>
                  <a:pt x="704842" y="44020"/>
                </a:cubicBezTo>
                <a:cubicBezTo>
                  <a:pt x="707818" y="44020"/>
                  <a:pt x="710707" y="44297"/>
                  <a:pt x="713511" y="44851"/>
                </a:cubicBezTo>
                <a:cubicBezTo>
                  <a:pt x="716314" y="45405"/>
                  <a:pt x="718892" y="46132"/>
                  <a:pt x="721245" y="47031"/>
                </a:cubicBezTo>
                <a:cubicBezTo>
                  <a:pt x="723599" y="47931"/>
                  <a:pt x="725692" y="48969"/>
                  <a:pt x="727527" y="50146"/>
                </a:cubicBezTo>
                <a:cubicBezTo>
                  <a:pt x="729361" y="51323"/>
                  <a:pt x="730693" y="52326"/>
                  <a:pt x="731524" y="53157"/>
                </a:cubicBezTo>
                <a:cubicBezTo>
                  <a:pt x="732354" y="53987"/>
                  <a:pt x="732925" y="54645"/>
                  <a:pt x="733237" y="55129"/>
                </a:cubicBezTo>
                <a:cubicBezTo>
                  <a:pt x="733548" y="55614"/>
                  <a:pt x="733808" y="56185"/>
                  <a:pt x="734015" y="56842"/>
                </a:cubicBezTo>
                <a:cubicBezTo>
                  <a:pt x="734223" y="57500"/>
                  <a:pt x="734362" y="58244"/>
                  <a:pt x="734431" y="59075"/>
                </a:cubicBezTo>
                <a:cubicBezTo>
                  <a:pt x="734500" y="59905"/>
                  <a:pt x="734535" y="60943"/>
                  <a:pt x="734535" y="62189"/>
                </a:cubicBezTo>
                <a:cubicBezTo>
                  <a:pt x="734535" y="64889"/>
                  <a:pt x="734223" y="66775"/>
                  <a:pt x="733600" y="67848"/>
                </a:cubicBezTo>
                <a:cubicBezTo>
                  <a:pt x="732977" y="68920"/>
                  <a:pt x="732216" y="69457"/>
                  <a:pt x="731316" y="69457"/>
                </a:cubicBezTo>
                <a:cubicBezTo>
                  <a:pt x="730278" y="69457"/>
                  <a:pt x="729084" y="68886"/>
                  <a:pt x="727734" y="67744"/>
                </a:cubicBezTo>
                <a:cubicBezTo>
                  <a:pt x="726385" y="66602"/>
                  <a:pt x="724672" y="65339"/>
                  <a:pt x="722595" y="63954"/>
                </a:cubicBezTo>
                <a:cubicBezTo>
                  <a:pt x="720519" y="62570"/>
                  <a:pt x="718010" y="61307"/>
                  <a:pt x="715068" y="60165"/>
                </a:cubicBezTo>
                <a:cubicBezTo>
                  <a:pt x="712126" y="59023"/>
                  <a:pt x="708648" y="58452"/>
                  <a:pt x="704634" y="58452"/>
                </a:cubicBezTo>
                <a:cubicBezTo>
                  <a:pt x="696397" y="58452"/>
                  <a:pt x="690082" y="61628"/>
                  <a:pt x="685686" y="67981"/>
                </a:cubicBezTo>
                <a:cubicBezTo>
                  <a:pt x="681291" y="74331"/>
                  <a:pt x="679094" y="83544"/>
                  <a:pt x="679094" y="95620"/>
                </a:cubicBezTo>
                <a:cubicBezTo>
                  <a:pt x="679094" y="101659"/>
                  <a:pt x="679665" y="106952"/>
                  <a:pt x="680807" y="111498"/>
                </a:cubicBezTo>
                <a:cubicBezTo>
                  <a:pt x="681949" y="116045"/>
                  <a:pt x="683627" y="119845"/>
                  <a:pt x="685842" y="122899"/>
                </a:cubicBezTo>
                <a:cubicBezTo>
                  <a:pt x="688057" y="125953"/>
                  <a:pt x="690774" y="128227"/>
                  <a:pt x="693992" y="129719"/>
                </a:cubicBezTo>
                <a:cubicBezTo>
                  <a:pt x="697211" y="131211"/>
                  <a:pt x="700896" y="131958"/>
                  <a:pt x="705049" y="131958"/>
                </a:cubicBezTo>
                <a:cubicBezTo>
                  <a:pt x="708994" y="131958"/>
                  <a:pt x="712455" y="131335"/>
                  <a:pt x="715431" y="130089"/>
                </a:cubicBezTo>
                <a:cubicBezTo>
                  <a:pt x="718408" y="128843"/>
                  <a:pt x="720986" y="127476"/>
                  <a:pt x="723166" y="125988"/>
                </a:cubicBezTo>
                <a:cubicBezTo>
                  <a:pt x="725346" y="124500"/>
                  <a:pt x="727181" y="123150"/>
                  <a:pt x="728669" y="121939"/>
                </a:cubicBezTo>
                <a:cubicBezTo>
                  <a:pt x="730157" y="120728"/>
                  <a:pt x="731316" y="120122"/>
                  <a:pt x="732147" y="120122"/>
                </a:cubicBezTo>
                <a:cubicBezTo>
                  <a:pt x="732631" y="120122"/>
                  <a:pt x="733046" y="120260"/>
                  <a:pt x="733393" y="120537"/>
                </a:cubicBezTo>
                <a:cubicBezTo>
                  <a:pt x="733739" y="120814"/>
                  <a:pt x="734033" y="121281"/>
                  <a:pt x="734275" y="121939"/>
                </a:cubicBezTo>
                <a:cubicBezTo>
                  <a:pt x="734517" y="122596"/>
                  <a:pt x="734690" y="123427"/>
                  <a:pt x="734794" y="124431"/>
                </a:cubicBezTo>
                <a:cubicBezTo>
                  <a:pt x="734898" y="125434"/>
                  <a:pt x="734950" y="126628"/>
                  <a:pt x="734950" y="128012"/>
                </a:cubicBezTo>
                <a:close/>
                <a:moveTo>
                  <a:pt x="805797" y="135384"/>
                </a:moveTo>
                <a:cubicBezTo>
                  <a:pt x="805797" y="137391"/>
                  <a:pt x="805658" y="138983"/>
                  <a:pt x="805381" y="140160"/>
                </a:cubicBezTo>
                <a:cubicBezTo>
                  <a:pt x="805105" y="141336"/>
                  <a:pt x="804689" y="142201"/>
                  <a:pt x="804136" y="142755"/>
                </a:cubicBezTo>
                <a:cubicBezTo>
                  <a:pt x="803582" y="143309"/>
                  <a:pt x="802751" y="143828"/>
                  <a:pt x="801644" y="144312"/>
                </a:cubicBezTo>
                <a:cubicBezTo>
                  <a:pt x="800536" y="144797"/>
                  <a:pt x="799273" y="145195"/>
                  <a:pt x="797854" y="145506"/>
                </a:cubicBezTo>
                <a:cubicBezTo>
                  <a:pt x="796435" y="145818"/>
                  <a:pt x="794930" y="146077"/>
                  <a:pt x="793338" y="146285"/>
                </a:cubicBezTo>
                <a:cubicBezTo>
                  <a:pt x="791746" y="146493"/>
                  <a:pt x="790154" y="146597"/>
                  <a:pt x="788562" y="146597"/>
                </a:cubicBezTo>
                <a:cubicBezTo>
                  <a:pt x="783717" y="146597"/>
                  <a:pt x="779564" y="145955"/>
                  <a:pt x="776104" y="144673"/>
                </a:cubicBezTo>
                <a:cubicBezTo>
                  <a:pt x="772643" y="143388"/>
                  <a:pt x="769805" y="141444"/>
                  <a:pt x="767590" y="138842"/>
                </a:cubicBezTo>
                <a:cubicBezTo>
                  <a:pt x="765375" y="136240"/>
                  <a:pt x="763766" y="132945"/>
                  <a:pt x="762763" y="128957"/>
                </a:cubicBezTo>
                <a:cubicBezTo>
                  <a:pt x="761759" y="124968"/>
                  <a:pt x="761257" y="120268"/>
                  <a:pt x="761257" y="114856"/>
                </a:cubicBezTo>
                <a:lnTo>
                  <a:pt x="761257" y="60113"/>
                </a:lnTo>
                <a:lnTo>
                  <a:pt x="748176" y="60113"/>
                </a:lnTo>
                <a:cubicBezTo>
                  <a:pt x="747137" y="60113"/>
                  <a:pt x="746307" y="59559"/>
                  <a:pt x="745684" y="58452"/>
                </a:cubicBezTo>
                <a:cubicBezTo>
                  <a:pt x="745061" y="57344"/>
                  <a:pt x="744749" y="55545"/>
                  <a:pt x="744749" y="53053"/>
                </a:cubicBezTo>
                <a:cubicBezTo>
                  <a:pt x="744749" y="51738"/>
                  <a:pt x="744836" y="50630"/>
                  <a:pt x="745009" y="49731"/>
                </a:cubicBezTo>
                <a:cubicBezTo>
                  <a:pt x="745182" y="48831"/>
                  <a:pt x="745407" y="48087"/>
                  <a:pt x="745684" y="47499"/>
                </a:cubicBezTo>
                <a:cubicBezTo>
                  <a:pt x="745961" y="46910"/>
                  <a:pt x="746324" y="46495"/>
                  <a:pt x="746774" y="46253"/>
                </a:cubicBezTo>
                <a:cubicBezTo>
                  <a:pt x="747224" y="46010"/>
                  <a:pt x="747726" y="45889"/>
                  <a:pt x="748279" y="45889"/>
                </a:cubicBezTo>
                <a:lnTo>
                  <a:pt x="761257" y="45889"/>
                </a:lnTo>
                <a:lnTo>
                  <a:pt x="761257" y="23671"/>
                </a:lnTo>
                <a:cubicBezTo>
                  <a:pt x="761257" y="23187"/>
                  <a:pt x="761378" y="22737"/>
                  <a:pt x="761621" y="22322"/>
                </a:cubicBezTo>
                <a:cubicBezTo>
                  <a:pt x="761863" y="21906"/>
                  <a:pt x="762313" y="21543"/>
                  <a:pt x="762970" y="21232"/>
                </a:cubicBezTo>
                <a:cubicBezTo>
                  <a:pt x="763628" y="20920"/>
                  <a:pt x="764510" y="20695"/>
                  <a:pt x="765618" y="20557"/>
                </a:cubicBezTo>
                <a:cubicBezTo>
                  <a:pt x="766725" y="20418"/>
                  <a:pt x="768109" y="20349"/>
                  <a:pt x="769771" y="20349"/>
                </a:cubicBezTo>
                <a:cubicBezTo>
                  <a:pt x="771501" y="20349"/>
                  <a:pt x="772920" y="20418"/>
                  <a:pt x="774027" y="20557"/>
                </a:cubicBezTo>
                <a:cubicBezTo>
                  <a:pt x="775135" y="20695"/>
                  <a:pt x="776000" y="20920"/>
                  <a:pt x="776623" y="21232"/>
                </a:cubicBezTo>
                <a:cubicBezTo>
                  <a:pt x="777246" y="21543"/>
                  <a:pt x="777696" y="21906"/>
                  <a:pt x="777972" y="22322"/>
                </a:cubicBezTo>
                <a:cubicBezTo>
                  <a:pt x="778249" y="22737"/>
                  <a:pt x="778388" y="23187"/>
                  <a:pt x="778388" y="23671"/>
                </a:cubicBezTo>
                <a:lnTo>
                  <a:pt x="778388" y="45889"/>
                </a:lnTo>
                <a:lnTo>
                  <a:pt x="802371" y="45889"/>
                </a:lnTo>
                <a:cubicBezTo>
                  <a:pt x="802924" y="45889"/>
                  <a:pt x="803409" y="46010"/>
                  <a:pt x="803824" y="46253"/>
                </a:cubicBezTo>
                <a:cubicBezTo>
                  <a:pt x="804239" y="46495"/>
                  <a:pt x="804603" y="46910"/>
                  <a:pt x="804914" y="47499"/>
                </a:cubicBezTo>
                <a:cubicBezTo>
                  <a:pt x="805226" y="48087"/>
                  <a:pt x="805451" y="48831"/>
                  <a:pt x="805589" y="49731"/>
                </a:cubicBezTo>
                <a:cubicBezTo>
                  <a:pt x="805728" y="50630"/>
                  <a:pt x="805797" y="51738"/>
                  <a:pt x="805797" y="53053"/>
                </a:cubicBezTo>
                <a:cubicBezTo>
                  <a:pt x="805797" y="55545"/>
                  <a:pt x="805485" y="57344"/>
                  <a:pt x="804862" y="58452"/>
                </a:cubicBezTo>
                <a:cubicBezTo>
                  <a:pt x="804239" y="59559"/>
                  <a:pt x="803409" y="60113"/>
                  <a:pt x="802371" y="60113"/>
                </a:cubicBezTo>
                <a:lnTo>
                  <a:pt x="778388" y="60113"/>
                </a:lnTo>
                <a:lnTo>
                  <a:pt x="778388" y="112384"/>
                </a:lnTo>
                <a:cubicBezTo>
                  <a:pt x="778388" y="118838"/>
                  <a:pt x="779339" y="123715"/>
                  <a:pt x="781243" y="127013"/>
                </a:cubicBezTo>
                <a:cubicBezTo>
                  <a:pt x="783146" y="130309"/>
                  <a:pt x="786555" y="131958"/>
                  <a:pt x="791469" y="131958"/>
                </a:cubicBezTo>
                <a:cubicBezTo>
                  <a:pt x="793061" y="131958"/>
                  <a:pt x="794480" y="131802"/>
                  <a:pt x="795726" y="131490"/>
                </a:cubicBezTo>
                <a:cubicBezTo>
                  <a:pt x="796972" y="131179"/>
                  <a:pt x="798079" y="130850"/>
                  <a:pt x="799048" y="130504"/>
                </a:cubicBezTo>
                <a:cubicBezTo>
                  <a:pt x="800017" y="130158"/>
                  <a:pt x="800848" y="129829"/>
                  <a:pt x="801540" y="129518"/>
                </a:cubicBezTo>
                <a:cubicBezTo>
                  <a:pt x="802232" y="129206"/>
                  <a:pt x="802855" y="129051"/>
                  <a:pt x="803409" y="129051"/>
                </a:cubicBezTo>
                <a:cubicBezTo>
                  <a:pt x="803755" y="129051"/>
                  <a:pt x="804084" y="129137"/>
                  <a:pt x="804395" y="129310"/>
                </a:cubicBezTo>
                <a:cubicBezTo>
                  <a:pt x="804707" y="129483"/>
                  <a:pt x="804949" y="129812"/>
                  <a:pt x="805122" y="130296"/>
                </a:cubicBezTo>
                <a:cubicBezTo>
                  <a:pt x="805295" y="130781"/>
                  <a:pt x="805451" y="131439"/>
                  <a:pt x="805589" y="132269"/>
                </a:cubicBezTo>
                <a:cubicBezTo>
                  <a:pt x="805728" y="133100"/>
                  <a:pt x="805797" y="134138"/>
                  <a:pt x="805797" y="135384"/>
                </a:cubicBezTo>
                <a:close/>
                <a:moveTo>
                  <a:pt x="844846" y="142132"/>
                </a:moveTo>
                <a:cubicBezTo>
                  <a:pt x="844846" y="142686"/>
                  <a:pt x="844708" y="143153"/>
                  <a:pt x="844431" y="143534"/>
                </a:cubicBezTo>
                <a:cubicBezTo>
                  <a:pt x="844154" y="143914"/>
                  <a:pt x="843704" y="144243"/>
                  <a:pt x="843081" y="144520"/>
                </a:cubicBezTo>
                <a:cubicBezTo>
                  <a:pt x="842458" y="144797"/>
                  <a:pt x="841593" y="145005"/>
                  <a:pt x="840486" y="145143"/>
                </a:cubicBezTo>
                <a:cubicBezTo>
                  <a:pt x="839378" y="145281"/>
                  <a:pt x="837959" y="145351"/>
                  <a:pt x="836229" y="145351"/>
                </a:cubicBezTo>
                <a:cubicBezTo>
                  <a:pt x="834568" y="145351"/>
                  <a:pt x="833183" y="145281"/>
                  <a:pt x="832076" y="145143"/>
                </a:cubicBezTo>
                <a:cubicBezTo>
                  <a:pt x="830969" y="145005"/>
                  <a:pt x="830086" y="144797"/>
                  <a:pt x="829429" y="144520"/>
                </a:cubicBezTo>
                <a:cubicBezTo>
                  <a:pt x="828771" y="144243"/>
                  <a:pt x="828321" y="143914"/>
                  <a:pt x="828079" y="143534"/>
                </a:cubicBezTo>
                <a:cubicBezTo>
                  <a:pt x="827837" y="143153"/>
                  <a:pt x="827715" y="142686"/>
                  <a:pt x="827715" y="142132"/>
                </a:cubicBezTo>
                <a:lnTo>
                  <a:pt x="827715" y="48692"/>
                </a:lnTo>
                <a:cubicBezTo>
                  <a:pt x="827715" y="48208"/>
                  <a:pt x="827837" y="47758"/>
                  <a:pt x="828079" y="47343"/>
                </a:cubicBezTo>
                <a:cubicBezTo>
                  <a:pt x="828321" y="46928"/>
                  <a:pt x="828771" y="46581"/>
                  <a:pt x="829429" y="46305"/>
                </a:cubicBezTo>
                <a:cubicBezTo>
                  <a:pt x="830086" y="46028"/>
                  <a:pt x="830969" y="45820"/>
                  <a:pt x="832076" y="45682"/>
                </a:cubicBezTo>
                <a:cubicBezTo>
                  <a:pt x="833183" y="45543"/>
                  <a:pt x="834568" y="45474"/>
                  <a:pt x="836229" y="45474"/>
                </a:cubicBezTo>
                <a:cubicBezTo>
                  <a:pt x="837959" y="45474"/>
                  <a:pt x="839378" y="45543"/>
                  <a:pt x="840486" y="45682"/>
                </a:cubicBezTo>
                <a:cubicBezTo>
                  <a:pt x="841593" y="45820"/>
                  <a:pt x="842458" y="46028"/>
                  <a:pt x="843081" y="46305"/>
                </a:cubicBezTo>
                <a:cubicBezTo>
                  <a:pt x="843704" y="46581"/>
                  <a:pt x="844154" y="46928"/>
                  <a:pt x="844431" y="47343"/>
                </a:cubicBezTo>
                <a:cubicBezTo>
                  <a:pt x="844708" y="47758"/>
                  <a:pt x="844846" y="48208"/>
                  <a:pt x="844846" y="48692"/>
                </a:cubicBezTo>
                <a:lnTo>
                  <a:pt x="844846" y="142132"/>
                </a:lnTo>
                <a:moveTo>
                  <a:pt x="846819" y="17027"/>
                </a:moveTo>
                <a:cubicBezTo>
                  <a:pt x="846819" y="21041"/>
                  <a:pt x="846057" y="23775"/>
                  <a:pt x="844535" y="25229"/>
                </a:cubicBezTo>
                <a:cubicBezTo>
                  <a:pt x="843012" y="26682"/>
                  <a:pt x="840209" y="27409"/>
                  <a:pt x="836125" y="27409"/>
                </a:cubicBezTo>
                <a:cubicBezTo>
                  <a:pt x="832111" y="27409"/>
                  <a:pt x="829359" y="26700"/>
                  <a:pt x="827871" y="25281"/>
                </a:cubicBezTo>
                <a:cubicBezTo>
                  <a:pt x="826383" y="23862"/>
                  <a:pt x="825639" y="21180"/>
                  <a:pt x="825639" y="17234"/>
                </a:cubicBezTo>
                <a:cubicBezTo>
                  <a:pt x="825639" y="13220"/>
                  <a:pt x="826400" y="10486"/>
                  <a:pt x="827923" y="9033"/>
                </a:cubicBezTo>
                <a:cubicBezTo>
                  <a:pt x="829446" y="7579"/>
                  <a:pt x="832249" y="6852"/>
                  <a:pt x="836333" y="6852"/>
                </a:cubicBezTo>
                <a:cubicBezTo>
                  <a:pt x="840347" y="6852"/>
                  <a:pt x="843098" y="7562"/>
                  <a:pt x="844587" y="8981"/>
                </a:cubicBezTo>
                <a:cubicBezTo>
                  <a:pt x="846075" y="10399"/>
                  <a:pt x="846819" y="13082"/>
                  <a:pt x="846819" y="17027"/>
                </a:cubicBezTo>
                <a:close/>
                <a:moveTo>
                  <a:pt x="1014711" y="142132"/>
                </a:moveTo>
                <a:cubicBezTo>
                  <a:pt x="1014711" y="142686"/>
                  <a:pt x="1014573" y="143153"/>
                  <a:pt x="1014296" y="143534"/>
                </a:cubicBezTo>
                <a:cubicBezTo>
                  <a:pt x="1014019" y="143914"/>
                  <a:pt x="1013569" y="144243"/>
                  <a:pt x="1012947" y="144520"/>
                </a:cubicBezTo>
                <a:cubicBezTo>
                  <a:pt x="1012324" y="144797"/>
                  <a:pt x="1011458" y="145005"/>
                  <a:pt x="1010351" y="145143"/>
                </a:cubicBezTo>
                <a:cubicBezTo>
                  <a:pt x="1009244" y="145281"/>
                  <a:pt x="1007859" y="145351"/>
                  <a:pt x="1006198" y="145351"/>
                </a:cubicBezTo>
                <a:cubicBezTo>
                  <a:pt x="1004468" y="145351"/>
                  <a:pt x="1003049" y="145281"/>
                  <a:pt x="1001941" y="145143"/>
                </a:cubicBezTo>
                <a:cubicBezTo>
                  <a:pt x="1000834" y="145005"/>
                  <a:pt x="999951" y="144797"/>
                  <a:pt x="999294" y="144520"/>
                </a:cubicBezTo>
                <a:cubicBezTo>
                  <a:pt x="998636" y="144243"/>
                  <a:pt x="998169" y="143914"/>
                  <a:pt x="997892" y="143534"/>
                </a:cubicBezTo>
                <a:cubicBezTo>
                  <a:pt x="997615" y="143153"/>
                  <a:pt x="997477" y="142686"/>
                  <a:pt x="997477" y="142132"/>
                </a:cubicBezTo>
                <a:lnTo>
                  <a:pt x="997477" y="85342"/>
                </a:lnTo>
                <a:cubicBezTo>
                  <a:pt x="997477" y="81396"/>
                  <a:pt x="997131" y="77797"/>
                  <a:pt x="996439" y="74544"/>
                </a:cubicBezTo>
                <a:cubicBezTo>
                  <a:pt x="995747" y="71291"/>
                  <a:pt x="994639" y="68488"/>
                  <a:pt x="993117" y="66135"/>
                </a:cubicBezTo>
                <a:cubicBezTo>
                  <a:pt x="991594" y="63781"/>
                  <a:pt x="989656" y="61982"/>
                  <a:pt x="987303" y="60736"/>
                </a:cubicBezTo>
                <a:cubicBezTo>
                  <a:pt x="984949" y="59490"/>
                  <a:pt x="982181" y="58867"/>
                  <a:pt x="978997" y="58867"/>
                </a:cubicBezTo>
                <a:cubicBezTo>
                  <a:pt x="975052" y="58867"/>
                  <a:pt x="971089" y="60390"/>
                  <a:pt x="967109" y="63435"/>
                </a:cubicBezTo>
                <a:cubicBezTo>
                  <a:pt x="963129" y="66481"/>
                  <a:pt x="958751" y="70945"/>
                  <a:pt x="953976" y="76828"/>
                </a:cubicBezTo>
                <a:lnTo>
                  <a:pt x="953976" y="142132"/>
                </a:lnTo>
                <a:cubicBezTo>
                  <a:pt x="953976" y="142686"/>
                  <a:pt x="953837" y="143153"/>
                  <a:pt x="953560" y="143534"/>
                </a:cubicBezTo>
                <a:cubicBezTo>
                  <a:pt x="953284" y="143914"/>
                  <a:pt x="952816" y="144243"/>
                  <a:pt x="952159" y="144520"/>
                </a:cubicBezTo>
                <a:cubicBezTo>
                  <a:pt x="951501" y="144797"/>
                  <a:pt x="950619" y="145005"/>
                  <a:pt x="949511" y="145143"/>
                </a:cubicBezTo>
                <a:cubicBezTo>
                  <a:pt x="948404" y="145281"/>
                  <a:pt x="947020" y="145351"/>
                  <a:pt x="945358" y="145351"/>
                </a:cubicBezTo>
                <a:cubicBezTo>
                  <a:pt x="943767" y="145351"/>
                  <a:pt x="942400" y="145281"/>
                  <a:pt x="941257" y="145143"/>
                </a:cubicBezTo>
                <a:cubicBezTo>
                  <a:pt x="940115" y="145005"/>
                  <a:pt x="939216" y="144797"/>
                  <a:pt x="938558" y="144520"/>
                </a:cubicBezTo>
                <a:cubicBezTo>
                  <a:pt x="937901" y="144243"/>
                  <a:pt x="937451" y="143914"/>
                  <a:pt x="937208" y="143534"/>
                </a:cubicBezTo>
                <a:cubicBezTo>
                  <a:pt x="936966" y="143153"/>
                  <a:pt x="936845" y="142686"/>
                  <a:pt x="936845" y="142132"/>
                </a:cubicBezTo>
                <a:lnTo>
                  <a:pt x="936845" y="85342"/>
                </a:lnTo>
                <a:cubicBezTo>
                  <a:pt x="936845" y="81396"/>
                  <a:pt x="936464" y="77797"/>
                  <a:pt x="935703" y="74544"/>
                </a:cubicBezTo>
                <a:cubicBezTo>
                  <a:pt x="934942" y="71291"/>
                  <a:pt x="933800" y="68488"/>
                  <a:pt x="932277" y="66135"/>
                </a:cubicBezTo>
                <a:cubicBezTo>
                  <a:pt x="930754" y="63781"/>
                  <a:pt x="928833" y="61982"/>
                  <a:pt x="926515" y="60736"/>
                </a:cubicBezTo>
                <a:cubicBezTo>
                  <a:pt x="924196" y="59490"/>
                  <a:pt x="921445" y="58867"/>
                  <a:pt x="918261" y="58867"/>
                </a:cubicBezTo>
                <a:cubicBezTo>
                  <a:pt x="914316" y="58867"/>
                  <a:pt x="910336" y="60390"/>
                  <a:pt x="906321" y="63435"/>
                </a:cubicBezTo>
                <a:cubicBezTo>
                  <a:pt x="902307" y="66481"/>
                  <a:pt x="897946" y="70945"/>
                  <a:pt x="893240" y="76828"/>
                </a:cubicBezTo>
                <a:lnTo>
                  <a:pt x="893240" y="142132"/>
                </a:lnTo>
                <a:cubicBezTo>
                  <a:pt x="893240" y="142686"/>
                  <a:pt x="893101" y="143153"/>
                  <a:pt x="892825" y="143534"/>
                </a:cubicBezTo>
                <a:cubicBezTo>
                  <a:pt x="892548" y="143914"/>
                  <a:pt x="892098" y="144243"/>
                  <a:pt x="891475" y="144520"/>
                </a:cubicBezTo>
                <a:cubicBezTo>
                  <a:pt x="890852" y="144797"/>
                  <a:pt x="889987" y="145005"/>
                  <a:pt x="888879" y="145143"/>
                </a:cubicBezTo>
                <a:cubicBezTo>
                  <a:pt x="887772" y="145281"/>
                  <a:pt x="886353" y="145351"/>
                  <a:pt x="884623" y="145351"/>
                </a:cubicBezTo>
                <a:cubicBezTo>
                  <a:pt x="882961" y="145351"/>
                  <a:pt x="881577" y="145281"/>
                  <a:pt x="880470" y="145143"/>
                </a:cubicBezTo>
                <a:cubicBezTo>
                  <a:pt x="879362" y="145005"/>
                  <a:pt x="878480" y="144797"/>
                  <a:pt x="877822" y="144520"/>
                </a:cubicBezTo>
                <a:cubicBezTo>
                  <a:pt x="877165" y="144243"/>
                  <a:pt x="876715" y="143914"/>
                  <a:pt x="876473" y="143534"/>
                </a:cubicBezTo>
                <a:cubicBezTo>
                  <a:pt x="876230" y="143153"/>
                  <a:pt x="876109" y="142686"/>
                  <a:pt x="876109" y="142132"/>
                </a:cubicBezTo>
                <a:lnTo>
                  <a:pt x="876109" y="48692"/>
                </a:lnTo>
                <a:cubicBezTo>
                  <a:pt x="876109" y="48139"/>
                  <a:pt x="876213" y="47672"/>
                  <a:pt x="876421" y="47291"/>
                </a:cubicBezTo>
                <a:cubicBezTo>
                  <a:pt x="876628" y="46910"/>
                  <a:pt x="877044" y="46564"/>
                  <a:pt x="877667" y="46253"/>
                </a:cubicBezTo>
                <a:cubicBezTo>
                  <a:pt x="878290" y="45941"/>
                  <a:pt x="879085" y="45734"/>
                  <a:pt x="880054" y="45630"/>
                </a:cubicBezTo>
                <a:cubicBezTo>
                  <a:pt x="881023" y="45526"/>
                  <a:pt x="882304" y="45474"/>
                  <a:pt x="883896" y="45474"/>
                </a:cubicBezTo>
                <a:cubicBezTo>
                  <a:pt x="885419" y="45474"/>
                  <a:pt x="886682" y="45526"/>
                  <a:pt x="887685" y="45630"/>
                </a:cubicBezTo>
                <a:cubicBezTo>
                  <a:pt x="888689" y="45734"/>
                  <a:pt x="889468" y="45941"/>
                  <a:pt x="890021" y="46253"/>
                </a:cubicBezTo>
                <a:cubicBezTo>
                  <a:pt x="890575" y="46564"/>
                  <a:pt x="890973" y="46910"/>
                  <a:pt x="891215" y="47291"/>
                </a:cubicBezTo>
                <a:cubicBezTo>
                  <a:pt x="891458" y="47672"/>
                  <a:pt x="891579" y="48139"/>
                  <a:pt x="891579" y="48692"/>
                </a:cubicBezTo>
                <a:lnTo>
                  <a:pt x="891579" y="61047"/>
                </a:lnTo>
                <a:cubicBezTo>
                  <a:pt x="896839" y="55164"/>
                  <a:pt x="901944" y="50855"/>
                  <a:pt x="906892" y="48121"/>
                </a:cubicBezTo>
                <a:cubicBezTo>
                  <a:pt x="911841" y="45387"/>
                  <a:pt x="916842" y="44020"/>
                  <a:pt x="921895" y="44020"/>
                </a:cubicBezTo>
                <a:cubicBezTo>
                  <a:pt x="925771" y="44020"/>
                  <a:pt x="929249" y="44470"/>
                  <a:pt x="932329" y="45370"/>
                </a:cubicBezTo>
                <a:cubicBezTo>
                  <a:pt x="935409" y="46270"/>
                  <a:pt x="938126" y="47533"/>
                  <a:pt x="940479" y="49160"/>
                </a:cubicBezTo>
                <a:cubicBezTo>
                  <a:pt x="942832" y="50786"/>
                  <a:pt x="944839" y="52724"/>
                  <a:pt x="946500" y="54974"/>
                </a:cubicBezTo>
                <a:cubicBezTo>
                  <a:pt x="948162" y="57223"/>
                  <a:pt x="949546" y="59732"/>
                  <a:pt x="950653" y="62501"/>
                </a:cubicBezTo>
                <a:cubicBezTo>
                  <a:pt x="953768" y="59109"/>
                  <a:pt x="956727" y="56237"/>
                  <a:pt x="959530" y="53884"/>
                </a:cubicBezTo>
                <a:cubicBezTo>
                  <a:pt x="962333" y="51530"/>
                  <a:pt x="965033" y="49627"/>
                  <a:pt x="967628" y="48173"/>
                </a:cubicBezTo>
                <a:cubicBezTo>
                  <a:pt x="970224" y="46720"/>
                  <a:pt x="972750" y="45664"/>
                  <a:pt x="975207" y="45007"/>
                </a:cubicBezTo>
                <a:cubicBezTo>
                  <a:pt x="977664" y="44349"/>
                  <a:pt x="980139" y="44020"/>
                  <a:pt x="982631" y="44020"/>
                </a:cubicBezTo>
                <a:cubicBezTo>
                  <a:pt x="988652" y="44020"/>
                  <a:pt x="993705" y="45076"/>
                  <a:pt x="997789" y="47187"/>
                </a:cubicBezTo>
                <a:cubicBezTo>
                  <a:pt x="1001872" y="49298"/>
                  <a:pt x="1005177" y="52119"/>
                  <a:pt x="1007704" y="55649"/>
                </a:cubicBezTo>
                <a:cubicBezTo>
                  <a:pt x="1010230" y="59178"/>
                  <a:pt x="1012029" y="63314"/>
                  <a:pt x="1013102" y="68055"/>
                </a:cubicBezTo>
                <a:cubicBezTo>
                  <a:pt x="1014175" y="72796"/>
                  <a:pt x="1014711" y="77797"/>
                  <a:pt x="1014711" y="83058"/>
                </a:cubicBezTo>
                <a:lnTo>
                  <a:pt x="1014711" y="142132"/>
                </a:lnTo>
                <a:close/>
                <a:moveTo>
                  <a:pt x="1066964" y="133463"/>
                </a:moveTo>
                <a:cubicBezTo>
                  <a:pt x="1066964" y="138399"/>
                  <a:pt x="1066151" y="141683"/>
                  <a:pt x="1064525" y="143316"/>
                </a:cubicBezTo>
                <a:cubicBezTo>
                  <a:pt x="1062898" y="144949"/>
                  <a:pt x="1059939" y="145766"/>
                  <a:pt x="1055648" y="145766"/>
                </a:cubicBezTo>
                <a:cubicBezTo>
                  <a:pt x="1051495" y="145766"/>
                  <a:pt x="1048623" y="144967"/>
                  <a:pt x="1047031" y="143368"/>
                </a:cubicBezTo>
                <a:cubicBezTo>
                  <a:pt x="1045439" y="141770"/>
                  <a:pt x="1044643" y="138572"/>
                  <a:pt x="1044643" y="133775"/>
                </a:cubicBezTo>
                <a:cubicBezTo>
                  <a:pt x="1044643" y="128839"/>
                  <a:pt x="1045456" y="125554"/>
                  <a:pt x="1047083" y="123921"/>
                </a:cubicBezTo>
                <a:cubicBezTo>
                  <a:pt x="1048709" y="122288"/>
                  <a:pt x="1051668" y="121472"/>
                  <a:pt x="1055959" y="121472"/>
                </a:cubicBezTo>
                <a:cubicBezTo>
                  <a:pt x="1060112" y="121472"/>
                  <a:pt x="1062985" y="122271"/>
                  <a:pt x="1064576" y="123869"/>
                </a:cubicBezTo>
                <a:cubicBezTo>
                  <a:pt x="1066168" y="125468"/>
                  <a:pt x="1066964" y="128666"/>
                  <a:pt x="1066964" y="133463"/>
                </a:cubicBezTo>
                <a:close/>
                <a:moveTo>
                  <a:pt x="1164882" y="128012"/>
                </a:moveTo>
                <a:cubicBezTo>
                  <a:pt x="1164882" y="129189"/>
                  <a:pt x="1164848" y="130210"/>
                  <a:pt x="1164778" y="131075"/>
                </a:cubicBezTo>
                <a:cubicBezTo>
                  <a:pt x="1164709" y="131940"/>
                  <a:pt x="1164588" y="132667"/>
                  <a:pt x="1164415" y="133255"/>
                </a:cubicBezTo>
                <a:cubicBezTo>
                  <a:pt x="1164242" y="133844"/>
                  <a:pt x="1164034" y="134363"/>
                  <a:pt x="1163792" y="134813"/>
                </a:cubicBezTo>
                <a:cubicBezTo>
                  <a:pt x="1163550" y="135263"/>
                  <a:pt x="1162996" y="135920"/>
                  <a:pt x="1162131" y="136785"/>
                </a:cubicBezTo>
                <a:cubicBezTo>
                  <a:pt x="1161266" y="137651"/>
                  <a:pt x="1159795" y="138723"/>
                  <a:pt x="1157719" y="140004"/>
                </a:cubicBezTo>
                <a:cubicBezTo>
                  <a:pt x="1155642" y="141284"/>
                  <a:pt x="1153306" y="142426"/>
                  <a:pt x="1150711" y="143430"/>
                </a:cubicBezTo>
                <a:cubicBezTo>
                  <a:pt x="1148115" y="144434"/>
                  <a:pt x="1145295" y="145247"/>
                  <a:pt x="1142249" y="145870"/>
                </a:cubicBezTo>
                <a:cubicBezTo>
                  <a:pt x="1139204" y="146493"/>
                  <a:pt x="1136054" y="146804"/>
                  <a:pt x="1132801" y="146804"/>
                </a:cubicBezTo>
                <a:cubicBezTo>
                  <a:pt x="1126087" y="146804"/>
                  <a:pt x="1120135" y="145695"/>
                  <a:pt x="1114944" y="143475"/>
                </a:cubicBezTo>
                <a:cubicBezTo>
                  <a:pt x="1109753" y="141256"/>
                  <a:pt x="1105410" y="138014"/>
                  <a:pt x="1101914" y="133749"/>
                </a:cubicBezTo>
                <a:cubicBezTo>
                  <a:pt x="1098419" y="129483"/>
                  <a:pt x="1095754" y="124247"/>
                  <a:pt x="1093920" y="118039"/>
                </a:cubicBezTo>
                <a:cubicBezTo>
                  <a:pt x="1092086" y="111831"/>
                  <a:pt x="1091169" y="104671"/>
                  <a:pt x="1091169" y="96558"/>
                </a:cubicBezTo>
                <a:cubicBezTo>
                  <a:pt x="1091169" y="87333"/>
                  <a:pt x="1092293" y="79409"/>
                  <a:pt x="1094543" y="72786"/>
                </a:cubicBezTo>
                <a:cubicBezTo>
                  <a:pt x="1096792" y="66163"/>
                  <a:pt x="1099872" y="60736"/>
                  <a:pt x="1103783" y="56505"/>
                </a:cubicBezTo>
                <a:cubicBezTo>
                  <a:pt x="1107694" y="52274"/>
                  <a:pt x="1112296" y="49136"/>
                  <a:pt x="1117591" y="47090"/>
                </a:cubicBezTo>
                <a:cubicBezTo>
                  <a:pt x="1122886" y="45044"/>
                  <a:pt x="1128614" y="44020"/>
                  <a:pt x="1134774" y="44020"/>
                </a:cubicBezTo>
                <a:cubicBezTo>
                  <a:pt x="1137750" y="44020"/>
                  <a:pt x="1140640" y="44297"/>
                  <a:pt x="1143443" y="44851"/>
                </a:cubicBezTo>
                <a:cubicBezTo>
                  <a:pt x="1146246" y="45405"/>
                  <a:pt x="1148824" y="46132"/>
                  <a:pt x="1151178" y="47031"/>
                </a:cubicBezTo>
                <a:cubicBezTo>
                  <a:pt x="1153531" y="47931"/>
                  <a:pt x="1155625" y="48969"/>
                  <a:pt x="1157459" y="50146"/>
                </a:cubicBezTo>
                <a:cubicBezTo>
                  <a:pt x="1159293" y="51323"/>
                  <a:pt x="1160626" y="52326"/>
                  <a:pt x="1161456" y="53157"/>
                </a:cubicBezTo>
                <a:cubicBezTo>
                  <a:pt x="1162287" y="53987"/>
                  <a:pt x="1162858" y="54645"/>
                  <a:pt x="1163169" y="55129"/>
                </a:cubicBezTo>
                <a:cubicBezTo>
                  <a:pt x="1163481" y="55614"/>
                  <a:pt x="1163740" y="56185"/>
                  <a:pt x="1163948" y="56842"/>
                </a:cubicBezTo>
                <a:cubicBezTo>
                  <a:pt x="1164156" y="57500"/>
                  <a:pt x="1164294" y="58244"/>
                  <a:pt x="1164363" y="59075"/>
                </a:cubicBezTo>
                <a:cubicBezTo>
                  <a:pt x="1164432" y="59905"/>
                  <a:pt x="1164467" y="60943"/>
                  <a:pt x="1164467" y="62189"/>
                </a:cubicBezTo>
                <a:cubicBezTo>
                  <a:pt x="1164467" y="64889"/>
                  <a:pt x="1164156" y="66775"/>
                  <a:pt x="1163533" y="67848"/>
                </a:cubicBezTo>
                <a:cubicBezTo>
                  <a:pt x="1162910" y="68920"/>
                  <a:pt x="1162148" y="69457"/>
                  <a:pt x="1161249" y="69457"/>
                </a:cubicBezTo>
                <a:cubicBezTo>
                  <a:pt x="1160210" y="69457"/>
                  <a:pt x="1159016" y="68886"/>
                  <a:pt x="1157667" y="67744"/>
                </a:cubicBezTo>
                <a:cubicBezTo>
                  <a:pt x="1156317" y="66602"/>
                  <a:pt x="1154604" y="65339"/>
                  <a:pt x="1152527" y="63954"/>
                </a:cubicBezTo>
                <a:cubicBezTo>
                  <a:pt x="1150451" y="62570"/>
                  <a:pt x="1147942" y="61307"/>
                  <a:pt x="1145000" y="60165"/>
                </a:cubicBezTo>
                <a:cubicBezTo>
                  <a:pt x="1142059" y="59023"/>
                  <a:pt x="1138581" y="58452"/>
                  <a:pt x="1134566" y="58452"/>
                </a:cubicBezTo>
                <a:cubicBezTo>
                  <a:pt x="1126330" y="58452"/>
                  <a:pt x="1120014" y="61628"/>
                  <a:pt x="1115619" y="67981"/>
                </a:cubicBezTo>
                <a:cubicBezTo>
                  <a:pt x="1111224" y="74331"/>
                  <a:pt x="1109026" y="83544"/>
                  <a:pt x="1109026" y="95620"/>
                </a:cubicBezTo>
                <a:cubicBezTo>
                  <a:pt x="1109026" y="101659"/>
                  <a:pt x="1109597" y="106952"/>
                  <a:pt x="1110739" y="111498"/>
                </a:cubicBezTo>
                <a:cubicBezTo>
                  <a:pt x="1111881" y="116045"/>
                  <a:pt x="1113560" y="119845"/>
                  <a:pt x="1115775" y="122899"/>
                </a:cubicBezTo>
                <a:cubicBezTo>
                  <a:pt x="1117989" y="125953"/>
                  <a:pt x="1120706" y="128227"/>
                  <a:pt x="1123925" y="129719"/>
                </a:cubicBezTo>
                <a:cubicBezTo>
                  <a:pt x="1127143" y="131211"/>
                  <a:pt x="1130829" y="131958"/>
                  <a:pt x="1134982" y="131958"/>
                </a:cubicBezTo>
                <a:cubicBezTo>
                  <a:pt x="1138927" y="131958"/>
                  <a:pt x="1142388" y="131335"/>
                  <a:pt x="1145364" y="130089"/>
                </a:cubicBezTo>
                <a:cubicBezTo>
                  <a:pt x="1148340" y="128843"/>
                  <a:pt x="1150918" y="127476"/>
                  <a:pt x="1153098" y="125988"/>
                </a:cubicBezTo>
                <a:cubicBezTo>
                  <a:pt x="1155279" y="124500"/>
                  <a:pt x="1157113" y="123150"/>
                  <a:pt x="1158601" y="121939"/>
                </a:cubicBezTo>
                <a:cubicBezTo>
                  <a:pt x="1160089" y="120728"/>
                  <a:pt x="1161249" y="120122"/>
                  <a:pt x="1162079" y="120122"/>
                </a:cubicBezTo>
                <a:cubicBezTo>
                  <a:pt x="1162564" y="120122"/>
                  <a:pt x="1162979" y="120260"/>
                  <a:pt x="1163325" y="120537"/>
                </a:cubicBezTo>
                <a:cubicBezTo>
                  <a:pt x="1163671" y="120814"/>
                  <a:pt x="1163965" y="121281"/>
                  <a:pt x="1164207" y="121939"/>
                </a:cubicBezTo>
                <a:cubicBezTo>
                  <a:pt x="1164450" y="122596"/>
                  <a:pt x="1164623" y="123427"/>
                  <a:pt x="1164727" y="124431"/>
                </a:cubicBezTo>
                <a:cubicBezTo>
                  <a:pt x="1164830" y="125434"/>
                  <a:pt x="1164882" y="126628"/>
                  <a:pt x="1164882" y="128012"/>
                </a:cubicBezTo>
                <a:close/>
                <a:moveTo>
                  <a:pt x="1272338" y="94426"/>
                </a:moveTo>
                <a:cubicBezTo>
                  <a:pt x="1272338" y="102046"/>
                  <a:pt x="1271335" y="109061"/>
                  <a:pt x="1269328" y="115469"/>
                </a:cubicBezTo>
                <a:cubicBezTo>
                  <a:pt x="1267320" y="121878"/>
                  <a:pt x="1264327" y="127405"/>
                  <a:pt x="1260347" y="132048"/>
                </a:cubicBezTo>
                <a:cubicBezTo>
                  <a:pt x="1256367" y="136690"/>
                  <a:pt x="1251384" y="140310"/>
                  <a:pt x="1245397" y="142908"/>
                </a:cubicBezTo>
                <a:cubicBezTo>
                  <a:pt x="1239410" y="145505"/>
                  <a:pt x="1232471" y="146804"/>
                  <a:pt x="1224580" y="146804"/>
                </a:cubicBezTo>
                <a:cubicBezTo>
                  <a:pt x="1216898" y="146804"/>
                  <a:pt x="1210201" y="145661"/>
                  <a:pt x="1204491" y="143375"/>
                </a:cubicBezTo>
                <a:cubicBezTo>
                  <a:pt x="1198781" y="141089"/>
                  <a:pt x="1194022" y="137763"/>
                  <a:pt x="1190215" y="133398"/>
                </a:cubicBezTo>
                <a:cubicBezTo>
                  <a:pt x="1186409" y="129033"/>
                  <a:pt x="1183571" y="123733"/>
                  <a:pt x="1181702" y="117497"/>
                </a:cubicBezTo>
                <a:cubicBezTo>
                  <a:pt x="1179833" y="111261"/>
                  <a:pt x="1178899" y="104194"/>
                  <a:pt x="1178899" y="96295"/>
                </a:cubicBezTo>
                <a:cubicBezTo>
                  <a:pt x="1178899" y="88675"/>
                  <a:pt x="1179885" y="81660"/>
                  <a:pt x="1181858" y="75251"/>
                </a:cubicBezTo>
                <a:cubicBezTo>
                  <a:pt x="1183830" y="68843"/>
                  <a:pt x="1186807" y="63317"/>
                  <a:pt x="1190786" y="58676"/>
                </a:cubicBezTo>
                <a:cubicBezTo>
                  <a:pt x="1194766" y="54032"/>
                  <a:pt x="1199732" y="50428"/>
                  <a:pt x="1205685" y="47865"/>
                </a:cubicBezTo>
                <a:cubicBezTo>
                  <a:pt x="1211637" y="45302"/>
                  <a:pt x="1218593" y="44020"/>
                  <a:pt x="1226553" y="44020"/>
                </a:cubicBezTo>
                <a:cubicBezTo>
                  <a:pt x="1234236" y="44020"/>
                  <a:pt x="1240932" y="45164"/>
                  <a:pt x="1246643" y="47450"/>
                </a:cubicBezTo>
                <a:cubicBezTo>
                  <a:pt x="1252353" y="49736"/>
                  <a:pt x="1257111" y="53062"/>
                  <a:pt x="1260918" y="57426"/>
                </a:cubicBezTo>
                <a:cubicBezTo>
                  <a:pt x="1264725" y="61791"/>
                  <a:pt x="1267580" y="67092"/>
                  <a:pt x="1269483" y="73327"/>
                </a:cubicBezTo>
                <a:cubicBezTo>
                  <a:pt x="1271387" y="79563"/>
                  <a:pt x="1272338" y="86596"/>
                  <a:pt x="1272338" y="94426"/>
                </a:cubicBezTo>
                <a:moveTo>
                  <a:pt x="1254273" y="95568"/>
                </a:moveTo>
                <a:cubicBezTo>
                  <a:pt x="1254273" y="90509"/>
                  <a:pt x="1253806" y="85727"/>
                  <a:pt x="1252872" y="81221"/>
                </a:cubicBezTo>
                <a:cubicBezTo>
                  <a:pt x="1251937" y="76716"/>
                  <a:pt x="1250397" y="72765"/>
                  <a:pt x="1248252" y="69369"/>
                </a:cubicBezTo>
                <a:cubicBezTo>
                  <a:pt x="1246106" y="65973"/>
                  <a:pt x="1243199" y="63288"/>
                  <a:pt x="1239531" y="61313"/>
                </a:cubicBezTo>
                <a:cubicBezTo>
                  <a:pt x="1235862" y="59336"/>
                  <a:pt x="1231294" y="58348"/>
                  <a:pt x="1225826" y="58348"/>
                </a:cubicBezTo>
                <a:cubicBezTo>
                  <a:pt x="1220774" y="58348"/>
                  <a:pt x="1216430" y="59249"/>
                  <a:pt x="1212797" y="61051"/>
                </a:cubicBezTo>
                <a:cubicBezTo>
                  <a:pt x="1209163" y="62852"/>
                  <a:pt x="1206169" y="65400"/>
                  <a:pt x="1203816" y="68694"/>
                </a:cubicBezTo>
                <a:cubicBezTo>
                  <a:pt x="1201463" y="71986"/>
                  <a:pt x="1199715" y="75885"/>
                  <a:pt x="1198573" y="80391"/>
                </a:cubicBezTo>
                <a:cubicBezTo>
                  <a:pt x="1197431" y="84894"/>
                  <a:pt x="1196860" y="89815"/>
                  <a:pt x="1196860" y="95153"/>
                </a:cubicBezTo>
                <a:cubicBezTo>
                  <a:pt x="1196860" y="100281"/>
                  <a:pt x="1197327" y="105098"/>
                  <a:pt x="1198262" y="109603"/>
                </a:cubicBezTo>
                <a:cubicBezTo>
                  <a:pt x="1199196" y="114109"/>
                  <a:pt x="1200753" y="118042"/>
                  <a:pt x="1202934" y="121404"/>
                </a:cubicBezTo>
                <a:cubicBezTo>
                  <a:pt x="1205114" y="124765"/>
                  <a:pt x="1208038" y="127434"/>
                  <a:pt x="1211707" y="129411"/>
                </a:cubicBezTo>
                <a:cubicBezTo>
                  <a:pt x="1215375" y="131386"/>
                  <a:pt x="1219943" y="132373"/>
                  <a:pt x="1225411" y="132373"/>
                </a:cubicBezTo>
                <a:cubicBezTo>
                  <a:pt x="1230394" y="132373"/>
                  <a:pt x="1234720" y="131472"/>
                  <a:pt x="1238389" y="129670"/>
                </a:cubicBezTo>
                <a:cubicBezTo>
                  <a:pt x="1242057" y="127869"/>
                  <a:pt x="1245068" y="125339"/>
                  <a:pt x="1247421" y="122082"/>
                </a:cubicBezTo>
                <a:cubicBezTo>
                  <a:pt x="1249775" y="118822"/>
                  <a:pt x="1251505" y="114941"/>
                  <a:pt x="1252612" y="110437"/>
                </a:cubicBezTo>
                <a:cubicBezTo>
                  <a:pt x="1253720" y="105932"/>
                  <a:pt x="1254273" y="100975"/>
                  <a:pt x="1254273" y="95568"/>
                </a:cubicBezTo>
                <a:close/>
                <a:moveTo>
                  <a:pt x="1435586" y="142132"/>
                </a:moveTo>
                <a:cubicBezTo>
                  <a:pt x="1435586" y="142686"/>
                  <a:pt x="1435448" y="143153"/>
                  <a:pt x="1435171" y="143534"/>
                </a:cubicBezTo>
                <a:cubicBezTo>
                  <a:pt x="1434894" y="143914"/>
                  <a:pt x="1434444" y="144243"/>
                  <a:pt x="1433821" y="144520"/>
                </a:cubicBezTo>
                <a:cubicBezTo>
                  <a:pt x="1433198" y="144797"/>
                  <a:pt x="1432333" y="145005"/>
                  <a:pt x="1431226" y="145143"/>
                </a:cubicBezTo>
                <a:cubicBezTo>
                  <a:pt x="1430118" y="145281"/>
                  <a:pt x="1428734" y="145351"/>
                  <a:pt x="1427073" y="145351"/>
                </a:cubicBezTo>
                <a:cubicBezTo>
                  <a:pt x="1425342" y="145351"/>
                  <a:pt x="1423923" y="145281"/>
                  <a:pt x="1422816" y="145143"/>
                </a:cubicBezTo>
                <a:cubicBezTo>
                  <a:pt x="1421709" y="145005"/>
                  <a:pt x="1420826" y="144797"/>
                  <a:pt x="1420169" y="144520"/>
                </a:cubicBezTo>
                <a:cubicBezTo>
                  <a:pt x="1419511" y="144243"/>
                  <a:pt x="1419044" y="143914"/>
                  <a:pt x="1418767" y="143534"/>
                </a:cubicBezTo>
                <a:cubicBezTo>
                  <a:pt x="1418490" y="143153"/>
                  <a:pt x="1418352" y="142686"/>
                  <a:pt x="1418352" y="142132"/>
                </a:cubicBezTo>
                <a:lnTo>
                  <a:pt x="1418352" y="85342"/>
                </a:lnTo>
                <a:cubicBezTo>
                  <a:pt x="1418352" y="81396"/>
                  <a:pt x="1418006" y="77797"/>
                  <a:pt x="1417313" y="74544"/>
                </a:cubicBezTo>
                <a:cubicBezTo>
                  <a:pt x="1416621" y="71291"/>
                  <a:pt x="1415514" y="68488"/>
                  <a:pt x="1413991" y="66135"/>
                </a:cubicBezTo>
                <a:cubicBezTo>
                  <a:pt x="1412468" y="63781"/>
                  <a:pt x="1410530" y="61982"/>
                  <a:pt x="1408177" y="60736"/>
                </a:cubicBezTo>
                <a:cubicBezTo>
                  <a:pt x="1405824" y="59490"/>
                  <a:pt x="1403055" y="58867"/>
                  <a:pt x="1399871" y="58867"/>
                </a:cubicBezTo>
                <a:cubicBezTo>
                  <a:pt x="1395926" y="58867"/>
                  <a:pt x="1391964" y="60390"/>
                  <a:pt x="1387984" y="63435"/>
                </a:cubicBezTo>
                <a:cubicBezTo>
                  <a:pt x="1384004" y="66481"/>
                  <a:pt x="1379626" y="70945"/>
                  <a:pt x="1374850" y="76828"/>
                </a:cubicBezTo>
                <a:lnTo>
                  <a:pt x="1374850" y="142132"/>
                </a:lnTo>
                <a:cubicBezTo>
                  <a:pt x="1374850" y="142686"/>
                  <a:pt x="1374712" y="143153"/>
                  <a:pt x="1374435" y="143534"/>
                </a:cubicBezTo>
                <a:cubicBezTo>
                  <a:pt x="1374158" y="143914"/>
                  <a:pt x="1373691" y="144243"/>
                  <a:pt x="1373033" y="144520"/>
                </a:cubicBezTo>
                <a:cubicBezTo>
                  <a:pt x="1372376" y="144797"/>
                  <a:pt x="1371493" y="145005"/>
                  <a:pt x="1370386" y="145143"/>
                </a:cubicBezTo>
                <a:cubicBezTo>
                  <a:pt x="1369278" y="145281"/>
                  <a:pt x="1367894" y="145351"/>
                  <a:pt x="1366233" y="145351"/>
                </a:cubicBezTo>
                <a:cubicBezTo>
                  <a:pt x="1364641" y="145351"/>
                  <a:pt x="1363274" y="145281"/>
                  <a:pt x="1362132" y="145143"/>
                </a:cubicBezTo>
                <a:cubicBezTo>
                  <a:pt x="1360990" y="145005"/>
                  <a:pt x="1360090" y="144797"/>
                  <a:pt x="1359433" y="144520"/>
                </a:cubicBezTo>
                <a:cubicBezTo>
                  <a:pt x="1358775" y="144243"/>
                  <a:pt x="1358325" y="143914"/>
                  <a:pt x="1358083" y="143534"/>
                </a:cubicBezTo>
                <a:cubicBezTo>
                  <a:pt x="1357841" y="143153"/>
                  <a:pt x="1357720" y="142686"/>
                  <a:pt x="1357720" y="142132"/>
                </a:cubicBezTo>
                <a:lnTo>
                  <a:pt x="1357720" y="85342"/>
                </a:lnTo>
                <a:cubicBezTo>
                  <a:pt x="1357720" y="81396"/>
                  <a:pt x="1357339" y="77797"/>
                  <a:pt x="1356578" y="74544"/>
                </a:cubicBezTo>
                <a:cubicBezTo>
                  <a:pt x="1355816" y="71291"/>
                  <a:pt x="1354674" y="68488"/>
                  <a:pt x="1353151" y="66135"/>
                </a:cubicBezTo>
                <a:cubicBezTo>
                  <a:pt x="1351629" y="63781"/>
                  <a:pt x="1349708" y="61982"/>
                  <a:pt x="1347389" y="60736"/>
                </a:cubicBezTo>
                <a:cubicBezTo>
                  <a:pt x="1345071" y="59490"/>
                  <a:pt x="1342319" y="58867"/>
                  <a:pt x="1339136" y="58867"/>
                </a:cubicBezTo>
                <a:cubicBezTo>
                  <a:pt x="1335190" y="58867"/>
                  <a:pt x="1331210" y="60390"/>
                  <a:pt x="1327196" y="63435"/>
                </a:cubicBezTo>
                <a:cubicBezTo>
                  <a:pt x="1323182" y="66481"/>
                  <a:pt x="1318821" y="70945"/>
                  <a:pt x="1314114" y="76828"/>
                </a:cubicBezTo>
                <a:lnTo>
                  <a:pt x="1314114" y="142132"/>
                </a:lnTo>
                <a:cubicBezTo>
                  <a:pt x="1314114" y="142686"/>
                  <a:pt x="1313976" y="143153"/>
                  <a:pt x="1313699" y="143534"/>
                </a:cubicBezTo>
                <a:cubicBezTo>
                  <a:pt x="1313422" y="143914"/>
                  <a:pt x="1312972" y="144243"/>
                  <a:pt x="1312349" y="144520"/>
                </a:cubicBezTo>
                <a:cubicBezTo>
                  <a:pt x="1311727" y="144797"/>
                  <a:pt x="1310861" y="145005"/>
                  <a:pt x="1309754" y="145143"/>
                </a:cubicBezTo>
                <a:cubicBezTo>
                  <a:pt x="1308647" y="145281"/>
                  <a:pt x="1307228" y="145351"/>
                  <a:pt x="1305497" y="145351"/>
                </a:cubicBezTo>
                <a:cubicBezTo>
                  <a:pt x="1303836" y="145351"/>
                  <a:pt x="1302452" y="145281"/>
                  <a:pt x="1301344" y="145143"/>
                </a:cubicBezTo>
                <a:cubicBezTo>
                  <a:pt x="1300237" y="145005"/>
                  <a:pt x="1299354" y="144797"/>
                  <a:pt x="1298697" y="144520"/>
                </a:cubicBezTo>
                <a:cubicBezTo>
                  <a:pt x="1298039" y="144243"/>
                  <a:pt x="1297589" y="143914"/>
                  <a:pt x="1297347" y="143534"/>
                </a:cubicBezTo>
                <a:cubicBezTo>
                  <a:pt x="1297105" y="143153"/>
                  <a:pt x="1296984" y="142686"/>
                  <a:pt x="1296984" y="142132"/>
                </a:cubicBezTo>
                <a:lnTo>
                  <a:pt x="1296984" y="48692"/>
                </a:lnTo>
                <a:cubicBezTo>
                  <a:pt x="1296984" y="48139"/>
                  <a:pt x="1297088" y="47672"/>
                  <a:pt x="1297295" y="47291"/>
                </a:cubicBezTo>
                <a:cubicBezTo>
                  <a:pt x="1297503" y="46910"/>
                  <a:pt x="1297918" y="46564"/>
                  <a:pt x="1298541" y="46253"/>
                </a:cubicBezTo>
                <a:cubicBezTo>
                  <a:pt x="1299164" y="45941"/>
                  <a:pt x="1299960" y="45734"/>
                  <a:pt x="1300929" y="45630"/>
                </a:cubicBezTo>
                <a:cubicBezTo>
                  <a:pt x="1301898" y="45526"/>
                  <a:pt x="1303179" y="45474"/>
                  <a:pt x="1304770" y="45474"/>
                </a:cubicBezTo>
                <a:cubicBezTo>
                  <a:pt x="1306293" y="45474"/>
                  <a:pt x="1307556" y="45526"/>
                  <a:pt x="1308560" y="45630"/>
                </a:cubicBezTo>
                <a:cubicBezTo>
                  <a:pt x="1309564" y="45734"/>
                  <a:pt x="1310342" y="45941"/>
                  <a:pt x="1310896" y="46253"/>
                </a:cubicBezTo>
                <a:cubicBezTo>
                  <a:pt x="1311450" y="46564"/>
                  <a:pt x="1311848" y="46910"/>
                  <a:pt x="1312090" y="47291"/>
                </a:cubicBezTo>
                <a:cubicBezTo>
                  <a:pt x="1312332" y="47672"/>
                  <a:pt x="1312453" y="48139"/>
                  <a:pt x="1312453" y="48692"/>
                </a:cubicBezTo>
                <a:lnTo>
                  <a:pt x="1312453" y="61047"/>
                </a:lnTo>
                <a:cubicBezTo>
                  <a:pt x="1317714" y="55164"/>
                  <a:pt x="1322818" y="50855"/>
                  <a:pt x="1327767" y="48121"/>
                </a:cubicBezTo>
                <a:cubicBezTo>
                  <a:pt x="1332716" y="45387"/>
                  <a:pt x="1337717" y="44020"/>
                  <a:pt x="1342769" y="44020"/>
                </a:cubicBezTo>
                <a:cubicBezTo>
                  <a:pt x="1346645" y="44020"/>
                  <a:pt x="1350123" y="44470"/>
                  <a:pt x="1353203" y="45370"/>
                </a:cubicBezTo>
                <a:cubicBezTo>
                  <a:pt x="1356283" y="46270"/>
                  <a:pt x="1359000" y="47533"/>
                  <a:pt x="1361353" y="49160"/>
                </a:cubicBezTo>
                <a:cubicBezTo>
                  <a:pt x="1363707" y="50786"/>
                  <a:pt x="1365714" y="52724"/>
                  <a:pt x="1367375" y="54974"/>
                </a:cubicBezTo>
                <a:cubicBezTo>
                  <a:pt x="1369036" y="57223"/>
                  <a:pt x="1370421" y="59732"/>
                  <a:pt x="1371528" y="62501"/>
                </a:cubicBezTo>
                <a:cubicBezTo>
                  <a:pt x="1374643" y="59109"/>
                  <a:pt x="1377602" y="56237"/>
                  <a:pt x="1380405" y="53884"/>
                </a:cubicBezTo>
                <a:cubicBezTo>
                  <a:pt x="1383208" y="51530"/>
                  <a:pt x="1385907" y="49627"/>
                  <a:pt x="1388503" y="48173"/>
                </a:cubicBezTo>
                <a:cubicBezTo>
                  <a:pt x="1391098" y="46720"/>
                  <a:pt x="1393625" y="45664"/>
                  <a:pt x="1396082" y="45007"/>
                </a:cubicBezTo>
                <a:cubicBezTo>
                  <a:pt x="1398539" y="44349"/>
                  <a:pt x="1401013" y="44020"/>
                  <a:pt x="1403505" y="44020"/>
                </a:cubicBezTo>
                <a:cubicBezTo>
                  <a:pt x="1409527" y="44020"/>
                  <a:pt x="1414579" y="45076"/>
                  <a:pt x="1418663" y="47187"/>
                </a:cubicBezTo>
                <a:cubicBezTo>
                  <a:pt x="1422747" y="49298"/>
                  <a:pt x="1426052" y="52119"/>
                  <a:pt x="1428578" y="55649"/>
                </a:cubicBezTo>
                <a:cubicBezTo>
                  <a:pt x="1431104" y="59178"/>
                  <a:pt x="1432904" y="63314"/>
                  <a:pt x="1433977" y="68055"/>
                </a:cubicBezTo>
                <a:cubicBezTo>
                  <a:pt x="1435050" y="72796"/>
                  <a:pt x="1435586" y="77797"/>
                  <a:pt x="1435586" y="83058"/>
                </a:cubicBezTo>
                <a:lnTo>
                  <a:pt x="1435586" y="142132"/>
                </a:lnTo>
                <a:close/>
              </a:path>
            </a:pathLst>
          </a:custGeom>
          <a:solidFill xmlns:a="http://schemas.openxmlformats.org/drawingml/2006/main">
            <a:srgbClr val="0563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768EEA-4C21-47C0-A12C-79854B84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9" y="3544660"/>
            <a:ext cx="1465335" cy="10247"/>
          </a:xfrm>
          <a:custGeom xmlns:a="http://schemas.openxmlformats.org/drawingml/2006/main">
            <a:pathLst>
              <a:path w="1465335" h="10247">
                <a:moveTo>
                  <a:pt x="0" y="0"/>
                </a:moveTo>
                <a:lnTo>
                  <a:pt x="488445" y="0"/>
                </a:lnTo>
                <a:lnTo>
                  <a:pt x="976890" y="0"/>
                </a:lnTo>
                <a:lnTo>
                  <a:pt x="1465335" y="0"/>
                </a:lnTo>
                <a:lnTo>
                  <a:pt x="1465335" y="10247"/>
                </a:lnTo>
                <a:lnTo>
                  <a:pt x="976890" y="10247"/>
                </a:lnTo>
                <a:lnTo>
                  <a:pt x="488445" y="10247"/>
                </a:lnTo>
                <a:lnTo>
                  <a:pt x="0" y="102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563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Subject:BorrowMoney">
            <a:extLst xmlns:a="http://schemas.openxmlformats.org/drawingml/2006/main">
              <a:ext uri="{FF2B5EF4-FFF2-40B4-BE49-F238E27FC236}">
                <a16:creationId xmlns:a16="http://schemas.microsoft.com/office/drawing/2014/main" id="{30A760EC-0D3D-4087-8357-96370039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781" y="3615717"/>
            <a:ext cx="2013767" cy="182727"/>
          </a:xfrm>
          <a:custGeom xmlns:a="http://schemas.openxmlformats.org/drawingml/2006/main">
            <a:pathLst>
              <a:path w="2013767" h="182727">
                <a:moveTo>
                  <a:pt x="82642" y="107086"/>
                </a:moveTo>
                <a:cubicBezTo>
                  <a:pt x="82642" y="113393"/>
                  <a:pt x="81483" y="119008"/>
                  <a:pt x="79164" y="123931"/>
                </a:cubicBezTo>
                <a:cubicBezTo>
                  <a:pt x="76846" y="128852"/>
                  <a:pt x="73627" y="133028"/>
                  <a:pt x="69509" y="136461"/>
                </a:cubicBezTo>
                <a:cubicBezTo>
                  <a:pt x="65390" y="139891"/>
                  <a:pt x="60545" y="142473"/>
                  <a:pt x="54974" y="144205"/>
                </a:cubicBezTo>
                <a:cubicBezTo>
                  <a:pt x="49402" y="145938"/>
                  <a:pt x="43398" y="146804"/>
                  <a:pt x="36961" y="146804"/>
                </a:cubicBezTo>
                <a:cubicBezTo>
                  <a:pt x="32462" y="146804"/>
                  <a:pt x="28291" y="146423"/>
                  <a:pt x="24450" y="145662"/>
                </a:cubicBezTo>
                <a:cubicBezTo>
                  <a:pt x="20609" y="144901"/>
                  <a:pt x="17183" y="143966"/>
                  <a:pt x="14172" y="142859"/>
                </a:cubicBezTo>
                <a:cubicBezTo>
                  <a:pt x="11161" y="141752"/>
                  <a:pt x="8635" y="140609"/>
                  <a:pt x="6593" y="139433"/>
                </a:cubicBezTo>
                <a:cubicBezTo>
                  <a:pt x="4551" y="138256"/>
                  <a:pt x="3132" y="137253"/>
                  <a:pt x="2336" y="136422"/>
                </a:cubicBezTo>
                <a:cubicBezTo>
                  <a:pt x="1540" y="135591"/>
                  <a:pt x="952" y="134536"/>
                  <a:pt x="571" y="133255"/>
                </a:cubicBezTo>
                <a:cubicBezTo>
                  <a:pt x="190" y="131975"/>
                  <a:pt x="0" y="130262"/>
                  <a:pt x="0" y="128116"/>
                </a:cubicBezTo>
                <a:cubicBezTo>
                  <a:pt x="0" y="126594"/>
                  <a:pt x="69" y="125330"/>
                  <a:pt x="208" y="124327"/>
                </a:cubicBezTo>
                <a:cubicBezTo>
                  <a:pt x="346" y="123323"/>
                  <a:pt x="554" y="122510"/>
                  <a:pt x="831" y="121887"/>
                </a:cubicBezTo>
                <a:cubicBezTo>
                  <a:pt x="1107" y="121264"/>
                  <a:pt x="1454" y="120831"/>
                  <a:pt x="1869" y="120589"/>
                </a:cubicBezTo>
                <a:cubicBezTo>
                  <a:pt x="2284" y="120347"/>
                  <a:pt x="2769" y="120226"/>
                  <a:pt x="3322" y="120226"/>
                </a:cubicBezTo>
                <a:cubicBezTo>
                  <a:pt x="4291" y="120226"/>
                  <a:pt x="5658" y="120814"/>
                  <a:pt x="7423" y="121991"/>
                </a:cubicBezTo>
                <a:cubicBezTo>
                  <a:pt x="9188" y="123167"/>
                  <a:pt x="11455" y="124448"/>
                  <a:pt x="14224" y="125832"/>
                </a:cubicBezTo>
                <a:cubicBezTo>
                  <a:pt x="16992" y="127216"/>
                  <a:pt x="20332" y="128514"/>
                  <a:pt x="24242" y="129725"/>
                </a:cubicBezTo>
                <a:cubicBezTo>
                  <a:pt x="28153" y="130937"/>
                  <a:pt x="32669" y="131542"/>
                  <a:pt x="37791" y="131542"/>
                </a:cubicBezTo>
                <a:cubicBezTo>
                  <a:pt x="41667" y="131542"/>
                  <a:pt x="45214" y="131022"/>
                  <a:pt x="48433" y="129982"/>
                </a:cubicBezTo>
                <a:cubicBezTo>
                  <a:pt x="51651" y="128941"/>
                  <a:pt x="54420" y="127467"/>
                  <a:pt x="56739" y="125560"/>
                </a:cubicBezTo>
                <a:cubicBezTo>
                  <a:pt x="59057" y="123650"/>
                  <a:pt x="60840" y="121307"/>
                  <a:pt x="62086" y="118532"/>
                </a:cubicBezTo>
                <a:cubicBezTo>
                  <a:pt x="63331" y="115757"/>
                  <a:pt x="63954" y="112600"/>
                  <a:pt x="63954" y="109062"/>
                </a:cubicBezTo>
                <a:cubicBezTo>
                  <a:pt x="63954" y="105248"/>
                  <a:pt x="63089" y="101991"/>
                  <a:pt x="61359" y="99289"/>
                </a:cubicBezTo>
                <a:cubicBezTo>
                  <a:pt x="59628" y="96586"/>
                  <a:pt x="57344" y="94212"/>
                  <a:pt x="54507" y="92168"/>
                </a:cubicBezTo>
                <a:cubicBezTo>
                  <a:pt x="51669" y="90122"/>
                  <a:pt x="48433" y="88250"/>
                  <a:pt x="44799" y="86552"/>
                </a:cubicBezTo>
                <a:cubicBezTo>
                  <a:pt x="41165" y="84852"/>
                  <a:pt x="37445" y="83118"/>
                  <a:pt x="33638" y="81351"/>
                </a:cubicBezTo>
                <a:cubicBezTo>
                  <a:pt x="29831" y="79584"/>
                  <a:pt x="26129" y="77626"/>
                  <a:pt x="22529" y="75479"/>
                </a:cubicBezTo>
                <a:cubicBezTo>
                  <a:pt x="18930" y="73329"/>
                  <a:pt x="15712" y="70798"/>
                  <a:pt x="12874" y="67887"/>
                </a:cubicBezTo>
                <a:cubicBezTo>
                  <a:pt x="10036" y="64975"/>
                  <a:pt x="7735" y="61561"/>
                  <a:pt x="5970" y="57644"/>
                </a:cubicBezTo>
                <a:cubicBezTo>
                  <a:pt x="4205" y="53727"/>
                  <a:pt x="3322" y="49030"/>
                  <a:pt x="3322" y="43553"/>
                </a:cubicBezTo>
                <a:cubicBezTo>
                  <a:pt x="3322" y="37940"/>
                  <a:pt x="4343" y="32933"/>
                  <a:pt x="6385" y="28532"/>
                </a:cubicBezTo>
                <a:cubicBezTo>
                  <a:pt x="8427" y="24128"/>
                  <a:pt x="11265" y="20436"/>
                  <a:pt x="14898" y="17455"/>
                </a:cubicBezTo>
                <a:cubicBezTo>
                  <a:pt x="18532" y="14475"/>
                  <a:pt x="22858" y="12204"/>
                  <a:pt x="27876" y="10645"/>
                </a:cubicBezTo>
                <a:cubicBezTo>
                  <a:pt x="32894" y="9085"/>
                  <a:pt x="38310" y="8306"/>
                  <a:pt x="44124" y="8306"/>
                </a:cubicBezTo>
                <a:cubicBezTo>
                  <a:pt x="47101" y="8306"/>
                  <a:pt x="50094" y="8569"/>
                  <a:pt x="53105" y="9094"/>
                </a:cubicBezTo>
                <a:cubicBezTo>
                  <a:pt x="56116" y="9618"/>
                  <a:pt x="58954" y="10317"/>
                  <a:pt x="61618" y="11193"/>
                </a:cubicBezTo>
                <a:cubicBezTo>
                  <a:pt x="64283" y="12067"/>
                  <a:pt x="66654" y="13047"/>
                  <a:pt x="68730" y="14133"/>
                </a:cubicBezTo>
                <a:cubicBezTo>
                  <a:pt x="70807" y="15216"/>
                  <a:pt x="72174" y="16091"/>
                  <a:pt x="72831" y="16758"/>
                </a:cubicBezTo>
                <a:cubicBezTo>
                  <a:pt x="73489" y="17422"/>
                  <a:pt x="73921" y="17944"/>
                  <a:pt x="74129" y="18325"/>
                </a:cubicBezTo>
                <a:cubicBezTo>
                  <a:pt x="74336" y="18705"/>
                  <a:pt x="74510" y="19190"/>
                  <a:pt x="74648" y="19778"/>
                </a:cubicBezTo>
                <a:cubicBezTo>
                  <a:pt x="74786" y="20366"/>
                  <a:pt x="74890" y="21076"/>
                  <a:pt x="74959" y="21906"/>
                </a:cubicBezTo>
                <a:cubicBezTo>
                  <a:pt x="75029" y="22737"/>
                  <a:pt x="75063" y="23810"/>
                  <a:pt x="75063" y="25125"/>
                </a:cubicBezTo>
                <a:cubicBezTo>
                  <a:pt x="75063" y="26371"/>
                  <a:pt x="75011" y="27478"/>
                  <a:pt x="74908" y="28447"/>
                </a:cubicBezTo>
                <a:cubicBezTo>
                  <a:pt x="74804" y="29416"/>
                  <a:pt x="74648" y="30229"/>
                  <a:pt x="74440" y="30887"/>
                </a:cubicBezTo>
                <a:cubicBezTo>
                  <a:pt x="74233" y="31545"/>
                  <a:pt x="73938" y="32029"/>
                  <a:pt x="73558" y="32341"/>
                </a:cubicBezTo>
                <a:cubicBezTo>
                  <a:pt x="73177" y="32652"/>
                  <a:pt x="72745" y="32808"/>
                  <a:pt x="72260" y="32808"/>
                </a:cubicBezTo>
                <a:cubicBezTo>
                  <a:pt x="71499" y="32808"/>
                  <a:pt x="70305" y="32318"/>
                  <a:pt x="68678" y="31338"/>
                </a:cubicBezTo>
                <a:cubicBezTo>
                  <a:pt x="67052" y="30358"/>
                  <a:pt x="65062" y="29256"/>
                  <a:pt x="62708" y="28032"/>
                </a:cubicBezTo>
                <a:cubicBezTo>
                  <a:pt x="60355" y="26808"/>
                  <a:pt x="57569" y="25688"/>
                  <a:pt x="54351" y="24674"/>
                </a:cubicBezTo>
                <a:cubicBezTo>
                  <a:pt x="51132" y="23660"/>
                  <a:pt x="47516" y="23152"/>
                  <a:pt x="43501" y="23152"/>
                </a:cubicBezTo>
                <a:cubicBezTo>
                  <a:pt x="39764" y="23152"/>
                  <a:pt x="36511" y="23656"/>
                  <a:pt x="33742" y="24664"/>
                </a:cubicBezTo>
                <a:cubicBezTo>
                  <a:pt x="30974" y="25670"/>
                  <a:pt x="28689" y="27006"/>
                  <a:pt x="26890" y="28671"/>
                </a:cubicBezTo>
                <a:cubicBezTo>
                  <a:pt x="25090" y="30337"/>
                  <a:pt x="23741" y="32315"/>
                  <a:pt x="22841" y="34605"/>
                </a:cubicBezTo>
                <a:cubicBezTo>
                  <a:pt x="21941" y="36896"/>
                  <a:pt x="21491" y="39325"/>
                  <a:pt x="21491" y="41892"/>
                </a:cubicBezTo>
                <a:cubicBezTo>
                  <a:pt x="21491" y="45636"/>
                  <a:pt x="22356" y="48860"/>
                  <a:pt x="24087" y="51564"/>
                </a:cubicBezTo>
                <a:cubicBezTo>
                  <a:pt x="25817" y="54265"/>
                  <a:pt x="28118" y="56656"/>
                  <a:pt x="30991" y="58737"/>
                </a:cubicBezTo>
                <a:cubicBezTo>
                  <a:pt x="33863" y="60816"/>
                  <a:pt x="37134" y="62722"/>
                  <a:pt x="40802" y="64457"/>
                </a:cubicBezTo>
                <a:cubicBezTo>
                  <a:pt x="44470" y="66190"/>
                  <a:pt x="48208" y="67940"/>
                  <a:pt x="52015" y="69707"/>
                </a:cubicBezTo>
                <a:cubicBezTo>
                  <a:pt x="55822" y="71474"/>
                  <a:pt x="59559" y="73415"/>
                  <a:pt x="63228" y="75530"/>
                </a:cubicBezTo>
                <a:cubicBezTo>
                  <a:pt x="66896" y="77644"/>
                  <a:pt x="70166" y="80139"/>
                  <a:pt x="73039" y="83015"/>
                </a:cubicBezTo>
                <a:cubicBezTo>
                  <a:pt x="75911" y="85892"/>
                  <a:pt x="78230" y="89289"/>
                  <a:pt x="79995" y="93206"/>
                </a:cubicBezTo>
                <a:cubicBezTo>
                  <a:pt x="81760" y="97121"/>
                  <a:pt x="82642" y="101748"/>
                  <a:pt x="82642" y="107086"/>
                </a:cubicBezTo>
                <a:close/>
                <a:moveTo>
                  <a:pt x="185433" y="142132"/>
                </a:moveTo>
                <a:cubicBezTo>
                  <a:pt x="185433" y="142686"/>
                  <a:pt x="185312" y="143153"/>
                  <a:pt x="185070" y="143534"/>
                </a:cubicBezTo>
                <a:cubicBezTo>
                  <a:pt x="184827" y="143914"/>
                  <a:pt x="184395" y="144243"/>
                  <a:pt x="183772" y="144520"/>
                </a:cubicBezTo>
                <a:cubicBezTo>
                  <a:pt x="183149" y="144797"/>
                  <a:pt x="182336" y="145005"/>
                  <a:pt x="181332" y="145143"/>
                </a:cubicBezTo>
                <a:cubicBezTo>
                  <a:pt x="180328" y="145281"/>
                  <a:pt x="179100" y="145351"/>
                  <a:pt x="177646" y="145351"/>
                </a:cubicBezTo>
                <a:cubicBezTo>
                  <a:pt x="176054" y="145351"/>
                  <a:pt x="174757" y="145281"/>
                  <a:pt x="173753" y="145143"/>
                </a:cubicBezTo>
                <a:cubicBezTo>
                  <a:pt x="172749" y="145005"/>
                  <a:pt x="171953" y="144797"/>
                  <a:pt x="171365" y="144520"/>
                </a:cubicBezTo>
                <a:cubicBezTo>
                  <a:pt x="170777" y="144243"/>
                  <a:pt x="170379" y="143914"/>
                  <a:pt x="170171" y="143534"/>
                </a:cubicBezTo>
                <a:cubicBezTo>
                  <a:pt x="169964" y="143153"/>
                  <a:pt x="169860" y="142686"/>
                  <a:pt x="169860" y="142132"/>
                </a:cubicBezTo>
                <a:lnTo>
                  <a:pt x="169860" y="129777"/>
                </a:lnTo>
                <a:cubicBezTo>
                  <a:pt x="164530" y="135697"/>
                  <a:pt x="159270" y="140016"/>
                  <a:pt x="154079" y="142732"/>
                </a:cubicBezTo>
                <a:cubicBezTo>
                  <a:pt x="148888" y="145447"/>
                  <a:pt x="143627" y="146804"/>
                  <a:pt x="138298" y="146804"/>
                </a:cubicBezTo>
                <a:cubicBezTo>
                  <a:pt x="132069" y="146804"/>
                  <a:pt x="126826" y="145765"/>
                  <a:pt x="122569" y="143686"/>
                </a:cubicBezTo>
                <a:cubicBezTo>
                  <a:pt x="118312" y="141608"/>
                  <a:pt x="114869" y="138785"/>
                  <a:pt x="112239" y="135218"/>
                </a:cubicBezTo>
                <a:cubicBezTo>
                  <a:pt x="109608" y="131649"/>
                  <a:pt x="107722" y="127492"/>
                  <a:pt x="106580" y="122747"/>
                </a:cubicBezTo>
                <a:cubicBezTo>
                  <a:pt x="105438" y="117999"/>
                  <a:pt x="104867" y="112230"/>
                  <a:pt x="104867" y="105441"/>
                </a:cubicBezTo>
                <a:lnTo>
                  <a:pt x="104867" y="48696"/>
                </a:lnTo>
                <a:cubicBezTo>
                  <a:pt x="104867" y="48142"/>
                  <a:pt x="104988" y="47675"/>
                  <a:pt x="105231" y="47294"/>
                </a:cubicBezTo>
                <a:cubicBezTo>
                  <a:pt x="105473" y="46911"/>
                  <a:pt x="105940" y="46564"/>
                  <a:pt x="106632" y="46253"/>
                </a:cubicBezTo>
                <a:cubicBezTo>
                  <a:pt x="107324" y="45941"/>
                  <a:pt x="108224" y="45734"/>
                  <a:pt x="109332" y="45630"/>
                </a:cubicBezTo>
                <a:cubicBezTo>
                  <a:pt x="110439" y="45526"/>
                  <a:pt x="111823" y="45474"/>
                  <a:pt x="113484" y="45474"/>
                </a:cubicBezTo>
                <a:cubicBezTo>
                  <a:pt x="115146" y="45474"/>
                  <a:pt x="116530" y="45526"/>
                  <a:pt x="117637" y="45630"/>
                </a:cubicBezTo>
                <a:cubicBezTo>
                  <a:pt x="118745" y="45734"/>
                  <a:pt x="119627" y="45941"/>
                  <a:pt x="120285" y="46253"/>
                </a:cubicBezTo>
                <a:cubicBezTo>
                  <a:pt x="120942" y="46564"/>
                  <a:pt x="121410" y="46911"/>
                  <a:pt x="121686" y="47294"/>
                </a:cubicBezTo>
                <a:cubicBezTo>
                  <a:pt x="121963" y="47675"/>
                  <a:pt x="122102" y="48142"/>
                  <a:pt x="122102" y="48696"/>
                </a:cubicBezTo>
                <a:lnTo>
                  <a:pt x="122102" y="103163"/>
                </a:lnTo>
                <a:cubicBezTo>
                  <a:pt x="122102" y="108638"/>
                  <a:pt x="122500" y="113021"/>
                  <a:pt x="123296" y="116313"/>
                </a:cubicBezTo>
                <a:cubicBezTo>
                  <a:pt x="124092" y="119605"/>
                  <a:pt x="125303" y="122413"/>
                  <a:pt x="126929" y="124736"/>
                </a:cubicBezTo>
                <a:cubicBezTo>
                  <a:pt x="128556" y="127056"/>
                  <a:pt x="130615" y="128858"/>
                  <a:pt x="133107" y="130141"/>
                </a:cubicBezTo>
                <a:cubicBezTo>
                  <a:pt x="135599" y="131421"/>
                  <a:pt x="138506" y="132061"/>
                  <a:pt x="141828" y="132061"/>
                </a:cubicBezTo>
                <a:cubicBezTo>
                  <a:pt x="146119" y="132061"/>
                  <a:pt x="150393" y="130530"/>
                  <a:pt x="154650" y="127467"/>
                </a:cubicBezTo>
                <a:cubicBezTo>
                  <a:pt x="158907" y="124405"/>
                  <a:pt x="163423" y="119914"/>
                  <a:pt x="168199" y="113996"/>
                </a:cubicBezTo>
                <a:lnTo>
                  <a:pt x="168199" y="48692"/>
                </a:lnTo>
                <a:cubicBezTo>
                  <a:pt x="168199" y="48139"/>
                  <a:pt x="168320" y="47672"/>
                  <a:pt x="168562" y="47291"/>
                </a:cubicBezTo>
                <a:cubicBezTo>
                  <a:pt x="168804" y="46910"/>
                  <a:pt x="169271" y="46564"/>
                  <a:pt x="169964" y="46253"/>
                </a:cubicBezTo>
                <a:cubicBezTo>
                  <a:pt x="170656" y="45941"/>
                  <a:pt x="171538" y="45734"/>
                  <a:pt x="172611" y="45630"/>
                </a:cubicBezTo>
                <a:cubicBezTo>
                  <a:pt x="173684" y="45526"/>
                  <a:pt x="175085" y="45474"/>
                  <a:pt x="176816" y="45474"/>
                </a:cubicBezTo>
                <a:cubicBezTo>
                  <a:pt x="178477" y="45474"/>
                  <a:pt x="179861" y="45526"/>
                  <a:pt x="180969" y="45630"/>
                </a:cubicBezTo>
                <a:cubicBezTo>
                  <a:pt x="182076" y="45734"/>
                  <a:pt x="182941" y="45941"/>
                  <a:pt x="183564" y="46253"/>
                </a:cubicBezTo>
                <a:cubicBezTo>
                  <a:pt x="184187" y="46564"/>
                  <a:pt x="184654" y="46910"/>
                  <a:pt x="184966" y="47291"/>
                </a:cubicBezTo>
                <a:cubicBezTo>
                  <a:pt x="185277" y="47672"/>
                  <a:pt x="185433" y="48139"/>
                  <a:pt x="185433" y="48692"/>
                </a:cubicBezTo>
                <a:lnTo>
                  <a:pt x="185433" y="142132"/>
                </a:lnTo>
                <a:close/>
                <a:moveTo>
                  <a:pt x="302895" y="94218"/>
                </a:moveTo>
                <a:cubicBezTo>
                  <a:pt x="302895" y="102323"/>
                  <a:pt x="302013" y="109614"/>
                  <a:pt x="300248" y="116092"/>
                </a:cubicBezTo>
                <a:cubicBezTo>
                  <a:pt x="298483" y="122570"/>
                  <a:pt x="295887" y="128097"/>
                  <a:pt x="292461" y="132671"/>
                </a:cubicBezTo>
                <a:cubicBezTo>
                  <a:pt x="289035" y="137244"/>
                  <a:pt x="284830" y="140742"/>
                  <a:pt x="279847" y="143167"/>
                </a:cubicBezTo>
                <a:cubicBezTo>
                  <a:pt x="274863" y="145592"/>
                  <a:pt x="269153" y="146804"/>
                  <a:pt x="262716" y="146804"/>
                </a:cubicBezTo>
                <a:cubicBezTo>
                  <a:pt x="259740" y="146804"/>
                  <a:pt x="256989" y="146509"/>
                  <a:pt x="254462" y="145918"/>
                </a:cubicBezTo>
                <a:cubicBezTo>
                  <a:pt x="251936" y="145330"/>
                  <a:pt x="249462" y="144378"/>
                  <a:pt x="247039" y="143063"/>
                </a:cubicBezTo>
                <a:cubicBezTo>
                  <a:pt x="244616" y="141746"/>
                  <a:pt x="242194" y="140083"/>
                  <a:pt x="239771" y="138073"/>
                </a:cubicBezTo>
                <a:cubicBezTo>
                  <a:pt x="237349" y="136064"/>
                  <a:pt x="234788" y="133639"/>
                  <a:pt x="232089" y="130799"/>
                </a:cubicBezTo>
                <a:lnTo>
                  <a:pt x="232089" y="142152"/>
                </a:lnTo>
                <a:cubicBezTo>
                  <a:pt x="232089" y="142701"/>
                  <a:pt x="231950" y="143182"/>
                  <a:pt x="231673" y="143595"/>
                </a:cubicBezTo>
                <a:cubicBezTo>
                  <a:pt x="231396" y="144009"/>
                  <a:pt x="230947" y="144336"/>
                  <a:pt x="230324" y="144578"/>
                </a:cubicBezTo>
                <a:cubicBezTo>
                  <a:pt x="229701" y="144819"/>
                  <a:pt x="228922" y="145007"/>
                  <a:pt x="227988" y="145143"/>
                </a:cubicBezTo>
                <a:cubicBezTo>
                  <a:pt x="227053" y="145281"/>
                  <a:pt x="225859" y="145351"/>
                  <a:pt x="224406" y="145351"/>
                </a:cubicBezTo>
                <a:cubicBezTo>
                  <a:pt x="223022" y="145351"/>
                  <a:pt x="221845" y="145281"/>
                  <a:pt x="220876" y="145143"/>
                </a:cubicBezTo>
                <a:cubicBezTo>
                  <a:pt x="219907" y="145005"/>
                  <a:pt x="219111" y="144814"/>
                  <a:pt x="218488" y="144572"/>
                </a:cubicBezTo>
                <a:cubicBezTo>
                  <a:pt x="217865" y="144330"/>
                  <a:pt x="217450" y="144001"/>
                  <a:pt x="217242" y="143586"/>
                </a:cubicBezTo>
                <a:cubicBezTo>
                  <a:pt x="217034" y="143168"/>
                  <a:pt x="216931" y="142683"/>
                  <a:pt x="216931" y="142129"/>
                </a:cubicBezTo>
                <a:lnTo>
                  <a:pt x="216931" y="3326"/>
                </a:lnTo>
                <a:cubicBezTo>
                  <a:pt x="216931" y="2772"/>
                  <a:pt x="217052" y="2287"/>
                  <a:pt x="217294" y="1872"/>
                </a:cubicBezTo>
                <a:cubicBezTo>
                  <a:pt x="217536" y="1455"/>
                  <a:pt x="217986" y="1107"/>
                  <a:pt x="218644" y="831"/>
                </a:cubicBezTo>
                <a:cubicBezTo>
                  <a:pt x="219301" y="554"/>
                  <a:pt x="220184" y="346"/>
                  <a:pt x="221291" y="208"/>
                </a:cubicBezTo>
                <a:cubicBezTo>
                  <a:pt x="222399" y="69"/>
                  <a:pt x="223783" y="0"/>
                  <a:pt x="225444" y="0"/>
                </a:cubicBezTo>
                <a:cubicBezTo>
                  <a:pt x="227174" y="0"/>
                  <a:pt x="228593" y="69"/>
                  <a:pt x="229701" y="208"/>
                </a:cubicBezTo>
                <a:cubicBezTo>
                  <a:pt x="230808" y="346"/>
                  <a:pt x="231673" y="555"/>
                  <a:pt x="232296" y="834"/>
                </a:cubicBezTo>
                <a:cubicBezTo>
                  <a:pt x="232919" y="1111"/>
                  <a:pt x="233369" y="1458"/>
                  <a:pt x="233646" y="1875"/>
                </a:cubicBezTo>
                <a:cubicBezTo>
                  <a:pt x="233923" y="2291"/>
                  <a:pt x="234061" y="2775"/>
                  <a:pt x="234061" y="3329"/>
                </a:cubicBezTo>
                <a:lnTo>
                  <a:pt x="234061" y="59402"/>
                </a:lnTo>
                <a:cubicBezTo>
                  <a:pt x="236830" y="56562"/>
                  <a:pt x="239512" y="54172"/>
                  <a:pt x="242107" y="52232"/>
                </a:cubicBezTo>
                <a:cubicBezTo>
                  <a:pt x="244703" y="50292"/>
                  <a:pt x="247247" y="48716"/>
                  <a:pt x="249738" y="47505"/>
                </a:cubicBezTo>
                <a:cubicBezTo>
                  <a:pt x="252230" y="46292"/>
                  <a:pt x="254722" y="45408"/>
                  <a:pt x="257214" y="44854"/>
                </a:cubicBezTo>
                <a:cubicBezTo>
                  <a:pt x="259705" y="44298"/>
                  <a:pt x="262335" y="44020"/>
                  <a:pt x="265104" y="44020"/>
                </a:cubicBezTo>
                <a:cubicBezTo>
                  <a:pt x="271887" y="44020"/>
                  <a:pt x="277684" y="45372"/>
                  <a:pt x="282494" y="48076"/>
                </a:cubicBezTo>
                <a:cubicBezTo>
                  <a:pt x="287305" y="50778"/>
                  <a:pt x="291215" y="54397"/>
                  <a:pt x="294226" y="58935"/>
                </a:cubicBezTo>
                <a:cubicBezTo>
                  <a:pt x="297237" y="63473"/>
                  <a:pt x="299434" y="68791"/>
                  <a:pt x="300819" y="74888"/>
                </a:cubicBezTo>
                <a:cubicBezTo>
                  <a:pt x="302203" y="80983"/>
                  <a:pt x="302895" y="87427"/>
                  <a:pt x="302895" y="94218"/>
                </a:cubicBezTo>
                <a:moveTo>
                  <a:pt x="284830" y="96191"/>
                </a:moveTo>
                <a:cubicBezTo>
                  <a:pt x="284830" y="91409"/>
                  <a:pt x="284467" y="86765"/>
                  <a:pt x="283740" y="82259"/>
                </a:cubicBezTo>
                <a:cubicBezTo>
                  <a:pt x="283013" y="77754"/>
                  <a:pt x="281750" y="73769"/>
                  <a:pt x="279951" y="70304"/>
                </a:cubicBezTo>
                <a:cubicBezTo>
                  <a:pt x="278151" y="66839"/>
                  <a:pt x="275763" y="64049"/>
                  <a:pt x="272787" y="61936"/>
                </a:cubicBezTo>
                <a:cubicBezTo>
                  <a:pt x="269811" y="59821"/>
                  <a:pt x="266108" y="58763"/>
                  <a:pt x="261678" y="58763"/>
                </a:cubicBezTo>
                <a:cubicBezTo>
                  <a:pt x="259463" y="58763"/>
                  <a:pt x="257283" y="59076"/>
                  <a:pt x="255137" y="59701"/>
                </a:cubicBezTo>
                <a:cubicBezTo>
                  <a:pt x="252991" y="60324"/>
                  <a:pt x="250811" y="61363"/>
                  <a:pt x="248596" y="62819"/>
                </a:cubicBezTo>
                <a:cubicBezTo>
                  <a:pt x="246381" y="64274"/>
                  <a:pt x="244080" y="66146"/>
                  <a:pt x="241692" y="68435"/>
                </a:cubicBezTo>
                <a:cubicBezTo>
                  <a:pt x="239304" y="70723"/>
                  <a:pt x="236761" y="73601"/>
                  <a:pt x="234061" y="77068"/>
                </a:cubicBezTo>
                <a:lnTo>
                  <a:pt x="234061" y="114379"/>
                </a:lnTo>
                <a:cubicBezTo>
                  <a:pt x="238768" y="120135"/>
                  <a:pt x="243267" y="124521"/>
                  <a:pt x="247558" y="127539"/>
                </a:cubicBezTo>
                <a:cubicBezTo>
                  <a:pt x="251849" y="130554"/>
                  <a:pt x="256314" y="132061"/>
                  <a:pt x="260951" y="132061"/>
                </a:cubicBezTo>
                <a:cubicBezTo>
                  <a:pt x="265242" y="132061"/>
                  <a:pt x="268911" y="131022"/>
                  <a:pt x="271956" y="128944"/>
                </a:cubicBezTo>
                <a:cubicBezTo>
                  <a:pt x="275002" y="126863"/>
                  <a:pt x="277476" y="124107"/>
                  <a:pt x="279380" y="120677"/>
                </a:cubicBezTo>
                <a:cubicBezTo>
                  <a:pt x="281283" y="117246"/>
                  <a:pt x="282667" y="113399"/>
                  <a:pt x="283532" y="109136"/>
                </a:cubicBezTo>
                <a:cubicBezTo>
                  <a:pt x="284398" y="104873"/>
                  <a:pt x="284830" y="100558"/>
                  <a:pt x="284830" y="96191"/>
                </a:cubicBezTo>
                <a:close/>
                <a:moveTo>
                  <a:pt x="347578" y="146285"/>
                </a:moveTo>
                <a:cubicBezTo>
                  <a:pt x="347578" y="153226"/>
                  <a:pt x="347059" y="158830"/>
                  <a:pt x="346021" y="163098"/>
                </a:cubicBezTo>
                <a:cubicBezTo>
                  <a:pt x="344982" y="167367"/>
                  <a:pt x="343356" y="170960"/>
                  <a:pt x="341141" y="173876"/>
                </a:cubicBezTo>
                <a:cubicBezTo>
                  <a:pt x="338926" y="176791"/>
                  <a:pt x="336088" y="178995"/>
                  <a:pt x="332628" y="180488"/>
                </a:cubicBezTo>
                <a:cubicBezTo>
                  <a:pt x="329167" y="181980"/>
                  <a:pt x="324979" y="182727"/>
                  <a:pt x="320065" y="182727"/>
                </a:cubicBezTo>
                <a:cubicBezTo>
                  <a:pt x="317850" y="182727"/>
                  <a:pt x="315964" y="182588"/>
                  <a:pt x="314407" y="182311"/>
                </a:cubicBezTo>
                <a:cubicBezTo>
                  <a:pt x="312850" y="182034"/>
                  <a:pt x="311656" y="181723"/>
                  <a:pt x="310825" y="181377"/>
                </a:cubicBezTo>
                <a:cubicBezTo>
                  <a:pt x="309995" y="181031"/>
                  <a:pt x="309423" y="180633"/>
                  <a:pt x="309112" y="180183"/>
                </a:cubicBezTo>
                <a:cubicBezTo>
                  <a:pt x="308801" y="179733"/>
                  <a:pt x="308576" y="179214"/>
                  <a:pt x="308437" y="178626"/>
                </a:cubicBezTo>
                <a:cubicBezTo>
                  <a:pt x="308299" y="178037"/>
                  <a:pt x="308212" y="177432"/>
                  <a:pt x="308178" y="176809"/>
                </a:cubicBezTo>
                <a:cubicBezTo>
                  <a:pt x="308143" y="176186"/>
                  <a:pt x="308126" y="175424"/>
                  <a:pt x="308126" y="174525"/>
                </a:cubicBezTo>
                <a:cubicBezTo>
                  <a:pt x="308126" y="173279"/>
                  <a:pt x="308178" y="172206"/>
                  <a:pt x="308281" y="171306"/>
                </a:cubicBezTo>
                <a:cubicBezTo>
                  <a:pt x="308385" y="170406"/>
                  <a:pt x="308558" y="169680"/>
                  <a:pt x="308801" y="169126"/>
                </a:cubicBezTo>
                <a:cubicBezTo>
                  <a:pt x="309043" y="168572"/>
                  <a:pt x="309320" y="168174"/>
                  <a:pt x="309631" y="167932"/>
                </a:cubicBezTo>
                <a:cubicBezTo>
                  <a:pt x="309943" y="167690"/>
                  <a:pt x="310341" y="167569"/>
                  <a:pt x="310825" y="167569"/>
                </a:cubicBezTo>
                <a:cubicBezTo>
                  <a:pt x="311240" y="167569"/>
                  <a:pt x="312054" y="167655"/>
                  <a:pt x="313265" y="167828"/>
                </a:cubicBezTo>
                <a:cubicBezTo>
                  <a:pt x="314476" y="168001"/>
                  <a:pt x="315878" y="168088"/>
                  <a:pt x="317470" y="168088"/>
                </a:cubicBezTo>
                <a:cubicBezTo>
                  <a:pt x="319754" y="168088"/>
                  <a:pt x="321709" y="167739"/>
                  <a:pt x="323336" y="167043"/>
                </a:cubicBezTo>
                <a:cubicBezTo>
                  <a:pt x="324962" y="166349"/>
                  <a:pt x="326295" y="165219"/>
                  <a:pt x="327333" y="163653"/>
                </a:cubicBezTo>
                <a:cubicBezTo>
                  <a:pt x="328371" y="162089"/>
                  <a:pt x="329132" y="160054"/>
                  <a:pt x="329617" y="157550"/>
                </a:cubicBezTo>
                <a:cubicBezTo>
                  <a:pt x="330101" y="155047"/>
                  <a:pt x="330344" y="151258"/>
                  <a:pt x="330344" y="146181"/>
                </a:cubicBezTo>
                <a:lnTo>
                  <a:pt x="330344" y="48692"/>
                </a:lnTo>
                <a:cubicBezTo>
                  <a:pt x="330344" y="48208"/>
                  <a:pt x="330482" y="47758"/>
                  <a:pt x="330759" y="47343"/>
                </a:cubicBezTo>
                <a:cubicBezTo>
                  <a:pt x="331036" y="46928"/>
                  <a:pt x="331503" y="46581"/>
                  <a:pt x="332160" y="46305"/>
                </a:cubicBezTo>
                <a:cubicBezTo>
                  <a:pt x="332818" y="46028"/>
                  <a:pt x="333701" y="45820"/>
                  <a:pt x="334808" y="45682"/>
                </a:cubicBezTo>
                <a:cubicBezTo>
                  <a:pt x="335915" y="45543"/>
                  <a:pt x="337300" y="45474"/>
                  <a:pt x="338961" y="45474"/>
                </a:cubicBezTo>
                <a:cubicBezTo>
                  <a:pt x="340622" y="45474"/>
                  <a:pt x="342006" y="45543"/>
                  <a:pt x="343114" y="45682"/>
                </a:cubicBezTo>
                <a:cubicBezTo>
                  <a:pt x="344221" y="45820"/>
                  <a:pt x="345104" y="46028"/>
                  <a:pt x="345761" y="46305"/>
                </a:cubicBezTo>
                <a:cubicBezTo>
                  <a:pt x="346419" y="46581"/>
                  <a:pt x="346886" y="46928"/>
                  <a:pt x="347163" y="47343"/>
                </a:cubicBezTo>
                <a:cubicBezTo>
                  <a:pt x="347440" y="47758"/>
                  <a:pt x="347578" y="48208"/>
                  <a:pt x="347578" y="48692"/>
                </a:cubicBezTo>
                <a:lnTo>
                  <a:pt x="347578" y="146285"/>
                </a:lnTo>
                <a:moveTo>
                  <a:pt x="349551" y="17027"/>
                </a:moveTo>
                <a:cubicBezTo>
                  <a:pt x="349551" y="21041"/>
                  <a:pt x="348789" y="23775"/>
                  <a:pt x="347267" y="25229"/>
                </a:cubicBezTo>
                <a:cubicBezTo>
                  <a:pt x="345744" y="26682"/>
                  <a:pt x="342941" y="27409"/>
                  <a:pt x="338857" y="27409"/>
                </a:cubicBezTo>
                <a:cubicBezTo>
                  <a:pt x="334843" y="27409"/>
                  <a:pt x="332109" y="26700"/>
                  <a:pt x="330655" y="25281"/>
                </a:cubicBezTo>
                <a:cubicBezTo>
                  <a:pt x="329202" y="23862"/>
                  <a:pt x="328475" y="21180"/>
                  <a:pt x="328475" y="17234"/>
                </a:cubicBezTo>
                <a:cubicBezTo>
                  <a:pt x="328475" y="13220"/>
                  <a:pt x="329219" y="10486"/>
                  <a:pt x="330707" y="9033"/>
                </a:cubicBezTo>
                <a:cubicBezTo>
                  <a:pt x="332195" y="7579"/>
                  <a:pt x="334981" y="6852"/>
                  <a:pt x="339065" y="6852"/>
                </a:cubicBezTo>
                <a:cubicBezTo>
                  <a:pt x="343148" y="6852"/>
                  <a:pt x="345917" y="7562"/>
                  <a:pt x="347370" y="8981"/>
                </a:cubicBezTo>
                <a:cubicBezTo>
                  <a:pt x="348824" y="10399"/>
                  <a:pt x="349551" y="13082"/>
                  <a:pt x="349551" y="17027"/>
                </a:cubicBezTo>
                <a:close/>
                <a:moveTo>
                  <a:pt x="458092" y="91363"/>
                </a:moveTo>
                <a:cubicBezTo>
                  <a:pt x="458092" y="94063"/>
                  <a:pt x="457417" y="95983"/>
                  <a:pt x="456068" y="97125"/>
                </a:cubicBezTo>
                <a:cubicBezTo>
                  <a:pt x="454718" y="98267"/>
                  <a:pt x="453178" y="98838"/>
                  <a:pt x="451448" y="98838"/>
                </a:cubicBezTo>
                <a:lnTo>
                  <a:pt x="390193" y="98838"/>
                </a:lnTo>
                <a:cubicBezTo>
                  <a:pt x="390193" y="104045"/>
                  <a:pt x="390712" y="108731"/>
                  <a:pt x="391750" y="112897"/>
                </a:cubicBezTo>
                <a:cubicBezTo>
                  <a:pt x="392788" y="117062"/>
                  <a:pt x="394519" y="120638"/>
                  <a:pt x="396941" y="123623"/>
                </a:cubicBezTo>
                <a:cubicBezTo>
                  <a:pt x="399364" y="126608"/>
                  <a:pt x="402513" y="128899"/>
                  <a:pt x="406389" y="130498"/>
                </a:cubicBezTo>
                <a:cubicBezTo>
                  <a:pt x="410265" y="132094"/>
                  <a:pt x="415006" y="132892"/>
                  <a:pt x="420613" y="132892"/>
                </a:cubicBezTo>
                <a:cubicBezTo>
                  <a:pt x="425042" y="132892"/>
                  <a:pt x="428988" y="132529"/>
                  <a:pt x="432448" y="131802"/>
                </a:cubicBezTo>
                <a:cubicBezTo>
                  <a:pt x="435909" y="131075"/>
                  <a:pt x="438903" y="130262"/>
                  <a:pt x="441429" y="129362"/>
                </a:cubicBezTo>
                <a:cubicBezTo>
                  <a:pt x="443955" y="128462"/>
                  <a:pt x="446032" y="127649"/>
                  <a:pt x="447658" y="126922"/>
                </a:cubicBezTo>
                <a:cubicBezTo>
                  <a:pt x="449285" y="126196"/>
                  <a:pt x="450513" y="125832"/>
                  <a:pt x="451344" y="125832"/>
                </a:cubicBezTo>
                <a:cubicBezTo>
                  <a:pt x="451828" y="125832"/>
                  <a:pt x="452261" y="125953"/>
                  <a:pt x="452642" y="126196"/>
                </a:cubicBezTo>
                <a:cubicBezTo>
                  <a:pt x="453022" y="126438"/>
                  <a:pt x="453317" y="126801"/>
                  <a:pt x="453524" y="127286"/>
                </a:cubicBezTo>
                <a:cubicBezTo>
                  <a:pt x="453732" y="127770"/>
                  <a:pt x="453888" y="128445"/>
                  <a:pt x="453991" y="129310"/>
                </a:cubicBezTo>
                <a:cubicBezTo>
                  <a:pt x="454095" y="130175"/>
                  <a:pt x="454147" y="131231"/>
                  <a:pt x="454147" y="132477"/>
                </a:cubicBezTo>
                <a:cubicBezTo>
                  <a:pt x="454147" y="133377"/>
                  <a:pt x="454112" y="134155"/>
                  <a:pt x="454043" y="134813"/>
                </a:cubicBezTo>
                <a:cubicBezTo>
                  <a:pt x="453974" y="135470"/>
                  <a:pt x="453888" y="136059"/>
                  <a:pt x="453784" y="136578"/>
                </a:cubicBezTo>
                <a:cubicBezTo>
                  <a:pt x="453680" y="137097"/>
                  <a:pt x="453507" y="137564"/>
                  <a:pt x="453265" y="137979"/>
                </a:cubicBezTo>
                <a:cubicBezTo>
                  <a:pt x="453022" y="138395"/>
                  <a:pt x="452711" y="138793"/>
                  <a:pt x="452330" y="139173"/>
                </a:cubicBezTo>
                <a:cubicBezTo>
                  <a:pt x="451950" y="139554"/>
                  <a:pt x="450825" y="140177"/>
                  <a:pt x="448956" y="141042"/>
                </a:cubicBezTo>
                <a:cubicBezTo>
                  <a:pt x="447087" y="141907"/>
                  <a:pt x="444665" y="142755"/>
                  <a:pt x="441688" y="143586"/>
                </a:cubicBezTo>
                <a:cubicBezTo>
                  <a:pt x="438712" y="144416"/>
                  <a:pt x="435269" y="145160"/>
                  <a:pt x="431358" y="145818"/>
                </a:cubicBezTo>
                <a:cubicBezTo>
                  <a:pt x="427448" y="146475"/>
                  <a:pt x="423277" y="146804"/>
                  <a:pt x="418848" y="146804"/>
                </a:cubicBezTo>
                <a:cubicBezTo>
                  <a:pt x="411165" y="146804"/>
                  <a:pt x="404434" y="145730"/>
                  <a:pt x="398654" y="143582"/>
                </a:cubicBezTo>
                <a:cubicBezTo>
                  <a:pt x="392875" y="141435"/>
                  <a:pt x="388013" y="138248"/>
                  <a:pt x="384067" y="134021"/>
                </a:cubicBezTo>
                <a:cubicBezTo>
                  <a:pt x="380122" y="129795"/>
                  <a:pt x="377146" y="124494"/>
                  <a:pt x="375139" y="118120"/>
                </a:cubicBezTo>
                <a:cubicBezTo>
                  <a:pt x="373131" y="111746"/>
                  <a:pt x="372128" y="104332"/>
                  <a:pt x="372128" y="95880"/>
                </a:cubicBezTo>
                <a:cubicBezTo>
                  <a:pt x="372128" y="87842"/>
                  <a:pt x="373166" y="80619"/>
                  <a:pt x="375242" y="74210"/>
                </a:cubicBezTo>
                <a:cubicBezTo>
                  <a:pt x="377319" y="67801"/>
                  <a:pt x="380312" y="62362"/>
                  <a:pt x="384223" y="57894"/>
                </a:cubicBezTo>
                <a:cubicBezTo>
                  <a:pt x="388134" y="53425"/>
                  <a:pt x="392858" y="49996"/>
                  <a:pt x="398395" y="47606"/>
                </a:cubicBezTo>
                <a:cubicBezTo>
                  <a:pt x="403932" y="45216"/>
                  <a:pt x="410127" y="44020"/>
                  <a:pt x="416979" y="44020"/>
                </a:cubicBezTo>
                <a:cubicBezTo>
                  <a:pt x="424316" y="44020"/>
                  <a:pt x="430562" y="45197"/>
                  <a:pt x="435719" y="47550"/>
                </a:cubicBezTo>
                <a:cubicBezTo>
                  <a:pt x="440875" y="49904"/>
                  <a:pt x="445115" y="53070"/>
                  <a:pt x="448437" y="57050"/>
                </a:cubicBezTo>
                <a:cubicBezTo>
                  <a:pt x="451759" y="61030"/>
                  <a:pt x="454199" y="65702"/>
                  <a:pt x="455756" y="71066"/>
                </a:cubicBezTo>
                <a:cubicBezTo>
                  <a:pt x="457314" y="76430"/>
                  <a:pt x="458092" y="82158"/>
                  <a:pt x="458092" y="88249"/>
                </a:cubicBezTo>
                <a:lnTo>
                  <a:pt x="458092" y="91363"/>
                </a:lnTo>
                <a:moveTo>
                  <a:pt x="440858" y="86276"/>
                </a:moveTo>
                <a:cubicBezTo>
                  <a:pt x="441066" y="77278"/>
                  <a:pt x="439076" y="70218"/>
                  <a:pt x="434888" y="65096"/>
                </a:cubicBezTo>
                <a:cubicBezTo>
                  <a:pt x="430701" y="59974"/>
                  <a:pt x="424489" y="57414"/>
                  <a:pt x="416252" y="57414"/>
                </a:cubicBezTo>
                <a:cubicBezTo>
                  <a:pt x="412030" y="57414"/>
                  <a:pt x="408327" y="58209"/>
                  <a:pt x="405143" y="59801"/>
                </a:cubicBezTo>
                <a:cubicBezTo>
                  <a:pt x="401959" y="61393"/>
                  <a:pt x="399295" y="63504"/>
                  <a:pt x="397149" y="66135"/>
                </a:cubicBezTo>
                <a:cubicBezTo>
                  <a:pt x="395003" y="68765"/>
                  <a:pt x="393342" y="71827"/>
                  <a:pt x="392165" y="75323"/>
                </a:cubicBezTo>
                <a:cubicBezTo>
                  <a:pt x="390989" y="78818"/>
                  <a:pt x="390331" y="82469"/>
                  <a:pt x="390193" y="86276"/>
                </a:cubicBezTo>
                <a:lnTo>
                  <a:pt x="440858" y="86276"/>
                </a:lnTo>
                <a:close/>
                <a:moveTo>
                  <a:pt x="551121" y="128012"/>
                </a:moveTo>
                <a:cubicBezTo>
                  <a:pt x="551121" y="129189"/>
                  <a:pt x="551086" y="130210"/>
                  <a:pt x="551017" y="131075"/>
                </a:cubicBezTo>
                <a:cubicBezTo>
                  <a:pt x="550948" y="131940"/>
                  <a:pt x="550827" y="132667"/>
                  <a:pt x="550654" y="133255"/>
                </a:cubicBezTo>
                <a:cubicBezTo>
                  <a:pt x="550480" y="133844"/>
                  <a:pt x="550273" y="134363"/>
                  <a:pt x="550031" y="134813"/>
                </a:cubicBezTo>
                <a:cubicBezTo>
                  <a:pt x="549788" y="135263"/>
                  <a:pt x="549235" y="135920"/>
                  <a:pt x="548369" y="136785"/>
                </a:cubicBezTo>
                <a:cubicBezTo>
                  <a:pt x="547504" y="137651"/>
                  <a:pt x="546033" y="138723"/>
                  <a:pt x="543957" y="140004"/>
                </a:cubicBezTo>
                <a:cubicBezTo>
                  <a:pt x="541881" y="141284"/>
                  <a:pt x="539545" y="142426"/>
                  <a:pt x="536949" y="143430"/>
                </a:cubicBezTo>
                <a:cubicBezTo>
                  <a:pt x="534353" y="144434"/>
                  <a:pt x="531533" y="145247"/>
                  <a:pt x="528488" y="145870"/>
                </a:cubicBezTo>
                <a:cubicBezTo>
                  <a:pt x="525442" y="146493"/>
                  <a:pt x="522293" y="146804"/>
                  <a:pt x="519040" y="146804"/>
                </a:cubicBezTo>
                <a:cubicBezTo>
                  <a:pt x="512326" y="146804"/>
                  <a:pt x="506373" y="145695"/>
                  <a:pt x="501182" y="143475"/>
                </a:cubicBezTo>
                <a:cubicBezTo>
                  <a:pt x="495991" y="141256"/>
                  <a:pt x="491648" y="138014"/>
                  <a:pt x="488153" y="133749"/>
                </a:cubicBezTo>
                <a:cubicBezTo>
                  <a:pt x="484657" y="129483"/>
                  <a:pt x="481993" y="124247"/>
                  <a:pt x="480158" y="118039"/>
                </a:cubicBezTo>
                <a:cubicBezTo>
                  <a:pt x="478324" y="111831"/>
                  <a:pt x="477407" y="104671"/>
                  <a:pt x="477407" y="96558"/>
                </a:cubicBezTo>
                <a:cubicBezTo>
                  <a:pt x="477407" y="87333"/>
                  <a:pt x="478532" y="79409"/>
                  <a:pt x="480781" y="72786"/>
                </a:cubicBezTo>
                <a:cubicBezTo>
                  <a:pt x="483031" y="66163"/>
                  <a:pt x="486111" y="60736"/>
                  <a:pt x="490022" y="56505"/>
                </a:cubicBezTo>
                <a:cubicBezTo>
                  <a:pt x="493932" y="52274"/>
                  <a:pt x="498535" y="49136"/>
                  <a:pt x="503830" y="47090"/>
                </a:cubicBezTo>
                <a:cubicBezTo>
                  <a:pt x="509125" y="45044"/>
                  <a:pt x="514852" y="44020"/>
                  <a:pt x="521012" y="44020"/>
                </a:cubicBezTo>
                <a:cubicBezTo>
                  <a:pt x="523989" y="44020"/>
                  <a:pt x="526878" y="44297"/>
                  <a:pt x="529682" y="44851"/>
                </a:cubicBezTo>
                <a:cubicBezTo>
                  <a:pt x="532485" y="45405"/>
                  <a:pt x="535063" y="46132"/>
                  <a:pt x="537416" y="47031"/>
                </a:cubicBezTo>
                <a:cubicBezTo>
                  <a:pt x="539770" y="47931"/>
                  <a:pt x="541863" y="48969"/>
                  <a:pt x="543697" y="50146"/>
                </a:cubicBezTo>
                <a:cubicBezTo>
                  <a:pt x="545532" y="51323"/>
                  <a:pt x="546864" y="52326"/>
                  <a:pt x="547695" y="53157"/>
                </a:cubicBezTo>
                <a:cubicBezTo>
                  <a:pt x="548525" y="53987"/>
                  <a:pt x="549096" y="54645"/>
                  <a:pt x="549408" y="55129"/>
                </a:cubicBezTo>
                <a:cubicBezTo>
                  <a:pt x="549719" y="55614"/>
                  <a:pt x="549979" y="56185"/>
                  <a:pt x="550186" y="56842"/>
                </a:cubicBezTo>
                <a:cubicBezTo>
                  <a:pt x="550394" y="57500"/>
                  <a:pt x="550532" y="58244"/>
                  <a:pt x="550602" y="59075"/>
                </a:cubicBezTo>
                <a:cubicBezTo>
                  <a:pt x="550671" y="59905"/>
                  <a:pt x="550705" y="60943"/>
                  <a:pt x="550705" y="62189"/>
                </a:cubicBezTo>
                <a:cubicBezTo>
                  <a:pt x="550705" y="64889"/>
                  <a:pt x="550394" y="66775"/>
                  <a:pt x="549771" y="67848"/>
                </a:cubicBezTo>
                <a:cubicBezTo>
                  <a:pt x="549148" y="68920"/>
                  <a:pt x="548387" y="69457"/>
                  <a:pt x="547487" y="69457"/>
                </a:cubicBezTo>
                <a:cubicBezTo>
                  <a:pt x="546449" y="69457"/>
                  <a:pt x="545255" y="68886"/>
                  <a:pt x="543905" y="67744"/>
                </a:cubicBezTo>
                <a:cubicBezTo>
                  <a:pt x="542555" y="66602"/>
                  <a:pt x="540842" y="65339"/>
                  <a:pt x="538766" y="63954"/>
                </a:cubicBezTo>
                <a:cubicBezTo>
                  <a:pt x="536689" y="62570"/>
                  <a:pt x="534180" y="61307"/>
                  <a:pt x="531239" y="60165"/>
                </a:cubicBezTo>
                <a:cubicBezTo>
                  <a:pt x="528297" y="59023"/>
                  <a:pt x="524819" y="58452"/>
                  <a:pt x="520805" y="58452"/>
                </a:cubicBezTo>
                <a:cubicBezTo>
                  <a:pt x="512568" y="58452"/>
                  <a:pt x="506252" y="61628"/>
                  <a:pt x="501857" y="67981"/>
                </a:cubicBezTo>
                <a:cubicBezTo>
                  <a:pt x="497462" y="74331"/>
                  <a:pt x="495265" y="83544"/>
                  <a:pt x="495265" y="95620"/>
                </a:cubicBezTo>
                <a:cubicBezTo>
                  <a:pt x="495265" y="101659"/>
                  <a:pt x="495836" y="106952"/>
                  <a:pt x="496978" y="111498"/>
                </a:cubicBezTo>
                <a:cubicBezTo>
                  <a:pt x="498120" y="116045"/>
                  <a:pt x="499798" y="119845"/>
                  <a:pt x="502013" y="122899"/>
                </a:cubicBezTo>
                <a:cubicBezTo>
                  <a:pt x="504228" y="125953"/>
                  <a:pt x="506945" y="128227"/>
                  <a:pt x="510163" y="129719"/>
                </a:cubicBezTo>
                <a:cubicBezTo>
                  <a:pt x="513381" y="131211"/>
                  <a:pt x="517067" y="131958"/>
                  <a:pt x="521220" y="131958"/>
                </a:cubicBezTo>
                <a:cubicBezTo>
                  <a:pt x="525165" y="131958"/>
                  <a:pt x="528626" y="131335"/>
                  <a:pt x="531602" y="130089"/>
                </a:cubicBezTo>
                <a:cubicBezTo>
                  <a:pt x="534578" y="128843"/>
                  <a:pt x="537157" y="127476"/>
                  <a:pt x="539337" y="125988"/>
                </a:cubicBezTo>
                <a:cubicBezTo>
                  <a:pt x="541517" y="124500"/>
                  <a:pt x="543351" y="123150"/>
                  <a:pt x="544840" y="121939"/>
                </a:cubicBezTo>
                <a:cubicBezTo>
                  <a:pt x="546328" y="120728"/>
                  <a:pt x="547487" y="120122"/>
                  <a:pt x="548318" y="120122"/>
                </a:cubicBezTo>
                <a:cubicBezTo>
                  <a:pt x="548802" y="120122"/>
                  <a:pt x="549217" y="120260"/>
                  <a:pt x="549563" y="120537"/>
                </a:cubicBezTo>
                <a:cubicBezTo>
                  <a:pt x="549909" y="120814"/>
                  <a:pt x="550204" y="121281"/>
                  <a:pt x="550446" y="121939"/>
                </a:cubicBezTo>
                <a:cubicBezTo>
                  <a:pt x="550688" y="122596"/>
                  <a:pt x="550861" y="123427"/>
                  <a:pt x="550965" y="124431"/>
                </a:cubicBezTo>
                <a:cubicBezTo>
                  <a:pt x="551069" y="125434"/>
                  <a:pt x="551121" y="126628"/>
                  <a:pt x="551121" y="128012"/>
                </a:cubicBezTo>
                <a:close/>
                <a:moveTo>
                  <a:pt x="622180" y="135384"/>
                </a:moveTo>
                <a:cubicBezTo>
                  <a:pt x="622180" y="137391"/>
                  <a:pt x="622042" y="138983"/>
                  <a:pt x="621765" y="140160"/>
                </a:cubicBezTo>
                <a:cubicBezTo>
                  <a:pt x="621488" y="141336"/>
                  <a:pt x="621073" y="142201"/>
                  <a:pt x="620519" y="142755"/>
                </a:cubicBezTo>
                <a:cubicBezTo>
                  <a:pt x="619965" y="143309"/>
                  <a:pt x="619135" y="143828"/>
                  <a:pt x="618027" y="144312"/>
                </a:cubicBezTo>
                <a:cubicBezTo>
                  <a:pt x="616920" y="144797"/>
                  <a:pt x="615657" y="145195"/>
                  <a:pt x="614238" y="145506"/>
                </a:cubicBezTo>
                <a:cubicBezTo>
                  <a:pt x="612819" y="145818"/>
                  <a:pt x="611313" y="146077"/>
                  <a:pt x="609722" y="146285"/>
                </a:cubicBezTo>
                <a:cubicBezTo>
                  <a:pt x="608130" y="146493"/>
                  <a:pt x="606538" y="146597"/>
                  <a:pt x="604946" y="146597"/>
                </a:cubicBezTo>
                <a:cubicBezTo>
                  <a:pt x="600101" y="146597"/>
                  <a:pt x="595948" y="145955"/>
                  <a:pt x="592487" y="144673"/>
                </a:cubicBezTo>
                <a:cubicBezTo>
                  <a:pt x="589026" y="143388"/>
                  <a:pt x="586189" y="141444"/>
                  <a:pt x="583974" y="138842"/>
                </a:cubicBezTo>
                <a:cubicBezTo>
                  <a:pt x="581759" y="136240"/>
                  <a:pt x="580150" y="132945"/>
                  <a:pt x="579146" y="128957"/>
                </a:cubicBezTo>
                <a:cubicBezTo>
                  <a:pt x="578142" y="124968"/>
                  <a:pt x="577641" y="120268"/>
                  <a:pt x="577641" y="114856"/>
                </a:cubicBezTo>
                <a:lnTo>
                  <a:pt x="577641" y="60113"/>
                </a:lnTo>
                <a:lnTo>
                  <a:pt x="564559" y="60113"/>
                </a:lnTo>
                <a:cubicBezTo>
                  <a:pt x="563521" y="60113"/>
                  <a:pt x="562690" y="59559"/>
                  <a:pt x="562067" y="58452"/>
                </a:cubicBezTo>
                <a:cubicBezTo>
                  <a:pt x="561444" y="57344"/>
                  <a:pt x="561133" y="55545"/>
                  <a:pt x="561133" y="53053"/>
                </a:cubicBezTo>
                <a:cubicBezTo>
                  <a:pt x="561133" y="51738"/>
                  <a:pt x="561219" y="50630"/>
                  <a:pt x="561392" y="49731"/>
                </a:cubicBezTo>
                <a:cubicBezTo>
                  <a:pt x="561565" y="48831"/>
                  <a:pt x="561790" y="48087"/>
                  <a:pt x="562067" y="47499"/>
                </a:cubicBezTo>
                <a:cubicBezTo>
                  <a:pt x="562344" y="46910"/>
                  <a:pt x="562708" y="46495"/>
                  <a:pt x="563157" y="46253"/>
                </a:cubicBezTo>
                <a:cubicBezTo>
                  <a:pt x="563607" y="46010"/>
                  <a:pt x="564109" y="45889"/>
                  <a:pt x="564663" y="45889"/>
                </a:cubicBezTo>
                <a:lnTo>
                  <a:pt x="577641" y="45889"/>
                </a:lnTo>
                <a:lnTo>
                  <a:pt x="577641" y="23671"/>
                </a:lnTo>
                <a:cubicBezTo>
                  <a:pt x="577641" y="23187"/>
                  <a:pt x="577762" y="22737"/>
                  <a:pt x="578004" y="22322"/>
                </a:cubicBezTo>
                <a:cubicBezTo>
                  <a:pt x="578246" y="21906"/>
                  <a:pt x="578696" y="21543"/>
                  <a:pt x="579354" y="21232"/>
                </a:cubicBezTo>
                <a:cubicBezTo>
                  <a:pt x="580011" y="20920"/>
                  <a:pt x="580894" y="20695"/>
                  <a:pt x="582001" y="20557"/>
                </a:cubicBezTo>
                <a:cubicBezTo>
                  <a:pt x="583109" y="20418"/>
                  <a:pt x="584493" y="20349"/>
                  <a:pt x="586154" y="20349"/>
                </a:cubicBezTo>
                <a:cubicBezTo>
                  <a:pt x="587884" y="20349"/>
                  <a:pt x="589303" y="20418"/>
                  <a:pt x="590411" y="20557"/>
                </a:cubicBezTo>
                <a:cubicBezTo>
                  <a:pt x="591518" y="20695"/>
                  <a:pt x="592383" y="20920"/>
                  <a:pt x="593006" y="21232"/>
                </a:cubicBezTo>
                <a:cubicBezTo>
                  <a:pt x="593629" y="21543"/>
                  <a:pt x="594079" y="21906"/>
                  <a:pt x="594356" y="22322"/>
                </a:cubicBezTo>
                <a:cubicBezTo>
                  <a:pt x="594633" y="22737"/>
                  <a:pt x="594771" y="23187"/>
                  <a:pt x="594771" y="23671"/>
                </a:cubicBezTo>
                <a:lnTo>
                  <a:pt x="594771" y="45889"/>
                </a:lnTo>
                <a:lnTo>
                  <a:pt x="618754" y="45889"/>
                </a:lnTo>
                <a:cubicBezTo>
                  <a:pt x="619308" y="45889"/>
                  <a:pt x="619792" y="46010"/>
                  <a:pt x="620208" y="46253"/>
                </a:cubicBezTo>
                <a:cubicBezTo>
                  <a:pt x="620623" y="46495"/>
                  <a:pt x="620986" y="46910"/>
                  <a:pt x="621298" y="47499"/>
                </a:cubicBezTo>
                <a:cubicBezTo>
                  <a:pt x="621609" y="48087"/>
                  <a:pt x="621834" y="48831"/>
                  <a:pt x="621973" y="49731"/>
                </a:cubicBezTo>
                <a:cubicBezTo>
                  <a:pt x="622111" y="50630"/>
                  <a:pt x="622180" y="51738"/>
                  <a:pt x="622180" y="53053"/>
                </a:cubicBezTo>
                <a:cubicBezTo>
                  <a:pt x="622180" y="55545"/>
                  <a:pt x="621869" y="57344"/>
                  <a:pt x="621246" y="58452"/>
                </a:cubicBezTo>
                <a:cubicBezTo>
                  <a:pt x="620623" y="59559"/>
                  <a:pt x="619792" y="60113"/>
                  <a:pt x="618754" y="60113"/>
                </a:cubicBezTo>
                <a:lnTo>
                  <a:pt x="594771" y="60113"/>
                </a:lnTo>
                <a:lnTo>
                  <a:pt x="594771" y="112384"/>
                </a:lnTo>
                <a:cubicBezTo>
                  <a:pt x="594771" y="118838"/>
                  <a:pt x="595723" y="123715"/>
                  <a:pt x="597626" y="127013"/>
                </a:cubicBezTo>
                <a:cubicBezTo>
                  <a:pt x="599530" y="130309"/>
                  <a:pt x="602938" y="131958"/>
                  <a:pt x="607853" y="131958"/>
                </a:cubicBezTo>
                <a:cubicBezTo>
                  <a:pt x="609445" y="131958"/>
                  <a:pt x="610864" y="131802"/>
                  <a:pt x="612109" y="131490"/>
                </a:cubicBezTo>
                <a:cubicBezTo>
                  <a:pt x="613355" y="131179"/>
                  <a:pt x="614463" y="130850"/>
                  <a:pt x="615432" y="130504"/>
                </a:cubicBezTo>
                <a:cubicBezTo>
                  <a:pt x="616401" y="130158"/>
                  <a:pt x="617231" y="129829"/>
                  <a:pt x="617923" y="129518"/>
                </a:cubicBezTo>
                <a:cubicBezTo>
                  <a:pt x="618616" y="129206"/>
                  <a:pt x="619239" y="129051"/>
                  <a:pt x="619792" y="129051"/>
                </a:cubicBezTo>
                <a:cubicBezTo>
                  <a:pt x="620138" y="129051"/>
                  <a:pt x="620467" y="129137"/>
                  <a:pt x="620779" y="129310"/>
                </a:cubicBezTo>
                <a:cubicBezTo>
                  <a:pt x="621090" y="129483"/>
                  <a:pt x="621332" y="129812"/>
                  <a:pt x="621505" y="130296"/>
                </a:cubicBezTo>
                <a:cubicBezTo>
                  <a:pt x="621678" y="130781"/>
                  <a:pt x="621834" y="131439"/>
                  <a:pt x="621973" y="132269"/>
                </a:cubicBezTo>
                <a:cubicBezTo>
                  <a:pt x="622111" y="133100"/>
                  <a:pt x="622180" y="134138"/>
                  <a:pt x="622180" y="135384"/>
                </a:cubicBezTo>
                <a:close/>
                <a:moveTo>
                  <a:pt x="669431" y="61618"/>
                </a:moveTo>
                <a:cubicBezTo>
                  <a:pt x="669431" y="63844"/>
                  <a:pt x="669276" y="65721"/>
                  <a:pt x="668964" y="67251"/>
                </a:cubicBezTo>
                <a:cubicBezTo>
                  <a:pt x="668653" y="68780"/>
                  <a:pt x="668064" y="70014"/>
                  <a:pt x="667199" y="70953"/>
                </a:cubicBezTo>
                <a:cubicBezTo>
                  <a:pt x="666334" y="71889"/>
                  <a:pt x="665209" y="72549"/>
                  <a:pt x="663825" y="72932"/>
                </a:cubicBezTo>
                <a:cubicBezTo>
                  <a:pt x="662441" y="73314"/>
                  <a:pt x="660676" y="73506"/>
                  <a:pt x="658530" y="73506"/>
                </a:cubicBezTo>
                <a:cubicBezTo>
                  <a:pt x="656315" y="73506"/>
                  <a:pt x="654516" y="73314"/>
                  <a:pt x="653131" y="72932"/>
                </a:cubicBezTo>
                <a:cubicBezTo>
                  <a:pt x="651747" y="72549"/>
                  <a:pt x="650640" y="71889"/>
                  <a:pt x="649809" y="70953"/>
                </a:cubicBezTo>
                <a:cubicBezTo>
                  <a:pt x="648979" y="70014"/>
                  <a:pt x="648407" y="68780"/>
                  <a:pt x="648096" y="67251"/>
                </a:cubicBezTo>
                <a:cubicBezTo>
                  <a:pt x="647785" y="65721"/>
                  <a:pt x="647629" y="63844"/>
                  <a:pt x="647629" y="61618"/>
                </a:cubicBezTo>
                <a:cubicBezTo>
                  <a:pt x="647629" y="59254"/>
                  <a:pt x="647785" y="57290"/>
                  <a:pt x="648096" y="55726"/>
                </a:cubicBezTo>
                <a:cubicBezTo>
                  <a:pt x="648407" y="54163"/>
                  <a:pt x="648979" y="52912"/>
                  <a:pt x="649809" y="51976"/>
                </a:cubicBezTo>
                <a:cubicBezTo>
                  <a:pt x="650640" y="51037"/>
                  <a:pt x="651747" y="50376"/>
                  <a:pt x="653131" y="49993"/>
                </a:cubicBezTo>
                <a:cubicBezTo>
                  <a:pt x="654516" y="49611"/>
                  <a:pt x="656315" y="49419"/>
                  <a:pt x="658530" y="49419"/>
                </a:cubicBezTo>
                <a:cubicBezTo>
                  <a:pt x="660676" y="49419"/>
                  <a:pt x="662441" y="49611"/>
                  <a:pt x="663825" y="49993"/>
                </a:cubicBezTo>
                <a:cubicBezTo>
                  <a:pt x="665209" y="50376"/>
                  <a:pt x="666334" y="51037"/>
                  <a:pt x="667199" y="51976"/>
                </a:cubicBezTo>
                <a:cubicBezTo>
                  <a:pt x="668064" y="52912"/>
                  <a:pt x="668653" y="54163"/>
                  <a:pt x="668964" y="55726"/>
                </a:cubicBezTo>
                <a:cubicBezTo>
                  <a:pt x="669276" y="57290"/>
                  <a:pt x="669431" y="59254"/>
                  <a:pt x="669431" y="61618"/>
                </a:cubicBezTo>
                <a:moveTo>
                  <a:pt x="669431" y="133775"/>
                </a:moveTo>
                <a:cubicBezTo>
                  <a:pt x="669431" y="136069"/>
                  <a:pt x="669276" y="137981"/>
                  <a:pt x="668964" y="139511"/>
                </a:cubicBezTo>
                <a:cubicBezTo>
                  <a:pt x="668653" y="141040"/>
                  <a:pt x="668064" y="142274"/>
                  <a:pt x="667199" y="143213"/>
                </a:cubicBezTo>
                <a:cubicBezTo>
                  <a:pt x="666334" y="144149"/>
                  <a:pt x="665209" y="144809"/>
                  <a:pt x="663825" y="145192"/>
                </a:cubicBezTo>
                <a:cubicBezTo>
                  <a:pt x="662441" y="145575"/>
                  <a:pt x="660676" y="145766"/>
                  <a:pt x="658530" y="145766"/>
                </a:cubicBezTo>
                <a:cubicBezTo>
                  <a:pt x="656315" y="145766"/>
                  <a:pt x="654516" y="145575"/>
                  <a:pt x="653131" y="145192"/>
                </a:cubicBezTo>
                <a:cubicBezTo>
                  <a:pt x="651747" y="144809"/>
                  <a:pt x="650640" y="144149"/>
                  <a:pt x="649809" y="143213"/>
                </a:cubicBezTo>
                <a:cubicBezTo>
                  <a:pt x="648979" y="142274"/>
                  <a:pt x="648407" y="141040"/>
                  <a:pt x="648096" y="139511"/>
                </a:cubicBezTo>
                <a:cubicBezTo>
                  <a:pt x="647785" y="137981"/>
                  <a:pt x="647629" y="136069"/>
                  <a:pt x="647629" y="133775"/>
                </a:cubicBezTo>
                <a:cubicBezTo>
                  <a:pt x="647629" y="131480"/>
                  <a:pt x="647785" y="129550"/>
                  <a:pt x="648096" y="127986"/>
                </a:cubicBezTo>
                <a:cubicBezTo>
                  <a:pt x="648407" y="126423"/>
                  <a:pt x="648979" y="125190"/>
                  <a:pt x="649809" y="124288"/>
                </a:cubicBezTo>
                <a:cubicBezTo>
                  <a:pt x="650640" y="123384"/>
                  <a:pt x="651747" y="122723"/>
                  <a:pt x="653131" y="122305"/>
                </a:cubicBezTo>
                <a:cubicBezTo>
                  <a:pt x="654516" y="121888"/>
                  <a:pt x="656315" y="121679"/>
                  <a:pt x="658530" y="121679"/>
                </a:cubicBezTo>
                <a:cubicBezTo>
                  <a:pt x="660676" y="121679"/>
                  <a:pt x="662441" y="121888"/>
                  <a:pt x="663825" y="122305"/>
                </a:cubicBezTo>
                <a:cubicBezTo>
                  <a:pt x="665209" y="122723"/>
                  <a:pt x="666334" y="123384"/>
                  <a:pt x="667199" y="124288"/>
                </a:cubicBezTo>
                <a:cubicBezTo>
                  <a:pt x="668064" y="125190"/>
                  <a:pt x="668653" y="126423"/>
                  <a:pt x="668964" y="127986"/>
                </a:cubicBezTo>
                <a:cubicBezTo>
                  <a:pt x="669276" y="129550"/>
                  <a:pt x="669431" y="131480"/>
                  <a:pt x="669431" y="133775"/>
                </a:cubicBezTo>
                <a:close/>
                <a:moveTo>
                  <a:pt x="840350" y="106210"/>
                </a:moveTo>
                <a:cubicBezTo>
                  <a:pt x="840350" y="110432"/>
                  <a:pt x="839814" y="114325"/>
                  <a:pt x="838741" y="117890"/>
                </a:cubicBezTo>
                <a:cubicBezTo>
                  <a:pt x="837668" y="121454"/>
                  <a:pt x="836162" y="124656"/>
                  <a:pt x="834224" y="127493"/>
                </a:cubicBezTo>
                <a:cubicBezTo>
                  <a:pt x="832286" y="130331"/>
                  <a:pt x="829950" y="132823"/>
                  <a:pt x="827216" y="134968"/>
                </a:cubicBezTo>
                <a:cubicBezTo>
                  <a:pt x="824482" y="137114"/>
                  <a:pt x="821402" y="138914"/>
                  <a:pt x="817976" y="140367"/>
                </a:cubicBezTo>
                <a:cubicBezTo>
                  <a:pt x="814550" y="141821"/>
                  <a:pt x="810882" y="142911"/>
                  <a:pt x="806971" y="143638"/>
                </a:cubicBezTo>
                <a:cubicBezTo>
                  <a:pt x="803061" y="144364"/>
                  <a:pt x="798579" y="144728"/>
                  <a:pt x="793526" y="144728"/>
                </a:cubicBezTo>
                <a:lnTo>
                  <a:pt x="758434" y="144728"/>
                </a:lnTo>
                <a:cubicBezTo>
                  <a:pt x="756843" y="144728"/>
                  <a:pt x="755337" y="144191"/>
                  <a:pt x="753918" y="143119"/>
                </a:cubicBezTo>
                <a:cubicBezTo>
                  <a:pt x="752499" y="142046"/>
                  <a:pt x="751790" y="140160"/>
                  <a:pt x="751790" y="137460"/>
                </a:cubicBezTo>
                <a:lnTo>
                  <a:pt x="751790" y="17650"/>
                </a:lnTo>
                <a:cubicBezTo>
                  <a:pt x="751790" y="14950"/>
                  <a:pt x="752499" y="13064"/>
                  <a:pt x="753918" y="11991"/>
                </a:cubicBezTo>
                <a:cubicBezTo>
                  <a:pt x="755337" y="10919"/>
                  <a:pt x="756843" y="10382"/>
                  <a:pt x="758434" y="10382"/>
                </a:cubicBezTo>
                <a:lnTo>
                  <a:pt x="788958" y="10382"/>
                </a:lnTo>
                <a:cubicBezTo>
                  <a:pt x="796987" y="10382"/>
                  <a:pt x="803562" y="11144"/>
                  <a:pt x="808684" y="12666"/>
                </a:cubicBezTo>
                <a:cubicBezTo>
                  <a:pt x="813806" y="14189"/>
                  <a:pt x="818080" y="16404"/>
                  <a:pt x="821506" y="19311"/>
                </a:cubicBezTo>
                <a:cubicBezTo>
                  <a:pt x="824932" y="22218"/>
                  <a:pt x="827511" y="25782"/>
                  <a:pt x="829241" y="30005"/>
                </a:cubicBezTo>
                <a:cubicBezTo>
                  <a:pt x="830971" y="34227"/>
                  <a:pt x="831837" y="39002"/>
                  <a:pt x="831837" y="44332"/>
                </a:cubicBezTo>
                <a:cubicBezTo>
                  <a:pt x="831837" y="47516"/>
                  <a:pt x="831456" y="50561"/>
                  <a:pt x="830694" y="53468"/>
                </a:cubicBezTo>
                <a:cubicBezTo>
                  <a:pt x="829933" y="56375"/>
                  <a:pt x="828808" y="59057"/>
                  <a:pt x="827320" y="61514"/>
                </a:cubicBezTo>
                <a:cubicBezTo>
                  <a:pt x="825832" y="63972"/>
                  <a:pt x="823963" y="66169"/>
                  <a:pt x="821714" y="68107"/>
                </a:cubicBezTo>
                <a:cubicBezTo>
                  <a:pt x="819464" y="70045"/>
                  <a:pt x="816886" y="71637"/>
                  <a:pt x="813979" y="72883"/>
                </a:cubicBezTo>
                <a:cubicBezTo>
                  <a:pt x="817648" y="73575"/>
                  <a:pt x="821074" y="74838"/>
                  <a:pt x="824258" y="76672"/>
                </a:cubicBezTo>
                <a:cubicBezTo>
                  <a:pt x="827441" y="78507"/>
                  <a:pt x="830227" y="80843"/>
                  <a:pt x="832615" y="83680"/>
                </a:cubicBezTo>
                <a:cubicBezTo>
                  <a:pt x="835003" y="86518"/>
                  <a:pt x="836889" y="89841"/>
                  <a:pt x="838273" y="93647"/>
                </a:cubicBezTo>
                <a:cubicBezTo>
                  <a:pt x="839658" y="97454"/>
                  <a:pt x="840350" y="101642"/>
                  <a:pt x="840350" y="106210"/>
                </a:cubicBezTo>
                <a:moveTo>
                  <a:pt x="813460" y="46097"/>
                </a:moveTo>
                <a:cubicBezTo>
                  <a:pt x="813460" y="42844"/>
                  <a:pt x="813010" y="39902"/>
                  <a:pt x="812110" y="37272"/>
                </a:cubicBezTo>
                <a:cubicBezTo>
                  <a:pt x="811211" y="34642"/>
                  <a:pt x="809792" y="32410"/>
                  <a:pt x="807854" y="30576"/>
                </a:cubicBezTo>
                <a:cubicBezTo>
                  <a:pt x="805916" y="28741"/>
                  <a:pt x="803389" y="27340"/>
                  <a:pt x="800275" y="26371"/>
                </a:cubicBezTo>
                <a:cubicBezTo>
                  <a:pt x="797160" y="25402"/>
                  <a:pt x="793042" y="24917"/>
                  <a:pt x="787920" y="24917"/>
                </a:cubicBezTo>
                <a:lnTo>
                  <a:pt x="769440" y="24917"/>
                </a:lnTo>
                <a:lnTo>
                  <a:pt x="769440" y="68419"/>
                </a:lnTo>
                <a:lnTo>
                  <a:pt x="789789" y="68419"/>
                </a:lnTo>
                <a:cubicBezTo>
                  <a:pt x="794426" y="68419"/>
                  <a:pt x="798164" y="67813"/>
                  <a:pt x="801001" y="66602"/>
                </a:cubicBezTo>
                <a:cubicBezTo>
                  <a:pt x="803839" y="65390"/>
                  <a:pt x="806193" y="63764"/>
                  <a:pt x="808061" y="61722"/>
                </a:cubicBezTo>
                <a:cubicBezTo>
                  <a:pt x="809930" y="59680"/>
                  <a:pt x="811297" y="57292"/>
                  <a:pt x="812162" y="54558"/>
                </a:cubicBezTo>
                <a:cubicBezTo>
                  <a:pt x="813027" y="51824"/>
                  <a:pt x="813460" y="49004"/>
                  <a:pt x="813460" y="46097"/>
                </a:cubicBezTo>
                <a:moveTo>
                  <a:pt x="821558" y="107248"/>
                </a:moveTo>
                <a:cubicBezTo>
                  <a:pt x="821558" y="103234"/>
                  <a:pt x="820918" y="99704"/>
                  <a:pt x="819637" y="96658"/>
                </a:cubicBezTo>
                <a:cubicBezTo>
                  <a:pt x="818357" y="93613"/>
                  <a:pt x="816488" y="91052"/>
                  <a:pt x="814031" y="88975"/>
                </a:cubicBezTo>
                <a:cubicBezTo>
                  <a:pt x="811574" y="86899"/>
                  <a:pt x="808494" y="85324"/>
                  <a:pt x="804791" y="84251"/>
                </a:cubicBezTo>
                <a:cubicBezTo>
                  <a:pt x="801088" y="83179"/>
                  <a:pt x="796433" y="82642"/>
                  <a:pt x="790827" y="82642"/>
                </a:cubicBezTo>
                <a:lnTo>
                  <a:pt x="769440" y="82642"/>
                </a:lnTo>
                <a:lnTo>
                  <a:pt x="769440" y="129985"/>
                </a:lnTo>
                <a:lnTo>
                  <a:pt x="795395" y="129985"/>
                </a:lnTo>
                <a:cubicBezTo>
                  <a:pt x="799479" y="129985"/>
                  <a:pt x="803043" y="129501"/>
                  <a:pt x="806089" y="128532"/>
                </a:cubicBezTo>
                <a:cubicBezTo>
                  <a:pt x="809134" y="127563"/>
                  <a:pt x="811816" y="126126"/>
                  <a:pt x="814135" y="124223"/>
                </a:cubicBezTo>
                <a:cubicBezTo>
                  <a:pt x="816454" y="122320"/>
                  <a:pt x="818270" y="119949"/>
                  <a:pt x="819586" y="117111"/>
                </a:cubicBezTo>
                <a:cubicBezTo>
                  <a:pt x="820901" y="114273"/>
                  <a:pt x="821558" y="110986"/>
                  <a:pt x="821558" y="107248"/>
                </a:cubicBezTo>
                <a:close/>
                <a:moveTo>
                  <a:pt x="951237" y="94426"/>
                </a:moveTo>
                <a:cubicBezTo>
                  <a:pt x="951237" y="102046"/>
                  <a:pt x="950233" y="109061"/>
                  <a:pt x="948226" y="115469"/>
                </a:cubicBezTo>
                <a:cubicBezTo>
                  <a:pt x="946219" y="121878"/>
                  <a:pt x="943225" y="127405"/>
                  <a:pt x="939246" y="132048"/>
                </a:cubicBezTo>
                <a:cubicBezTo>
                  <a:pt x="935266" y="136690"/>
                  <a:pt x="930282" y="140310"/>
                  <a:pt x="924295" y="142908"/>
                </a:cubicBezTo>
                <a:cubicBezTo>
                  <a:pt x="918308" y="145505"/>
                  <a:pt x="911369" y="146804"/>
                  <a:pt x="903479" y="146804"/>
                </a:cubicBezTo>
                <a:cubicBezTo>
                  <a:pt x="895796" y="146804"/>
                  <a:pt x="889100" y="145661"/>
                  <a:pt x="883389" y="143375"/>
                </a:cubicBezTo>
                <a:cubicBezTo>
                  <a:pt x="877679" y="141089"/>
                  <a:pt x="872921" y="137763"/>
                  <a:pt x="869114" y="133398"/>
                </a:cubicBezTo>
                <a:cubicBezTo>
                  <a:pt x="865307" y="129033"/>
                  <a:pt x="862469" y="123733"/>
                  <a:pt x="860601" y="117497"/>
                </a:cubicBezTo>
                <a:cubicBezTo>
                  <a:pt x="858732" y="111261"/>
                  <a:pt x="857797" y="104194"/>
                  <a:pt x="857797" y="96295"/>
                </a:cubicBezTo>
                <a:cubicBezTo>
                  <a:pt x="857797" y="88675"/>
                  <a:pt x="858784" y="81660"/>
                  <a:pt x="860756" y="75251"/>
                </a:cubicBezTo>
                <a:cubicBezTo>
                  <a:pt x="862729" y="68843"/>
                  <a:pt x="865705" y="63317"/>
                  <a:pt x="869685" y="58676"/>
                </a:cubicBezTo>
                <a:cubicBezTo>
                  <a:pt x="873665" y="54032"/>
                  <a:pt x="878631" y="50428"/>
                  <a:pt x="884583" y="47865"/>
                </a:cubicBezTo>
                <a:cubicBezTo>
                  <a:pt x="890536" y="45302"/>
                  <a:pt x="897492" y="44020"/>
                  <a:pt x="905452" y="44020"/>
                </a:cubicBezTo>
                <a:cubicBezTo>
                  <a:pt x="913134" y="44020"/>
                  <a:pt x="919831" y="45164"/>
                  <a:pt x="925541" y="47450"/>
                </a:cubicBezTo>
                <a:cubicBezTo>
                  <a:pt x="931251" y="49736"/>
                  <a:pt x="936010" y="53062"/>
                  <a:pt x="939817" y="57426"/>
                </a:cubicBezTo>
                <a:cubicBezTo>
                  <a:pt x="943623" y="61791"/>
                  <a:pt x="946479" y="67092"/>
                  <a:pt x="948382" y="73327"/>
                </a:cubicBezTo>
                <a:cubicBezTo>
                  <a:pt x="950285" y="79563"/>
                  <a:pt x="951237" y="86596"/>
                  <a:pt x="951237" y="94426"/>
                </a:cubicBezTo>
                <a:moveTo>
                  <a:pt x="933172" y="95568"/>
                </a:moveTo>
                <a:cubicBezTo>
                  <a:pt x="933172" y="90509"/>
                  <a:pt x="932705" y="85727"/>
                  <a:pt x="931770" y="81221"/>
                </a:cubicBezTo>
                <a:cubicBezTo>
                  <a:pt x="930836" y="76716"/>
                  <a:pt x="929296" y="72765"/>
                  <a:pt x="927150" y="69369"/>
                </a:cubicBezTo>
                <a:cubicBezTo>
                  <a:pt x="925005" y="65973"/>
                  <a:pt x="922098" y="63288"/>
                  <a:pt x="918429" y="61313"/>
                </a:cubicBezTo>
                <a:cubicBezTo>
                  <a:pt x="914761" y="59336"/>
                  <a:pt x="910193" y="58348"/>
                  <a:pt x="904725" y="58348"/>
                </a:cubicBezTo>
                <a:cubicBezTo>
                  <a:pt x="899672" y="58348"/>
                  <a:pt x="895329" y="59249"/>
                  <a:pt x="891695" y="61051"/>
                </a:cubicBezTo>
                <a:cubicBezTo>
                  <a:pt x="888061" y="62852"/>
                  <a:pt x="885068" y="65400"/>
                  <a:pt x="882715" y="68694"/>
                </a:cubicBezTo>
                <a:cubicBezTo>
                  <a:pt x="880361" y="71986"/>
                  <a:pt x="878614" y="75885"/>
                  <a:pt x="877472" y="80391"/>
                </a:cubicBezTo>
                <a:cubicBezTo>
                  <a:pt x="876330" y="84894"/>
                  <a:pt x="875759" y="89815"/>
                  <a:pt x="875759" y="95153"/>
                </a:cubicBezTo>
                <a:cubicBezTo>
                  <a:pt x="875759" y="100281"/>
                  <a:pt x="876226" y="105098"/>
                  <a:pt x="877160" y="109603"/>
                </a:cubicBezTo>
                <a:cubicBezTo>
                  <a:pt x="878095" y="114109"/>
                  <a:pt x="879652" y="118042"/>
                  <a:pt x="881832" y="121404"/>
                </a:cubicBezTo>
                <a:cubicBezTo>
                  <a:pt x="884012" y="124765"/>
                  <a:pt x="886937" y="127434"/>
                  <a:pt x="890605" y="129411"/>
                </a:cubicBezTo>
                <a:cubicBezTo>
                  <a:pt x="894273" y="131386"/>
                  <a:pt x="898842" y="132373"/>
                  <a:pt x="904310" y="132373"/>
                </a:cubicBezTo>
                <a:cubicBezTo>
                  <a:pt x="909293" y="132373"/>
                  <a:pt x="913619" y="131472"/>
                  <a:pt x="917287" y="129670"/>
                </a:cubicBezTo>
                <a:cubicBezTo>
                  <a:pt x="920956" y="127869"/>
                  <a:pt x="923967" y="125339"/>
                  <a:pt x="926320" y="122082"/>
                </a:cubicBezTo>
                <a:cubicBezTo>
                  <a:pt x="928673" y="118822"/>
                  <a:pt x="930403" y="114941"/>
                  <a:pt x="931511" y="110437"/>
                </a:cubicBezTo>
                <a:cubicBezTo>
                  <a:pt x="932618" y="105932"/>
                  <a:pt x="933172" y="100975"/>
                  <a:pt x="933172" y="95568"/>
                </a:cubicBezTo>
                <a:close/>
                <a:moveTo>
                  <a:pt x="1030493" y="54818"/>
                </a:moveTo>
                <a:cubicBezTo>
                  <a:pt x="1030493" y="56341"/>
                  <a:pt x="1030458" y="57621"/>
                  <a:pt x="1030389" y="58659"/>
                </a:cubicBezTo>
                <a:cubicBezTo>
                  <a:pt x="1030320" y="59698"/>
                  <a:pt x="1030181" y="60511"/>
                  <a:pt x="1029974" y="61099"/>
                </a:cubicBezTo>
                <a:cubicBezTo>
                  <a:pt x="1029766" y="61688"/>
                  <a:pt x="1029507" y="62137"/>
                  <a:pt x="1029195" y="62449"/>
                </a:cubicBezTo>
                <a:cubicBezTo>
                  <a:pt x="1028884" y="62760"/>
                  <a:pt x="1028451" y="62916"/>
                  <a:pt x="1027897" y="62916"/>
                </a:cubicBezTo>
                <a:cubicBezTo>
                  <a:pt x="1027344" y="62916"/>
                  <a:pt x="1026669" y="62760"/>
                  <a:pt x="1025873" y="62449"/>
                </a:cubicBezTo>
                <a:cubicBezTo>
                  <a:pt x="1025077" y="62137"/>
                  <a:pt x="1024177" y="61826"/>
                  <a:pt x="1023173" y="61514"/>
                </a:cubicBezTo>
                <a:cubicBezTo>
                  <a:pt x="1022170" y="61203"/>
                  <a:pt x="1021045" y="60909"/>
                  <a:pt x="1019799" y="60632"/>
                </a:cubicBezTo>
                <a:cubicBezTo>
                  <a:pt x="1018553" y="60355"/>
                  <a:pt x="1017204" y="60217"/>
                  <a:pt x="1015750" y="60217"/>
                </a:cubicBezTo>
                <a:cubicBezTo>
                  <a:pt x="1014020" y="60217"/>
                  <a:pt x="1012324" y="60563"/>
                  <a:pt x="1010663" y="61255"/>
                </a:cubicBezTo>
                <a:cubicBezTo>
                  <a:pt x="1009002" y="61947"/>
                  <a:pt x="1007254" y="63089"/>
                  <a:pt x="1005420" y="64681"/>
                </a:cubicBezTo>
                <a:cubicBezTo>
                  <a:pt x="1003586" y="66273"/>
                  <a:pt x="1001665" y="68384"/>
                  <a:pt x="999658" y="71014"/>
                </a:cubicBezTo>
                <a:cubicBezTo>
                  <a:pt x="997651" y="73644"/>
                  <a:pt x="995436" y="76863"/>
                  <a:pt x="993013" y="80670"/>
                </a:cubicBezTo>
                <a:lnTo>
                  <a:pt x="993013" y="142132"/>
                </a:lnTo>
                <a:cubicBezTo>
                  <a:pt x="993013" y="142686"/>
                  <a:pt x="992875" y="143153"/>
                  <a:pt x="992598" y="143534"/>
                </a:cubicBezTo>
                <a:cubicBezTo>
                  <a:pt x="992321" y="143914"/>
                  <a:pt x="991871" y="144243"/>
                  <a:pt x="991248" y="144520"/>
                </a:cubicBezTo>
                <a:cubicBezTo>
                  <a:pt x="990625" y="144797"/>
                  <a:pt x="989760" y="145005"/>
                  <a:pt x="988653" y="145143"/>
                </a:cubicBezTo>
                <a:cubicBezTo>
                  <a:pt x="987545" y="145281"/>
                  <a:pt x="986126" y="145351"/>
                  <a:pt x="984396" y="145351"/>
                </a:cubicBezTo>
                <a:cubicBezTo>
                  <a:pt x="982735" y="145351"/>
                  <a:pt x="981351" y="145281"/>
                  <a:pt x="980243" y="145143"/>
                </a:cubicBezTo>
                <a:cubicBezTo>
                  <a:pt x="979136" y="145005"/>
                  <a:pt x="978253" y="144797"/>
                  <a:pt x="977596" y="144520"/>
                </a:cubicBezTo>
                <a:cubicBezTo>
                  <a:pt x="976938" y="144243"/>
                  <a:pt x="976488" y="143914"/>
                  <a:pt x="976246" y="143534"/>
                </a:cubicBezTo>
                <a:cubicBezTo>
                  <a:pt x="976004" y="143153"/>
                  <a:pt x="975883" y="142686"/>
                  <a:pt x="975883" y="142132"/>
                </a:cubicBezTo>
                <a:lnTo>
                  <a:pt x="975883" y="48692"/>
                </a:lnTo>
                <a:cubicBezTo>
                  <a:pt x="975883" y="48139"/>
                  <a:pt x="975986" y="47672"/>
                  <a:pt x="976194" y="47291"/>
                </a:cubicBezTo>
                <a:cubicBezTo>
                  <a:pt x="976402" y="46910"/>
                  <a:pt x="976817" y="46564"/>
                  <a:pt x="977440" y="46253"/>
                </a:cubicBezTo>
                <a:cubicBezTo>
                  <a:pt x="978063" y="45941"/>
                  <a:pt x="978859" y="45734"/>
                  <a:pt x="979828" y="45630"/>
                </a:cubicBezTo>
                <a:cubicBezTo>
                  <a:pt x="980797" y="45526"/>
                  <a:pt x="982077" y="45474"/>
                  <a:pt x="983669" y="45474"/>
                </a:cubicBezTo>
                <a:cubicBezTo>
                  <a:pt x="985192" y="45474"/>
                  <a:pt x="986455" y="45526"/>
                  <a:pt x="987459" y="45630"/>
                </a:cubicBezTo>
                <a:cubicBezTo>
                  <a:pt x="988462" y="45734"/>
                  <a:pt x="989241" y="45941"/>
                  <a:pt x="989795" y="46253"/>
                </a:cubicBezTo>
                <a:cubicBezTo>
                  <a:pt x="990348" y="46564"/>
                  <a:pt x="990746" y="46910"/>
                  <a:pt x="990989" y="47291"/>
                </a:cubicBezTo>
                <a:cubicBezTo>
                  <a:pt x="991231" y="47672"/>
                  <a:pt x="991352" y="48139"/>
                  <a:pt x="991352" y="48692"/>
                </a:cubicBezTo>
                <a:lnTo>
                  <a:pt x="991352" y="62293"/>
                </a:lnTo>
                <a:cubicBezTo>
                  <a:pt x="993913" y="58556"/>
                  <a:pt x="996318" y="55510"/>
                  <a:pt x="998568" y="53157"/>
                </a:cubicBezTo>
                <a:cubicBezTo>
                  <a:pt x="1000817" y="50804"/>
                  <a:pt x="1002946" y="48952"/>
                  <a:pt x="1004953" y="47602"/>
                </a:cubicBezTo>
                <a:cubicBezTo>
                  <a:pt x="1006960" y="46253"/>
                  <a:pt x="1008950" y="45318"/>
                  <a:pt x="1010923" y="44799"/>
                </a:cubicBezTo>
                <a:cubicBezTo>
                  <a:pt x="1012895" y="44280"/>
                  <a:pt x="1014885" y="44020"/>
                  <a:pt x="1016892" y="44020"/>
                </a:cubicBezTo>
                <a:cubicBezTo>
                  <a:pt x="1017792" y="44020"/>
                  <a:pt x="1018813" y="44072"/>
                  <a:pt x="1019955" y="44176"/>
                </a:cubicBezTo>
                <a:cubicBezTo>
                  <a:pt x="1021097" y="44280"/>
                  <a:pt x="1022291" y="44470"/>
                  <a:pt x="1023537" y="44747"/>
                </a:cubicBezTo>
                <a:cubicBezTo>
                  <a:pt x="1024783" y="45024"/>
                  <a:pt x="1025907" y="45336"/>
                  <a:pt x="1026911" y="45682"/>
                </a:cubicBezTo>
                <a:cubicBezTo>
                  <a:pt x="1027915" y="46028"/>
                  <a:pt x="1028624" y="46374"/>
                  <a:pt x="1029039" y="46720"/>
                </a:cubicBezTo>
                <a:cubicBezTo>
                  <a:pt x="1029455" y="47066"/>
                  <a:pt x="1029732" y="47395"/>
                  <a:pt x="1029870" y="47706"/>
                </a:cubicBezTo>
                <a:cubicBezTo>
                  <a:pt x="1030008" y="48018"/>
                  <a:pt x="1030130" y="48416"/>
                  <a:pt x="1030233" y="48900"/>
                </a:cubicBezTo>
                <a:cubicBezTo>
                  <a:pt x="1030337" y="49385"/>
                  <a:pt x="1030406" y="50094"/>
                  <a:pt x="1030441" y="51028"/>
                </a:cubicBezTo>
                <a:cubicBezTo>
                  <a:pt x="1030476" y="51963"/>
                  <a:pt x="1030493" y="53226"/>
                  <a:pt x="1030493" y="54818"/>
                </a:cubicBezTo>
                <a:close/>
                <a:moveTo>
                  <a:pt x="1103764" y="54818"/>
                </a:moveTo>
                <a:cubicBezTo>
                  <a:pt x="1103764" y="56341"/>
                  <a:pt x="1103730" y="57621"/>
                  <a:pt x="1103660" y="58659"/>
                </a:cubicBezTo>
                <a:cubicBezTo>
                  <a:pt x="1103591" y="59698"/>
                  <a:pt x="1103453" y="60511"/>
                  <a:pt x="1103245" y="61099"/>
                </a:cubicBezTo>
                <a:cubicBezTo>
                  <a:pt x="1103037" y="61688"/>
                  <a:pt x="1102778" y="62137"/>
                  <a:pt x="1102466" y="62449"/>
                </a:cubicBezTo>
                <a:cubicBezTo>
                  <a:pt x="1102155" y="62760"/>
                  <a:pt x="1101722" y="62916"/>
                  <a:pt x="1101169" y="62916"/>
                </a:cubicBezTo>
                <a:cubicBezTo>
                  <a:pt x="1100615" y="62916"/>
                  <a:pt x="1099940" y="62760"/>
                  <a:pt x="1099144" y="62449"/>
                </a:cubicBezTo>
                <a:cubicBezTo>
                  <a:pt x="1098348" y="62137"/>
                  <a:pt x="1097448" y="61826"/>
                  <a:pt x="1096445" y="61514"/>
                </a:cubicBezTo>
                <a:cubicBezTo>
                  <a:pt x="1095441" y="61203"/>
                  <a:pt x="1094316" y="60909"/>
                  <a:pt x="1093070" y="60632"/>
                </a:cubicBezTo>
                <a:cubicBezTo>
                  <a:pt x="1091825" y="60355"/>
                  <a:pt x="1090475" y="60217"/>
                  <a:pt x="1089021" y="60217"/>
                </a:cubicBezTo>
                <a:cubicBezTo>
                  <a:pt x="1087291" y="60217"/>
                  <a:pt x="1085595" y="60563"/>
                  <a:pt x="1083934" y="61255"/>
                </a:cubicBezTo>
                <a:cubicBezTo>
                  <a:pt x="1082273" y="61947"/>
                  <a:pt x="1080525" y="63089"/>
                  <a:pt x="1078691" y="64681"/>
                </a:cubicBezTo>
                <a:cubicBezTo>
                  <a:pt x="1076857" y="66273"/>
                  <a:pt x="1074936" y="68384"/>
                  <a:pt x="1072929" y="71014"/>
                </a:cubicBezTo>
                <a:cubicBezTo>
                  <a:pt x="1070922" y="73644"/>
                  <a:pt x="1068707" y="76863"/>
                  <a:pt x="1066284" y="80670"/>
                </a:cubicBezTo>
                <a:lnTo>
                  <a:pt x="1066284" y="142132"/>
                </a:lnTo>
                <a:cubicBezTo>
                  <a:pt x="1066284" y="142686"/>
                  <a:pt x="1066146" y="143153"/>
                  <a:pt x="1065869" y="143534"/>
                </a:cubicBezTo>
                <a:cubicBezTo>
                  <a:pt x="1065592" y="143914"/>
                  <a:pt x="1065142" y="144243"/>
                  <a:pt x="1064519" y="144520"/>
                </a:cubicBezTo>
                <a:cubicBezTo>
                  <a:pt x="1063897" y="144797"/>
                  <a:pt x="1063031" y="145005"/>
                  <a:pt x="1061924" y="145143"/>
                </a:cubicBezTo>
                <a:cubicBezTo>
                  <a:pt x="1060816" y="145281"/>
                  <a:pt x="1059398" y="145351"/>
                  <a:pt x="1057667" y="145351"/>
                </a:cubicBezTo>
                <a:cubicBezTo>
                  <a:pt x="1056006" y="145351"/>
                  <a:pt x="1054622" y="145281"/>
                  <a:pt x="1053514" y="145143"/>
                </a:cubicBezTo>
                <a:cubicBezTo>
                  <a:pt x="1052407" y="145005"/>
                  <a:pt x="1051524" y="144797"/>
                  <a:pt x="1050867" y="144520"/>
                </a:cubicBezTo>
                <a:cubicBezTo>
                  <a:pt x="1050209" y="144243"/>
                  <a:pt x="1049759" y="143914"/>
                  <a:pt x="1049517" y="143534"/>
                </a:cubicBezTo>
                <a:cubicBezTo>
                  <a:pt x="1049275" y="143153"/>
                  <a:pt x="1049154" y="142686"/>
                  <a:pt x="1049154" y="142132"/>
                </a:cubicBezTo>
                <a:lnTo>
                  <a:pt x="1049154" y="48692"/>
                </a:lnTo>
                <a:cubicBezTo>
                  <a:pt x="1049154" y="48139"/>
                  <a:pt x="1049258" y="47672"/>
                  <a:pt x="1049465" y="47291"/>
                </a:cubicBezTo>
                <a:cubicBezTo>
                  <a:pt x="1049673" y="46910"/>
                  <a:pt x="1050088" y="46564"/>
                  <a:pt x="1050711" y="46253"/>
                </a:cubicBezTo>
                <a:cubicBezTo>
                  <a:pt x="1051334" y="45941"/>
                  <a:pt x="1052130" y="45734"/>
                  <a:pt x="1053099" y="45630"/>
                </a:cubicBezTo>
                <a:cubicBezTo>
                  <a:pt x="1054068" y="45526"/>
                  <a:pt x="1055349" y="45474"/>
                  <a:pt x="1056940" y="45474"/>
                </a:cubicBezTo>
                <a:cubicBezTo>
                  <a:pt x="1058463" y="45474"/>
                  <a:pt x="1059726" y="45526"/>
                  <a:pt x="1060730" y="45630"/>
                </a:cubicBezTo>
                <a:cubicBezTo>
                  <a:pt x="1061734" y="45734"/>
                  <a:pt x="1062512" y="45941"/>
                  <a:pt x="1063066" y="46253"/>
                </a:cubicBezTo>
                <a:cubicBezTo>
                  <a:pt x="1063620" y="46564"/>
                  <a:pt x="1064018" y="46910"/>
                  <a:pt x="1064260" y="47291"/>
                </a:cubicBezTo>
                <a:cubicBezTo>
                  <a:pt x="1064502" y="47672"/>
                  <a:pt x="1064623" y="48139"/>
                  <a:pt x="1064623" y="48692"/>
                </a:cubicBezTo>
                <a:lnTo>
                  <a:pt x="1064623" y="62293"/>
                </a:lnTo>
                <a:cubicBezTo>
                  <a:pt x="1067184" y="58556"/>
                  <a:pt x="1069589" y="55510"/>
                  <a:pt x="1071839" y="53157"/>
                </a:cubicBezTo>
                <a:cubicBezTo>
                  <a:pt x="1074088" y="50804"/>
                  <a:pt x="1076217" y="48952"/>
                  <a:pt x="1078224" y="47602"/>
                </a:cubicBezTo>
                <a:cubicBezTo>
                  <a:pt x="1080231" y="46253"/>
                  <a:pt x="1082221" y="45318"/>
                  <a:pt x="1084194" y="44799"/>
                </a:cubicBezTo>
                <a:cubicBezTo>
                  <a:pt x="1086166" y="44280"/>
                  <a:pt x="1088156" y="44020"/>
                  <a:pt x="1090163" y="44020"/>
                </a:cubicBezTo>
                <a:cubicBezTo>
                  <a:pt x="1091063" y="44020"/>
                  <a:pt x="1092084" y="44072"/>
                  <a:pt x="1093226" y="44176"/>
                </a:cubicBezTo>
                <a:cubicBezTo>
                  <a:pt x="1094368" y="44280"/>
                  <a:pt x="1095562" y="44470"/>
                  <a:pt x="1096808" y="44747"/>
                </a:cubicBezTo>
                <a:cubicBezTo>
                  <a:pt x="1098054" y="45024"/>
                  <a:pt x="1099179" y="45336"/>
                  <a:pt x="1100182" y="45682"/>
                </a:cubicBezTo>
                <a:cubicBezTo>
                  <a:pt x="1101186" y="46028"/>
                  <a:pt x="1101895" y="46374"/>
                  <a:pt x="1102311" y="46720"/>
                </a:cubicBezTo>
                <a:cubicBezTo>
                  <a:pt x="1102726" y="47066"/>
                  <a:pt x="1103003" y="47395"/>
                  <a:pt x="1103141" y="47706"/>
                </a:cubicBezTo>
                <a:cubicBezTo>
                  <a:pt x="1103280" y="48018"/>
                  <a:pt x="1103401" y="48416"/>
                  <a:pt x="1103505" y="48900"/>
                </a:cubicBezTo>
                <a:cubicBezTo>
                  <a:pt x="1103608" y="49385"/>
                  <a:pt x="1103678" y="50094"/>
                  <a:pt x="1103712" y="51028"/>
                </a:cubicBezTo>
                <a:cubicBezTo>
                  <a:pt x="1103747" y="51963"/>
                  <a:pt x="1103764" y="53226"/>
                  <a:pt x="1103764" y="54818"/>
                </a:cubicBezTo>
                <a:close/>
                <a:moveTo>
                  <a:pt x="1205922" y="94426"/>
                </a:moveTo>
                <a:cubicBezTo>
                  <a:pt x="1205922" y="102046"/>
                  <a:pt x="1204918" y="109061"/>
                  <a:pt x="1202911" y="115469"/>
                </a:cubicBezTo>
                <a:cubicBezTo>
                  <a:pt x="1200904" y="121878"/>
                  <a:pt x="1197910" y="127405"/>
                  <a:pt x="1193931" y="132048"/>
                </a:cubicBezTo>
                <a:cubicBezTo>
                  <a:pt x="1189951" y="136690"/>
                  <a:pt x="1184967" y="140310"/>
                  <a:pt x="1178980" y="142908"/>
                </a:cubicBezTo>
                <a:cubicBezTo>
                  <a:pt x="1172993" y="145505"/>
                  <a:pt x="1166054" y="146804"/>
                  <a:pt x="1158164" y="146804"/>
                </a:cubicBezTo>
                <a:cubicBezTo>
                  <a:pt x="1150481" y="146804"/>
                  <a:pt x="1143785" y="145661"/>
                  <a:pt x="1138074" y="143375"/>
                </a:cubicBezTo>
                <a:cubicBezTo>
                  <a:pt x="1132364" y="141089"/>
                  <a:pt x="1127606" y="137763"/>
                  <a:pt x="1123799" y="133398"/>
                </a:cubicBezTo>
                <a:cubicBezTo>
                  <a:pt x="1119992" y="129033"/>
                  <a:pt x="1117154" y="123733"/>
                  <a:pt x="1115286" y="117497"/>
                </a:cubicBezTo>
                <a:cubicBezTo>
                  <a:pt x="1113417" y="111261"/>
                  <a:pt x="1112482" y="104194"/>
                  <a:pt x="1112482" y="96295"/>
                </a:cubicBezTo>
                <a:cubicBezTo>
                  <a:pt x="1112482" y="88675"/>
                  <a:pt x="1113469" y="81660"/>
                  <a:pt x="1115441" y="75251"/>
                </a:cubicBezTo>
                <a:cubicBezTo>
                  <a:pt x="1117414" y="68843"/>
                  <a:pt x="1120390" y="63317"/>
                  <a:pt x="1124370" y="58676"/>
                </a:cubicBezTo>
                <a:cubicBezTo>
                  <a:pt x="1128350" y="54032"/>
                  <a:pt x="1133316" y="50428"/>
                  <a:pt x="1139268" y="47865"/>
                </a:cubicBezTo>
                <a:cubicBezTo>
                  <a:pt x="1145221" y="45302"/>
                  <a:pt x="1152177" y="44020"/>
                  <a:pt x="1160137" y="44020"/>
                </a:cubicBezTo>
                <a:cubicBezTo>
                  <a:pt x="1167819" y="44020"/>
                  <a:pt x="1174516" y="45164"/>
                  <a:pt x="1180226" y="47450"/>
                </a:cubicBezTo>
                <a:cubicBezTo>
                  <a:pt x="1185936" y="49736"/>
                  <a:pt x="1190695" y="53062"/>
                  <a:pt x="1194502" y="57426"/>
                </a:cubicBezTo>
                <a:cubicBezTo>
                  <a:pt x="1198308" y="61791"/>
                  <a:pt x="1201164" y="67092"/>
                  <a:pt x="1203067" y="73327"/>
                </a:cubicBezTo>
                <a:cubicBezTo>
                  <a:pt x="1204970" y="79563"/>
                  <a:pt x="1205922" y="86596"/>
                  <a:pt x="1205922" y="94426"/>
                </a:cubicBezTo>
                <a:moveTo>
                  <a:pt x="1187857" y="95568"/>
                </a:moveTo>
                <a:cubicBezTo>
                  <a:pt x="1187857" y="90509"/>
                  <a:pt x="1187390" y="85727"/>
                  <a:pt x="1186455" y="81221"/>
                </a:cubicBezTo>
                <a:cubicBezTo>
                  <a:pt x="1185521" y="76716"/>
                  <a:pt x="1183981" y="72765"/>
                  <a:pt x="1181835" y="69369"/>
                </a:cubicBezTo>
                <a:cubicBezTo>
                  <a:pt x="1179690" y="65973"/>
                  <a:pt x="1176783" y="63288"/>
                  <a:pt x="1173114" y="61313"/>
                </a:cubicBezTo>
                <a:cubicBezTo>
                  <a:pt x="1169446" y="59336"/>
                  <a:pt x="1164878" y="58348"/>
                  <a:pt x="1159410" y="58348"/>
                </a:cubicBezTo>
                <a:cubicBezTo>
                  <a:pt x="1154357" y="58348"/>
                  <a:pt x="1150014" y="59249"/>
                  <a:pt x="1146380" y="61051"/>
                </a:cubicBezTo>
                <a:cubicBezTo>
                  <a:pt x="1142746" y="62852"/>
                  <a:pt x="1139753" y="65400"/>
                  <a:pt x="1137400" y="68694"/>
                </a:cubicBezTo>
                <a:cubicBezTo>
                  <a:pt x="1135046" y="71986"/>
                  <a:pt x="1133299" y="75885"/>
                  <a:pt x="1132157" y="80391"/>
                </a:cubicBezTo>
                <a:cubicBezTo>
                  <a:pt x="1131015" y="84894"/>
                  <a:pt x="1130444" y="89815"/>
                  <a:pt x="1130444" y="95153"/>
                </a:cubicBezTo>
                <a:cubicBezTo>
                  <a:pt x="1130444" y="100281"/>
                  <a:pt x="1130911" y="105098"/>
                  <a:pt x="1131845" y="109603"/>
                </a:cubicBezTo>
                <a:cubicBezTo>
                  <a:pt x="1132780" y="114109"/>
                  <a:pt x="1134337" y="118042"/>
                  <a:pt x="1136517" y="121404"/>
                </a:cubicBezTo>
                <a:cubicBezTo>
                  <a:pt x="1138697" y="124765"/>
                  <a:pt x="1141622" y="127434"/>
                  <a:pt x="1145290" y="129411"/>
                </a:cubicBezTo>
                <a:cubicBezTo>
                  <a:pt x="1148958" y="131386"/>
                  <a:pt x="1153527" y="132373"/>
                  <a:pt x="1158995" y="132373"/>
                </a:cubicBezTo>
                <a:cubicBezTo>
                  <a:pt x="1163978" y="132373"/>
                  <a:pt x="1168304" y="131472"/>
                  <a:pt x="1171972" y="129670"/>
                </a:cubicBezTo>
                <a:cubicBezTo>
                  <a:pt x="1175641" y="127869"/>
                  <a:pt x="1178651" y="125339"/>
                  <a:pt x="1181005" y="122082"/>
                </a:cubicBezTo>
                <a:cubicBezTo>
                  <a:pt x="1183358" y="118822"/>
                  <a:pt x="1185088" y="114941"/>
                  <a:pt x="1186196" y="110437"/>
                </a:cubicBezTo>
                <a:cubicBezTo>
                  <a:pt x="1187303" y="105932"/>
                  <a:pt x="1187857" y="100975"/>
                  <a:pt x="1187857" y="95568"/>
                </a:cubicBezTo>
                <a:close/>
                <a:moveTo>
                  <a:pt x="1360429" y="48485"/>
                </a:moveTo>
                <a:cubicBezTo>
                  <a:pt x="1360429" y="48969"/>
                  <a:pt x="1360360" y="49558"/>
                  <a:pt x="1360221" y="50250"/>
                </a:cubicBezTo>
                <a:cubicBezTo>
                  <a:pt x="1360083" y="50942"/>
                  <a:pt x="1359840" y="51807"/>
                  <a:pt x="1359494" y="52845"/>
                </a:cubicBezTo>
                <a:lnTo>
                  <a:pt x="1331982" y="141613"/>
                </a:lnTo>
                <a:cubicBezTo>
                  <a:pt x="1331774" y="142374"/>
                  <a:pt x="1331445" y="142997"/>
                  <a:pt x="1330995" y="143482"/>
                </a:cubicBezTo>
                <a:cubicBezTo>
                  <a:pt x="1330545" y="143966"/>
                  <a:pt x="1329922" y="144347"/>
                  <a:pt x="1329126" y="144624"/>
                </a:cubicBezTo>
                <a:cubicBezTo>
                  <a:pt x="1328330" y="144901"/>
                  <a:pt x="1327240" y="145091"/>
                  <a:pt x="1325856" y="145195"/>
                </a:cubicBezTo>
                <a:cubicBezTo>
                  <a:pt x="1324472" y="145299"/>
                  <a:pt x="1322741" y="145351"/>
                  <a:pt x="1320665" y="145351"/>
                </a:cubicBezTo>
                <a:cubicBezTo>
                  <a:pt x="1318519" y="145351"/>
                  <a:pt x="1316720" y="145281"/>
                  <a:pt x="1315266" y="145143"/>
                </a:cubicBezTo>
                <a:cubicBezTo>
                  <a:pt x="1313813" y="145005"/>
                  <a:pt x="1312653" y="144797"/>
                  <a:pt x="1311788" y="144520"/>
                </a:cubicBezTo>
                <a:cubicBezTo>
                  <a:pt x="1310923" y="144243"/>
                  <a:pt x="1310283" y="143863"/>
                  <a:pt x="1309867" y="143378"/>
                </a:cubicBezTo>
                <a:cubicBezTo>
                  <a:pt x="1309452" y="142894"/>
                  <a:pt x="1309141" y="142305"/>
                  <a:pt x="1308933" y="141613"/>
                </a:cubicBezTo>
                <a:lnTo>
                  <a:pt x="1289311" y="73817"/>
                </a:lnTo>
                <a:lnTo>
                  <a:pt x="1289103" y="72883"/>
                </a:lnTo>
                <a:lnTo>
                  <a:pt x="1288895" y="73817"/>
                </a:lnTo>
                <a:lnTo>
                  <a:pt x="1270727" y="141613"/>
                </a:lnTo>
                <a:cubicBezTo>
                  <a:pt x="1270519" y="142374"/>
                  <a:pt x="1270190" y="142997"/>
                  <a:pt x="1269740" y="143482"/>
                </a:cubicBezTo>
                <a:cubicBezTo>
                  <a:pt x="1269290" y="143966"/>
                  <a:pt x="1268616" y="144347"/>
                  <a:pt x="1267716" y="144624"/>
                </a:cubicBezTo>
                <a:cubicBezTo>
                  <a:pt x="1266816" y="144901"/>
                  <a:pt x="1265657" y="145091"/>
                  <a:pt x="1264238" y="145195"/>
                </a:cubicBezTo>
                <a:cubicBezTo>
                  <a:pt x="1262819" y="145299"/>
                  <a:pt x="1261071" y="145351"/>
                  <a:pt x="1258995" y="145351"/>
                </a:cubicBezTo>
                <a:cubicBezTo>
                  <a:pt x="1256849" y="145351"/>
                  <a:pt x="1255101" y="145281"/>
                  <a:pt x="1253752" y="145143"/>
                </a:cubicBezTo>
                <a:cubicBezTo>
                  <a:pt x="1252402" y="145005"/>
                  <a:pt x="1251295" y="144797"/>
                  <a:pt x="1250429" y="144520"/>
                </a:cubicBezTo>
                <a:cubicBezTo>
                  <a:pt x="1249564" y="144243"/>
                  <a:pt x="1248924" y="143863"/>
                  <a:pt x="1248509" y="143378"/>
                </a:cubicBezTo>
                <a:cubicBezTo>
                  <a:pt x="1248093" y="142894"/>
                  <a:pt x="1247782" y="142305"/>
                  <a:pt x="1247574" y="141613"/>
                </a:cubicBezTo>
                <a:lnTo>
                  <a:pt x="1220269" y="52845"/>
                </a:lnTo>
                <a:cubicBezTo>
                  <a:pt x="1219923" y="51807"/>
                  <a:pt x="1219681" y="50942"/>
                  <a:pt x="1219542" y="50250"/>
                </a:cubicBezTo>
                <a:cubicBezTo>
                  <a:pt x="1219404" y="49558"/>
                  <a:pt x="1219335" y="48969"/>
                  <a:pt x="1219335" y="48485"/>
                </a:cubicBezTo>
                <a:cubicBezTo>
                  <a:pt x="1219335" y="47862"/>
                  <a:pt x="1219473" y="47360"/>
                  <a:pt x="1219750" y="46979"/>
                </a:cubicBezTo>
                <a:cubicBezTo>
                  <a:pt x="1220027" y="46599"/>
                  <a:pt x="1220494" y="46287"/>
                  <a:pt x="1221152" y="46045"/>
                </a:cubicBezTo>
                <a:cubicBezTo>
                  <a:pt x="1221809" y="45803"/>
                  <a:pt x="1222692" y="45647"/>
                  <a:pt x="1223799" y="45578"/>
                </a:cubicBezTo>
                <a:cubicBezTo>
                  <a:pt x="1224907" y="45509"/>
                  <a:pt x="1226256" y="45474"/>
                  <a:pt x="1227848" y="45474"/>
                </a:cubicBezTo>
                <a:cubicBezTo>
                  <a:pt x="1229786" y="45474"/>
                  <a:pt x="1231343" y="45526"/>
                  <a:pt x="1232520" y="45630"/>
                </a:cubicBezTo>
                <a:cubicBezTo>
                  <a:pt x="1233697" y="45734"/>
                  <a:pt x="1234597" y="45907"/>
                  <a:pt x="1235220" y="46149"/>
                </a:cubicBezTo>
                <a:cubicBezTo>
                  <a:pt x="1235842" y="46391"/>
                  <a:pt x="1236292" y="46737"/>
                  <a:pt x="1236569" y="47187"/>
                </a:cubicBezTo>
                <a:cubicBezTo>
                  <a:pt x="1236846" y="47635"/>
                  <a:pt x="1237088" y="48170"/>
                  <a:pt x="1237296" y="48793"/>
                </a:cubicBezTo>
                <a:lnTo>
                  <a:pt x="1259825" y="125728"/>
                </a:lnTo>
                <a:lnTo>
                  <a:pt x="1260033" y="126663"/>
                </a:lnTo>
                <a:lnTo>
                  <a:pt x="1260241" y="125728"/>
                </a:lnTo>
                <a:lnTo>
                  <a:pt x="1280901" y="48793"/>
                </a:lnTo>
                <a:cubicBezTo>
                  <a:pt x="1281040" y="48170"/>
                  <a:pt x="1281265" y="47635"/>
                  <a:pt x="1281576" y="47187"/>
                </a:cubicBezTo>
                <a:cubicBezTo>
                  <a:pt x="1281887" y="46737"/>
                  <a:pt x="1282355" y="46391"/>
                  <a:pt x="1282978" y="46149"/>
                </a:cubicBezTo>
                <a:cubicBezTo>
                  <a:pt x="1283601" y="45907"/>
                  <a:pt x="1284448" y="45734"/>
                  <a:pt x="1285521" y="45630"/>
                </a:cubicBezTo>
                <a:cubicBezTo>
                  <a:pt x="1286594" y="45526"/>
                  <a:pt x="1287996" y="45474"/>
                  <a:pt x="1289726" y="45474"/>
                </a:cubicBezTo>
                <a:cubicBezTo>
                  <a:pt x="1291387" y="45474"/>
                  <a:pt x="1292754" y="45526"/>
                  <a:pt x="1293827" y="45630"/>
                </a:cubicBezTo>
                <a:cubicBezTo>
                  <a:pt x="1294900" y="45734"/>
                  <a:pt x="1295748" y="45907"/>
                  <a:pt x="1296371" y="46149"/>
                </a:cubicBezTo>
                <a:cubicBezTo>
                  <a:pt x="1296994" y="46391"/>
                  <a:pt x="1297443" y="46720"/>
                  <a:pt x="1297720" y="47135"/>
                </a:cubicBezTo>
                <a:cubicBezTo>
                  <a:pt x="1297997" y="47548"/>
                  <a:pt x="1298205" y="48032"/>
                  <a:pt x="1298343" y="48585"/>
                </a:cubicBezTo>
                <a:lnTo>
                  <a:pt x="1320665" y="125728"/>
                </a:lnTo>
                <a:lnTo>
                  <a:pt x="1320873" y="126663"/>
                </a:lnTo>
                <a:lnTo>
                  <a:pt x="1320976" y="125728"/>
                </a:lnTo>
                <a:lnTo>
                  <a:pt x="1343194" y="48793"/>
                </a:lnTo>
                <a:cubicBezTo>
                  <a:pt x="1343333" y="48170"/>
                  <a:pt x="1343558" y="47635"/>
                  <a:pt x="1343869" y="47187"/>
                </a:cubicBezTo>
                <a:cubicBezTo>
                  <a:pt x="1344181" y="46737"/>
                  <a:pt x="1344665" y="46391"/>
                  <a:pt x="1345323" y="46149"/>
                </a:cubicBezTo>
                <a:cubicBezTo>
                  <a:pt x="1345980" y="45907"/>
                  <a:pt x="1346880" y="45734"/>
                  <a:pt x="1348022" y="45630"/>
                </a:cubicBezTo>
                <a:cubicBezTo>
                  <a:pt x="1349164" y="45526"/>
                  <a:pt x="1350635" y="45474"/>
                  <a:pt x="1352434" y="45474"/>
                </a:cubicBezTo>
                <a:cubicBezTo>
                  <a:pt x="1354096" y="45474"/>
                  <a:pt x="1355428" y="45509"/>
                  <a:pt x="1356432" y="45578"/>
                </a:cubicBezTo>
                <a:cubicBezTo>
                  <a:pt x="1357435" y="45647"/>
                  <a:pt x="1358231" y="45820"/>
                  <a:pt x="1358819" y="46097"/>
                </a:cubicBezTo>
                <a:cubicBezTo>
                  <a:pt x="1359408" y="46374"/>
                  <a:pt x="1359823" y="46685"/>
                  <a:pt x="1360065" y="47031"/>
                </a:cubicBezTo>
                <a:cubicBezTo>
                  <a:pt x="1360308" y="47377"/>
                  <a:pt x="1360429" y="47862"/>
                  <a:pt x="1360429" y="48485"/>
                </a:cubicBezTo>
                <a:close/>
                <a:moveTo>
                  <a:pt x="1577254" y="142028"/>
                </a:moveTo>
                <a:cubicBezTo>
                  <a:pt x="1577254" y="142582"/>
                  <a:pt x="1577115" y="143067"/>
                  <a:pt x="1576839" y="143482"/>
                </a:cubicBezTo>
                <a:cubicBezTo>
                  <a:pt x="1576562" y="143897"/>
                  <a:pt x="1576077" y="144226"/>
                  <a:pt x="1575385" y="144468"/>
                </a:cubicBezTo>
                <a:cubicBezTo>
                  <a:pt x="1574693" y="144710"/>
                  <a:pt x="1573810" y="144918"/>
                  <a:pt x="1572738" y="145091"/>
                </a:cubicBezTo>
                <a:cubicBezTo>
                  <a:pt x="1571665" y="145264"/>
                  <a:pt x="1570263" y="145351"/>
                  <a:pt x="1568533" y="145351"/>
                </a:cubicBezTo>
                <a:cubicBezTo>
                  <a:pt x="1566941" y="145351"/>
                  <a:pt x="1565574" y="145264"/>
                  <a:pt x="1564432" y="145091"/>
                </a:cubicBezTo>
                <a:cubicBezTo>
                  <a:pt x="1563290" y="144918"/>
                  <a:pt x="1562390" y="144710"/>
                  <a:pt x="1561733" y="144468"/>
                </a:cubicBezTo>
                <a:cubicBezTo>
                  <a:pt x="1561075" y="144226"/>
                  <a:pt x="1560608" y="143897"/>
                  <a:pt x="1560331" y="143482"/>
                </a:cubicBezTo>
                <a:cubicBezTo>
                  <a:pt x="1560054" y="143067"/>
                  <a:pt x="1559916" y="142582"/>
                  <a:pt x="1559916" y="142028"/>
                </a:cubicBezTo>
                <a:lnTo>
                  <a:pt x="1559916" y="25021"/>
                </a:lnTo>
                <a:lnTo>
                  <a:pt x="1559708" y="25021"/>
                </a:lnTo>
                <a:lnTo>
                  <a:pt x="1511846" y="142547"/>
                </a:lnTo>
                <a:cubicBezTo>
                  <a:pt x="1511638" y="143032"/>
                  <a:pt x="1511344" y="143447"/>
                  <a:pt x="1510964" y="143793"/>
                </a:cubicBezTo>
                <a:cubicBezTo>
                  <a:pt x="1510583" y="144139"/>
                  <a:pt x="1510029" y="144434"/>
                  <a:pt x="1509302" y="144676"/>
                </a:cubicBezTo>
                <a:cubicBezTo>
                  <a:pt x="1508576" y="144918"/>
                  <a:pt x="1507711" y="145091"/>
                  <a:pt x="1506707" y="145195"/>
                </a:cubicBezTo>
                <a:cubicBezTo>
                  <a:pt x="1505703" y="145299"/>
                  <a:pt x="1504509" y="145351"/>
                  <a:pt x="1503125" y="145351"/>
                </a:cubicBezTo>
                <a:cubicBezTo>
                  <a:pt x="1501672" y="145351"/>
                  <a:pt x="1500426" y="145281"/>
                  <a:pt x="1499387" y="145143"/>
                </a:cubicBezTo>
                <a:cubicBezTo>
                  <a:pt x="1498349" y="145005"/>
                  <a:pt x="1497484" y="144814"/>
                  <a:pt x="1496792" y="144572"/>
                </a:cubicBezTo>
                <a:cubicBezTo>
                  <a:pt x="1496100" y="144330"/>
                  <a:pt x="1495563" y="144036"/>
                  <a:pt x="1495183" y="143690"/>
                </a:cubicBezTo>
                <a:cubicBezTo>
                  <a:pt x="1494802" y="143343"/>
                  <a:pt x="1494542" y="142963"/>
                  <a:pt x="1494404" y="142547"/>
                </a:cubicBezTo>
                <a:lnTo>
                  <a:pt x="1448619" y="25021"/>
                </a:lnTo>
                <a:lnTo>
                  <a:pt x="1448515" y="25021"/>
                </a:lnTo>
                <a:lnTo>
                  <a:pt x="1448515" y="142028"/>
                </a:lnTo>
                <a:cubicBezTo>
                  <a:pt x="1448515" y="142582"/>
                  <a:pt x="1448376" y="143067"/>
                  <a:pt x="1448099" y="143482"/>
                </a:cubicBezTo>
                <a:cubicBezTo>
                  <a:pt x="1447823" y="143897"/>
                  <a:pt x="1447338" y="144226"/>
                  <a:pt x="1446646" y="144468"/>
                </a:cubicBezTo>
                <a:cubicBezTo>
                  <a:pt x="1445954" y="144710"/>
                  <a:pt x="1445054" y="144918"/>
                  <a:pt x="1443947" y="145091"/>
                </a:cubicBezTo>
                <a:cubicBezTo>
                  <a:pt x="1442839" y="145264"/>
                  <a:pt x="1441420" y="145351"/>
                  <a:pt x="1439690" y="145351"/>
                </a:cubicBezTo>
                <a:cubicBezTo>
                  <a:pt x="1438029" y="145351"/>
                  <a:pt x="1436644" y="145264"/>
                  <a:pt x="1435537" y="145091"/>
                </a:cubicBezTo>
                <a:cubicBezTo>
                  <a:pt x="1434430" y="144918"/>
                  <a:pt x="1433547" y="144710"/>
                  <a:pt x="1432890" y="144468"/>
                </a:cubicBezTo>
                <a:cubicBezTo>
                  <a:pt x="1432232" y="144226"/>
                  <a:pt x="1431782" y="143897"/>
                  <a:pt x="1431540" y="143482"/>
                </a:cubicBezTo>
                <a:cubicBezTo>
                  <a:pt x="1431298" y="143067"/>
                  <a:pt x="1431176" y="142582"/>
                  <a:pt x="1431176" y="142028"/>
                </a:cubicBezTo>
                <a:lnTo>
                  <a:pt x="1431176" y="18480"/>
                </a:lnTo>
                <a:cubicBezTo>
                  <a:pt x="1431176" y="15573"/>
                  <a:pt x="1431938" y="13497"/>
                  <a:pt x="1433461" y="12251"/>
                </a:cubicBezTo>
                <a:cubicBezTo>
                  <a:pt x="1434983" y="11005"/>
                  <a:pt x="1436679" y="10382"/>
                  <a:pt x="1438548" y="10382"/>
                </a:cubicBezTo>
                <a:lnTo>
                  <a:pt x="1449345" y="10382"/>
                </a:lnTo>
                <a:cubicBezTo>
                  <a:pt x="1451560" y="10382"/>
                  <a:pt x="1453498" y="10590"/>
                  <a:pt x="1455159" y="11005"/>
                </a:cubicBezTo>
                <a:cubicBezTo>
                  <a:pt x="1456821" y="11420"/>
                  <a:pt x="1458274" y="12078"/>
                  <a:pt x="1459520" y="12978"/>
                </a:cubicBezTo>
                <a:cubicBezTo>
                  <a:pt x="1460766" y="13878"/>
                  <a:pt x="1461804" y="15020"/>
                  <a:pt x="1462635" y="16404"/>
                </a:cubicBezTo>
                <a:cubicBezTo>
                  <a:pt x="1463465" y="17788"/>
                  <a:pt x="1464192" y="19415"/>
                  <a:pt x="1464815" y="21283"/>
                </a:cubicBezTo>
                <a:lnTo>
                  <a:pt x="1503748" y="118565"/>
                </a:lnTo>
                <a:lnTo>
                  <a:pt x="1504267" y="118565"/>
                </a:lnTo>
                <a:lnTo>
                  <a:pt x="1544758" y="21595"/>
                </a:lnTo>
                <a:cubicBezTo>
                  <a:pt x="1545519" y="19519"/>
                  <a:pt x="1546350" y="17754"/>
                  <a:pt x="1547249" y="16300"/>
                </a:cubicBezTo>
                <a:cubicBezTo>
                  <a:pt x="1548149" y="14847"/>
                  <a:pt x="1549135" y="13687"/>
                  <a:pt x="1550208" y="12822"/>
                </a:cubicBezTo>
                <a:cubicBezTo>
                  <a:pt x="1551281" y="11957"/>
                  <a:pt x="1552475" y="11334"/>
                  <a:pt x="1553790" y="10953"/>
                </a:cubicBezTo>
                <a:cubicBezTo>
                  <a:pt x="1555105" y="10573"/>
                  <a:pt x="1556628" y="10382"/>
                  <a:pt x="1558358" y="10382"/>
                </a:cubicBezTo>
                <a:lnTo>
                  <a:pt x="1569675" y="10382"/>
                </a:lnTo>
                <a:cubicBezTo>
                  <a:pt x="1570713" y="10382"/>
                  <a:pt x="1571699" y="10538"/>
                  <a:pt x="1572634" y="10849"/>
                </a:cubicBezTo>
                <a:cubicBezTo>
                  <a:pt x="1573568" y="11161"/>
                  <a:pt x="1574364" y="11645"/>
                  <a:pt x="1575022" y="12303"/>
                </a:cubicBezTo>
                <a:cubicBezTo>
                  <a:pt x="1575679" y="12960"/>
                  <a:pt x="1576216" y="13791"/>
                  <a:pt x="1576631" y="14795"/>
                </a:cubicBezTo>
                <a:cubicBezTo>
                  <a:pt x="1577046" y="15798"/>
                  <a:pt x="1577254" y="17027"/>
                  <a:pt x="1577254" y="18480"/>
                </a:cubicBezTo>
                <a:lnTo>
                  <a:pt x="1577254" y="142028"/>
                </a:lnTo>
                <a:close/>
                <a:moveTo>
                  <a:pt x="1696538" y="94426"/>
                </a:moveTo>
                <a:cubicBezTo>
                  <a:pt x="1696538" y="102046"/>
                  <a:pt x="1695535" y="109061"/>
                  <a:pt x="1693527" y="115469"/>
                </a:cubicBezTo>
                <a:cubicBezTo>
                  <a:pt x="1691520" y="121878"/>
                  <a:pt x="1688527" y="127405"/>
                  <a:pt x="1684547" y="132048"/>
                </a:cubicBezTo>
                <a:cubicBezTo>
                  <a:pt x="1680567" y="136690"/>
                  <a:pt x="1675584" y="140310"/>
                  <a:pt x="1669596" y="142908"/>
                </a:cubicBezTo>
                <a:cubicBezTo>
                  <a:pt x="1663609" y="145505"/>
                  <a:pt x="1656671" y="146804"/>
                  <a:pt x="1648780" y="146804"/>
                </a:cubicBezTo>
                <a:cubicBezTo>
                  <a:pt x="1641097" y="146804"/>
                  <a:pt x="1634401" y="145661"/>
                  <a:pt x="1628691" y="143375"/>
                </a:cubicBezTo>
                <a:cubicBezTo>
                  <a:pt x="1622980" y="141089"/>
                  <a:pt x="1618222" y="137763"/>
                  <a:pt x="1614415" y="133398"/>
                </a:cubicBezTo>
                <a:cubicBezTo>
                  <a:pt x="1610608" y="129033"/>
                  <a:pt x="1607770" y="123733"/>
                  <a:pt x="1605902" y="117497"/>
                </a:cubicBezTo>
                <a:cubicBezTo>
                  <a:pt x="1604033" y="111261"/>
                  <a:pt x="1603099" y="104194"/>
                  <a:pt x="1603099" y="96295"/>
                </a:cubicBezTo>
                <a:cubicBezTo>
                  <a:pt x="1603099" y="88675"/>
                  <a:pt x="1604085" y="81660"/>
                  <a:pt x="1606057" y="75251"/>
                </a:cubicBezTo>
                <a:cubicBezTo>
                  <a:pt x="1608030" y="68843"/>
                  <a:pt x="1611006" y="63317"/>
                  <a:pt x="1614986" y="58676"/>
                </a:cubicBezTo>
                <a:cubicBezTo>
                  <a:pt x="1618966" y="54032"/>
                  <a:pt x="1623932" y="50428"/>
                  <a:pt x="1629885" y="47865"/>
                </a:cubicBezTo>
                <a:cubicBezTo>
                  <a:pt x="1635837" y="45302"/>
                  <a:pt x="1642793" y="44020"/>
                  <a:pt x="1650753" y="44020"/>
                </a:cubicBezTo>
                <a:cubicBezTo>
                  <a:pt x="1658436" y="44020"/>
                  <a:pt x="1665132" y="45164"/>
                  <a:pt x="1670842" y="47450"/>
                </a:cubicBezTo>
                <a:cubicBezTo>
                  <a:pt x="1676553" y="49736"/>
                  <a:pt x="1681311" y="53062"/>
                  <a:pt x="1685118" y="57426"/>
                </a:cubicBezTo>
                <a:cubicBezTo>
                  <a:pt x="1688925" y="61791"/>
                  <a:pt x="1691780" y="67092"/>
                  <a:pt x="1693683" y="73327"/>
                </a:cubicBezTo>
                <a:cubicBezTo>
                  <a:pt x="1695587" y="79563"/>
                  <a:pt x="1696538" y="86596"/>
                  <a:pt x="1696538" y="94426"/>
                </a:cubicBezTo>
                <a:moveTo>
                  <a:pt x="1678473" y="95568"/>
                </a:moveTo>
                <a:cubicBezTo>
                  <a:pt x="1678473" y="90509"/>
                  <a:pt x="1678006" y="85727"/>
                  <a:pt x="1677072" y="81221"/>
                </a:cubicBezTo>
                <a:cubicBezTo>
                  <a:pt x="1676137" y="76716"/>
                  <a:pt x="1674597" y="72765"/>
                  <a:pt x="1672452" y="69369"/>
                </a:cubicBezTo>
                <a:cubicBezTo>
                  <a:pt x="1670306" y="65973"/>
                  <a:pt x="1667399" y="63288"/>
                  <a:pt x="1663730" y="61313"/>
                </a:cubicBezTo>
                <a:cubicBezTo>
                  <a:pt x="1660062" y="59336"/>
                  <a:pt x="1655494" y="58348"/>
                  <a:pt x="1650026" y="58348"/>
                </a:cubicBezTo>
                <a:cubicBezTo>
                  <a:pt x="1644973" y="58348"/>
                  <a:pt x="1640630" y="59249"/>
                  <a:pt x="1636996" y="61051"/>
                </a:cubicBezTo>
                <a:cubicBezTo>
                  <a:pt x="1633363" y="62852"/>
                  <a:pt x="1630369" y="65400"/>
                  <a:pt x="1628016" y="68694"/>
                </a:cubicBezTo>
                <a:cubicBezTo>
                  <a:pt x="1625662" y="71986"/>
                  <a:pt x="1623915" y="75885"/>
                  <a:pt x="1622773" y="80391"/>
                </a:cubicBezTo>
                <a:cubicBezTo>
                  <a:pt x="1621631" y="84894"/>
                  <a:pt x="1621060" y="89815"/>
                  <a:pt x="1621060" y="95153"/>
                </a:cubicBezTo>
                <a:cubicBezTo>
                  <a:pt x="1621060" y="100281"/>
                  <a:pt x="1621527" y="105098"/>
                  <a:pt x="1622461" y="109603"/>
                </a:cubicBezTo>
                <a:cubicBezTo>
                  <a:pt x="1623396" y="114109"/>
                  <a:pt x="1624953" y="118042"/>
                  <a:pt x="1627133" y="121404"/>
                </a:cubicBezTo>
                <a:cubicBezTo>
                  <a:pt x="1629314" y="124765"/>
                  <a:pt x="1632238" y="127434"/>
                  <a:pt x="1635906" y="129411"/>
                </a:cubicBezTo>
                <a:cubicBezTo>
                  <a:pt x="1639575" y="131386"/>
                  <a:pt x="1644143" y="132373"/>
                  <a:pt x="1649611" y="132373"/>
                </a:cubicBezTo>
                <a:cubicBezTo>
                  <a:pt x="1654594" y="132373"/>
                  <a:pt x="1658920" y="131472"/>
                  <a:pt x="1662588" y="129670"/>
                </a:cubicBezTo>
                <a:cubicBezTo>
                  <a:pt x="1666257" y="127869"/>
                  <a:pt x="1669268" y="125339"/>
                  <a:pt x="1671621" y="122082"/>
                </a:cubicBezTo>
                <a:cubicBezTo>
                  <a:pt x="1673974" y="118822"/>
                  <a:pt x="1675705" y="114941"/>
                  <a:pt x="1676812" y="110437"/>
                </a:cubicBezTo>
                <a:cubicBezTo>
                  <a:pt x="1677919" y="105932"/>
                  <a:pt x="1678473" y="100975"/>
                  <a:pt x="1678473" y="95568"/>
                </a:cubicBezTo>
                <a:close/>
                <a:moveTo>
                  <a:pt x="1801645" y="142132"/>
                </a:moveTo>
                <a:cubicBezTo>
                  <a:pt x="1801645" y="142686"/>
                  <a:pt x="1801507" y="143153"/>
                  <a:pt x="1801230" y="143534"/>
                </a:cubicBezTo>
                <a:cubicBezTo>
                  <a:pt x="1800953" y="143914"/>
                  <a:pt x="1800503" y="144243"/>
                  <a:pt x="1799881" y="144520"/>
                </a:cubicBezTo>
                <a:cubicBezTo>
                  <a:pt x="1799258" y="144797"/>
                  <a:pt x="1798392" y="145005"/>
                  <a:pt x="1797285" y="145143"/>
                </a:cubicBezTo>
                <a:cubicBezTo>
                  <a:pt x="1796178" y="145281"/>
                  <a:pt x="1794793" y="145351"/>
                  <a:pt x="1793132" y="145351"/>
                </a:cubicBezTo>
                <a:cubicBezTo>
                  <a:pt x="1791402" y="145351"/>
                  <a:pt x="1789983" y="145281"/>
                  <a:pt x="1788875" y="145143"/>
                </a:cubicBezTo>
                <a:cubicBezTo>
                  <a:pt x="1787768" y="145005"/>
                  <a:pt x="1786903" y="144797"/>
                  <a:pt x="1786280" y="144520"/>
                </a:cubicBezTo>
                <a:cubicBezTo>
                  <a:pt x="1785657" y="144243"/>
                  <a:pt x="1785207" y="143914"/>
                  <a:pt x="1784930" y="143534"/>
                </a:cubicBezTo>
                <a:cubicBezTo>
                  <a:pt x="1784653" y="143153"/>
                  <a:pt x="1784515" y="142686"/>
                  <a:pt x="1784515" y="142132"/>
                </a:cubicBezTo>
                <a:lnTo>
                  <a:pt x="1784515" y="87418"/>
                </a:lnTo>
                <a:cubicBezTo>
                  <a:pt x="1784515" y="82089"/>
                  <a:pt x="1784100" y="77797"/>
                  <a:pt x="1783269" y="74544"/>
                </a:cubicBezTo>
                <a:cubicBezTo>
                  <a:pt x="1782438" y="71291"/>
                  <a:pt x="1781227" y="68488"/>
                  <a:pt x="1779635" y="66135"/>
                </a:cubicBezTo>
                <a:cubicBezTo>
                  <a:pt x="1778043" y="63781"/>
                  <a:pt x="1775984" y="61982"/>
                  <a:pt x="1773458" y="60736"/>
                </a:cubicBezTo>
                <a:cubicBezTo>
                  <a:pt x="1770932" y="59490"/>
                  <a:pt x="1768007" y="58867"/>
                  <a:pt x="1764685" y="58867"/>
                </a:cubicBezTo>
                <a:cubicBezTo>
                  <a:pt x="1760394" y="58867"/>
                  <a:pt x="1756102" y="60390"/>
                  <a:pt x="1751811" y="63435"/>
                </a:cubicBezTo>
                <a:cubicBezTo>
                  <a:pt x="1747520" y="66481"/>
                  <a:pt x="1743021" y="70945"/>
                  <a:pt x="1738314" y="76828"/>
                </a:cubicBezTo>
                <a:lnTo>
                  <a:pt x="1738314" y="142132"/>
                </a:lnTo>
                <a:cubicBezTo>
                  <a:pt x="1738314" y="142686"/>
                  <a:pt x="1738176" y="143153"/>
                  <a:pt x="1737899" y="143534"/>
                </a:cubicBezTo>
                <a:cubicBezTo>
                  <a:pt x="1737622" y="143914"/>
                  <a:pt x="1737172" y="144243"/>
                  <a:pt x="1736549" y="144520"/>
                </a:cubicBezTo>
                <a:cubicBezTo>
                  <a:pt x="1735926" y="144797"/>
                  <a:pt x="1735061" y="145005"/>
                  <a:pt x="1733954" y="145143"/>
                </a:cubicBezTo>
                <a:cubicBezTo>
                  <a:pt x="1732846" y="145281"/>
                  <a:pt x="1731427" y="145351"/>
                  <a:pt x="1729697" y="145351"/>
                </a:cubicBezTo>
                <a:cubicBezTo>
                  <a:pt x="1728036" y="145351"/>
                  <a:pt x="1726651" y="145281"/>
                  <a:pt x="1725544" y="145143"/>
                </a:cubicBezTo>
                <a:cubicBezTo>
                  <a:pt x="1724437" y="145005"/>
                  <a:pt x="1723554" y="144797"/>
                  <a:pt x="1722897" y="144520"/>
                </a:cubicBezTo>
                <a:cubicBezTo>
                  <a:pt x="1722239" y="144243"/>
                  <a:pt x="1721789" y="143914"/>
                  <a:pt x="1721547" y="143534"/>
                </a:cubicBezTo>
                <a:cubicBezTo>
                  <a:pt x="1721305" y="143153"/>
                  <a:pt x="1721184" y="142686"/>
                  <a:pt x="1721184" y="142132"/>
                </a:cubicBezTo>
                <a:lnTo>
                  <a:pt x="1721184" y="48692"/>
                </a:lnTo>
                <a:cubicBezTo>
                  <a:pt x="1721184" y="48139"/>
                  <a:pt x="1721287" y="47672"/>
                  <a:pt x="1721495" y="47291"/>
                </a:cubicBezTo>
                <a:cubicBezTo>
                  <a:pt x="1721703" y="46910"/>
                  <a:pt x="1722118" y="46564"/>
                  <a:pt x="1722741" y="46253"/>
                </a:cubicBezTo>
                <a:cubicBezTo>
                  <a:pt x="1723364" y="45941"/>
                  <a:pt x="1724160" y="45734"/>
                  <a:pt x="1725129" y="45630"/>
                </a:cubicBezTo>
                <a:cubicBezTo>
                  <a:pt x="1726098" y="45526"/>
                  <a:pt x="1727378" y="45474"/>
                  <a:pt x="1728970" y="45474"/>
                </a:cubicBezTo>
                <a:cubicBezTo>
                  <a:pt x="1730493" y="45474"/>
                  <a:pt x="1731756" y="45526"/>
                  <a:pt x="1732760" y="45630"/>
                </a:cubicBezTo>
                <a:cubicBezTo>
                  <a:pt x="1733763" y="45734"/>
                  <a:pt x="1734542" y="45941"/>
                  <a:pt x="1735096" y="46253"/>
                </a:cubicBezTo>
                <a:cubicBezTo>
                  <a:pt x="1735649" y="46564"/>
                  <a:pt x="1736047" y="46910"/>
                  <a:pt x="1736290" y="47291"/>
                </a:cubicBezTo>
                <a:cubicBezTo>
                  <a:pt x="1736532" y="47672"/>
                  <a:pt x="1736653" y="48139"/>
                  <a:pt x="1736653" y="48692"/>
                </a:cubicBezTo>
                <a:lnTo>
                  <a:pt x="1736653" y="61047"/>
                </a:lnTo>
                <a:cubicBezTo>
                  <a:pt x="1741913" y="55164"/>
                  <a:pt x="1747156" y="50855"/>
                  <a:pt x="1752382" y="48121"/>
                </a:cubicBezTo>
                <a:cubicBezTo>
                  <a:pt x="1757608" y="45387"/>
                  <a:pt x="1762885" y="44020"/>
                  <a:pt x="1768215" y="44020"/>
                </a:cubicBezTo>
                <a:cubicBezTo>
                  <a:pt x="1774444" y="44020"/>
                  <a:pt x="1779687" y="45076"/>
                  <a:pt x="1783944" y="47187"/>
                </a:cubicBezTo>
                <a:cubicBezTo>
                  <a:pt x="1788201" y="49298"/>
                  <a:pt x="1791644" y="52119"/>
                  <a:pt x="1794274" y="55649"/>
                </a:cubicBezTo>
                <a:cubicBezTo>
                  <a:pt x="1796904" y="59178"/>
                  <a:pt x="1798790" y="63314"/>
                  <a:pt x="1799932" y="68055"/>
                </a:cubicBezTo>
                <a:cubicBezTo>
                  <a:pt x="1801074" y="72796"/>
                  <a:pt x="1801645" y="78489"/>
                  <a:pt x="1801645" y="85134"/>
                </a:cubicBezTo>
                <a:lnTo>
                  <a:pt x="1801645" y="142132"/>
                </a:lnTo>
                <a:close/>
                <a:moveTo>
                  <a:pt x="1912463" y="91363"/>
                </a:moveTo>
                <a:cubicBezTo>
                  <a:pt x="1912463" y="94063"/>
                  <a:pt x="1911788" y="95983"/>
                  <a:pt x="1910438" y="97125"/>
                </a:cubicBezTo>
                <a:cubicBezTo>
                  <a:pt x="1909089" y="98267"/>
                  <a:pt x="1907549" y="98838"/>
                  <a:pt x="1905818" y="98838"/>
                </a:cubicBezTo>
                <a:lnTo>
                  <a:pt x="1844563" y="98838"/>
                </a:lnTo>
                <a:cubicBezTo>
                  <a:pt x="1844563" y="104045"/>
                  <a:pt x="1845083" y="108731"/>
                  <a:pt x="1846121" y="112897"/>
                </a:cubicBezTo>
                <a:cubicBezTo>
                  <a:pt x="1847159" y="117062"/>
                  <a:pt x="1848889" y="120638"/>
                  <a:pt x="1851312" y="123623"/>
                </a:cubicBezTo>
                <a:cubicBezTo>
                  <a:pt x="1853734" y="126608"/>
                  <a:pt x="1856884" y="128899"/>
                  <a:pt x="1860760" y="130498"/>
                </a:cubicBezTo>
                <a:cubicBezTo>
                  <a:pt x="1864636" y="132094"/>
                  <a:pt x="1869377" y="132892"/>
                  <a:pt x="1874983" y="132892"/>
                </a:cubicBezTo>
                <a:cubicBezTo>
                  <a:pt x="1879413" y="132892"/>
                  <a:pt x="1883358" y="132529"/>
                  <a:pt x="1886819" y="131802"/>
                </a:cubicBezTo>
                <a:cubicBezTo>
                  <a:pt x="1890280" y="131075"/>
                  <a:pt x="1893273" y="130262"/>
                  <a:pt x="1895800" y="129362"/>
                </a:cubicBezTo>
                <a:cubicBezTo>
                  <a:pt x="1898326" y="128462"/>
                  <a:pt x="1900402" y="127649"/>
                  <a:pt x="1902029" y="126922"/>
                </a:cubicBezTo>
                <a:cubicBezTo>
                  <a:pt x="1903655" y="126196"/>
                  <a:pt x="1904884" y="125832"/>
                  <a:pt x="1905715" y="125832"/>
                </a:cubicBezTo>
                <a:cubicBezTo>
                  <a:pt x="1906199" y="125832"/>
                  <a:pt x="1906632" y="125953"/>
                  <a:pt x="1907012" y="126196"/>
                </a:cubicBezTo>
                <a:cubicBezTo>
                  <a:pt x="1907393" y="126438"/>
                  <a:pt x="1907687" y="126801"/>
                  <a:pt x="1907895" y="127286"/>
                </a:cubicBezTo>
                <a:cubicBezTo>
                  <a:pt x="1908102" y="127770"/>
                  <a:pt x="1908258" y="128445"/>
                  <a:pt x="1908362" y="129310"/>
                </a:cubicBezTo>
                <a:cubicBezTo>
                  <a:pt x="1908466" y="130175"/>
                  <a:pt x="1908518" y="131231"/>
                  <a:pt x="1908518" y="132477"/>
                </a:cubicBezTo>
                <a:cubicBezTo>
                  <a:pt x="1908518" y="133377"/>
                  <a:pt x="1908483" y="134155"/>
                  <a:pt x="1908414" y="134813"/>
                </a:cubicBezTo>
                <a:cubicBezTo>
                  <a:pt x="1908345" y="135470"/>
                  <a:pt x="1908258" y="136059"/>
                  <a:pt x="1908154" y="136578"/>
                </a:cubicBezTo>
                <a:cubicBezTo>
                  <a:pt x="1908051" y="137097"/>
                  <a:pt x="1907877" y="137564"/>
                  <a:pt x="1907635" y="137979"/>
                </a:cubicBezTo>
                <a:cubicBezTo>
                  <a:pt x="1907393" y="138395"/>
                  <a:pt x="1907082" y="138793"/>
                  <a:pt x="1906701" y="139173"/>
                </a:cubicBezTo>
                <a:cubicBezTo>
                  <a:pt x="1906320" y="139554"/>
                  <a:pt x="1905195" y="140177"/>
                  <a:pt x="1903327" y="141042"/>
                </a:cubicBezTo>
                <a:cubicBezTo>
                  <a:pt x="1901458" y="141907"/>
                  <a:pt x="1899035" y="142755"/>
                  <a:pt x="1896059" y="143586"/>
                </a:cubicBezTo>
                <a:cubicBezTo>
                  <a:pt x="1893083" y="144416"/>
                  <a:pt x="1889639" y="145160"/>
                  <a:pt x="1885729" y="145818"/>
                </a:cubicBezTo>
                <a:cubicBezTo>
                  <a:pt x="1881818" y="146475"/>
                  <a:pt x="1877648" y="146804"/>
                  <a:pt x="1873218" y="146804"/>
                </a:cubicBezTo>
                <a:cubicBezTo>
                  <a:pt x="1865535" y="146804"/>
                  <a:pt x="1858804" y="145730"/>
                  <a:pt x="1853025" y="143582"/>
                </a:cubicBezTo>
                <a:cubicBezTo>
                  <a:pt x="1847246" y="141435"/>
                  <a:pt x="1842383" y="138248"/>
                  <a:pt x="1838438" y="134021"/>
                </a:cubicBezTo>
                <a:cubicBezTo>
                  <a:pt x="1834493" y="129795"/>
                  <a:pt x="1831516" y="124494"/>
                  <a:pt x="1829509" y="118120"/>
                </a:cubicBezTo>
                <a:cubicBezTo>
                  <a:pt x="1827502" y="111746"/>
                  <a:pt x="1826498" y="104332"/>
                  <a:pt x="1826498" y="95880"/>
                </a:cubicBezTo>
                <a:cubicBezTo>
                  <a:pt x="1826498" y="87842"/>
                  <a:pt x="1827537" y="80619"/>
                  <a:pt x="1829613" y="74210"/>
                </a:cubicBezTo>
                <a:cubicBezTo>
                  <a:pt x="1831690" y="67801"/>
                  <a:pt x="1834683" y="62362"/>
                  <a:pt x="1838594" y="57894"/>
                </a:cubicBezTo>
                <a:cubicBezTo>
                  <a:pt x="1842504" y="53425"/>
                  <a:pt x="1847228" y="49996"/>
                  <a:pt x="1852765" y="47606"/>
                </a:cubicBezTo>
                <a:cubicBezTo>
                  <a:pt x="1858303" y="45216"/>
                  <a:pt x="1864497" y="44020"/>
                  <a:pt x="1871349" y="44020"/>
                </a:cubicBezTo>
                <a:cubicBezTo>
                  <a:pt x="1878686" y="44020"/>
                  <a:pt x="1884933" y="45197"/>
                  <a:pt x="1890089" y="47550"/>
                </a:cubicBezTo>
                <a:cubicBezTo>
                  <a:pt x="1895246" y="49904"/>
                  <a:pt x="1899485" y="53070"/>
                  <a:pt x="1902808" y="57050"/>
                </a:cubicBezTo>
                <a:cubicBezTo>
                  <a:pt x="1906130" y="61030"/>
                  <a:pt x="1908570" y="65702"/>
                  <a:pt x="1910127" y="71066"/>
                </a:cubicBezTo>
                <a:cubicBezTo>
                  <a:pt x="1911684" y="76430"/>
                  <a:pt x="1912463" y="82158"/>
                  <a:pt x="1912463" y="88249"/>
                </a:cubicBezTo>
                <a:lnTo>
                  <a:pt x="1912463" y="91363"/>
                </a:lnTo>
                <a:moveTo>
                  <a:pt x="1895229" y="86276"/>
                </a:moveTo>
                <a:cubicBezTo>
                  <a:pt x="1895436" y="77278"/>
                  <a:pt x="1893446" y="70218"/>
                  <a:pt x="1889259" y="65096"/>
                </a:cubicBezTo>
                <a:cubicBezTo>
                  <a:pt x="1885071" y="59974"/>
                  <a:pt x="1878859" y="57414"/>
                  <a:pt x="1870623" y="57414"/>
                </a:cubicBezTo>
                <a:cubicBezTo>
                  <a:pt x="1866401" y="57414"/>
                  <a:pt x="1862698" y="58209"/>
                  <a:pt x="1859514" y="59801"/>
                </a:cubicBezTo>
                <a:cubicBezTo>
                  <a:pt x="1856330" y="61393"/>
                  <a:pt x="1853665" y="63504"/>
                  <a:pt x="1851520" y="66135"/>
                </a:cubicBezTo>
                <a:cubicBezTo>
                  <a:pt x="1849374" y="68765"/>
                  <a:pt x="1847713" y="71827"/>
                  <a:pt x="1846536" y="75323"/>
                </a:cubicBezTo>
                <a:cubicBezTo>
                  <a:pt x="1845359" y="78818"/>
                  <a:pt x="1844702" y="82469"/>
                  <a:pt x="1844563" y="86276"/>
                </a:cubicBezTo>
                <a:lnTo>
                  <a:pt x="1895229" y="86276"/>
                </a:lnTo>
                <a:close/>
                <a:moveTo>
                  <a:pt x="1979610" y="144728"/>
                </a:moveTo>
                <a:lnTo>
                  <a:pt x="1967151" y="179093"/>
                </a:lnTo>
                <a:cubicBezTo>
                  <a:pt x="1966736" y="180200"/>
                  <a:pt x="1965680" y="181048"/>
                  <a:pt x="1963985" y="181636"/>
                </a:cubicBezTo>
                <a:cubicBezTo>
                  <a:pt x="1962289" y="182225"/>
                  <a:pt x="1959711" y="182519"/>
                  <a:pt x="1956250" y="182519"/>
                </a:cubicBezTo>
                <a:cubicBezTo>
                  <a:pt x="1954450" y="182519"/>
                  <a:pt x="1952997" y="182432"/>
                  <a:pt x="1951889" y="182259"/>
                </a:cubicBezTo>
                <a:cubicBezTo>
                  <a:pt x="1950782" y="182086"/>
                  <a:pt x="1949934" y="181792"/>
                  <a:pt x="1949346" y="181377"/>
                </a:cubicBezTo>
                <a:cubicBezTo>
                  <a:pt x="1948757" y="180962"/>
                  <a:pt x="1948429" y="180408"/>
                  <a:pt x="1948359" y="179716"/>
                </a:cubicBezTo>
                <a:cubicBezTo>
                  <a:pt x="1948290" y="179024"/>
                  <a:pt x="1948463" y="178193"/>
                  <a:pt x="1948878" y="177224"/>
                </a:cubicBezTo>
                <a:lnTo>
                  <a:pt x="1961752" y="144728"/>
                </a:lnTo>
                <a:cubicBezTo>
                  <a:pt x="1961129" y="144451"/>
                  <a:pt x="1960541" y="144001"/>
                  <a:pt x="1959987" y="143378"/>
                </a:cubicBezTo>
                <a:cubicBezTo>
                  <a:pt x="1959434" y="142755"/>
                  <a:pt x="1959053" y="142098"/>
                  <a:pt x="1958845" y="141405"/>
                </a:cubicBezTo>
                <a:lnTo>
                  <a:pt x="1925519" y="52119"/>
                </a:lnTo>
                <a:cubicBezTo>
                  <a:pt x="1924965" y="50665"/>
                  <a:pt x="1924688" y="49523"/>
                  <a:pt x="1924688" y="48692"/>
                </a:cubicBezTo>
                <a:cubicBezTo>
                  <a:pt x="1924688" y="47862"/>
                  <a:pt x="1924965" y="47204"/>
                  <a:pt x="1925519" y="46720"/>
                </a:cubicBezTo>
                <a:cubicBezTo>
                  <a:pt x="1926072" y="46235"/>
                  <a:pt x="1926972" y="45907"/>
                  <a:pt x="1928218" y="45734"/>
                </a:cubicBezTo>
                <a:cubicBezTo>
                  <a:pt x="1929464" y="45561"/>
                  <a:pt x="1931125" y="45474"/>
                  <a:pt x="1933201" y="45474"/>
                </a:cubicBezTo>
                <a:cubicBezTo>
                  <a:pt x="1935278" y="45474"/>
                  <a:pt x="1936904" y="45526"/>
                  <a:pt x="1938081" y="45630"/>
                </a:cubicBezTo>
                <a:cubicBezTo>
                  <a:pt x="1939258" y="45734"/>
                  <a:pt x="1940192" y="45924"/>
                  <a:pt x="1940884" y="46201"/>
                </a:cubicBezTo>
                <a:cubicBezTo>
                  <a:pt x="1941576" y="46478"/>
                  <a:pt x="1942078" y="46876"/>
                  <a:pt x="1942390" y="47395"/>
                </a:cubicBezTo>
                <a:cubicBezTo>
                  <a:pt x="1942701" y="47914"/>
                  <a:pt x="1943030" y="48623"/>
                  <a:pt x="1943376" y="49523"/>
                </a:cubicBezTo>
                <a:lnTo>
                  <a:pt x="1970058" y="124482"/>
                </a:lnTo>
                <a:lnTo>
                  <a:pt x="1970370" y="124482"/>
                </a:lnTo>
                <a:lnTo>
                  <a:pt x="1996117" y="49108"/>
                </a:lnTo>
                <a:cubicBezTo>
                  <a:pt x="1996533" y="47793"/>
                  <a:pt x="1997035" y="46945"/>
                  <a:pt x="1997623" y="46564"/>
                </a:cubicBezTo>
                <a:cubicBezTo>
                  <a:pt x="1998211" y="46183"/>
                  <a:pt x="1999094" y="45907"/>
                  <a:pt x="2000270" y="45734"/>
                </a:cubicBezTo>
                <a:cubicBezTo>
                  <a:pt x="2001447" y="45561"/>
                  <a:pt x="2003143" y="45474"/>
                  <a:pt x="2005358" y="45474"/>
                </a:cubicBezTo>
                <a:cubicBezTo>
                  <a:pt x="2007296" y="45474"/>
                  <a:pt x="2008888" y="45561"/>
                  <a:pt x="2010133" y="45734"/>
                </a:cubicBezTo>
                <a:cubicBezTo>
                  <a:pt x="2011379" y="45907"/>
                  <a:pt x="2012296" y="46235"/>
                  <a:pt x="2012885" y="46720"/>
                </a:cubicBezTo>
                <a:cubicBezTo>
                  <a:pt x="2013473" y="47204"/>
                  <a:pt x="2013767" y="47862"/>
                  <a:pt x="2013767" y="48692"/>
                </a:cubicBezTo>
                <a:cubicBezTo>
                  <a:pt x="2013767" y="49523"/>
                  <a:pt x="2013560" y="50561"/>
                  <a:pt x="2013144" y="51807"/>
                </a:cubicBezTo>
                <a:lnTo>
                  <a:pt x="1979610" y="1447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840F90-F885-4F91-871A-7B34AA72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87" y="3435099"/>
            <a:ext cx="528384" cy="70449"/>
          </a:xfrm>
          <a:custGeom xmlns:a="http://schemas.openxmlformats.org/drawingml/2006/main">
            <a:pathLst>
              <a:path w="528384" h="70449">
                <a:moveTo>
                  <a:pt x="0" y="29354"/>
                </a:moveTo>
                <a:lnTo>
                  <a:pt x="0" y="41095"/>
                </a:lnTo>
                <a:lnTo>
                  <a:pt x="457935" y="41095"/>
                </a:lnTo>
                <a:lnTo>
                  <a:pt x="457935" y="70449"/>
                </a:lnTo>
                <a:lnTo>
                  <a:pt x="528384" y="35224"/>
                </a:lnTo>
                <a:lnTo>
                  <a:pt x="457935" y="0"/>
                </a:lnTo>
                <a:lnTo>
                  <a:pt x="457935" y="29354"/>
                </a:lnTo>
                <a:lnTo>
                  <a:pt x="0" y="293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9CAADC-AD06-4DD1-A925-C17C9650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207" y="2771598"/>
            <a:ext cx="156998" cy="401100"/>
          </a:xfrm>
          <a:custGeom xmlns:a="http://schemas.openxmlformats.org/drawingml/2006/main">
            <a:pathLst>
              <a:path w="156998" h="401100">
                <a:moveTo>
                  <a:pt x="156998" y="35224"/>
                </a:moveTo>
                <a:lnTo>
                  <a:pt x="86549" y="0"/>
                </a:lnTo>
                <a:lnTo>
                  <a:pt x="86549" y="29354"/>
                </a:lnTo>
                <a:lnTo>
                  <a:pt x="0" y="29354"/>
                </a:lnTo>
                <a:lnTo>
                  <a:pt x="0" y="401100"/>
                </a:lnTo>
                <a:lnTo>
                  <a:pt x="11741" y="401100"/>
                </a:lnTo>
                <a:lnTo>
                  <a:pt x="11741" y="41095"/>
                </a:lnTo>
                <a:lnTo>
                  <a:pt x="86549" y="41095"/>
                </a:lnTo>
                <a:lnTo>
                  <a:pt x="86549" y="70449"/>
                </a:lnTo>
                <a:lnTo>
                  <a:pt x="156998" y="35224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Baseaddress">
            <a:extLst xmlns:a="http://schemas.openxmlformats.org/drawingml/2006/main">
              <a:ext uri="{FF2B5EF4-FFF2-40B4-BE49-F238E27FC236}">
                <a16:creationId xmlns:a16="http://schemas.microsoft.com/office/drawing/2014/main" id="{733F34D0-0E2D-4770-960A-689E320B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558" y="2114932"/>
            <a:ext cx="1091502" cy="146389"/>
          </a:xfrm>
          <a:custGeom xmlns:a="http://schemas.openxmlformats.org/drawingml/2006/main">
            <a:pathLst>
              <a:path w="1091502" h="146389">
                <a:moveTo>
                  <a:pt x="88560" y="105795"/>
                </a:moveTo>
                <a:cubicBezTo>
                  <a:pt x="88560" y="110017"/>
                  <a:pt x="88024" y="113910"/>
                  <a:pt x="86951" y="117474"/>
                </a:cubicBezTo>
                <a:cubicBezTo>
                  <a:pt x="85878" y="121039"/>
                  <a:pt x="84373" y="124240"/>
                  <a:pt x="82435" y="127078"/>
                </a:cubicBezTo>
                <a:cubicBezTo>
                  <a:pt x="80497" y="129916"/>
                  <a:pt x="78161" y="132408"/>
                  <a:pt x="75427" y="134553"/>
                </a:cubicBezTo>
                <a:cubicBezTo>
                  <a:pt x="72693" y="136699"/>
                  <a:pt x="69613" y="138498"/>
                  <a:pt x="66186" y="139952"/>
                </a:cubicBezTo>
                <a:cubicBezTo>
                  <a:pt x="62760" y="141405"/>
                  <a:pt x="59092" y="142496"/>
                  <a:pt x="55181" y="143222"/>
                </a:cubicBezTo>
                <a:cubicBezTo>
                  <a:pt x="51271" y="143949"/>
                  <a:pt x="46789" y="144312"/>
                  <a:pt x="41736" y="144312"/>
                </a:cubicBezTo>
                <a:lnTo>
                  <a:pt x="6645" y="144312"/>
                </a:lnTo>
                <a:cubicBezTo>
                  <a:pt x="5053" y="144312"/>
                  <a:pt x="3547" y="143776"/>
                  <a:pt x="2128" y="142703"/>
                </a:cubicBezTo>
                <a:cubicBezTo>
                  <a:pt x="709" y="141630"/>
                  <a:pt x="0" y="139744"/>
                  <a:pt x="0" y="137045"/>
                </a:cubicBezTo>
                <a:lnTo>
                  <a:pt x="0" y="17234"/>
                </a:lnTo>
                <a:cubicBezTo>
                  <a:pt x="0" y="14535"/>
                  <a:pt x="709" y="12649"/>
                  <a:pt x="2128" y="11576"/>
                </a:cubicBezTo>
                <a:cubicBezTo>
                  <a:pt x="3547" y="10503"/>
                  <a:pt x="5053" y="9967"/>
                  <a:pt x="6645" y="9967"/>
                </a:cubicBezTo>
                <a:lnTo>
                  <a:pt x="37168" y="9967"/>
                </a:lnTo>
                <a:cubicBezTo>
                  <a:pt x="45197" y="9967"/>
                  <a:pt x="51773" y="10728"/>
                  <a:pt x="56894" y="12251"/>
                </a:cubicBezTo>
                <a:cubicBezTo>
                  <a:pt x="62016" y="13774"/>
                  <a:pt x="66290" y="15989"/>
                  <a:pt x="69716" y="18896"/>
                </a:cubicBezTo>
                <a:cubicBezTo>
                  <a:pt x="73143" y="21803"/>
                  <a:pt x="75721" y="25367"/>
                  <a:pt x="77451" y="29589"/>
                </a:cubicBezTo>
                <a:cubicBezTo>
                  <a:pt x="79182" y="33811"/>
                  <a:pt x="80047" y="38587"/>
                  <a:pt x="80047" y="43917"/>
                </a:cubicBezTo>
                <a:cubicBezTo>
                  <a:pt x="80047" y="47101"/>
                  <a:pt x="79666" y="50146"/>
                  <a:pt x="78905" y="53053"/>
                </a:cubicBezTo>
                <a:cubicBezTo>
                  <a:pt x="78143" y="55960"/>
                  <a:pt x="77019" y="58642"/>
                  <a:pt x="75530" y="61099"/>
                </a:cubicBezTo>
                <a:cubicBezTo>
                  <a:pt x="74042" y="63556"/>
                  <a:pt x="72174" y="65754"/>
                  <a:pt x="69924" y="67692"/>
                </a:cubicBezTo>
                <a:cubicBezTo>
                  <a:pt x="67675" y="69630"/>
                  <a:pt x="65096" y="71222"/>
                  <a:pt x="62189" y="72468"/>
                </a:cubicBezTo>
                <a:cubicBezTo>
                  <a:pt x="65858" y="73160"/>
                  <a:pt x="69284" y="74423"/>
                  <a:pt x="72468" y="76257"/>
                </a:cubicBezTo>
                <a:cubicBezTo>
                  <a:pt x="75652" y="78091"/>
                  <a:pt x="78437" y="80427"/>
                  <a:pt x="80825" y="83265"/>
                </a:cubicBezTo>
                <a:cubicBezTo>
                  <a:pt x="83213" y="86103"/>
                  <a:pt x="85099" y="89425"/>
                  <a:pt x="86484" y="93232"/>
                </a:cubicBezTo>
                <a:cubicBezTo>
                  <a:pt x="87868" y="97039"/>
                  <a:pt x="88560" y="101226"/>
                  <a:pt x="88560" y="105795"/>
                </a:cubicBezTo>
                <a:moveTo>
                  <a:pt x="61670" y="45682"/>
                </a:moveTo>
                <a:cubicBezTo>
                  <a:pt x="61670" y="42429"/>
                  <a:pt x="61220" y="39487"/>
                  <a:pt x="60321" y="36857"/>
                </a:cubicBezTo>
                <a:cubicBezTo>
                  <a:pt x="59421" y="34227"/>
                  <a:pt x="58002" y="31994"/>
                  <a:pt x="56064" y="30160"/>
                </a:cubicBezTo>
                <a:cubicBezTo>
                  <a:pt x="54126" y="28326"/>
                  <a:pt x="51599" y="26924"/>
                  <a:pt x="48485" y="25955"/>
                </a:cubicBezTo>
                <a:cubicBezTo>
                  <a:pt x="45370" y="24986"/>
                  <a:pt x="41252" y="24502"/>
                  <a:pt x="36130" y="24502"/>
                </a:cubicBezTo>
                <a:lnTo>
                  <a:pt x="17650" y="24502"/>
                </a:lnTo>
                <a:lnTo>
                  <a:pt x="17650" y="68003"/>
                </a:lnTo>
                <a:lnTo>
                  <a:pt x="37999" y="68003"/>
                </a:lnTo>
                <a:cubicBezTo>
                  <a:pt x="42636" y="68003"/>
                  <a:pt x="46374" y="67398"/>
                  <a:pt x="49212" y="66186"/>
                </a:cubicBezTo>
                <a:cubicBezTo>
                  <a:pt x="52049" y="64975"/>
                  <a:pt x="54403" y="63349"/>
                  <a:pt x="56271" y="61307"/>
                </a:cubicBezTo>
                <a:cubicBezTo>
                  <a:pt x="58140" y="59265"/>
                  <a:pt x="59507" y="56877"/>
                  <a:pt x="60372" y="54143"/>
                </a:cubicBezTo>
                <a:cubicBezTo>
                  <a:pt x="61238" y="51409"/>
                  <a:pt x="61670" y="48589"/>
                  <a:pt x="61670" y="45682"/>
                </a:cubicBezTo>
                <a:moveTo>
                  <a:pt x="69768" y="106833"/>
                </a:moveTo>
                <a:cubicBezTo>
                  <a:pt x="69768" y="102818"/>
                  <a:pt x="69128" y="99288"/>
                  <a:pt x="67848" y="96243"/>
                </a:cubicBezTo>
                <a:cubicBezTo>
                  <a:pt x="66567" y="93197"/>
                  <a:pt x="64698" y="90637"/>
                  <a:pt x="62241" y="88560"/>
                </a:cubicBezTo>
                <a:cubicBezTo>
                  <a:pt x="59784" y="86484"/>
                  <a:pt x="56704" y="84909"/>
                  <a:pt x="53001" y="83836"/>
                </a:cubicBezTo>
                <a:cubicBezTo>
                  <a:pt x="49298" y="82763"/>
                  <a:pt x="44643" y="82227"/>
                  <a:pt x="39037" y="82227"/>
                </a:cubicBezTo>
                <a:lnTo>
                  <a:pt x="17650" y="82227"/>
                </a:lnTo>
                <a:lnTo>
                  <a:pt x="17650" y="129570"/>
                </a:lnTo>
                <a:lnTo>
                  <a:pt x="43605" y="129570"/>
                </a:lnTo>
                <a:cubicBezTo>
                  <a:pt x="47689" y="129570"/>
                  <a:pt x="51253" y="129085"/>
                  <a:pt x="54299" y="128116"/>
                </a:cubicBezTo>
                <a:cubicBezTo>
                  <a:pt x="57344" y="127147"/>
                  <a:pt x="60026" y="125711"/>
                  <a:pt x="62345" y="123808"/>
                </a:cubicBezTo>
                <a:cubicBezTo>
                  <a:pt x="64664" y="121904"/>
                  <a:pt x="66481" y="119534"/>
                  <a:pt x="67796" y="116696"/>
                </a:cubicBezTo>
                <a:cubicBezTo>
                  <a:pt x="69111" y="113858"/>
                  <a:pt x="69768" y="110570"/>
                  <a:pt x="69768" y="106833"/>
                </a:cubicBezTo>
                <a:close/>
                <a:moveTo>
                  <a:pt x="182897" y="141821"/>
                </a:moveTo>
                <a:cubicBezTo>
                  <a:pt x="182897" y="142651"/>
                  <a:pt x="182620" y="143274"/>
                  <a:pt x="182067" y="143690"/>
                </a:cubicBezTo>
                <a:cubicBezTo>
                  <a:pt x="181513" y="144105"/>
                  <a:pt x="180752" y="144416"/>
                  <a:pt x="179783" y="144624"/>
                </a:cubicBezTo>
                <a:cubicBezTo>
                  <a:pt x="178814" y="144832"/>
                  <a:pt x="177395" y="144935"/>
                  <a:pt x="175526" y="144935"/>
                </a:cubicBezTo>
                <a:cubicBezTo>
                  <a:pt x="173726" y="144935"/>
                  <a:pt x="172290" y="144832"/>
                  <a:pt x="171217" y="144624"/>
                </a:cubicBezTo>
                <a:cubicBezTo>
                  <a:pt x="170144" y="144416"/>
                  <a:pt x="169366" y="144105"/>
                  <a:pt x="168881" y="143690"/>
                </a:cubicBezTo>
                <a:cubicBezTo>
                  <a:pt x="168397" y="143274"/>
                  <a:pt x="168154" y="142651"/>
                  <a:pt x="168154" y="141821"/>
                </a:cubicBezTo>
                <a:lnTo>
                  <a:pt x="168154" y="132477"/>
                </a:lnTo>
                <a:cubicBezTo>
                  <a:pt x="164071" y="136837"/>
                  <a:pt x="159520" y="140246"/>
                  <a:pt x="154502" y="142703"/>
                </a:cubicBezTo>
                <a:cubicBezTo>
                  <a:pt x="149484" y="145160"/>
                  <a:pt x="144172" y="146389"/>
                  <a:pt x="138565" y="146389"/>
                </a:cubicBezTo>
                <a:cubicBezTo>
                  <a:pt x="133651" y="146389"/>
                  <a:pt x="129204" y="145746"/>
                  <a:pt x="125224" y="144462"/>
                </a:cubicBezTo>
                <a:cubicBezTo>
                  <a:pt x="121244" y="143177"/>
                  <a:pt x="117853" y="141319"/>
                  <a:pt x="115050" y="138888"/>
                </a:cubicBezTo>
                <a:cubicBezTo>
                  <a:pt x="112246" y="136457"/>
                  <a:pt x="110066" y="133471"/>
                  <a:pt x="108509" y="129930"/>
                </a:cubicBezTo>
                <a:cubicBezTo>
                  <a:pt x="106951" y="126387"/>
                  <a:pt x="106173" y="122357"/>
                  <a:pt x="106173" y="117841"/>
                </a:cubicBezTo>
                <a:cubicBezTo>
                  <a:pt x="106173" y="112563"/>
                  <a:pt x="107246" y="107980"/>
                  <a:pt x="109391" y="104091"/>
                </a:cubicBezTo>
                <a:cubicBezTo>
                  <a:pt x="111537" y="100200"/>
                  <a:pt x="114617" y="96970"/>
                  <a:pt x="118631" y="94400"/>
                </a:cubicBezTo>
                <a:cubicBezTo>
                  <a:pt x="122646" y="91830"/>
                  <a:pt x="127560" y="89903"/>
                  <a:pt x="133374" y="88618"/>
                </a:cubicBezTo>
                <a:cubicBezTo>
                  <a:pt x="139188" y="87334"/>
                  <a:pt x="145729" y="86691"/>
                  <a:pt x="152996" y="86691"/>
                </a:cubicBezTo>
                <a:lnTo>
                  <a:pt x="165870" y="86691"/>
                </a:lnTo>
                <a:lnTo>
                  <a:pt x="165870" y="79450"/>
                </a:lnTo>
                <a:cubicBezTo>
                  <a:pt x="165870" y="75864"/>
                  <a:pt x="165490" y="72692"/>
                  <a:pt x="164728" y="69934"/>
                </a:cubicBezTo>
                <a:cubicBezTo>
                  <a:pt x="163967" y="67174"/>
                  <a:pt x="162738" y="64880"/>
                  <a:pt x="161043" y="63052"/>
                </a:cubicBezTo>
                <a:cubicBezTo>
                  <a:pt x="159347" y="61225"/>
                  <a:pt x="157149" y="59846"/>
                  <a:pt x="154450" y="58916"/>
                </a:cubicBezTo>
                <a:cubicBezTo>
                  <a:pt x="151751" y="57983"/>
                  <a:pt x="148428" y="57517"/>
                  <a:pt x="144483" y="57517"/>
                </a:cubicBezTo>
                <a:cubicBezTo>
                  <a:pt x="140261" y="57517"/>
                  <a:pt x="136471" y="58014"/>
                  <a:pt x="133115" y="59007"/>
                </a:cubicBezTo>
                <a:cubicBezTo>
                  <a:pt x="129758" y="59999"/>
                  <a:pt x="126816" y="61095"/>
                  <a:pt x="124290" y="62293"/>
                </a:cubicBezTo>
                <a:cubicBezTo>
                  <a:pt x="121763" y="63491"/>
                  <a:pt x="119652" y="64587"/>
                  <a:pt x="117957" y="65580"/>
                </a:cubicBezTo>
                <a:cubicBezTo>
                  <a:pt x="116261" y="66573"/>
                  <a:pt x="114998" y="67069"/>
                  <a:pt x="114167" y="67069"/>
                </a:cubicBezTo>
                <a:cubicBezTo>
                  <a:pt x="113613" y="67069"/>
                  <a:pt x="113129" y="66931"/>
                  <a:pt x="112714" y="66654"/>
                </a:cubicBezTo>
                <a:cubicBezTo>
                  <a:pt x="112298" y="66377"/>
                  <a:pt x="111935" y="65962"/>
                  <a:pt x="111623" y="65408"/>
                </a:cubicBezTo>
                <a:cubicBezTo>
                  <a:pt x="111312" y="64854"/>
                  <a:pt x="111087" y="64145"/>
                  <a:pt x="110949" y="63279"/>
                </a:cubicBezTo>
                <a:cubicBezTo>
                  <a:pt x="110810" y="62414"/>
                  <a:pt x="110741" y="61463"/>
                  <a:pt x="110741" y="60424"/>
                </a:cubicBezTo>
                <a:cubicBezTo>
                  <a:pt x="110741" y="58694"/>
                  <a:pt x="110862" y="57327"/>
                  <a:pt x="111104" y="56323"/>
                </a:cubicBezTo>
                <a:cubicBezTo>
                  <a:pt x="111347" y="55320"/>
                  <a:pt x="111935" y="54368"/>
                  <a:pt x="112869" y="53468"/>
                </a:cubicBezTo>
                <a:cubicBezTo>
                  <a:pt x="113804" y="52568"/>
                  <a:pt x="115413" y="51521"/>
                  <a:pt x="117697" y="50324"/>
                </a:cubicBezTo>
                <a:cubicBezTo>
                  <a:pt x="119981" y="49126"/>
                  <a:pt x="122611" y="48032"/>
                  <a:pt x="125587" y="47041"/>
                </a:cubicBezTo>
                <a:cubicBezTo>
                  <a:pt x="128564" y="46050"/>
                  <a:pt x="131817" y="45231"/>
                  <a:pt x="135347" y="44582"/>
                </a:cubicBezTo>
                <a:cubicBezTo>
                  <a:pt x="138877" y="43931"/>
                  <a:pt x="142441" y="43605"/>
                  <a:pt x="146040" y="43605"/>
                </a:cubicBezTo>
                <a:cubicBezTo>
                  <a:pt x="152754" y="43605"/>
                  <a:pt x="158464" y="44367"/>
                  <a:pt x="163171" y="45889"/>
                </a:cubicBezTo>
                <a:cubicBezTo>
                  <a:pt x="167878" y="47412"/>
                  <a:pt x="171684" y="49644"/>
                  <a:pt x="174591" y="52586"/>
                </a:cubicBezTo>
                <a:cubicBezTo>
                  <a:pt x="177498" y="55527"/>
                  <a:pt x="179609" y="59178"/>
                  <a:pt x="180925" y="63539"/>
                </a:cubicBezTo>
                <a:cubicBezTo>
                  <a:pt x="182240" y="67900"/>
                  <a:pt x="182897" y="72987"/>
                  <a:pt x="182897" y="78801"/>
                </a:cubicBezTo>
                <a:lnTo>
                  <a:pt x="182897" y="141821"/>
                </a:lnTo>
                <a:moveTo>
                  <a:pt x="165870" y="99046"/>
                </a:moveTo>
                <a:lnTo>
                  <a:pt x="151231" y="99046"/>
                </a:lnTo>
                <a:cubicBezTo>
                  <a:pt x="146525" y="99046"/>
                  <a:pt x="142441" y="99447"/>
                  <a:pt x="138981" y="100250"/>
                </a:cubicBezTo>
                <a:cubicBezTo>
                  <a:pt x="135520" y="101050"/>
                  <a:pt x="132647" y="102233"/>
                  <a:pt x="130363" y="103799"/>
                </a:cubicBezTo>
                <a:cubicBezTo>
                  <a:pt x="128079" y="105365"/>
                  <a:pt x="126401" y="107246"/>
                  <a:pt x="125328" y="109441"/>
                </a:cubicBezTo>
                <a:cubicBezTo>
                  <a:pt x="124255" y="111635"/>
                  <a:pt x="123719" y="114159"/>
                  <a:pt x="123719" y="117014"/>
                </a:cubicBezTo>
                <a:cubicBezTo>
                  <a:pt x="123719" y="121889"/>
                  <a:pt x="125259" y="125772"/>
                  <a:pt x="128339" y="128661"/>
                </a:cubicBezTo>
                <a:cubicBezTo>
                  <a:pt x="131419" y="131551"/>
                  <a:pt x="135727" y="132996"/>
                  <a:pt x="141265" y="132996"/>
                </a:cubicBezTo>
                <a:cubicBezTo>
                  <a:pt x="145764" y="132996"/>
                  <a:pt x="149934" y="131847"/>
                  <a:pt x="153775" y="129550"/>
                </a:cubicBezTo>
                <a:cubicBezTo>
                  <a:pt x="157617" y="127251"/>
                  <a:pt x="161648" y="123734"/>
                  <a:pt x="165870" y="118999"/>
                </a:cubicBezTo>
                <a:lnTo>
                  <a:pt x="165870" y="99046"/>
                </a:lnTo>
                <a:close/>
                <a:moveTo>
                  <a:pt x="272461" y="116355"/>
                </a:moveTo>
                <a:cubicBezTo>
                  <a:pt x="272461" y="121135"/>
                  <a:pt x="271578" y="125396"/>
                  <a:pt x="269813" y="129138"/>
                </a:cubicBezTo>
                <a:cubicBezTo>
                  <a:pt x="268048" y="132878"/>
                  <a:pt x="265539" y="136030"/>
                  <a:pt x="262286" y="138596"/>
                </a:cubicBezTo>
                <a:cubicBezTo>
                  <a:pt x="259033" y="141159"/>
                  <a:pt x="255157" y="143098"/>
                  <a:pt x="250658" y="144413"/>
                </a:cubicBezTo>
                <a:cubicBezTo>
                  <a:pt x="246159" y="145730"/>
                  <a:pt x="241211" y="146389"/>
                  <a:pt x="235812" y="146389"/>
                </a:cubicBezTo>
                <a:cubicBezTo>
                  <a:pt x="232489" y="146389"/>
                  <a:pt x="229323" y="146129"/>
                  <a:pt x="226312" y="145610"/>
                </a:cubicBezTo>
                <a:cubicBezTo>
                  <a:pt x="223301" y="145091"/>
                  <a:pt x="220602" y="144434"/>
                  <a:pt x="218214" y="143638"/>
                </a:cubicBezTo>
                <a:cubicBezTo>
                  <a:pt x="215826" y="142842"/>
                  <a:pt x="213802" y="142011"/>
                  <a:pt x="212140" y="141146"/>
                </a:cubicBezTo>
                <a:cubicBezTo>
                  <a:pt x="210479" y="140281"/>
                  <a:pt x="209268" y="139502"/>
                  <a:pt x="208507" y="138810"/>
                </a:cubicBezTo>
                <a:cubicBezTo>
                  <a:pt x="207745" y="138118"/>
                  <a:pt x="207192" y="137149"/>
                  <a:pt x="206845" y="135903"/>
                </a:cubicBezTo>
                <a:cubicBezTo>
                  <a:pt x="206499" y="134657"/>
                  <a:pt x="206326" y="132961"/>
                  <a:pt x="206326" y="130816"/>
                </a:cubicBezTo>
                <a:cubicBezTo>
                  <a:pt x="206326" y="129501"/>
                  <a:pt x="206396" y="128393"/>
                  <a:pt x="206534" y="127493"/>
                </a:cubicBezTo>
                <a:cubicBezTo>
                  <a:pt x="206672" y="126594"/>
                  <a:pt x="206845" y="125867"/>
                  <a:pt x="207053" y="125313"/>
                </a:cubicBezTo>
                <a:cubicBezTo>
                  <a:pt x="207261" y="124759"/>
                  <a:pt x="207555" y="124361"/>
                  <a:pt x="207936" y="124119"/>
                </a:cubicBezTo>
                <a:cubicBezTo>
                  <a:pt x="208316" y="123877"/>
                  <a:pt x="208749" y="123756"/>
                  <a:pt x="209233" y="123756"/>
                </a:cubicBezTo>
                <a:cubicBezTo>
                  <a:pt x="209995" y="123756"/>
                  <a:pt x="211119" y="124223"/>
                  <a:pt x="212608" y="125157"/>
                </a:cubicBezTo>
                <a:cubicBezTo>
                  <a:pt x="214096" y="126092"/>
                  <a:pt x="215930" y="127113"/>
                  <a:pt x="218110" y="128220"/>
                </a:cubicBezTo>
                <a:cubicBezTo>
                  <a:pt x="220290" y="129327"/>
                  <a:pt x="222869" y="130348"/>
                  <a:pt x="225845" y="131283"/>
                </a:cubicBezTo>
                <a:cubicBezTo>
                  <a:pt x="228821" y="132217"/>
                  <a:pt x="232247" y="132684"/>
                  <a:pt x="236123" y="132684"/>
                </a:cubicBezTo>
                <a:cubicBezTo>
                  <a:pt x="239030" y="132684"/>
                  <a:pt x="241660" y="132373"/>
                  <a:pt x="244014" y="131750"/>
                </a:cubicBezTo>
                <a:cubicBezTo>
                  <a:pt x="246367" y="131125"/>
                  <a:pt x="248409" y="130206"/>
                  <a:pt x="250139" y="128992"/>
                </a:cubicBezTo>
                <a:cubicBezTo>
                  <a:pt x="251870" y="127779"/>
                  <a:pt x="253202" y="126236"/>
                  <a:pt x="254136" y="124362"/>
                </a:cubicBezTo>
                <a:cubicBezTo>
                  <a:pt x="255071" y="122489"/>
                  <a:pt x="255538" y="120270"/>
                  <a:pt x="255538" y="117705"/>
                </a:cubicBezTo>
                <a:cubicBezTo>
                  <a:pt x="255538" y="115073"/>
                  <a:pt x="254863" y="112855"/>
                  <a:pt x="253513" y="111054"/>
                </a:cubicBezTo>
                <a:cubicBezTo>
                  <a:pt x="252164" y="109252"/>
                  <a:pt x="250381" y="107659"/>
                  <a:pt x="248167" y="106275"/>
                </a:cubicBezTo>
                <a:cubicBezTo>
                  <a:pt x="245952" y="104888"/>
                  <a:pt x="243460" y="103659"/>
                  <a:pt x="240691" y="102586"/>
                </a:cubicBezTo>
                <a:cubicBezTo>
                  <a:pt x="237923" y="101511"/>
                  <a:pt x="235068" y="100385"/>
                  <a:pt x="232126" y="99208"/>
                </a:cubicBezTo>
                <a:cubicBezTo>
                  <a:pt x="229184" y="98030"/>
                  <a:pt x="226312" y="96695"/>
                  <a:pt x="223509" y="95205"/>
                </a:cubicBezTo>
                <a:cubicBezTo>
                  <a:pt x="220706" y="93714"/>
                  <a:pt x="218197" y="91895"/>
                  <a:pt x="215982" y="89748"/>
                </a:cubicBezTo>
                <a:cubicBezTo>
                  <a:pt x="213767" y="87600"/>
                  <a:pt x="211985" y="85037"/>
                  <a:pt x="210635" y="82058"/>
                </a:cubicBezTo>
                <a:cubicBezTo>
                  <a:pt x="209285" y="79080"/>
                  <a:pt x="208610" y="75512"/>
                  <a:pt x="208610" y="71355"/>
                </a:cubicBezTo>
                <a:cubicBezTo>
                  <a:pt x="208610" y="67682"/>
                  <a:pt x="209320" y="64166"/>
                  <a:pt x="210739" y="60807"/>
                </a:cubicBezTo>
                <a:cubicBezTo>
                  <a:pt x="212158" y="57446"/>
                  <a:pt x="214286" y="54501"/>
                  <a:pt x="217124" y="51973"/>
                </a:cubicBezTo>
                <a:cubicBezTo>
                  <a:pt x="219962" y="49442"/>
                  <a:pt x="223509" y="47415"/>
                  <a:pt x="227766" y="45893"/>
                </a:cubicBezTo>
                <a:cubicBezTo>
                  <a:pt x="232022" y="44368"/>
                  <a:pt x="236988" y="43605"/>
                  <a:pt x="242664" y="43605"/>
                </a:cubicBezTo>
                <a:cubicBezTo>
                  <a:pt x="245156" y="43605"/>
                  <a:pt x="247647" y="43816"/>
                  <a:pt x="250139" y="44238"/>
                </a:cubicBezTo>
                <a:cubicBezTo>
                  <a:pt x="252631" y="44660"/>
                  <a:pt x="254880" y="45186"/>
                  <a:pt x="256888" y="45818"/>
                </a:cubicBezTo>
                <a:cubicBezTo>
                  <a:pt x="258895" y="46449"/>
                  <a:pt x="260608" y="47134"/>
                  <a:pt x="262027" y="47872"/>
                </a:cubicBezTo>
                <a:cubicBezTo>
                  <a:pt x="263446" y="48609"/>
                  <a:pt x="264519" y="49259"/>
                  <a:pt x="265245" y="49822"/>
                </a:cubicBezTo>
                <a:cubicBezTo>
                  <a:pt x="265972" y="50384"/>
                  <a:pt x="266457" y="50873"/>
                  <a:pt x="266699" y="51288"/>
                </a:cubicBezTo>
                <a:cubicBezTo>
                  <a:pt x="266941" y="51703"/>
                  <a:pt x="267114" y="52171"/>
                  <a:pt x="267218" y="52690"/>
                </a:cubicBezTo>
                <a:cubicBezTo>
                  <a:pt x="267322" y="53209"/>
                  <a:pt x="267426" y="53849"/>
                  <a:pt x="267529" y="54610"/>
                </a:cubicBezTo>
                <a:cubicBezTo>
                  <a:pt x="267633" y="55372"/>
                  <a:pt x="267685" y="56306"/>
                  <a:pt x="267685" y="57414"/>
                </a:cubicBezTo>
                <a:cubicBezTo>
                  <a:pt x="267685" y="58590"/>
                  <a:pt x="267633" y="59611"/>
                  <a:pt x="267529" y="60476"/>
                </a:cubicBezTo>
                <a:cubicBezTo>
                  <a:pt x="267426" y="61341"/>
                  <a:pt x="267252" y="62051"/>
                  <a:pt x="267010" y="62605"/>
                </a:cubicBezTo>
                <a:cubicBezTo>
                  <a:pt x="266768" y="63158"/>
                  <a:pt x="266474" y="63556"/>
                  <a:pt x="266128" y="63799"/>
                </a:cubicBezTo>
                <a:cubicBezTo>
                  <a:pt x="265782" y="64041"/>
                  <a:pt x="265401" y="64162"/>
                  <a:pt x="264986" y="64162"/>
                </a:cubicBezTo>
                <a:cubicBezTo>
                  <a:pt x="264363" y="64162"/>
                  <a:pt x="263463" y="63776"/>
                  <a:pt x="262286" y="63004"/>
                </a:cubicBezTo>
                <a:cubicBezTo>
                  <a:pt x="261110" y="62232"/>
                  <a:pt x="259587" y="61406"/>
                  <a:pt x="257718" y="60528"/>
                </a:cubicBezTo>
                <a:cubicBezTo>
                  <a:pt x="255849" y="59650"/>
                  <a:pt x="253652" y="58825"/>
                  <a:pt x="251125" y="58053"/>
                </a:cubicBezTo>
                <a:cubicBezTo>
                  <a:pt x="248599" y="57280"/>
                  <a:pt x="245709" y="56894"/>
                  <a:pt x="242456" y="56894"/>
                </a:cubicBezTo>
                <a:cubicBezTo>
                  <a:pt x="239549" y="56894"/>
                  <a:pt x="236988" y="57224"/>
                  <a:pt x="234774" y="57884"/>
                </a:cubicBezTo>
                <a:cubicBezTo>
                  <a:pt x="232559" y="58541"/>
                  <a:pt x="230742" y="59477"/>
                  <a:pt x="229323" y="60690"/>
                </a:cubicBezTo>
                <a:cubicBezTo>
                  <a:pt x="227904" y="61904"/>
                  <a:pt x="226831" y="63343"/>
                  <a:pt x="226104" y="65009"/>
                </a:cubicBezTo>
                <a:cubicBezTo>
                  <a:pt x="225378" y="66672"/>
                  <a:pt x="225014" y="68475"/>
                  <a:pt x="225014" y="70417"/>
                </a:cubicBezTo>
                <a:cubicBezTo>
                  <a:pt x="225014" y="73119"/>
                  <a:pt x="225706" y="75388"/>
                  <a:pt x="227091" y="77224"/>
                </a:cubicBezTo>
                <a:cubicBezTo>
                  <a:pt x="228475" y="79060"/>
                  <a:pt x="230275" y="80672"/>
                  <a:pt x="232489" y="82058"/>
                </a:cubicBezTo>
                <a:cubicBezTo>
                  <a:pt x="234704" y="83443"/>
                  <a:pt x="237231" y="84689"/>
                  <a:pt x="240068" y="85799"/>
                </a:cubicBezTo>
                <a:cubicBezTo>
                  <a:pt x="242906" y="86907"/>
                  <a:pt x="245796" y="88050"/>
                  <a:pt x="248738" y="89228"/>
                </a:cubicBezTo>
                <a:cubicBezTo>
                  <a:pt x="251679" y="90405"/>
                  <a:pt x="254586" y="91721"/>
                  <a:pt x="257459" y="93177"/>
                </a:cubicBezTo>
                <a:cubicBezTo>
                  <a:pt x="260331" y="94633"/>
                  <a:pt x="262875" y="96400"/>
                  <a:pt x="265090" y="98478"/>
                </a:cubicBezTo>
                <a:cubicBezTo>
                  <a:pt x="267304" y="100557"/>
                  <a:pt x="269087" y="103052"/>
                  <a:pt x="270436" y="105963"/>
                </a:cubicBezTo>
                <a:cubicBezTo>
                  <a:pt x="271786" y="108872"/>
                  <a:pt x="272461" y="112336"/>
                  <a:pt x="272461" y="116355"/>
                </a:cubicBezTo>
                <a:close/>
                <a:moveTo>
                  <a:pt x="375696" y="90948"/>
                </a:moveTo>
                <a:cubicBezTo>
                  <a:pt x="375696" y="93647"/>
                  <a:pt x="375021" y="95568"/>
                  <a:pt x="373671" y="96710"/>
                </a:cubicBezTo>
                <a:cubicBezTo>
                  <a:pt x="372322" y="97852"/>
                  <a:pt x="370782" y="98423"/>
                  <a:pt x="369051" y="98423"/>
                </a:cubicBezTo>
                <a:lnTo>
                  <a:pt x="307796" y="98423"/>
                </a:lnTo>
                <a:cubicBezTo>
                  <a:pt x="307796" y="103629"/>
                  <a:pt x="308316" y="108315"/>
                  <a:pt x="309354" y="112481"/>
                </a:cubicBezTo>
                <a:cubicBezTo>
                  <a:pt x="310392" y="116647"/>
                  <a:pt x="312122" y="120223"/>
                  <a:pt x="314545" y="123207"/>
                </a:cubicBezTo>
                <a:cubicBezTo>
                  <a:pt x="316967" y="126192"/>
                  <a:pt x="320117" y="128484"/>
                  <a:pt x="323993" y="130082"/>
                </a:cubicBezTo>
                <a:cubicBezTo>
                  <a:pt x="327869" y="131679"/>
                  <a:pt x="332610" y="132477"/>
                  <a:pt x="338216" y="132477"/>
                </a:cubicBezTo>
                <a:cubicBezTo>
                  <a:pt x="342646" y="132477"/>
                  <a:pt x="346591" y="132113"/>
                  <a:pt x="350052" y="131387"/>
                </a:cubicBezTo>
                <a:cubicBezTo>
                  <a:pt x="353513" y="130660"/>
                  <a:pt x="356506" y="129847"/>
                  <a:pt x="359033" y="128947"/>
                </a:cubicBezTo>
                <a:cubicBezTo>
                  <a:pt x="361559" y="128047"/>
                  <a:pt x="363635" y="127234"/>
                  <a:pt x="365262" y="126507"/>
                </a:cubicBezTo>
                <a:cubicBezTo>
                  <a:pt x="366888" y="125780"/>
                  <a:pt x="368117" y="125417"/>
                  <a:pt x="368948" y="125417"/>
                </a:cubicBezTo>
                <a:cubicBezTo>
                  <a:pt x="369432" y="125417"/>
                  <a:pt x="369865" y="125538"/>
                  <a:pt x="370245" y="125780"/>
                </a:cubicBezTo>
                <a:cubicBezTo>
                  <a:pt x="370626" y="126022"/>
                  <a:pt x="370920" y="126386"/>
                  <a:pt x="371128" y="126870"/>
                </a:cubicBezTo>
                <a:cubicBezTo>
                  <a:pt x="371335" y="127355"/>
                  <a:pt x="371491" y="128030"/>
                  <a:pt x="371595" y="128895"/>
                </a:cubicBezTo>
                <a:cubicBezTo>
                  <a:pt x="371699" y="129760"/>
                  <a:pt x="371751" y="130816"/>
                  <a:pt x="371751" y="132061"/>
                </a:cubicBezTo>
                <a:cubicBezTo>
                  <a:pt x="371751" y="132961"/>
                  <a:pt x="371716" y="133740"/>
                  <a:pt x="371647" y="134397"/>
                </a:cubicBezTo>
                <a:cubicBezTo>
                  <a:pt x="371578" y="135055"/>
                  <a:pt x="371491" y="135643"/>
                  <a:pt x="371387" y="136162"/>
                </a:cubicBezTo>
                <a:cubicBezTo>
                  <a:pt x="371284" y="136682"/>
                  <a:pt x="371110" y="137149"/>
                  <a:pt x="370868" y="137564"/>
                </a:cubicBezTo>
                <a:cubicBezTo>
                  <a:pt x="370626" y="137979"/>
                  <a:pt x="370314" y="138377"/>
                  <a:pt x="369934" y="138758"/>
                </a:cubicBezTo>
                <a:cubicBezTo>
                  <a:pt x="369553" y="139139"/>
                  <a:pt x="368428" y="139762"/>
                  <a:pt x="366560" y="140627"/>
                </a:cubicBezTo>
                <a:cubicBezTo>
                  <a:pt x="364691" y="141492"/>
                  <a:pt x="362268" y="142340"/>
                  <a:pt x="359292" y="143170"/>
                </a:cubicBezTo>
                <a:cubicBezTo>
                  <a:pt x="356316" y="144001"/>
                  <a:pt x="352872" y="144745"/>
                  <a:pt x="348962" y="145403"/>
                </a:cubicBezTo>
                <a:cubicBezTo>
                  <a:pt x="345051" y="146060"/>
                  <a:pt x="340881" y="146389"/>
                  <a:pt x="336451" y="146389"/>
                </a:cubicBezTo>
                <a:cubicBezTo>
                  <a:pt x="328768" y="146389"/>
                  <a:pt x="322037" y="145315"/>
                  <a:pt x="316258" y="143167"/>
                </a:cubicBezTo>
                <a:cubicBezTo>
                  <a:pt x="310478" y="141019"/>
                  <a:pt x="305616" y="137832"/>
                  <a:pt x="301671" y="133606"/>
                </a:cubicBezTo>
                <a:cubicBezTo>
                  <a:pt x="297726" y="129379"/>
                  <a:pt x="294749" y="124079"/>
                  <a:pt x="292742" y="117705"/>
                </a:cubicBezTo>
                <a:cubicBezTo>
                  <a:pt x="290735" y="111331"/>
                  <a:pt x="289731" y="103917"/>
                  <a:pt x="289731" y="95464"/>
                </a:cubicBezTo>
                <a:cubicBezTo>
                  <a:pt x="289731" y="87427"/>
                  <a:pt x="290770" y="80204"/>
                  <a:pt x="292846" y="73795"/>
                </a:cubicBezTo>
                <a:cubicBezTo>
                  <a:pt x="294922" y="67386"/>
                  <a:pt x="297916" y="61947"/>
                  <a:pt x="301827" y="57478"/>
                </a:cubicBezTo>
                <a:cubicBezTo>
                  <a:pt x="305737" y="53010"/>
                  <a:pt x="310461" y="49580"/>
                  <a:pt x="315998" y="47190"/>
                </a:cubicBezTo>
                <a:cubicBezTo>
                  <a:pt x="321536" y="44800"/>
                  <a:pt x="327730" y="43605"/>
                  <a:pt x="334582" y="43605"/>
                </a:cubicBezTo>
                <a:cubicBezTo>
                  <a:pt x="341919" y="43605"/>
                  <a:pt x="348166" y="44782"/>
                  <a:pt x="353322" y="47135"/>
                </a:cubicBezTo>
                <a:cubicBezTo>
                  <a:pt x="358479" y="49488"/>
                  <a:pt x="362718" y="52655"/>
                  <a:pt x="366040" y="56635"/>
                </a:cubicBezTo>
                <a:cubicBezTo>
                  <a:pt x="369363" y="60615"/>
                  <a:pt x="371803" y="65287"/>
                  <a:pt x="373360" y="70651"/>
                </a:cubicBezTo>
                <a:cubicBezTo>
                  <a:pt x="374917" y="76015"/>
                  <a:pt x="375696" y="81742"/>
                  <a:pt x="375696" y="87833"/>
                </a:cubicBezTo>
                <a:lnTo>
                  <a:pt x="375696" y="90948"/>
                </a:lnTo>
                <a:moveTo>
                  <a:pt x="358461" y="85861"/>
                </a:moveTo>
                <a:cubicBezTo>
                  <a:pt x="358669" y="76863"/>
                  <a:pt x="356679" y="69803"/>
                  <a:pt x="352492" y="64681"/>
                </a:cubicBezTo>
                <a:cubicBezTo>
                  <a:pt x="348304" y="59559"/>
                  <a:pt x="342092" y="56998"/>
                  <a:pt x="333856" y="56998"/>
                </a:cubicBezTo>
                <a:cubicBezTo>
                  <a:pt x="329634" y="56998"/>
                  <a:pt x="325931" y="57794"/>
                  <a:pt x="322747" y="59386"/>
                </a:cubicBezTo>
                <a:cubicBezTo>
                  <a:pt x="319563" y="60978"/>
                  <a:pt x="316898" y="63089"/>
                  <a:pt x="314752" y="65719"/>
                </a:cubicBezTo>
                <a:cubicBezTo>
                  <a:pt x="312607" y="68349"/>
                  <a:pt x="310946" y="71412"/>
                  <a:pt x="309769" y="74908"/>
                </a:cubicBezTo>
                <a:cubicBezTo>
                  <a:pt x="308592" y="78403"/>
                  <a:pt x="307935" y="82054"/>
                  <a:pt x="307796" y="85861"/>
                </a:cubicBezTo>
                <a:lnTo>
                  <a:pt x="358461" y="85861"/>
                </a:lnTo>
                <a:close/>
                <a:moveTo>
                  <a:pt x="520466" y="141821"/>
                </a:moveTo>
                <a:cubicBezTo>
                  <a:pt x="520466" y="142651"/>
                  <a:pt x="520189" y="143274"/>
                  <a:pt x="519635" y="143690"/>
                </a:cubicBezTo>
                <a:cubicBezTo>
                  <a:pt x="519081" y="144105"/>
                  <a:pt x="518320" y="144416"/>
                  <a:pt x="517351" y="144624"/>
                </a:cubicBezTo>
                <a:cubicBezTo>
                  <a:pt x="516382" y="144832"/>
                  <a:pt x="514963" y="144935"/>
                  <a:pt x="513094" y="144935"/>
                </a:cubicBezTo>
                <a:cubicBezTo>
                  <a:pt x="511295" y="144935"/>
                  <a:pt x="509858" y="144832"/>
                  <a:pt x="508786" y="144624"/>
                </a:cubicBezTo>
                <a:cubicBezTo>
                  <a:pt x="507713" y="144416"/>
                  <a:pt x="506934" y="144105"/>
                  <a:pt x="506450" y="143690"/>
                </a:cubicBezTo>
                <a:cubicBezTo>
                  <a:pt x="505965" y="143274"/>
                  <a:pt x="505723" y="142651"/>
                  <a:pt x="505723" y="141821"/>
                </a:cubicBezTo>
                <a:lnTo>
                  <a:pt x="505723" y="132477"/>
                </a:lnTo>
                <a:cubicBezTo>
                  <a:pt x="501639" y="136837"/>
                  <a:pt x="497088" y="140246"/>
                  <a:pt x="492070" y="142703"/>
                </a:cubicBezTo>
                <a:cubicBezTo>
                  <a:pt x="487052" y="145160"/>
                  <a:pt x="481740" y="146389"/>
                  <a:pt x="476134" y="146389"/>
                </a:cubicBezTo>
                <a:cubicBezTo>
                  <a:pt x="471219" y="146389"/>
                  <a:pt x="466772" y="145746"/>
                  <a:pt x="462792" y="144462"/>
                </a:cubicBezTo>
                <a:cubicBezTo>
                  <a:pt x="458813" y="143177"/>
                  <a:pt x="455421" y="141319"/>
                  <a:pt x="452618" y="138888"/>
                </a:cubicBezTo>
                <a:cubicBezTo>
                  <a:pt x="449815" y="136457"/>
                  <a:pt x="447634" y="133471"/>
                  <a:pt x="446077" y="129930"/>
                </a:cubicBezTo>
                <a:cubicBezTo>
                  <a:pt x="444520" y="126387"/>
                  <a:pt x="443741" y="122357"/>
                  <a:pt x="443741" y="117841"/>
                </a:cubicBezTo>
                <a:cubicBezTo>
                  <a:pt x="443741" y="112563"/>
                  <a:pt x="444814" y="107980"/>
                  <a:pt x="446960" y="104091"/>
                </a:cubicBezTo>
                <a:cubicBezTo>
                  <a:pt x="449105" y="100200"/>
                  <a:pt x="452185" y="96970"/>
                  <a:pt x="456200" y="94400"/>
                </a:cubicBezTo>
                <a:cubicBezTo>
                  <a:pt x="460214" y="91830"/>
                  <a:pt x="465128" y="89903"/>
                  <a:pt x="470942" y="88618"/>
                </a:cubicBezTo>
                <a:cubicBezTo>
                  <a:pt x="476756" y="87334"/>
                  <a:pt x="483297" y="86691"/>
                  <a:pt x="490565" y="86691"/>
                </a:cubicBezTo>
                <a:lnTo>
                  <a:pt x="503439" y="86691"/>
                </a:lnTo>
                <a:lnTo>
                  <a:pt x="503439" y="79450"/>
                </a:lnTo>
                <a:cubicBezTo>
                  <a:pt x="503439" y="75864"/>
                  <a:pt x="503058" y="72692"/>
                  <a:pt x="502297" y="69934"/>
                </a:cubicBezTo>
                <a:cubicBezTo>
                  <a:pt x="501535" y="67174"/>
                  <a:pt x="500307" y="64880"/>
                  <a:pt x="498611" y="63052"/>
                </a:cubicBezTo>
                <a:cubicBezTo>
                  <a:pt x="496915" y="61225"/>
                  <a:pt x="494718" y="59846"/>
                  <a:pt x="492018" y="58916"/>
                </a:cubicBezTo>
                <a:cubicBezTo>
                  <a:pt x="489319" y="57983"/>
                  <a:pt x="485997" y="57517"/>
                  <a:pt x="482051" y="57517"/>
                </a:cubicBezTo>
                <a:cubicBezTo>
                  <a:pt x="477829" y="57517"/>
                  <a:pt x="474040" y="58014"/>
                  <a:pt x="470683" y="59007"/>
                </a:cubicBezTo>
                <a:cubicBezTo>
                  <a:pt x="467326" y="59999"/>
                  <a:pt x="464384" y="61095"/>
                  <a:pt x="461858" y="62293"/>
                </a:cubicBezTo>
                <a:cubicBezTo>
                  <a:pt x="459332" y="63491"/>
                  <a:pt x="457221" y="64587"/>
                  <a:pt x="455525" y="65580"/>
                </a:cubicBezTo>
                <a:cubicBezTo>
                  <a:pt x="453829" y="66573"/>
                  <a:pt x="452566" y="67069"/>
                  <a:pt x="451735" y="67069"/>
                </a:cubicBezTo>
                <a:cubicBezTo>
                  <a:pt x="451182" y="67069"/>
                  <a:pt x="450697" y="66931"/>
                  <a:pt x="450282" y="66654"/>
                </a:cubicBezTo>
                <a:cubicBezTo>
                  <a:pt x="449867" y="66377"/>
                  <a:pt x="449503" y="65962"/>
                  <a:pt x="449192" y="65408"/>
                </a:cubicBezTo>
                <a:cubicBezTo>
                  <a:pt x="448880" y="64854"/>
                  <a:pt x="448655" y="64145"/>
                  <a:pt x="448517" y="63279"/>
                </a:cubicBezTo>
                <a:cubicBezTo>
                  <a:pt x="448378" y="62414"/>
                  <a:pt x="448309" y="61463"/>
                  <a:pt x="448309" y="60424"/>
                </a:cubicBezTo>
                <a:cubicBezTo>
                  <a:pt x="448309" y="58694"/>
                  <a:pt x="448430" y="57327"/>
                  <a:pt x="448673" y="56323"/>
                </a:cubicBezTo>
                <a:cubicBezTo>
                  <a:pt x="448915" y="55320"/>
                  <a:pt x="449503" y="54368"/>
                  <a:pt x="450438" y="53468"/>
                </a:cubicBezTo>
                <a:cubicBezTo>
                  <a:pt x="451372" y="52568"/>
                  <a:pt x="452981" y="51521"/>
                  <a:pt x="455265" y="50324"/>
                </a:cubicBezTo>
                <a:cubicBezTo>
                  <a:pt x="457549" y="49126"/>
                  <a:pt x="460180" y="48032"/>
                  <a:pt x="463156" y="47041"/>
                </a:cubicBezTo>
                <a:cubicBezTo>
                  <a:pt x="466132" y="46050"/>
                  <a:pt x="469385" y="45231"/>
                  <a:pt x="472915" y="44582"/>
                </a:cubicBezTo>
                <a:cubicBezTo>
                  <a:pt x="476445" y="43931"/>
                  <a:pt x="480010" y="43605"/>
                  <a:pt x="483609" y="43605"/>
                </a:cubicBezTo>
                <a:cubicBezTo>
                  <a:pt x="490323" y="43605"/>
                  <a:pt x="496033" y="44367"/>
                  <a:pt x="500739" y="45889"/>
                </a:cubicBezTo>
                <a:cubicBezTo>
                  <a:pt x="505446" y="47412"/>
                  <a:pt x="509253" y="49644"/>
                  <a:pt x="512160" y="52586"/>
                </a:cubicBezTo>
                <a:cubicBezTo>
                  <a:pt x="515067" y="55527"/>
                  <a:pt x="517178" y="59178"/>
                  <a:pt x="518493" y="63539"/>
                </a:cubicBezTo>
                <a:cubicBezTo>
                  <a:pt x="519808" y="67900"/>
                  <a:pt x="520466" y="72987"/>
                  <a:pt x="520466" y="78801"/>
                </a:cubicBezTo>
                <a:lnTo>
                  <a:pt x="520466" y="141821"/>
                </a:lnTo>
                <a:moveTo>
                  <a:pt x="503439" y="99046"/>
                </a:moveTo>
                <a:lnTo>
                  <a:pt x="488800" y="99046"/>
                </a:lnTo>
                <a:cubicBezTo>
                  <a:pt x="484093" y="99046"/>
                  <a:pt x="480010" y="99447"/>
                  <a:pt x="476549" y="100250"/>
                </a:cubicBezTo>
                <a:cubicBezTo>
                  <a:pt x="473088" y="101050"/>
                  <a:pt x="470216" y="102233"/>
                  <a:pt x="467932" y="103799"/>
                </a:cubicBezTo>
                <a:cubicBezTo>
                  <a:pt x="465648" y="105365"/>
                  <a:pt x="463969" y="107246"/>
                  <a:pt x="462896" y="109441"/>
                </a:cubicBezTo>
                <a:cubicBezTo>
                  <a:pt x="461823" y="111635"/>
                  <a:pt x="461287" y="114159"/>
                  <a:pt x="461287" y="117014"/>
                </a:cubicBezTo>
                <a:cubicBezTo>
                  <a:pt x="461287" y="121889"/>
                  <a:pt x="462827" y="125772"/>
                  <a:pt x="465907" y="128661"/>
                </a:cubicBezTo>
                <a:cubicBezTo>
                  <a:pt x="468987" y="131551"/>
                  <a:pt x="473296" y="132996"/>
                  <a:pt x="478833" y="132996"/>
                </a:cubicBezTo>
                <a:cubicBezTo>
                  <a:pt x="483332" y="132996"/>
                  <a:pt x="487502" y="131847"/>
                  <a:pt x="491343" y="129550"/>
                </a:cubicBezTo>
                <a:cubicBezTo>
                  <a:pt x="495185" y="127251"/>
                  <a:pt x="499217" y="123734"/>
                  <a:pt x="503439" y="118999"/>
                </a:cubicBezTo>
                <a:lnTo>
                  <a:pt x="503439" y="99046"/>
                </a:lnTo>
                <a:close/>
                <a:moveTo>
                  <a:pt x="631395" y="141714"/>
                </a:moveTo>
                <a:cubicBezTo>
                  <a:pt x="631395" y="142267"/>
                  <a:pt x="631274" y="142753"/>
                  <a:pt x="631032" y="143170"/>
                </a:cubicBezTo>
                <a:cubicBezTo>
                  <a:pt x="630790" y="143586"/>
                  <a:pt x="630374" y="143914"/>
                  <a:pt x="629786" y="144157"/>
                </a:cubicBezTo>
                <a:cubicBezTo>
                  <a:pt x="629198" y="144399"/>
                  <a:pt x="628419" y="144589"/>
                  <a:pt x="627450" y="144728"/>
                </a:cubicBezTo>
                <a:cubicBezTo>
                  <a:pt x="626481" y="144866"/>
                  <a:pt x="625304" y="144935"/>
                  <a:pt x="623920" y="144935"/>
                </a:cubicBezTo>
                <a:cubicBezTo>
                  <a:pt x="622467" y="144935"/>
                  <a:pt x="621255" y="144866"/>
                  <a:pt x="620286" y="144728"/>
                </a:cubicBezTo>
                <a:cubicBezTo>
                  <a:pt x="619317" y="144591"/>
                  <a:pt x="618521" y="144403"/>
                  <a:pt x="617898" y="144163"/>
                </a:cubicBezTo>
                <a:cubicBezTo>
                  <a:pt x="617276" y="143921"/>
                  <a:pt x="616826" y="143593"/>
                  <a:pt x="616549" y="143180"/>
                </a:cubicBezTo>
                <a:cubicBezTo>
                  <a:pt x="616272" y="142767"/>
                  <a:pt x="616133" y="142286"/>
                  <a:pt x="616133" y="141736"/>
                </a:cubicBezTo>
                <a:lnTo>
                  <a:pt x="616133" y="129450"/>
                </a:lnTo>
                <a:cubicBezTo>
                  <a:pt x="611219" y="134784"/>
                  <a:pt x="606115" y="138941"/>
                  <a:pt x="600820" y="141921"/>
                </a:cubicBezTo>
                <a:cubicBezTo>
                  <a:pt x="595525" y="144900"/>
                  <a:pt x="589728" y="146389"/>
                  <a:pt x="583430" y="146389"/>
                </a:cubicBezTo>
                <a:cubicBezTo>
                  <a:pt x="576577" y="146389"/>
                  <a:pt x="570729" y="145055"/>
                  <a:pt x="565884" y="142389"/>
                </a:cubicBezTo>
                <a:cubicBezTo>
                  <a:pt x="561039" y="139722"/>
                  <a:pt x="557111" y="136119"/>
                  <a:pt x="554100" y="131581"/>
                </a:cubicBezTo>
                <a:cubicBezTo>
                  <a:pt x="551089" y="127041"/>
                  <a:pt x="548892" y="121706"/>
                  <a:pt x="547507" y="115576"/>
                </a:cubicBezTo>
                <a:cubicBezTo>
                  <a:pt x="546123" y="109445"/>
                  <a:pt x="545431" y="102983"/>
                  <a:pt x="545431" y="96191"/>
                </a:cubicBezTo>
                <a:cubicBezTo>
                  <a:pt x="545431" y="88156"/>
                  <a:pt x="546296" y="80899"/>
                  <a:pt x="548026" y="74421"/>
                </a:cubicBezTo>
                <a:cubicBezTo>
                  <a:pt x="549757" y="67943"/>
                  <a:pt x="552318" y="62418"/>
                  <a:pt x="555709" y="57845"/>
                </a:cubicBezTo>
                <a:cubicBezTo>
                  <a:pt x="559101" y="53270"/>
                  <a:pt x="563305" y="49753"/>
                  <a:pt x="568324" y="47294"/>
                </a:cubicBezTo>
                <a:cubicBezTo>
                  <a:pt x="573342" y="44835"/>
                  <a:pt x="579138" y="43605"/>
                  <a:pt x="585714" y="43605"/>
                </a:cubicBezTo>
                <a:cubicBezTo>
                  <a:pt x="591182" y="43605"/>
                  <a:pt x="596182" y="44800"/>
                  <a:pt x="600716" y="47190"/>
                </a:cubicBezTo>
                <a:cubicBezTo>
                  <a:pt x="605250" y="49580"/>
                  <a:pt x="609731" y="53096"/>
                  <a:pt x="614161" y="57738"/>
                </a:cubicBezTo>
                <a:lnTo>
                  <a:pt x="614161" y="3329"/>
                </a:lnTo>
                <a:cubicBezTo>
                  <a:pt x="614161" y="2844"/>
                  <a:pt x="614282" y="2377"/>
                  <a:pt x="614524" y="1927"/>
                </a:cubicBezTo>
                <a:cubicBezTo>
                  <a:pt x="614767" y="1475"/>
                  <a:pt x="615234" y="1128"/>
                  <a:pt x="615926" y="886"/>
                </a:cubicBezTo>
                <a:cubicBezTo>
                  <a:pt x="616618" y="641"/>
                  <a:pt x="617500" y="433"/>
                  <a:pt x="618573" y="260"/>
                </a:cubicBezTo>
                <a:cubicBezTo>
                  <a:pt x="619646" y="87"/>
                  <a:pt x="621013" y="0"/>
                  <a:pt x="622674" y="0"/>
                </a:cubicBezTo>
                <a:cubicBezTo>
                  <a:pt x="624405" y="0"/>
                  <a:pt x="625824" y="87"/>
                  <a:pt x="626931" y="260"/>
                </a:cubicBezTo>
                <a:cubicBezTo>
                  <a:pt x="628038" y="433"/>
                  <a:pt x="628904" y="640"/>
                  <a:pt x="629527" y="882"/>
                </a:cubicBezTo>
                <a:cubicBezTo>
                  <a:pt x="630149" y="1125"/>
                  <a:pt x="630617" y="1472"/>
                  <a:pt x="630928" y="1924"/>
                </a:cubicBezTo>
                <a:cubicBezTo>
                  <a:pt x="631240" y="2374"/>
                  <a:pt x="631395" y="2841"/>
                  <a:pt x="631395" y="3326"/>
                </a:cubicBezTo>
                <a:lnTo>
                  <a:pt x="631395" y="141714"/>
                </a:lnTo>
                <a:moveTo>
                  <a:pt x="614161" y="76030"/>
                </a:moveTo>
                <a:cubicBezTo>
                  <a:pt x="609523" y="70274"/>
                  <a:pt x="605042" y="65889"/>
                  <a:pt x="600716" y="62874"/>
                </a:cubicBezTo>
                <a:cubicBezTo>
                  <a:pt x="596390" y="59857"/>
                  <a:pt x="591874" y="58348"/>
                  <a:pt x="587167" y="58348"/>
                </a:cubicBezTo>
                <a:cubicBezTo>
                  <a:pt x="582807" y="58348"/>
                  <a:pt x="579104" y="59388"/>
                  <a:pt x="576058" y="61469"/>
                </a:cubicBezTo>
                <a:cubicBezTo>
                  <a:pt x="573013" y="63548"/>
                  <a:pt x="570538" y="66285"/>
                  <a:pt x="568635" y="69681"/>
                </a:cubicBezTo>
                <a:cubicBezTo>
                  <a:pt x="566732" y="73077"/>
                  <a:pt x="565347" y="76923"/>
                  <a:pt x="564482" y="81221"/>
                </a:cubicBezTo>
                <a:cubicBezTo>
                  <a:pt x="563617" y="85519"/>
                  <a:pt x="563184" y="89886"/>
                  <a:pt x="563184" y="94322"/>
                </a:cubicBezTo>
                <a:cubicBezTo>
                  <a:pt x="563184" y="99035"/>
                  <a:pt x="563548" y="103645"/>
                  <a:pt x="564274" y="108150"/>
                </a:cubicBezTo>
                <a:cubicBezTo>
                  <a:pt x="565001" y="112655"/>
                  <a:pt x="566264" y="116658"/>
                  <a:pt x="568064" y="120158"/>
                </a:cubicBezTo>
                <a:cubicBezTo>
                  <a:pt x="569864" y="123657"/>
                  <a:pt x="572251" y="126465"/>
                  <a:pt x="575228" y="128580"/>
                </a:cubicBezTo>
                <a:cubicBezTo>
                  <a:pt x="578204" y="130693"/>
                  <a:pt x="581941" y="131750"/>
                  <a:pt x="586440" y="131750"/>
                </a:cubicBezTo>
                <a:cubicBezTo>
                  <a:pt x="588725" y="131750"/>
                  <a:pt x="590922" y="131439"/>
                  <a:pt x="593033" y="130816"/>
                </a:cubicBezTo>
                <a:cubicBezTo>
                  <a:pt x="595144" y="130191"/>
                  <a:pt x="597307" y="129150"/>
                  <a:pt x="599522" y="127694"/>
                </a:cubicBezTo>
                <a:cubicBezTo>
                  <a:pt x="601737" y="126239"/>
                  <a:pt x="604056" y="124349"/>
                  <a:pt x="606478" y="122026"/>
                </a:cubicBezTo>
                <a:cubicBezTo>
                  <a:pt x="608901" y="119703"/>
                  <a:pt x="611462" y="116843"/>
                  <a:pt x="614161" y="113445"/>
                </a:cubicBezTo>
                <a:lnTo>
                  <a:pt x="614161" y="76030"/>
                </a:lnTo>
                <a:close/>
                <a:moveTo>
                  <a:pt x="742876" y="141714"/>
                </a:moveTo>
                <a:cubicBezTo>
                  <a:pt x="742876" y="142267"/>
                  <a:pt x="742755" y="142753"/>
                  <a:pt x="742512" y="143170"/>
                </a:cubicBezTo>
                <a:cubicBezTo>
                  <a:pt x="742270" y="143586"/>
                  <a:pt x="741855" y="143914"/>
                  <a:pt x="741267" y="144157"/>
                </a:cubicBezTo>
                <a:cubicBezTo>
                  <a:pt x="740678" y="144399"/>
                  <a:pt x="739900" y="144589"/>
                  <a:pt x="738931" y="144728"/>
                </a:cubicBezTo>
                <a:cubicBezTo>
                  <a:pt x="737962" y="144866"/>
                  <a:pt x="736785" y="144935"/>
                  <a:pt x="735401" y="144935"/>
                </a:cubicBezTo>
                <a:cubicBezTo>
                  <a:pt x="733947" y="144935"/>
                  <a:pt x="732736" y="144866"/>
                  <a:pt x="731767" y="144728"/>
                </a:cubicBezTo>
                <a:cubicBezTo>
                  <a:pt x="730798" y="144591"/>
                  <a:pt x="730002" y="144403"/>
                  <a:pt x="729379" y="144163"/>
                </a:cubicBezTo>
                <a:cubicBezTo>
                  <a:pt x="728756" y="143921"/>
                  <a:pt x="728306" y="143593"/>
                  <a:pt x="728029" y="143180"/>
                </a:cubicBezTo>
                <a:cubicBezTo>
                  <a:pt x="727752" y="142767"/>
                  <a:pt x="727614" y="142286"/>
                  <a:pt x="727614" y="141736"/>
                </a:cubicBezTo>
                <a:lnTo>
                  <a:pt x="727614" y="129450"/>
                </a:lnTo>
                <a:cubicBezTo>
                  <a:pt x="722700" y="134784"/>
                  <a:pt x="717595" y="138941"/>
                  <a:pt x="712300" y="141921"/>
                </a:cubicBezTo>
                <a:cubicBezTo>
                  <a:pt x="707005" y="144900"/>
                  <a:pt x="701209" y="146389"/>
                  <a:pt x="694910" y="146389"/>
                </a:cubicBezTo>
                <a:cubicBezTo>
                  <a:pt x="688058" y="146389"/>
                  <a:pt x="682209" y="145055"/>
                  <a:pt x="677364" y="142389"/>
                </a:cubicBezTo>
                <a:cubicBezTo>
                  <a:pt x="672519" y="139722"/>
                  <a:pt x="668591" y="136119"/>
                  <a:pt x="665580" y="131581"/>
                </a:cubicBezTo>
                <a:cubicBezTo>
                  <a:pt x="662570" y="127041"/>
                  <a:pt x="660372" y="121706"/>
                  <a:pt x="658988" y="115576"/>
                </a:cubicBezTo>
                <a:cubicBezTo>
                  <a:pt x="657603" y="109445"/>
                  <a:pt x="656911" y="102983"/>
                  <a:pt x="656911" y="96191"/>
                </a:cubicBezTo>
                <a:cubicBezTo>
                  <a:pt x="656911" y="88156"/>
                  <a:pt x="657776" y="80899"/>
                  <a:pt x="659507" y="74421"/>
                </a:cubicBezTo>
                <a:cubicBezTo>
                  <a:pt x="661237" y="67943"/>
                  <a:pt x="663798" y="62418"/>
                  <a:pt x="667190" y="57845"/>
                </a:cubicBezTo>
                <a:cubicBezTo>
                  <a:pt x="670581" y="53270"/>
                  <a:pt x="674786" y="49753"/>
                  <a:pt x="679804" y="47294"/>
                </a:cubicBezTo>
                <a:cubicBezTo>
                  <a:pt x="684822" y="44835"/>
                  <a:pt x="690619" y="43605"/>
                  <a:pt x="697194" y="43605"/>
                </a:cubicBezTo>
                <a:cubicBezTo>
                  <a:pt x="702662" y="43605"/>
                  <a:pt x="707663" y="44800"/>
                  <a:pt x="712196" y="47190"/>
                </a:cubicBezTo>
                <a:cubicBezTo>
                  <a:pt x="716730" y="49580"/>
                  <a:pt x="721212" y="53096"/>
                  <a:pt x="725641" y="57738"/>
                </a:cubicBezTo>
                <a:lnTo>
                  <a:pt x="725641" y="3329"/>
                </a:lnTo>
                <a:cubicBezTo>
                  <a:pt x="725641" y="2844"/>
                  <a:pt x="725763" y="2377"/>
                  <a:pt x="726005" y="1927"/>
                </a:cubicBezTo>
                <a:cubicBezTo>
                  <a:pt x="726247" y="1475"/>
                  <a:pt x="726714" y="1128"/>
                  <a:pt x="727406" y="886"/>
                </a:cubicBezTo>
                <a:cubicBezTo>
                  <a:pt x="728099" y="641"/>
                  <a:pt x="728981" y="433"/>
                  <a:pt x="730054" y="260"/>
                </a:cubicBezTo>
                <a:cubicBezTo>
                  <a:pt x="731127" y="87"/>
                  <a:pt x="732494" y="0"/>
                  <a:pt x="734155" y="0"/>
                </a:cubicBezTo>
                <a:cubicBezTo>
                  <a:pt x="735885" y="0"/>
                  <a:pt x="737304" y="87"/>
                  <a:pt x="738411" y="260"/>
                </a:cubicBezTo>
                <a:cubicBezTo>
                  <a:pt x="739519" y="433"/>
                  <a:pt x="740384" y="640"/>
                  <a:pt x="741007" y="882"/>
                </a:cubicBezTo>
                <a:cubicBezTo>
                  <a:pt x="741630" y="1125"/>
                  <a:pt x="742097" y="1472"/>
                  <a:pt x="742409" y="1924"/>
                </a:cubicBezTo>
                <a:cubicBezTo>
                  <a:pt x="742720" y="2374"/>
                  <a:pt x="742876" y="2841"/>
                  <a:pt x="742876" y="3326"/>
                </a:cubicBezTo>
                <a:lnTo>
                  <a:pt x="742876" y="141714"/>
                </a:lnTo>
                <a:moveTo>
                  <a:pt x="725641" y="76030"/>
                </a:moveTo>
                <a:cubicBezTo>
                  <a:pt x="721004" y="70274"/>
                  <a:pt x="716522" y="65889"/>
                  <a:pt x="712196" y="62874"/>
                </a:cubicBezTo>
                <a:cubicBezTo>
                  <a:pt x="707871" y="59857"/>
                  <a:pt x="703354" y="58348"/>
                  <a:pt x="698648" y="58348"/>
                </a:cubicBezTo>
                <a:cubicBezTo>
                  <a:pt x="694287" y="58348"/>
                  <a:pt x="690584" y="59388"/>
                  <a:pt x="687539" y="61469"/>
                </a:cubicBezTo>
                <a:cubicBezTo>
                  <a:pt x="684493" y="63548"/>
                  <a:pt x="682019" y="66285"/>
                  <a:pt x="680115" y="69681"/>
                </a:cubicBezTo>
                <a:cubicBezTo>
                  <a:pt x="678212" y="73077"/>
                  <a:pt x="676828" y="76923"/>
                  <a:pt x="675963" y="81221"/>
                </a:cubicBezTo>
                <a:cubicBezTo>
                  <a:pt x="675097" y="85519"/>
                  <a:pt x="674665" y="89886"/>
                  <a:pt x="674665" y="94322"/>
                </a:cubicBezTo>
                <a:cubicBezTo>
                  <a:pt x="674665" y="99035"/>
                  <a:pt x="675028" y="103645"/>
                  <a:pt x="675755" y="108150"/>
                </a:cubicBezTo>
                <a:cubicBezTo>
                  <a:pt x="676482" y="112655"/>
                  <a:pt x="677745" y="116658"/>
                  <a:pt x="679544" y="120158"/>
                </a:cubicBezTo>
                <a:cubicBezTo>
                  <a:pt x="681344" y="123657"/>
                  <a:pt x="683732" y="126465"/>
                  <a:pt x="686708" y="128580"/>
                </a:cubicBezTo>
                <a:cubicBezTo>
                  <a:pt x="689684" y="130693"/>
                  <a:pt x="693422" y="131750"/>
                  <a:pt x="697921" y="131750"/>
                </a:cubicBezTo>
                <a:cubicBezTo>
                  <a:pt x="700205" y="131750"/>
                  <a:pt x="702403" y="131439"/>
                  <a:pt x="704514" y="130816"/>
                </a:cubicBezTo>
                <a:cubicBezTo>
                  <a:pt x="706625" y="130191"/>
                  <a:pt x="708788" y="129150"/>
                  <a:pt x="711002" y="127694"/>
                </a:cubicBezTo>
                <a:cubicBezTo>
                  <a:pt x="713217" y="126239"/>
                  <a:pt x="715536" y="124349"/>
                  <a:pt x="717959" y="122026"/>
                </a:cubicBezTo>
                <a:cubicBezTo>
                  <a:pt x="720381" y="119703"/>
                  <a:pt x="722942" y="116843"/>
                  <a:pt x="725641" y="113445"/>
                </a:cubicBezTo>
                <a:lnTo>
                  <a:pt x="725641" y="76030"/>
                </a:lnTo>
                <a:close/>
                <a:moveTo>
                  <a:pt x="828920" y="54403"/>
                </a:moveTo>
                <a:cubicBezTo>
                  <a:pt x="828920" y="55925"/>
                  <a:pt x="828885" y="57206"/>
                  <a:pt x="828816" y="58244"/>
                </a:cubicBezTo>
                <a:cubicBezTo>
                  <a:pt x="828747" y="59282"/>
                  <a:pt x="828608" y="60096"/>
                  <a:pt x="828401" y="60684"/>
                </a:cubicBezTo>
                <a:cubicBezTo>
                  <a:pt x="828193" y="61272"/>
                  <a:pt x="827934" y="61722"/>
                  <a:pt x="827622" y="62034"/>
                </a:cubicBezTo>
                <a:cubicBezTo>
                  <a:pt x="827311" y="62345"/>
                  <a:pt x="826878" y="62501"/>
                  <a:pt x="826324" y="62501"/>
                </a:cubicBezTo>
                <a:cubicBezTo>
                  <a:pt x="825771" y="62501"/>
                  <a:pt x="825096" y="62345"/>
                  <a:pt x="824300" y="62034"/>
                </a:cubicBezTo>
                <a:cubicBezTo>
                  <a:pt x="823504" y="61722"/>
                  <a:pt x="822604" y="61411"/>
                  <a:pt x="821601" y="61099"/>
                </a:cubicBezTo>
                <a:cubicBezTo>
                  <a:pt x="820597" y="60788"/>
                  <a:pt x="819472" y="60494"/>
                  <a:pt x="818226" y="60217"/>
                </a:cubicBezTo>
                <a:cubicBezTo>
                  <a:pt x="816980" y="59940"/>
                  <a:pt x="815631" y="59801"/>
                  <a:pt x="814177" y="59801"/>
                </a:cubicBezTo>
                <a:cubicBezTo>
                  <a:pt x="812447" y="59801"/>
                  <a:pt x="810751" y="60147"/>
                  <a:pt x="809090" y="60840"/>
                </a:cubicBezTo>
                <a:cubicBezTo>
                  <a:pt x="807429" y="61532"/>
                  <a:pt x="805681" y="62674"/>
                  <a:pt x="803847" y="64266"/>
                </a:cubicBezTo>
                <a:cubicBezTo>
                  <a:pt x="802013" y="65858"/>
                  <a:pt x="800092" y="67969"/>
                  <a:pt x="798085" y="70599"/>
                </a:cubicBezTo>
                <a:cubicBezTo>
                  <a:pt x="796078" y="73229"/>
                  <a:pt x="793863" y="76448"/>
                  <a:pt x="791440" y="80254"/>
                </a:cubicBezTo>
                <a:lnTo>
                  <a:pt x="791440" y="141717"/>
                </a:lnTo>
                <a:cubicBezTo>
                  <a:pt x="791440" y="142271"/>
                  <a:pt x="791302" y="142738"/>
                  <a:pt x="791025" y="143119"/>
                </a:cubicBezTo>
                <a:cubicBezTo>
                  <a:pt x="790748" y="143499"/>
                  <a:pt x="790298" y="143828"/>
                  <a:pt x="789675" y="144105"/>
                </a:cubicBezTo>
                <a:cubicBezTo>
                  <a:pt x="789052" y="144382"/>
                  <a:pt x="788187" y="144589"/>
                  <a:pt x="787080" y="144728"/>
                </a:cubicBezTo>
                <a:cubicBezTo>
                  <a:pt x="785972" y="144866"/>
                  <a:pt x="784553" y="144935"/>
                  <a:pt x="782823" y="144935"/>
                </a:cubicBezTo>
                <a:cubicBezTo>
                  <a:pt x="781162" y="144935"/>
                  <a:pt x="779778" y="144866"/>
                  <a:pt x="778670" y="144728"/>
                </a:cubicBezTo>
                <a:cubicBezTo>
                  <a:pt x="777563" y="144589"/>
                  <a:pt x="776680" y="144382"/>
                  <a:pt x="776023" y="144105"/>
                </a:cubicBezTo>
                <a:cubicBezTo>
                  <a:pt x="775365" y="143828"/>
                  <a:pt x="774915" y="143499"/>
                  <a:pt x="774673" y="143119"/>
                </a:cubicBezTo>
                <a:cubicBezTo>
                  <a:pt x="774431" y="142738"/>
                  <a:pt x="774310" y="142271"/>
                  <a:pt x="774310" y="141717"/>
                </a:cubicBezTo>
                <a:lnTo>
                  <a:pt x="774310" y="48277"/>
                </a:lnTo>
                <a:cubicBezTo>
                  <a:pt x="774310" y="47723"/>
                  <a:pt x="774413" y="47256"/>
                  <a:pt x="774621" y="46876"/>
                </a:cubicBezTo>
                <a:cubicBezTo>
                  <a:pt x="774829" y="46495"/>
                  <a:pt x="775244" y="46149"/>
                  <a:pt x="775867" y="45837"/>
                </a:cubicBezTo>
                <a:cubicBezTo>
                  <a:pt x="776490" y="45526"/>
                  <a:pt x="777286" y="45318"/>
                  <a:pt x="778255" y="45214"/>
                </a:cubicBezTo>
                <a:cubicBezTo>
                  <a:pt x="779224" y="45111"/>
                  <a:pt x="780504" y="45059"/>
                  <a:pt x="782096" y="45059"/>
                </a:cubicBezTo>
                <a:cubicBezTo>
                  <a:pt x="783619" y="45059"/>
                  <a:pt x="784882" y="45111"/>
                  <a:pt x="785886" y="45214"/>
                </a:cubicBezTo>
                <a:cubicBezTo>
                  <a:pt x="786889" y="45318"/>
                  <a:pt x="787668" y="45526"/>
                  <a:pt x="788222" y="45837"/>
                </a:cubicBezTo>
                <a:cubicBezTo>
                  <a:pt x="788775" y="46149"/>
                  <a:pt x="789173" y="46495"/>
                  <a:pt x="789416" y="46876"/>
                </a:cubicBezTo>
                <a:cubicBezTo>
                  <a:pt x="789658" y="47256"/>
                  <a:pt x="789779" y="47723"/>
                  <a:pt x="789779" y="48277"/>
                </a:cubicBezTo>
                <a:lnTo>
                  <a:pt x="789779" y="61878"/>
                </a:lnTo>
                <a:cubicBezTo>
                  <a:pt x="792340" y="58140"/>
                  <a:pt x="794745" y="55095"/>
                  <a:pt x="796995" y="52742"/>
                </a:cubicBezTo>
                <a:cubicBezTo>
                  <a:pt x="799244" y="50388"/>
                  <a:pt x="801373" y="48537"/>
                  <a:pt x="803380" y="47187"/>
                </a:cubicBezTo>
                <a:cubicBezTo>
                  <a:pt x="805387" y="45837"/>
                  <a:pt x="807377" y="44903"/>
                  <a:pt x="809350" y="44384"/>
                </a:cubicBezTo>
                <a:cubicBezTo>
                  <a:pt x="811322" y="43865"/>
                  <a:pt x="813312" y="43605"/>
                  <a:pt x="815319" y="43605"/>
                </a:cubicBezTo>
                <a:cubicBezTo>
                  <a:pt x="816219" y="43605"/>
                  <a:pt x="817240" y="43657"/>
                  <a:pt x="818382" y="43761"/>
                </a:cubicBezTo>
                <a:cubicBezTo>
                  <a:pt x="819524" y="43865"/>
                  <a:pt x="820718" y="44055"/>
                  <a:pt x="821964" y="44332"/>
                </a:cubicBezTo>
                <a:cubicBezTo>
                  <a:pt x="823210" y="44609"/>
                  <a:pt x="824334" y="44920"/>
                  <a:pt x="825338" y="45266"/>
                </a:cubicBezTo>
                <a:cubicBezTo>
                  <a:pt x="826342" y="45612"/>
                  <a:pt x="827051" y="45959"/>
                  <a:pt x="827466" y="46305"/>
                </a:cubicBezTo>
                <a:cubicBezTo>
                  <a:pt x="827882" y="46651"/>
                  <a:pt x="828159" y="46979"/>
                  <a:pt x="828297" y="47291"/>
                </a:cubicBezTo>
                <a:cubicBezTo>
                  <a:pt x="828435" y="47602"/>
                  <a:pt x="828557" y="48000"/>
                  <a:pt x="828660" y="48485"/>
                </a:cubicBezTo>
                <a:cubicBezTo>
                  <a:pt x="828764" y="48969"/>
                  <a:pt x="828833" y="49679"/>
                  <a:pt x="828868" y="50613"/>
                </a:cubicBezTo>
                <a:cubicBezTo>
                  <a:pt x="828903" y="51548"/>
                  <a:pt x="828920" y="52811"/>
                  <a:pt x="828920" y="54403"/>
                </a:cubicBezTo>
                <a:close/>
                <a:moveTo>
                  <a:pt x="924701" y="90948"/>
                </a:moveTo>
                <a:cubicBezTo>
                  <a:pt x="924701" y="93647"/>
                  <a:pt x="924026" y="95568"/>
                  <a:pt x="922676" y="96710"/>
                </a:cubicBezTo>
                <a:cubicBezTo>
                  <a:pt x="921327" y="97852"/>
                  <a:pt x="919787" y="98423"/>
                  <a:pt x="918056" y="98423"/>
                </a:cubicBezTo>
                <a:lnTo>
                  <a:pt x="856801" y="98423"/>
                </a:lnTo>
                <a:cubicBezTo>
                  <a:pt x="856801" y="103629"/>
                  <a:pt x="857320" y="108315"/>
                  <a:pt x="858359" y="112481"/>
                </a:cubicBezTo>
                <a:cubicBezTo>
                  <a:pt x="859397" y="116647"/>
                  <a:pt x="861127" y="120223"/>
                  <a:pt x="863550" y="123207"/>
                </a:cubicBezTo>
                <a:cubicBezTo>
                  <a:pt x="865972" y="126192"/>
                  <a:pt x="869122" y="128484"/>
                  <a:pt x="872998" y="130082"/>
                </a:cubicBezTo>
                <a:cubicBezTo>
                  <a:pt x="876874" y="131679"/>
                  <a:pt x="881615" y="132477"/>
                  <a:pt x="887221" y="132477"/>
                </a:cubicBezTo>
                <a:cubicBezTo>
                  <a:pt x="891651" y="132477"/>
                  <a:pt x="895596" y="132113"/>
                  <a:pt x="899057" y="131387"/>
                </a:cubicBezTo>
                <a:cubicBezTo>
                  <a:pt x="902518" y="130660"/>
                  <a:pt x="905511" y="129847"/>
                  <a:pt x="908037" y="128947"/>
                </a:cubicBezTo>
                <a:cubicBezTo>
                  <a:pt x="910564" y="128047"/>
                  <a:pt x="912640" y="127234"/>
                  <a:pt x="914267" y="126507"/>
                </a:cubicBezTo>
                <a:cubicBezTo>
                  <a:pt x="915893" y="125780"/>
                  <a:pt x="917122" y="125417"/>
                  <a:pt x="917952" y="125417"/>
                </a:cubicBezTo>
                <a:cubicBezTo>
                  <a:pt x="918437" y="125417"/>
                  <a:pt x="918870" y="125538"/>
                  <a:pt x="919250" y="125780"/>
                </a:cubicBezTo>
                <a:cubicBezTo>
                  <a:pt x="919631" y="126022"/>
                  <a:pt x="919925" y="126386"/>
                  <a:pt x="920133" y="126870"/>
                </a:cubicBezTo>
                <a:cubicBezTo>
                  <a:pt x="920340" y="127355"/>
                  <a:pt x="920496" y="128030"/>
                  <a:pt x="920600" y="128895"/>
                </a:cubicBezTo>
                <a:cubicBezTo>
                  <a:pt x="920704" y="129760"/>
                  <a:pt x="920756" y="130816"/>
                  <a:pt x="920756" y="132061"/>
                </a:cubicBezTo>
                <a:cubicBezTo>
                  <a:pt x="920756" y="132961"/>
                  <a:pt x="920721" y="133740"/>
                  <a:pt x="920652" y="134397"/>
                </a:cubicBezTo>
                <a:cubicBezTo>
                  <a:pt x="920583" y="135055"/>
                  <a:pt x="920496" y="135643"/>
                  <a:pt x="920392" y="136162"/>
                </a:cubicBezTo>
                <a:cubicBezTo>
                  <a:pt x="920288" y="136682"/>
                  <a:pt x="920115" y="137149"/>
                  <a:pt x="919873" y="137564"/>
                </a:cubicBezTo>
                <a:cubicBezTo>
                  <a:pt x="919631" y="137979"/>
                  <a:pt x="919319" y="138377"/>
                  <a:pt x="918939" y="138758"/>
                </a:cubicBezTo>
                <a:cubicBezTo>
                  <a:pt x="918558" y="139139"/>
                  <a:pt x="917433" y="139762"/>
                  <a:pt x="915565" y="140627"/>
                </a:cubicBezTo>
                <a:cubicBezTo>
                  <a:pt x="913696" y="141492"/>
                  <a:pt x="911273" y="142340"/>
                  <a:pt x="908297" y="143170"/>
                </a:cubicBezTo>
                <a:cubicBezTo>
                  <a:pt x="905321" y="144001"/>
                  <a:pt x="901877" y="144745"/>
                  <a:pt x="897967" y="145403"/>
                </a:cubicBezTo>
                <a:cubicBezTo>
                  <a:pt x="894056" y="146060"/>
                  <a:pt x="889886" y="146389"/>
                  <a:pt x="885456" y="146389"/>
                </a:cubicBezTo>
                <a:cubicBezTo>
                  <a:pt x="877773" y="146389"/>
                  <a:pt x="871042" y="145315"/>
                  <a:pt x="865263" y="143167"/>
                </a:cubicBezTo>
                <a:cubicBezTo>
                  <a:pt x="859483" y="141019"/>
                  <a:pt x="854621" y="137832"/>
                  <a:pt x="850676" y="133606"/>
                </a:cubicBezTo>
                <a:cubicBezTo>
                  <a:pt x="846731" y="129379"/>
                  <a:pt x="843754" y="124079"/>
                  <a:pt x="841747" y="117705"/>
                </a:cubicBezTo>
                <a:cubicBezTo>
                  <a:pt x="839740" y="111331"/>
                  <a:pt x="838736" y="103917"/>
                  <a:pt x="838736" y="95464"/>
                </a:cubicBezTo>
                <a:cubicBezTo>
                  <a:pt x="838736" y="87427"/>
                  <a:pt x="839775" y="80204"/>
                  <a:pt x="841851" y="73795"/>
                </a:cubicBezTo>
                <a:cubicBezTo>
                  <a:pt x="843927" y="67386"/>
                  <a:pt x="846921" y="61947"/>
                  <a:pt x="850832" y="57478"/>
                </a:cubicBezTo>
                <a:cubicBezTo>
                  <a:pt x="854742" y="53010"/>
                  <a:pt x="859466" y="49580"/>
                  <a:pt x="865003" y="47190"/>
                </a:cubicBezTo>
                <a:cubicBezTo>
                  <a:pt x="870540" y="44800"/>
                  <a:pt x="876735" y="43605"/>
                  <a:pt x="883587" y="43605"/>
                </a:cubicBezTo>
                <a:cubicBezTo>
                  <a:pt x="890924" y="43605"/>
                  <a:pt x="897171" y="44782"/>
                  <a:pt x="902327" y="47135"/>
                </a:cubicBezTo>
                <a:cubicBezTo>
                  <a:pt x="907484" y="49488"/>
                  <a:pt x="911723" y="52655"/>
                  <a:pt x="915045" y="56635"/>
                </a:cubicBezTo>
                <a:cubicBezTo>
                  <a:pt x="918368" y="60615"/>
                  <a:pt x="920808" y="65287"/>
                  <a:pt x="922365" y="70651"/>
                </a:cubicBezTo>
                <a:cubicBezTo>
                  <a:pt x="923922" y="76015"/>
                  <a:pt x="924701" y="81742"/>
                  <a:pt x="924701" y="87833"/>
                </a:cubicBezTo>
                <a:lnTo>
                  <a:pt x="924701" y="90948"/>
                </a:lnTo>
                <a:moveTo>
                  <a:pt x="907466" y="85861"/>
                </a:moveTo>
                <a:cubicBezTo>
                  <a:pt x="907674" y="76863"/>
                  <a:pt x="905684" y="69803"/>
                  <a:pt x="901497" y="64681"/>
                </a:cubicBezTo>
                <a:cubicBezTo>
                  <a:pt x="897309" y="59559"/>
                  <a:pt x="891097" y="56998"/>
                  <a:pt x="882861" y="56998"/>
                </a:cubicBezTo>
                <a:cubicBezTo>
                  <a:pt x="878639" y="56998"/>
                  <a:pt x="874936" y="57794"/>
                  <a:pt x="871752" y="59386"/>
                </a:cubicBezTo>
                <a:cubicBezTo>
                  <a:pt x="868568" y="60978"/>
                  <a:pt x="865903" y="63089"/>
                  <a:pt x="863757" y="65719"/>
                </a:cubicBezTo>
                <a:cubicBezTo>
                  <a:pt x="861612" y="68349"/>
                  <a:pt x="859951" y="71412"/>
                  <a:pt x="858774" y="74908"/>
                </a:cubicBezTo>
                <a:cubicBezTo>
                  <a:pt x="857597" y="78403"/>
                  <a:pt x="856940" y="82054"/>
                  <a:pt x="856801" y="85861"/>
                </a:cubicBezTo>
                <a:lnTo>
                  <a:pt x="907466" y="85861"/>
                </a:lnTo>
                <a:close/>
                <a:moveTo>
                  <a:pt x="1009364" y="116355"/>
                </a:moveTo>
                <a:cubicBezTo>
                  <a:pt x="1009364" y="121135"/>
                  <a:pt x="1008482" y="125396"/>
                  <a:pt x="1006717" y="129138"/>
                </a:cubicBezTo>
                <a:cubicBezTo>
                  <a:pt x="1004952" y="132878"/>
                  <a:pt x="1002443" y="136030"/>
                  <a:pt x="999190" y="138596"/>
                </a:cubicBezTo>
                <a:cubicBezTo>
                  <a:pt x="995937" y="141159"/>
                  <a:pt x="992061" y="143098"/>
                  <a:pt x="987562" y="144413"/>
                </a:cubicBezTo>
                <a:cubicBezTo>
                  <a:pt x="983063" y="145730"/>
                  <a:pt x="978114" y="146389"/>
                  <a:pt x="972715" y="146389"/>
                </a:cubicBezTo>
                <a:cubicBezTo>
                  <a:pt x="969393" y="146389"/>
                  <a:pt x="966226" y="146129"/>
                  <a:pt x="963216" y="145610"/>
                </a:cubicBezTo>
                <a:cubicBezTo>
                  <a:pt x="960205" y="145091"/>
                  <a:pt x="957505" y="144434"/>
                  <a:pt x="955118" y="143638"/>
                </a:cubicBezTo>
                <a:cubicBezTo>
                  <a:pt x="952730" y="142842"/>
                  <a:pt x="950705" y="142011"/>
                  <a:pt x="949044" y="141146"/>
                </a:cubicBezTo>
                <a:cubicBezTo>
                  <a:pt x="947383" y="140281"/>
                  <a:pt x="946172" y="139502"/>
                  <a:pt x="945410" y="138810"/>
                </a:cubicBezTo>
                <a:cubicBezTo>
                  <a:pt x="944649" y="138118"/>
                  <a:pt x="944095" y="137149"/>
                  <a:pt x="943749" y="135903"/>
                </a:cubicBezTo>
                <a:cubicBezTo>
                  <a:pt x="943403" y="134657"/>
                  <a:pt x="943230" y="132961"/>
                  <a:pt x="943230" y="130816"/>
                </a:cubicBezTo>
                <a:cubicBezTo>
                  <a:pt x="943230" y="129501"/>
                  <a:pt x="943299" y="128393"/>
                  <a:pt x="943438" y="127493"/>
                </a:cubicBezTo>
                <a:cubicBezTo>
                  <a:pt x="943576" y="126594"/>
                  <a:pt x="943749" y="125867"/>
                  <a:pt x="943957" y="125313"/>
                </a:cubicBezTo>
                <a:cubicBezTo>
                  <a:pt x="944164" y="124759"/>
                  <a:pt x="944458" y="124361"/>
                  <a:pt x="944839" y="124119"/>
                </a:cubicBezTo>
                <a:cubicBezTo>
                  <a:pt x="945220" y="123877"/>
                  <a:pt x="945652" y="123756"/>
                  <a:pt x="946137" y="123756"/>
                </a:cubicBezTo>
                <a:cubicBezTo>
                  <a:pt x="946898" y="123756"/>
                  <a:pt x="948023" y="124223"/>
                  <a:pt x="949511" y="125157"/>
                </a:cubicBezTo>
                <a:cubicBezTo>
                  <a:pt x="950999" y="126092"/>
                  <a:pt x="952833" y="127113"/>
                  <a:pt x="955014" y="128220"/>
                </a:cubicBezTo>
                <a:cubicBezTo>
                  <a:pt x="957194" y="129327"/>
                  <a:pt x="959772" y="130348"/>
                  <a:pt x="962748" y="131283"/>
                </a:cubicBezTo>
                <a:cubicBezTo>
                  <a:pt x="965725" y="132217"/>
                  <a:pt x="969151" y="132684"/>
                  <a:pt x="973027" y="132684"/>
                </a:cubicBezTo>
                <a:cubicBezTo>
                  <a:pt x="975934" y="132684"/>
                  <a:pt x="978564" y="132373"/>
                  <a:pt x="980917" y="131750"/>
                </a:cubicBezTo>
                <a:cubicBezTo>
                  <a:pt x="983271" y="131125"/>
                  <a:pt x="985312" y="130206"/>
                  <a:pt x="987043" y="128992"/>
                </a:cubicBezTo>
                <a:cubicBezTo>
                  <a:pt x="988773" y="127779"/>
                  <a:pt x="990106" y="126236"/>
                  <a:pt x="991040" y="124362"/>
                </a:cubicBezTo>
                <a:cubicBezTo>
                  <a:pt x="991974" y="122489"/>
                  <a:pt x="992442" y="120270"/>
                  <a:pt x="992442" y="117705"/>
                </a:cubicBezTo>
                <a:cubicBezTo>
                  <a:pt x="992442" y="115073"/>
                  <a:pt x="991767" y="112855"/>
                  <a:pt x="990417" y="111054"/>
                </a:cubicBezTo>
                <a:cubicBezTo>
                  <a:pt x="989067" y="109252"/>
                  <a:pt x="987285" y="107659"/>
                  <a:pt x="985070" y="106275"/>
                </a:cubicBezTo>
                <a:cubicBezTo>
                  <a:pt x="982855" y="104888"/>
                  <a:pt x="980364" y="103659"/>
                  <a:pt x="977595" y="102586"/>
                </a:cubicBezTo>
                <a:cubicBezTo>
                  <a:pt x="974826" y="101511"/>
                  <a:pt x="971971" y="100385"/>
                  <a:pt x="969030" y="99208"/>
                </a:cubicBezTo>
                <a:cubicBezTo>
                  <a:pt x="966088" y="98030"/>
                  <a:pt x="963216" y="96695"/>
                  <a:pt x="960412" y="95205"/>
                </a:cubicBezTo>
                <a:cubicBezTo>
                  <a:pt x="957609" y="93714"/>
                  <a:pt x="955100" y="91895"/>
                  <a:pt x="952885" y="89748"/>
                </a:cubicBezTo>
                <a:cubicBezTo>
                  <a:pt x="950671" y="87600"/>
                  <a:pt x="948888" y="85037"/>
                  <a:pt x="947539" y="82058"/>
                </a:cubicBezTo>
                <a:cubicBezTo>
                  <a:pt x="946189" y="79080"/>
                  <a:pt x="945514" y="75512"/>
                  <a:pt x="945514" y="71355"/>
                </a:cubicBezTo>
                <a:cubicBezTo>
                  <a:pt x="945514" y="67682"/>
                  <a:pt x="946223" y="64166"/>
                  <a:pt x="947642" y="60807"/>
                </a:cubicBezTo>
                <a:cubicBezTo>
                  <a:pt x="949061" y="57446"/>
                  <a:pt x="951190" y="54501"/>
                  <a:pt x="954027" y="51973"/>
                </a:cubicBezTo>
                <a:cubicBezTo>
                  <a:pt x="956865" y="49442"/>
                  <a:pt x="960412" y="47415"/>
                  <a:pt x="964669" y="45893"/>
                </a:cubicBezTo>
                <a:cubicBezTo>
                  <a:pt x="968926" y="44368"/>
                  <a:pt x="973892" y="43605"/>
                  <a:pt x="979568" y="43605"/>
                </a:cubicBezTo>
                <a:cubicBezTo>
                  <a:pt x="982059" y="43605"/>
                  <a:pt x="984551" y="43816"/>
                  <a:pt x="987043" y="44238"/>
                </a:cubicBezTo>
                <a:cubicBezTo>
                  <a:pt x="989535" y="44660"/>
                  <a:pt x="991784" y="45186"/>
                  <a:pt x="993791" y="45818"/>
                </a:cubicBezTo>
                <a:cubicBezTo>
                  <a:pt x="995798" y="46449"/>
                  <a:pt x="997511" y="47134"/>
                  <a:pt x="998930" y="47872"/>
                </a:cubicBezTo>
                <a:cubicBezTo>
                  <a:pt x="1000349" y="48609"/>
                  <a:pt x="1001422" y="49259"/>
                  <a:pt x="1002149" y="49822"/>
                </a:cubicBezTo>
                <a:cubicBezTo>
                  <a:pt x="1002876" y="50384"/>
                  <a:pt x="1003360" y="50873"/>
                  <a:pt x="1003602" y="51288"/>
                </a:cubicBezTo>
                <a:cubicBezTo>
                  <a:pt x="1003845" y="51703"/>
                  <a:pt x="1004018" y="52171"/>
                  <a:pt x="1004121" y="52690"/>
                </a:cubicBezTo>
                <a:cubicBezTo>
                  <a:pt x="1004225" y="53209"/>
                  <a:pt x="1004329" y="53849"/>
                  <a:pt x="1004433" y="54610"/>
                </a:cubicBezTo>
                <a:cubicBezTo>
                  <a:pt x="1004537" y="55372"/>
                  <a:pt x="1004589" y="56306"/>
                  <a:pt x="1004589" y="57414"/>
                </a:cubicBezTo>
                <a:cubicBezTo>
                  <a:pt x="1004589" y="58590"/>
                  <a:pt x="1004537" y="59611"/>
                  <a:pt x="1004433" y="60476"/>
                </a:cubicBezTo>
                <a:cubicBezTo>
                  <a:pt x="1004329" y="61341"/>
                  <a:pt x="1004156" y="62051"/>
                  <a:pt x="1003914" y="62605"/>
                </a:cubicBezTo>
                <a:cubicBezTo>
                  <a:pt x="1003672" y="63158"/>
                  <a:pt x="1003377" y="63556"/>
                  <a:pt x="1003031" y="63799"/>
                </a:cubicBezTo>
                <a:cubicBezTo>
                  <a:pt x="1002685" y="64041"/>
                  <a:pt x="1002305" y="64162"/>
                  <a:pt x="1001889" y="64162"/>
                </a:cubicBezTo>
                <a:cubicBezTo>
                  <a:pt x="1001266" y="64162"/>
                  <a:pt x="1000367" y="63776"/>
                  <a:pt x="999190" y="63004"/>
                </a:cubicBezTo>
                <a:cubicBezTo>
                  <a:pt x="998013" y="62232"/>
                  <a:pt x="996491" y="61406"/>
                  <a:pt x="994622" y="60528"/>
                </a:cubicBezTo>
                <a:cubicBezTo>
                  <a:pt x="992753" y="59650"/>
                  <a:pt x="990555" y="58825"/>
                  <a:pt x="988029" y="58053"/>
                </a:cubicBezTo>
                <a:cubicBezTo>
                  <a:pt x="985503" y="57280"/>
                  <a:pt x="982613" y="56894"/>
                  <a:pt x="979360" y="56894"/>
                </a:cubicBezTo>
                <a:cubicBezTo>
                  <a:pt x="976453" y="56894"/>
                  <a:pt x="973892" y="57224"/>
                  <a:pt x="971677" y="57884"/>
                </a:cubicBezTo>
                <a:cubicBezTo>
                  <a:pt x="969462" y="58541"/>
                  <a:pt x="967645" y="59477"/>
                  <a:pt x="966226" y="60690"/>
                </a:cubicBezTo>
                <a:cubicBezTo>
                  <a:pt x="964808" y="61904"/>
                  <a:pt x="963735" y="63343"/>
                  <a:pt x="963008" y="65009"/>
                </a:cubicBezTo>
                <a:cubicBezTo>
                  <a:pt x="962281" y="66672"/>
                  <a:pt x="961918" y="68475"/>
                  <a:pt x="961918" y="70417"/>
                </a:cubicBezTo>
                <a:cubicBezTo>
                  <a:pt x="961918" y="73119"/>
                  <a:pt x="962610" y="75388"/>
                  <a:pt x="963994" y="77224"/>
                </a:cubicBezTo>
                <a:cubicBezTo>
                  <a:pt x="965379" y="79060"/>
                  <a:pt x="967178" y="80672"/>
                  <a:pt x="969393" y="82058"/>
                </a:cubicBezTo>
                <a:cubicBezTo>
                  <a:pt x="971608" y="83443"/>
                  <a:pt x="974134" y="84689"/>
                  <a:pt x="976972" y="85799"/>
                </a:cubicBezTo>
                <a:cubicBezTo>
                  <a:pt x="979810" y="86907"/>
                  <a:pt x="982700" y="88050"/>
                  <a:pt x="985641" y="89228"/>
                </a:cubicBezTo>
                <a:cubicBezTo>
                  <a:pt x="988583" y="90405"/>
                  <a:pt x="991490" y="91721"/>
                  <a:pt x="994362" y="93177"/>
                </a:cubicBezTo>
                <a:cubicBezTo>
                  <a:pt x="997235" y="94633"/>
                  <a:pt x="999778" y="96400"/>
                  <a:pt x="1001993" y="98478"/>
                </a:cubicBezTo>
                <a:cubicBezTo>
                  <a:pt x="1004208" y="100557"/>
                  <a:pt x="1005990" y="103052"/>
                  <a:pt x="1007340" y="105963"/>
                </a:cubicBezTo>
                <a:cubicBezTo>
                  <a:pt x="1008690" y="108872"/>
                  <a:pt x="1009364" y="112336"/>
                  <a:pt x="1009364" y="116355"/>
                </a:cubicBezTo>
                <a:close/>
                <a:moveTo>
                  <a:pt x="1091502" y="116355"/>
                </a:moveTo>
                <a:cubicBezTo>
                  <a:pt x="1091502" y="121135"/>
                  <a:pt x="1090620" y="125396"/>
                  <a:pt x="1088855" y="129138"/>
                </a:cubicBezTo>
                <a:cubicBezTo>
                  <a:pt x="1087090" y="132878"/>
                  <a:pt x="1084581" y="136030"/>
                  <a:pt x="1081328" y="138596"/>
                </a:cubicBezTo>
                <a:cubicBezTo>
                  <a:pt x="1078075" y="141159"/>
                  <a:pt x="1074199" y="143098"/>
                  <a:pt x="1069700" y="144413"/>
                </a:cubicBezTo>
                <a:cubicBezTo>
                  <a:pt x="1065201" y="145730"/>
                  <a:pt x="1060252" y="146389"/>
                  <a:pt x="1054853" y="146389"/>
                </a:cubicBezTo>
                <a:cubicBezTo>
                  <a:pt x="1051531" y="146389"/>
                  <a:pt x="1048364" y="146129"/>
                  <a:pt x="1045354" y="145610"/>
                </a:cubicBezTo>
                <a:cubicBezTo>
                  <a:pt x="1042343" y="145091"/>
                  <a:pt x="1039643" y="144434"/>
                  <a:pt x="1037256" y="143638"/>
                </a:cubicBezTo>
                <a:cubicBezTo>
                  <a:pt x="1034868" y="142842"/>
                  <a:pt x="1032843" y="142011"/>
                  <a:pt x="1031182" y="141146"/>
                </a:cubicBezTo>
                <a:cubicBezTo>
                  <a:pt x="1029521" y="140281"/>
                  <a:pt x="1028310" y="139502"/>
                  <a:pt x="1027548" y="138810"/>
                </a:cubicBezTo>
                <a:cubicBezTo>
                  <a:pt x="1026787" y="138118"/>
                  <a:pt x="1026233" y="137149"/>
                  <a:pt x="1025887" y="135903"/>
                </a:cubicBezTo>
                <a:cubicBezTo>
                  <a:pt x="1025541" y="134657"/>
                  <a:pt x="1025368" y="132961"/>
                  <a:pt x="1025368" y="130816"/>
                </a:cubicBezTo>
                <a:cubicBezTo>
                  <a:pt x="1025368" y="129501"/>
                  <a:pt x="1025437" y="128393"/>
                  <a:pt x="1025576" y="127493"/>
                </a:cubicBezTo>
                <a:cubicBezTo>
                  <a:pt x="1025714" y="126594"/>
                  <a:pt x="1025887" y="125867"/>
                  <a:pt x="1026095" y="125313"/>
                </a:cubicBezTo>
                <a:cubicBezTo>
                  <a:pt x="1026302" y="124759"/>
                  <a:pt x="1026596" y="124361"/>
                  <a:pt x="1026977" y="124119"/>
                </a:cubicBezTo>
                <a:cubicBezTo>
                  <a:pt x="1027358" y="123877"/>
                  <a:pt x="1027790" y="123756"/>
                  <a:pt x="1028275" y="123756"/>
                </a:cubicBezTo>
                <a:cubicBezTo>
                  <a:pt x="1029036" y="123756"/>
                  <a:pt x="1030161" y="124223"/>
                  <a:pt x="1031649" y="125157"/>
                </a:cubicBezTo>
                <a:cubicBezTo>
                  <a:pt x="1033137" y="126092"/>
                  <a:pt x="1034971" y="127113"/>
                  <a:pt x="1037152" y="128220"/>
                </a:cubicBezTo>
                <a:cubicBezTo>
                  <a:pt x="1039332" y="129327"/>
                  <a:pt x="1041910" y="130348"/>
                  <a:pt x="1044886" y="131283"/>
                </a:cubicBezTo>
                <a:cubicBezTo>
                  <a:pt x="1047863" y="132217"/>
                  <a:pt x="1051289" y="132684"/>
                  <a:pt x="1055165" y="132684"/>
                </a:cubicBezTo>
                <a:cubicBezTo>
                  <a:pt x="1058072" y="132684"/>
                  <a:pt x="1060702" y="132373"/>
                  <a:pt x="1063055" y="131750"/>
                </a:cubicBezTo>
                <a:cubicBezTo>
                  <a:pt x="1065409" y="131125"/>
                  <a:pt x="1067450" y="130206"/>
                  <a:pt x="1069181" y="128992"/>
                </a:cubicBezTo>
                <a:cubicBezTo>
                  <a:pt x="1070911" y="127779"/>
                  <a:pt x="1072244" y="126236"/>
                  <a:pt x="1073178" y="124362"/>
                </a:cubicBezTo>
                <a:cubicBezTo>
                  <a:pt x="1074112" y="122489"/>
                  <a:pt x="1074579" y="120270"/>
                  <a:pt x="1074579" y="117705"/>
                </a:cubicBezTo>
                <a:cubicBezTo>
                  <a:pt x="1074579" y="115073"/>
                  <a:pt x="1073905" y="112855"/>
                  <a:pt x="1072555" y="111054"/>
                </a:cubicBezTo>
                <a:cubicBezTo>
                  <a:pt x="1071205" y="109252"/>
                  <a:pt x="1069423" y="107659"/>
                  <a:pt x="1067208" y="106275"/>
                </a:cubicBezTo>
                <a:cubicBezTo>
                  <a:pt x="1064993" y="104888"/>
                  <a:pt x="1062502" y="103659"/>
                  <a:pt x="1059733" y="102586"/>
                </a:cubicBezTo>
                <a:cubicBezTo>
                  <a:pt x="1056964" y="101511"/>
                  <a:pt x="1054109" y="100385"/>
                  <a:pt x="1051168" y="99208"/>
                </a:cubicBezTo>
                <a:cubicBezTo>
                  <a:pt x="1048226" y="98030"/>
                  <a:pt x="1045354" y="96695"/>
                  <a:pt x="1042550" y="95205"/>
                </a:cubicBezTo>
                <a:cubicBezTo>
                  <a:pt x="1039747" y="93714"/>
                  <a:pt x="1037238" y="91895"/>
                  <a:pt x="1035023" y="89748"/>
                </a:cubicBezTo>
                <a:cubicBezTo>
                  <a:pt x="1032808" y="87600"/>
                  <a:pt x="1031026" y="85037"/>
                  <a:pt x="1029677" y="82058"/>
                </a:cubicBezTo>
                <a:cubicBezTo>
                  <a:pt x="1028327" y="79080"/>
                  <a:pt x="1027652" y="75512"/>
                  <a:pt x="1027652" y="71355"/>
                </a:cubicBezTo>
                <a:cubicBezTo>
                  <a:pt x="1027652" y="67682"/>
                  <a:pt x="1028361" y="64166"/>
                  <a:pt x="1029780" y="60807"/>
                </a:cubicBezTo>
                <a:cubicBezTo>
                  <a:pt x="1031199" y="57446"/>
                  <a:pt x="1033328" y="54501"/>
                  <a:pt x="1036165" y="51973"/>
                </a:cubicBezTo>
                <a:cubicBezTo>
                  <a:pt x="1039003" y="49442"/>
                  <a:pt x="1042550" y="47415"/>
                  <a:pt x="1046807" y="45893"/>
                </a:cubicBezTo>
                <a:cubicBezTo>
                  <a:pt x="1051064" y="44368"/>
                  <a:pt x="1056030" y="43605"/>
                  <a:pt x="1061706" y="43605"/>
                </a:cubicBezTo>
                <a:cubicBezTo>
                  <a:pt x="1064197" y="43605"/>
                  <a:pt x="1066689" y="43816"/>
                  <a:pt x="1069181" y="44238"/>
                </a:cubicBezTo>
                <a:cubicBezTo>
                  <a:pt x="1071672" y="44660"/>
                  <a:pt x="1073922" y="45186"/>
                  <a:pt x="1075929" y="45818"/>
                </a:cubicBezTo>
                <a:cubicBezTo>
                  <a:pt x="1077936" y="46449"/>
                  <a:pt x="1079649" y="47134"/>
                  <a:pt x="1081068" y="47872"/>
                </a:cubicBezTo>
                <a:cubicBezTo>
                  <a:pt x="1082487" y="48609"/>
                  <a:pt x="1083560" y="49259"/>
                  <a:pt x="1084287" y="49822"/>
                </a:cubicBezTo>
                <a:cubicBezTo>
                  <a:pt x="1085014" y="50384"/>
                  <a:pt x="1085498" y="50873"/>
                  <a:pt x="1085740" y="51288"/>
                </a:cubicBezTo>
                <a:cubicBezTo>
                  <a:pt x="1085983" y="51703"/>
                  <a:pt x="1086156" y="52171"/>
                  <a:pt x="1086259" y="52690"/>
                </a:cubicBezTo>
                <a:cubicBezTo>
                  <a:pt x="1086363" y="53209"/>
                  <a:pt x="1086467" y="53849"/>
                  <a:pt x="1086571" y="54610"/>
                </a:cubicBezTo>
                <a:cubicBezTo>
                  <a:pt x="1086675" y="55372"/>
                  <a:pt x="1086727" y="56306"/>
                  <a:pt x="1086727" y="57414"/>
                </a:cubicBezTo>
                <a:cubicBezTo>
                  <a:pt x="1086727" y="58590"/>
                  <a:pt x="1086675" y="59611"/>
                  <a:pt x="1086571" y="60476"/>
                </a:cubicBezTo>
                <a:cubicBezTo>
                  <a:pt x="1086467" y="61341"/>
                  <a:pt x="1086294" y="62051"/>
                  <a:pt x="1086052" y="62605"/>
                </a:cubicBezTo>
                <a:cubicBezTo>
                  <a:pt x="1085810" y="63158"/>
                  <a:pt x="1085515" y="63556"/>
                  <a:pt x="1085169" y="63799"/>
                </a:cubicBezTo>
                <a:cubicBezTo>
                  <a:pt x="1084823" y="64041"/>
                  <a:pt x="1084443" y="64162"/>
                  <a:pt x="1084027" y="64162"/>
                </a:cubicBezTo>
                <a:cubicBezTo>
                  <a:pt x="1083404" y="64162"/>
                  <a:pt x="1082505" y="63776"/>
                  <a:pt x="1081328" y="63004"/>
                </a:cubicBezTo>
                <a:cubicBezTo>
                  <a:pt x="1080151" y="62232"/>
                  <a:pt x="1078629" y="61406"/>
                  <a:pt x="1076760" y="60528"/>
                </a:cubicBezTo>
                <a:cubicBezTo>
                  <a:pt x="1074891" y="59650"/>
                  <a:pt x="1072693" y="58825"/>
                  <a:pt x="1070167" y="58053"/>
                </a:cubicBezTo>
                <a:cubicBezTo>
                  <a:pt x="1067641" y="57280"/>
                  <a:pt x="1064751" y="56894"/>
                  <a:pt x="1061498" y="56894"/>
                </a:cubicBezTo>
                <a:cubicBezTo>
                  <a:pt x="1058591" y="56894"/>
                  <a:pt x="1056030" y="57224"/>
                  <a:pt x="1053815" y="57884"/>
                </a:cubicBezTo>
                <a:cubicBezTo>
                  <a:pt x="1051600" y="58541"/>
                  <a:pt x="1049783" y="59477"/>
                  <a:pt x="1048364" y="60690"/>
                </a:cubicBezTo>
                <a:cubicBezTo>
                  <a:pt x="1046946" y="61904"/>
                  <a:pt x="1045873" y="63343"/>
                  <a:pt x="1045146" y="65009"/>
                </a:cubicBezTo>
                <a:cubicBezTo>
                  <a:pt x="1044419" y="66672"/>
                  <a:pt x="1044056" y="68475"/>
                  <a:pt x="1044056" y="70417"/>
                </a:cubicBezTo>
                <a:cubicBezTo>
                  <a:pt x="1044056" y="73119"/>
                  <a:pt x="1044748" y="75388"/>
                  <a:pt x="1046132" y="77224"/>
                </a:cubicBezTo>
                <a:cubicBezTo>
                  <a:pt x="1047517" y="79060"/>
                  <a:pt x="1049316" y="80672"/>
                  <a:pt x="1051531" y="82058"/>
                </a:cubicBezTo>
                <a:cubicBezTo>
                  <a:pt x="1053746" y="83443"/>
                  <a:pt x="1056272" y="84689"/>
                  <a:pt x="1059110" y="85799"/>
                </a:cubicBezTo>
                <a:cubicBezTo>
                  <a:pt x="1061948" y="86907"/>
                  <a:pt x="1064838" y="88050"/>
                  <a:pt x="1067779" y="89228"/>
                </a:cubicBezTo>
                <a:cubicBezTo>
                  <a:pt x="1070721" y="90405"/>
                  <a:pt x="1073628" y="91721"/>
                  <a:pt x="1076500" y="93177"/>
                </a:cubicBezTo>
                <a:cubicBezTo>
                  <a:pt x="1079373" y="94633"/>
                  <a:pt x="1081916" y="96400"/>
                  <a:pt x="1084131" y="98478"/>
                </a:cubicBezTo>
                <a:cubicBezTo>
                  <a:pt x="1086346" y="100557"/>
                  <a:pt x="1088128" y="103052"/>
                  <a:pt x="1089478" y="105963"/>
                </a:cubicBezTo>
                <a:cubicBezTo>
                  <a:pt x="1090828" y="108872"/>
                  <a:pt x="1091502" y="112336"/>
                  <a:pt x="1091502" y="11635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CDA078-CADC-44A8-819E-6FF3FD30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9" y="457676"/>
            <a:ext cx="7144790" cy="1987937"/>
          </a:xfrm>
          <a:custGeom xmlns:a="http://schemas.openxmlformats.org/drawingml/2006/main">
            <a:pathLst>
              <a:path w="7144790" h="1987937" fill="none">
                <a:moveTo>
                  <a:pt x="0" y="114330"/>
                </a:moveTo>
                <a:cubicBezTo>
                  <a:pt x="0" y="51187"/>
                  <a:pt x="51187" y="0"/>
                  <a:pt x="114329" y="0"/>
                </a:cubicBezTo>
                <a:lnTo>
                  <a:pt x="7030461" y="0"/>
                </a:lnTo>
                <a:cubicBezTo>
                  <a:pt x="7093603" y="0"/>
                  <a:pt x="7144790" y="51187"/>
                  <a:pt x="7144790" y="114330"/>
                </a:cubicBezTo>
                <a:lnTo>
                  <a:pt x="7144790" y="1873607"/>
                </a:lnTo>
                <a:cubicBezTo>
                  <a:pt x="7144790" y="1936749"/>
                  <a:pt x="7093603" y="1987937"/>
                  <a:pt x="7030461" y="1987937"/>
                </a:cubicBezTo>
                <a:lnTo>
                  <a:pt x="114329" y="1987937"/>
                </a:lnTo>
                <a:cubicBezTo>
                  <a:pt x="51187" y="1987937"/>
                  <a:pt x="0" y="1936749"/>
                  <a:pt x="0" y="1873607"/>
                </a:cubicBezTo>
                <a:lnTo>
                  <a:pt x="0" y="11433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741" cap="flat">
            <a:solidFill>
              <a:srgbClr val="000000"/>
            </a:solidFill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D5408D-3204-468A-B916-9E2E2E7E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9" y="2535276"/>
            <a:ext cx="7144790" cy="1870095"/>
          </a:xfrm>
          <a:custGeom xmlns:a="http://schemas.openxmlformats.org/drawingml/2006/main">
            <a:pathLst>
              <a:path w="7144790" h="1870095" fill="none">
                <a:moveTo>
                  <a:pt x="0" y="107547"/>
                </a:moveTo>
                <a:cubicBezTo>
                  <a:pt x="0" y="48150"/>
                  <a:pt x="48150" y="0"/>
                  <a:pt x="107547" y="0"/>
                </a:cubicBezTo>
                <a:lnTo>
                  <a:pt x="7037244" y="0"/>
                </a:lnTo>
                <a:cubicBezTo>
                  <a:pt x="7096640" y="0"/>
                  <a:pt x="7144790" y="48150"/>
                  <a:pt x="7144790" y="107547"/>
                </a:cubicBezTo>
                <a:lnTo>
                  <a:pt x="7144790" y="1762548"/>
                </a:lnTo>
                <a:cubicBezTo>
                  <a:pt x="7144790" y="1821945"/>
                  <a:pt x="7096640" y="1870095"/>
                  <a:pt x="7037244" y="1870095"/>
                </a:cubicBezTo>
                <a:lnTo>
                  <a:pt x="107547" y="1870095"/>
                </a:lnTo>
                <a:cubicBezTo>
                  <a:pt x="48150" y="1870095"/>
                  <a:pt x="0" y="1821945"/>
                  <a:pt x="0" y="1762548"/>
                </a:cubicBezTo>
                <a:lnTo>
                  <a:pt x="0" y="1075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741" cap="flat">
            <a:solidFill>
              <a:srgbClr val="000000"/>
            </a:solidFill>
            <a:miter/>
          </a:ln>
        </p:spPr>
      </p:sp>
      <p:pic>
        <p:nvPicPr>
          <p:cNvPr id="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484e1eaefd4cec"/>
          <a:stretch xmlns:a="http://schemas.openxmlformats.org/drawingml/2006/main"/>
        </p:blipFill>
        <p:spPr>
          <a:xfrm xmlns:a="http://schemas.openxmlformats.org/drawingml/2006/main">
            <a:off x="6359858" y="622270"/>
            <a:ext cx="356087" cy="358648"/>
          </a:xfrm>
          <a:prstGeom xmlns:a="http://schemas.openxmlformats.org/drawingml/2006/main" prst="rect">
            <a:avLst/>
          </a:prstGeom>
        </p:spPr>
      </p:pic>
      <p:pic>
        <p:nvPicPr>
          <p:cNvPr id="1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0181b09ed54d56"/>
          <a:stretch xmlns:a="http://schemas.openxmlformats.org/drawingml/2006/main"/>
        </p:blipFill>
        <p:spPr>
          <a:xfrm xmlns:a="http://schemas.openxmlformats.org/drawingml/2006/main">
            <a:off x="6480261" y="734988"/>
            <a:ext cx="358648" cy="358648"/>
          </a:xfrm>
          <a:prstGeom xmlns:a="http://schemas.openxmlformats.org/drawingml/2006/main" prst="rect">
            <a:avLst/>
          </a:prstGeom>
        </p:spPr>
      </p:pic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1ef5253c24d51"/>
          <a:stretch xmlns:a="http://schemas.openxmlformats.org/drawingml/2006/main"/>
        </p:blipFill>
        <p:spPr>
          <a:xfrm xmlns:a="http://schemas.openxmlformats.org/drawingml/2006/main">
            <a:off x="6585295" y="850267"/>
            <a:ext cx="358648" cy="356087"/>
          </a:xfrm>
          <a:prstGeom xmlns:a="http://schemas.openxmlformats.org/drawingml/2006/main" prst="rect">
            <a:avLst/>
          </a:prstGeom>
        </p:spPr>
      </p:pic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16783facc4484b"/>
          <a:stretch xmlns:a="http://schemas.openxmlformats.org/drawingml/2006/main"/>
        </p:blipFill>
        <p:spPr>
          <a:xfrm xmlns:a="http://schemas.openxmlformats.org/drawingml/2006/main">
            <a:off x="6359858" y="1370309"/>
            <a:ext cx="327907" cy="325345"/>
          </a:xfrm>
          <a:prstGeom xmlns:a="http://schemas.openxmlformats.org/drawingml/2006/main" prst="rect">
            <a:avLst/>
          </a:prstGeom>
        </p:spPr>
      </p:pic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8cd35131e43ad"/>
          <a:stretch xmlns:a="http://schemas.openxmlformats.org/drawingml/2006/main"/>
        </p:blipFill>
        <p:spPr>
          <a:xfrm xmlns:a="http://schemas.openxmlformats.org/drawingml/2006/main">
            <a:off x="6444397" y="1467656"/>
            <a:ext cx="325345" cy="327907"/>
          </a:xfrm>
          <a:prstGeom xmlns:a="http://schemas.openxmlformats.org/drawingml/2006/main" prst="rect">
            <a:avLst/>
          </a:prstGeom>
        </p:spPr>
      </p:pic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c6dc05e754712"/>
          <a:stretch xmlns:a="http://schemas.openxmlformats.org/drawingml/2006/main"/>
        </p:blipFill>
        <p:spPr>
          <a:xfrm xmlns:a="http://schemas.openxmlformats.org/drawingml/2006/main">
            <a:off x="6559676" y="1575250"/>
            <a:ext cx="325345" cy="327907"/>
          </a:xfrm>
          <a:prstGeom xmlns:a="http://schemas.openxmlformats.org/drawingml/2006/main" prst="rect">
            <a:avLst/>
          </a:prstGeom>
        </p:spPr>
      </p:pic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B06F6E-3436-485E-9389-33F10029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184" y="562709"/>
            <a:ext cx="717297" cy="1449964"/>
          </a:xfrm>
          <a:custGeom xmlns:a="http://schemas.openxmlformats.org/drawingml/2006/main">
            <a:pathLst>
              <a:path w="717297" h="1449964" fill="none">
                <a:moveTo>
                  <a:pt x="0" y="87323"/>
                </a:moveTo>
                <a:cubicBezTo>
                  <a:pt x="0" y="39096"/>
                  <a:pt x="39096" y="0"/>
                  <a:pt x="87323" y="0"/>
                </a:cubicBezTo>
                <a:lnTo>
                  <a:pt x="629974" y="0"/>
                </a:lnTo>
                <a:cubicBezTo>
                  <a:pt x="678201" y="0"/>
                  <a:pt x="717297" y="39096"/>
                  <a:pt x="717297" y="87323"/>
                </a:cubicBezTo>
                <a:lnTo>
                  <a:pt x="717297" y="1362641"/>
                </a:lnTo>
                <a:cubicBezTo>
                  <a:pt x="717297" y="1410869"/>
                  <a:pt x="678201" y="1449964"/>
                  <a:pt x="629974" y="1449964"/>
                </a:cubicBezTo>
                <a:lnTo>
                  <a:pt x="87323" y="1449964"/>
                </a:lnTo>
                <a:cubicBezTo>
                  <a:pt x="39096" y="1449964"/>
                  <a:pt x="0" y="1410869"/>
                  <a:pt x="0" y="1362641"/>
                </a:cubicBezTo>
                <a:lnTo>
                  <a:pt x="0" y="8732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741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06DD1D-BF63-481B-BD85-23FBBD88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706" y="1251734"/>
            <a:ext cx="267346" cy="70445"/>
          </a:xfrm>
          <a:custGeom xmlns:a="http://schemas.openxmlformats.org/drawingml/2006/main">
            <a:pathLst>
              <a:path w="267346" h="70445">
                <a:moveTo>
                  <a:pt x="109" y="27524"/>
                </a:moveTo>
                <a:lnTo>
                  <a:pt x="0" y="39266"/>
                </a:lnTo>
                <a:lnTo>
                  <a:pt x="196847" y="41093"/>
                </a:lnTo>
                <a:lnTo>
                  <a:pt x="196574" y="70445"/>
                </a:lnTo>
                <a:lnTo>
                  <a:pt x="267346" y="35877"/>
                </a:lnTo>
                <a:lnTo>
                  <a:pt x="197228" y="0"/>
                </a:lnTo>
                <a:lnTo>
                  <a:pt x="196956" y="29353"/>
                </a:lnTo>
                <a:lnTo>
                  <a:pt x="109" y="275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7817019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2026-09-05T14:35:21.1700000Z</dcterms:created>
  <dcterms:modified xsi:type="dcterms:W3CDTF">2026-09-05T14:35:21.1700000Z</dcterms:modified>
</coreProperties>
</file>